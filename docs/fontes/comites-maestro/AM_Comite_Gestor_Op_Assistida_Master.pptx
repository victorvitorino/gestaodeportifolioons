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ags/tag2.xml" ContentType="application/vnd.openxmlformats-officedocument.presentationml.tags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4.xml" ContentType="application/vnd.openxmlformats-officedocument.theme+xml"/>
  <Override PartName="/ppt/tags/tag5.xml" ContentType="application/vnd.openxmlformats-officedocument.presentationml.tags+xml"/>
  <Override PartName="/ppt/theme/theme5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6.xml" ContentType="application/vnd.openxmlformats-officedocument.presentationml.tags+xml"/>
  <Override PartName="/ppt/notesSlides/notesSlide8.xml" ContentType="application/vnd.openxmlformats-officedocument.presentationml.notesSlide+xml"/>
  <Override PartName="/ppt/tags/tag17.xml" ContentType="application/vnd.openxmlformats-officedocument.presentationml.tags+xml"/>
  <Override PartName="/ppt/notesSlides/notesSlide9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0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6.xml" ContentType="application/vnd.openxmlformats-officedocument.presentationml.tags+xml"/>
  <Override PartName="/ppt/notesSlides/notesSlide15.xml" ContentType="application/vnd.openxmlformats-officedocument.presentationml.notesSlide+xml"/>
  <Override PartName="/ppt/tags/tag27.xml" ContentType="application/vnd.openxmlformats-officedocument.presentationml.tags+xml"/>
  <Override PartName="/ppt/notesSlides/notesSlide16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7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36.xml" ContentType="application/vnd.openxmlformats-officedocument.presentationml.tags+xml"/>
  <Override PartName="/ppt/notesSlides/notesSlide21.xml" ContentType="application/vnd.openxmlformats-officedocument.presentationml.notesSlide+xml"/>
  <Override PartName="/ppt/tags/tag37.xml" ContentType="application/vnd.openxmlformats-officedocument.presentationml.tags+xml"/>
  <Override PartName="/ppt/notesSlides/notesSlide22.xml" ContentType="application/vnd.openxmlformats-officedocument.presentationml.notesSlide+xml"/>
  <Override PartName="/ppt/tags/tag38.xml" ContentType="application/vnd.openxmlformats-officedocument.presentationml.tags+xml"/>
  <Override PartName="/ppt/notesSlides/notesSlide23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25.xml" ContentType="application/vnd.openxmlformats-officedocument.presentationml.notesSlide+xml"/>
  <Override PartName="/ppt/tags/tag47.xml" ContentType="application/vnd.openxmlformats-officedocument.presentationml.tags+xml"/>
  <Override PartName="/ppt/notesSlides/notesSlide26.xml" ContentType="application/vnd.openxmlformats-officedocument.presentationml.notesSlide+xml"/>
  <Override PartName="/ppt/tags/tag48.xml" ContentType="application/vnd.openxmlformats-officedocument.presentationml.tags+xml"/>
  <Override PartName="/ppt/notesSlides/notesSlide27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28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29.xml" ContentType="application/vnd.openxmlformats-officedocument.presentationml.notesSlide+xml"/>
  <Override PartName="/ppt/tags/tag57.xml" ContentType="application/vnd.openxmlformats-officedocument.presentationml.tags+xml"/>
  <Override PartName="/ppt/notesSlides/notesSlide30.xml" ContentType="application/vnd.openxmlformats-officedocument.presentationml.notesSlide+xml"/>
  <Override PartName="/ppt/comments/modernComment_129_ACA06AE2.xml" ContentType="application/vnd.ms-powerpoint.comment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31.xml" ContentType="application/vnd.openxmlformats-officedocument.presentationml.notesSlide+xml"/>
  <Override PartName="/ppt/tags/tag60.xml" ContentType="application/vnd.openxmlformats-officedocument.presentationml.tags+xml"/>
  <Override PartName="/ppt/notesSlides/notesSlide32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33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notesSlides/notesSlide34.xml" ContentType="application/vnd.openxmlformats-officedocument.presentationml.notesSlide+xml"/>
  <Override PartName="/ppt/tags/tag69.xml" ContentType="application/vnd.openxmlformats-officedocument.presentationml.tags+xml"/>
  <Override PartName="/ppt/notesSlides/notesSlide35.xml" ContentType="application/vnd.openxmlformats-officedocument.presentationml.notesSlide+xml"/>
  <Override PartName="/ppt/tags/tag70.xml" ContentType="application/vnd.openxmlformats-officedocument.presentationml.tags+xml"/>
  <Override PartName="/ppt/notesSlides/notesSlide36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37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38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81.xml" ContentType="application/vnd.openxmlformats-officedocument.presentationml.tags+xml"/>
  <Override PartName="/ppt/notesSlides/notesSlide41.xml" ContentType="application/vnd.openxmlformats-officedocument.presentationml.notesSlide+xml"/>
  <Override PartName="/ppt/tags/tag82.xml" ContentType="application/vnd.openxmlformats-officedocument.presentationml.tags+xml"/>
  <Override PartName="/ppt/notesSlides/notesSlide42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43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44.xml" ContentType="application/vnd.openxmlformats-officedocument.presentationml.notesSlide+xml"/>
  <Override PartName="/ppt/tags/tag91.xml" ContentType="application/vnd.openxmlformats-officedocument.presentationml.tags+xml"/>
  <Override PartName="/ppt/notesSlides/notesSlide45.xml" ContentType="application/vnd.openxmlformats-officedocument.presentationml.notesSlide+xml"/>
  <Override PartName="/ppt/tags/tag92.xml" ContentType="application/vnd.openxmlformats-officedocument.presentationml.tags+xml"/>
  <Override PartName="/ppt/notesSlides/notesSlide46.xml" ContentType="application/vnd.openxmlformats-officedocument.presentationml.notesSlide+xml"/>
  <Override PartName="/ppt/tags/tag93.xml" ContentType="application/vnd.openxmlformats-officedocument.presentationml.tags+xml"/>
  <Override PartName="/ppt/notesSlides/notesSlide47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48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tags/tag102.xml" ContentType="application/vnd.openxmlformats-officedocument.presentationml.tags+xml"/>
  <Override PartName="/ppt/notesSlides/notesSlide53.xml" ContentType="application/vnd.openxmlformats-officedocument.presentationml.notesSlide+xml"/>
  <Override PartName="/ppt/tags/tag103.xml" ContentType="application/vnd.openxmlformats-officedocument.presentationml.tags+xml"/>
  <Override PartName="/ppt/notesSlides/notesSlide54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notesSlides/notesSlide55.xml" ContentType="application/vnd.openxmlformats-officedocument.presentationml.notesSlide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56.xml" ContentType="application/vnd.openxmlformats-officedocument.presentationml.notesSlide+xml"/>
  <Override PartName="/ppt/comments/modernComment_104_9DE97999.xml" ContentType="application/vnd.ms-powerpoint.comments+xml"/>
  <Override PartName="/ppt/tags/tag112.xml" ContentType="application/vnd.openxmlformats-officedocument.presentationml.tags+xml"/>
  <Override PartName="/ppt/notesSlides/notesSlide57.xml" ContentType="application/vnd.openxmlformats-officedocument.presentationml.notesSlide+xml"/>
  <Override PartName="/ppt/tags/tag113.xml" ContentType="application/vnd.openxmlformats-officedocument.presentationml.tags+xml"/>
  <Override PartName="/ppt/notesSlides/notesSlide58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notesSlides/notesSlide59.xml" ContentType="application/vnd.openxmlformats-officedocument.presentationml.notesSlide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60.xml" ContentType="application/vnd.openxmlformats-officedocument.presentationml.notesSlide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notesSlides/notesSlide61.xml" ContentType="application/vnd.openxmlformats-officedocument.presentationml.notesSlid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62.xml" ContentType="application/vnd.openxmlformats-officedocument.presentationml.notesSlide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50" r:id="rId5"/>
    <p:sldMasterId id="2147484914" r:id="rId6"/>
    <p:sldMasterId id="2147484931" r:id="rId7"/>
  </p:sldMasterIdLst>
  <p:notesMasterIdLst>
    <p:notesMasterId r:id="rId103"/>
  </p:notesMasterIdLst>
  <p:sldIdLst>
    <p:sldId id="319" r:id="rId8"/>
    <p:sldId id="323" r:id="rId9"/>
    <p:sldId id="324" r:id="rId10"/>
    <p:sldId id="325" r:id="rId11"/>
    <p:sldId id="326" r:id="rId12"/>
    <p:sldId id="327" r:id="rId13"/>
    <p:sldId id="315" r:id="rId14"/>
    <p:sldId id="328" r:id="rId15"/>
    <p:sldId id="329" r:id="rId16"/>
    <p:sldId id="330" r:id="rId17"/>
    <p:sldId id="311" r:id="rId18"/>
    <p:sldId id="314" r:id="rId19"/>
    <p:sldId id="322" r:id="rId20"/>
    <p:sldId id="316" r:id="rId21"/>
    <p:sldId id="318" r:id="rId22"/>
    <p:sldId id="308" r:id="rId23"/>
    <p:sldId id="2147483602" r:id="rId24"/>
    <p:sldId id="320" r:id="rId25"/>
    <p:sldId id="321" r:id="rId26"/>
    <p:sldId id="303" r:id="rId27"/>
    <p:sldId id="304" r:id="rId28"/>
    <p:sldId id="307" r:id="rId29"/>
    <p:sldId id="317" r:id="rId30"/>
    <p:sldId id="313" r:id="rId31"/>
    <p:sldId id="312" r:id="rId32"/>
    <p:sldId id="2147483604" r:id="rId33"/>
    <p:sldId id="309" r:id="rId34"/>
    <p:sldId id="310" r:id="rId35"/>
    <p:sldId id="299" r:id="rId36"/>
    <p:sldId id="300" r:id="rId37"/>
    <p:sldId id="301" r:id="rId38"/>
    <p:sldId id="302" r:id="rId39"/>
    <p:sldId id="305" r:id="rId40"/>
    <p:sldId id="306" r:id="rId41"/>
    <p:sldId id="288" r:id="rId42"/>
    <p:sldId id="293" r:id="rId43"/>
    <p:sldId id="294" r:id="rId44"/>
    <p:sldId id="295" r:id="rId45"/>
    <p:sldId id="297" r:id="rId46"/>
    <p:sldId id="2147483613" r:id="rId47"/>
    <p:sldId id="296" r:id="rId48"/>
    <p:sldId id="298" r:id="rId49"/>
    <p:sldId id="283" r:id="rId50"/>
    <p:sldId id="286" r:id="rId51"/>
    <p:sldId id="287" r:id="rId52"/>
    <p:sldId id="292" r:id="rId53"/>
    <p:sldId id="291" r:id="rId54"/>
    <p:sldId id="289" r:id="rId55"/>
    <p:sldId id="290" r:id="rId56"/>
    <p:sldId id="274" r:id="rId57"/>
    <p:sldId id="275" r:id="rId58"/>
    <p:sldId id="276" r:id="rId59"/>
    <p:sldId id="279" r:id="rId60"/>
    <p:sldId id="285" r:id="rId61"/>
    <p:sldId id="284" r:id="rId62"/>
    <p:sldId id="282" r:id="rId63"/>
    <p:sldId id="280" r:id="rId64"/>
    <p:sldId id="281" r:id="rId65"/>
    <p:sldId id="269" r:id="rId66"/>
    <p:sldId id="270" r:id="rId67"/>
    <p:sldId id="278" r:id="rId68"/>
    <p:sldId id="272" r:id="rId69"/>
    <p:sldId id="271" r:id="rId70"/>
    <p:sldId id="277" r:id="rId71"/>
    <p:sldId id="382" r:id="rId72"/>
    <p:sldId id="273" r:id="rId73"/>
    <p:sldId id="261" r:id="rId74"/>
    <p:sldId id="262" r:id="rId75"/>
    <p:sldId id="263" r:id="rId76"/>
    <p:sldId id="264" r:id="rId77"/>
    <p:sldId id="2147483573" r:id="rId78"/>
    <p:sldId id="2147483575" r:id="rId79"/>
    <p:sldId id="2147483576" r:id="rId80"/>
    <p:sldId id="265" r:id="rId81"/>
    <p:sldId id="268" r:id="rId82"/>
    <p:sldId id="257" r:id="rId83"/>
    <p:sldId id="258" r:id="rId84"/>
    <p:sldId id="259" r:id="rId85"/>
    <p:sldId id="260" r:id="rId86"/>
    <p:sldId id="266" r:id="rId87"/>
    <p:sldId id="267" r:id="rId88"/>
    <p:sldId id="418" r:id="rId89"/>
    <p:sldId id="436" r:id="rId90"/>
    <p:sldId id="434" r:id="rId91"/>
    <p:sldId id="2147483647" r:id="rId92"/>
    <p:sldId id="2147483645" r:id="rId93"/>
    <p:sldId id="2147483646" r:id="rId94"/>
    <p:sldId id="2147483636" r:id="rId95"/>
    <p:sldId id="2147483644" r:id="rId96"/>
    <p:sldId id="2147483639" r:id="rId97"/>
    <p:sldId id="256" r:id="rId98"/>
    <p:sldId id="432" r:id="rId99"/>
    <p:sldId id="431" r:id="rId100"/>
    <p:sldId id="425" r:id="rId101"/>
    <p:sldId id="426" r:id="rId102"/>
  </p:sldIdLst>
  <p:sldSz cx="12192000" cy="6858000"/>
  <p:notesSz cx="6858000" cy="9144000"/>
  <p:custDataLst>
    <p:tags r:id="rId10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itê 30/09" id="{B11F55FC-D21E-4E55-BEA8-4A4D3FCBAFE6}">
          <p14:sldIdLst>
            <p14:sldId id="319"/>
            <p14:sldId id="323"/>
            <p14:sldId id="324"/>
            <p14:sldId id="325"/>
            <p14:sldId id="326"/>
            <p14:sldId id="327"/>
            <p14:sldId id="315"/>
            <p14:sldId id="328"/>
            <p14:sldId id="329"/>
            <p14:sldId id="330"/>
          </p14:sldIdLst>
        </p14:section>
        <p14:section name="Comitê 23/09" id="{53A89218-9D10-46C6-A60B-B8660009B9FB}">
          <p14:sldIdLst>
            <p14:sldId id="311"/>
            <p14:sldId id="314"/>
            <p14:sldId id="322"/>
            <p14:sldId id="316"/>
            <p14:sldId id="318"/>
            <p14:sldId id="308"/>
            <p14:sldId id="2147483602"/>
            <p14:sldId id="320"/>
            <p14:sldId id="321"/>
          </p14:sldIdLst>
        </p14:section>
        <p14:section name="Comitê 16/09" id="{E9B87C27-4C07-4C2A-8E6C-EF94D6165BCF}">
          <p14:sldIdLst>
            <p14:sldId id="303"/>
            <p14:sldId id="304"/>
            <p14:sldId id="307"/>
            <p14:sldId id="317"/>
            <p14:sldId id="313"/>
            <p14:sldId id="312"/>
            <p14:sldId id="2147483604"/>
            <p14:sldId id="309"/>
            <p14:sldId id="310"/>
          </p14:sldIdLst>
        </p14:section>
        <p14:section name="Comitê 09/09" id="{A7198794-16C2-447F-B4FF-50AAB5236C3A}">
          <p14:sldIdLst>
            <p14:sldId id="299"/>
            <p14:sldId id="300"/>
            <p14:sldId id="301"/>
            <p14:sldId id="302"/>
            <p14:sldId id="305"/>
            <p14:sldId id="306"/>
          </p14:sldIdLst>
        </p14:section>
        <p14:section name="Comitê 02/09" id="{3EC3E145-0CD6-48B5-A05B-D1A55F655887}">
          <p14:sldIdLst>
            <p14:sldId id="288"/>
            <p14:sldId id="293"/>
            <p14:sldId id="294"/>
            <p14:sldId id="295"/>
            <p14:sldId id="297"/>
            <p14:sldId id="2147483613"/>
            <p14:sldId id="296"/>
            <p14:sldId id="298"/>
          </p14:sldIdLst>
        </p14:section>
        <p14:section name="Comitê 26/08" id="{EEBE3943-02E7-4C8C-A4C2-FACF8BFAD7A4}">
          <p14:sldIdLst>
            <p14:sldId id="283"/>
            <p14:sldId id="286"/>
            <p14:sldId id="287"/>
            <p14:sldId id="292"/>
            <p14:sldId id="291"/>
            <p14:sldId id="289"/>
            <p14:sldId id="290"/>
          </p14:sldIdLst>
        </p14:section>
        <p14:section name="Comitê 19/08" id="{54102AAC-3791-459E-AA33-BC5185C81174}">
          <p14:sldIdLst>
            <p14:sldId id="274"/>
            <p14:sldId id="275"/>
            <p14:sldId id="276"/>
            <p14:sldId id="279"/>
            <p14:sldId id="285"/>
            <p14:sldId id="284"/>
            <p14:sldId id="282"/>
            <p14:sldId id="280"/>
            <p14:sldId id="281"/>
          </p14:sldIdLst>
        </p14:section>
        <p14:section name="Comitê 12/08" id="{FCDEC5EB-7812-4E3E-94F6-FD0F7BB9B6AF}">
          <p14:sldIdLst>
            <p14:sldId id="269"/>
            <p14:sldId id="270"/>
            <p14:sldId id="278"/>
            <p14:sldId id="272"/>
            <p14:sldId id="271"/>
            <p14:sldId id="277"/>
            <p14:sldId id="382"/>
            <p14:sldId id="273"/>
          </p14:sldIdLst>
        </p14:section>
        <p14:section name="Comitê 05/08" id="{20A7E41F-0148-4C02-8BC7-B7AFEFF9DD8C}">
          <p14:sldIdLst>
            <p14:sldId id="261"/>
            <p14:sldId id="262"/>
            <p14:sldId id="263"/>
            <p14:sldId id="264"/>
            <p14:sldId id="2147483573"/>
            <p14:sldId id="2147483575"/>
            <p14:sldId id="2147483576"/>
            <p14:sldId id="265"/>
            <p14:sldId id="268"/>
          </p14:sldIdLst>
        </p14:section>
        <p14:section name="Comitê 29/07" id="{10EB2A37-BAD9-4621-846B-CB37A05D27AC}">
          <p14:sldIdLst>
            <p14:sldId id="257"/>
            <p14:sldId id="258"/>
            <p14:sldId id="259"/>
            <p14:sldId id="260"/>
            <p14:sldId id="266"/>
            <p14:sldId id="267"/>
          </p14:sldIdLst>
        </p14:section>
        <p14:section name="Comitê 22/07" id="{2800FA6D-F781-4334-9795-2577DDBC6116}">
          <p14:sldIdLst>
            <p14:sldId id="418"/>
            <p14:sldId id="436"/>
            <p14:sldId id="434"/>
            <p14:sldId id="2147483647"/>
            <p14:sldId id="2147483645"/>
            <p14:sldId id="2147483646"/>
            <p14:sldId id="2147483636"/>
            <p14:sldId id="2147483644"/>
            <p14:sldId id="2147483639"/>
            <p14:sldId id="256"/>
            <p14:sldId id="432"/>
            <p14:sldId id="431"/>
            <p14:sldId id="425"/>
            <p14:sldId id="426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70DC31-8F7C-9078-1DB5-660F2B400ED3}" name="Domingues, Alexandre" initials="AD" userId="S::ADomingues@alvarezandmarsal.com::70797ed6-b890-4308-92c0-1bf19a916944" providerId="AD"/>
  <p188:author id="{2B34174E-6B91-9053-4F63-39044861A2B0}" name="Marchetti, Isabella" initials="" userId="S::IMarchetti@alvarezandmarsal.com::83686f12-70c6-40f6-8066-784ca8e1217e" providerId="AD"/>
  <p188:author id="{AF076DCB-E688-236C-BFA5-DED1608575A5}" name="Godeia, Ana" initials="AG" userId="S::AGodeia@alvarezandmarsal.com::7ba14efd-21d1-4f88-a212-2d3cd7876216" providerId="AD"/>
  <p188:author id="{55F49DD4-18D6-817D-6DAD-BACDCA2E0487}" name="Silva, Laryssa" initials="" userId="S::LCaputo@alvarezandmarsal.com::3cc2f722-5d67-4fec-8282-f9461994e014" providerId="AD"/>
  <p188:author id="{E8FEECEF-AD86-14CA-1AEE-1C247A5083CA}" name="Marques, Karla" initials="KM" userId="S::k.marques@alvarezandmarsal.com::c241a53d-0643-4378-897a-c990a5e6269f" providerId="AD"/>
  <p188:author id="{3496D0FA-D873-6C43-4D78-17897F801D05}" name="Vitorino, Victor" initials="VV" userId="S::vvitorino@alvarezandmarsal.com::563b3a8c-0e61-42aa-93cd-694ff36d657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D4B0"/>
    <a:srgbClr val="FFF8EE"/>
    <a:srgbClr val="596C7A"/>
    <a:srgbClr val="C96F23"/>
    <a:srgbClr val="CDF3E9"/>
    <a:srgbClr val="233F70"/>
    <a:srgbClr val="D8E1EA"/>
    <a:srgbClr val="F4F7FA"/>
    <a:srgbClr val="B5C93F"/>
    <a:srgbClr val="9EB9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699310-6271-4206-80B7-70BB42487050}" v="151" dt="2026-09-30T12:20:44.919"/>
    <p1510:client id="{FF11BBEE-F1AD-4F9F-B7AB-A8BD5B11F1CA}" v="1135" dt="2026-09-30T11:51:13.4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84" Type="http://schemas.openxmlformats.org/officeDocument/2006/relationships/slide" Target="slides/slide77.xml"/><Relationship Id="rId89" Type="http://schemas.openxmlformats.org/officeDocument/2006/relationships/slide" Target="slides/slide82.xml"/><Relationship Id="rId16" Type="http://schemas.openxmlformats.org/officeDocument/2006/relationships/slide" Target="slides/slide9.xml"/><Relationship Id="rId107" Type="http://schemas.openxmlformats.org/officeDocument/2006/relationships/theme" Target="theme/theme1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slide" Target="slides/slide72.xml"/><Relationship Id="rId102" Type="http://schemas.openxmlformats.org/officeDocument/2006/relationships/slide" Target="slides/slide95.xml"/><Relationship Id="rId5" Type="http://schemas.openxmlformats.org/officeDocument/2006/relationships/slideMaster" Target="slideMasters/slideMaster2.xml"/><Relationship Id="rId90" Type="http://schemas.openxmlformats.org/officeDocument/2006/relationships/slide" Target="slides/slide83.xml"/><Relationship Id="rId95" Type="http://schemas.openxmlformats.org/officeDocument/2006/relationships/slide" Target="slides/slide88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80" Type="http://schemas.openxmlformats.org/officeDocument/2006/relationships/slide" Target="slides/slide73.xml"/><Relationship Id="rId85" Type="http://schemas.openxmlformats.org/officeDocument/2006/relationships/slide" Target="slides/slide78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59" Type="http://schemas.openxmlformats.org/officeDocument/2006/relationships/slide" Target="slides/slide52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54" Type="http://schemas.openxmlformats.org/officeDocument/2006/relationships/slide" Target="slides/slide47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91" Type="http://schemas.openxmlformats.org/officeDocument/2006/relationships/slide" Target="slides/slide84.xml"/><Relationship Id="rId96" Type="http://schemas.openxmlformats.org/officeDocument/2006/relationships/slide" Target="slides/slide8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6" Type="http://schemas.openxmlformats.org/officeDocument/2006/relationships/viewProps" Target="viewProps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slide" Target="slides/slide71.xml"/><Relationship Id="rId81" Type="http://schemas.openxmlformats.org/officeDocument/2006/relationships/slide" Target="slides/slide74.xml"/><Relationship Id="rId86" Type="http://schemas.openxmlformats.org/officeDocument/2006/relationships/slide" Target="slides/slide79.xml"/><Relationship Id="rId94" Type="http://schemas.openxmlformats.org/officeDocument/2006/relationships/slide" Target="slides/slide87.xml"/><Relationship Id="rId99" Type="http://schemas.openxmlformats.org/officeDocument/2006/relationships/slide" Target="slides/slide92.xml"/><Relationship Id="rId101" Type="http://schemas.openxmlformats.org/officeDocument/2006/relationships/slide" Target="slides/slide9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109" Type="http://schemas.microsoft.com/office/2016/11/relationships/changesInfo" Target="changesInfos/changesInfo1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97" Type="http://schemas.openxmlformats.org/officeDocument/2006/relationships/slide" Target="slides/slide90.xml"/><Relationship Id="rId104" Type="http://schemas.openxmlformats.org/officeDocument/2006/relationships/tags" Target="tags/tag1.xml"/><Relationship Id="rId7" Type="http://schemas.openxmlformats.org/officeDocument/2006/relationships/slideMaster" Target="slideMasters/slideMaster4.xml"/><Relationship Id="rId71" Type="http://schemas.openxmlformats.org/officeDocument/2006/relationships/slide" Target="slides/slide64.xml"/><Relationship Id="rId92" Type="http://schemas.openxmlformats.org/officeDocument/2006/relationships/slide" Target="slides/slide85.xml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Relationship Id="rId87" Type="http://schemas.openxmlformats.org/officeDocument/2006/relationships/slide" Target="slides/slide80.xml"/><Relationship Id="rId110" Type="http://schemas.microsoft.com/office/2015/10/relationships/revisionInfo" Target="revisionInfo.xml"/><Relationship Id="rId61" Type="http://schemas.openxmlformats.org/officeDocument/2006/relationships/slide" Target="slides/slide54.xml"/><Relationship Id="rId82" Type="http://schemas.openxmlformats.org/officeDocument/2006/relationships/slide" Target="slides/slide75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56" Type="http://schemas.openxmlformats.org/officeDocument/2006/relationships/slide" Target="slides/slide49.xml"/><Relationship Id="rId77" Type="http://schemas.openxmlformats.org/officeDocument/2006/relationships/slide" Target="slides/slide70.xml"/><Relationship Id="rId100" Type="http://schemas.openxmlformats.org/officeDocument/2006/relationships/slide" Target="slides/slide93.xml"/><Relationship Id="rId105" Type="http://schemas.openxmlformats.org/officeDocument/2006/relationships/presProps" Target="pres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93" Type="http://schemas.openxmlformats.org/officeDocument/2006/relationships/slide" Target="slides/slide86.xml"/><Relationship Id="rId98" Type="http://schemas.openxmlformats.org/officeDocument/2006/relationships/slide" Target="slides/slide91.xml"/><Relationship Id="rId3" Type="http://schemas.openxmlformats.org/officeDocument/2006/relationships/customXml" Target="../customXml/item3.xml"/><Relationship Id="rId25" Type="http://schemas.openxmlformats.org/officeDocument/2006/relationships/slide" Target="slides/slide18.xml"/><Relationship Id="rId46" Type="http://schemas.openxmlformats.org/officeDocument/2006/relationships/slide" Target="slides/slide39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62" Type="http://schemas.openxmlformats.org/officeDocument/2006/relationships/slide" Target="slides/slide55.xml"/><Relationship Id="rId83" Type="http://schemas.openxmlformats.org/officeDocument/2006/relationships/slide" Target="slides/slide76.xml"/><Relationship Id="rId88" Type="http://schemas.openxmlformats.org/officeDocument/2006/relationships/slide" Target="slides/slide81.xml"/><Relationship Id="rId111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ino, Victor" userId="563b3a8c-0e61-42aa-93cd-694ff36d6575" providerId="ADAL" clId="{D1479B9F-344E-4662-A7D2-AE7FBEDEADE5}"/>
    <pc:docChg chg="undo custSel addSld delSld modSld sldOrd delMainMaster modMainMaster addSection modSection">
      <pc:chgData name="Vitorino, Victor" userId="563b3a8c-0e61-42aa-93cd-694ff36d6575" providerId="ADAL" clId="{D1479B9F-344E-4662-A7D2-AE7FBEDEADE5}" dt="2026-09-22T18:07:24.704" v="11032" actId="20577"/>
      <pc:docMkLst>
        <pc:docMk/>
      </pc:docMkLst>
      <pc:sldChg chg="add">
        <pc:chgData name="Vitorino, Victor" userId="563b3a8c-0e61-42aa-93cd-694ff36d6575" providerId="ADAL" clId="{D1479B9F-344E-4662-A7D2-AE7FBEDEADE5}" dt="2026-09-01T17:13:04.110" v="6121"/>
        <pc:sldMkLst>
          <pc:docMk/>
          <pc:sldMk cId="2577452831" sldId="288"/>
        </pc:sldMkLst>
      </pc:sldChg>
      <pc:sldChg chg="add">
        <pc:chgData name="Vitorino, Victor" userId="563b3a8c-0e61-42aa-93cd-694ff36d6575" providerId="ADAL" clId="{D1479B9F-344E-4662-A7D2-AE7FBEDEADE5}" dt="2026-09-01T17:13:04.110" v="6121"/>
        <pc:sldMkLst>
          <pc:docMk/>
          <pc:sldMk cId="3970003874" sldId="293"/>
        </pc:sldMkLst>
      </pc:sldChg>
      <pc:sldChg chg="modSp add mod">
        <pc:chgData name="Vitorino, Victor" userId="563b3a8c-0e61-42aa-93cd-694ff36d6575" providerId="ADAL" clId="{D1479B9F-344E-4662-A7D2-AE7FBEDEADE5}" dt="2026-09-01T17:13:18.908" v="6153" actId="1038"/>
        <pc:sldMkLst>
          <pc:docMk/>
          <pc:sldMk cId="1295907837" sldId="294"/>
        </pc:sldMkLst>
        <pc:grpChg chg="mod">
          <ac:chgData name="Vitorino, Victor" userId="563b3a8c-0e61-42aa-93cd-694ff36d6575" providerId="ADAL" clId="{D1479B9F-344E-4662-A7D2-AE7FBEDEADE5}" dt="2026-09-01T17:13:18.908" v="6153" actId="1038"/>
          <ac:grpSpMkLst>
            <pc:docMk/>
            <pc:sldMk cId="1295907837" sldId="294"/>
            <ac:grpSpMk id="25" creationId="{75745ECC-A84C-A219-660F-78BB764CC2C6}"/>
          </ac:grpSpMkLst>
        </pc:grpChg>
      </pc:sldChg>
      <pc:sldChg chg="addSp modSp add mod">
        <pc:chgData name="Vitorino, Victor" userId="563b3a8c-0e61-42aa-93cd-694ff36d6575" providerId="ADAL" clId="{D1479B9F-344E-4662-A7D2-AE7FBEDEADE5}" dt="2026-09-02T11:50:56.723" v="7408" actId="20577"/>
        <pc:sldMkLst>
          <pc:docMk/>
          <pc:sldMk cId="2241125037" sldId="295"/>
        </pc:sldMkLst>
        <pc:spChg chg="mod">
          <ac:chgData name="Vitorino, Victor" userId="563b3a8c-0e61-42aa-93cd-694ff36d6575" providerId="ADAL" clId="{D1479B9F-344E-4662-A7D2-AE7FBEDEADE5}" dt="2026-09-01T17:26:59.582" v="7360" actId="1076"/>
          <ac:spMkLst>
            <pc:docMk/>
            <pc:sldMk cId="2241125037" sldId="295"/>
            <ac:spMk id="2" creationId="{4D979BF9-E891-9E66-0408-B60D6B08153B}"/>
          </ac:spMkLst>
        </pc:spChg>
        <pc:spChg chg="mod">
          <ac:chgData name="Vitorino, Victor" userId="563b3a8c-0e61-42aa-93cd-694ff36d6575" providerId="ADAL" clId="{D1479B9F-344E-4662-A7D2-AE7FBEDEADE5}" dt="2026-09-01T17:26:59.582" v="7360" actId="1076"/>
          <ac:spMkLst>
            <pc:docMk/>
            <pc:sldMk cId="2241125037" sldId="295"/>
            <ac:spMk id="5" creationId="{3E6E19A2-4B6D-C739-3A43-0484D6FBC40F}"/>
          </ac:spMkLst>
        </pc:spChg>
        <pc:spChg chg="mod">
          <ac:chgData name="Vitorino, Victor" userId="563b3a8c-0e61-42aa-93cd-694ff36d6575" providerId="ADAL" clId="{D1479B9F-344E-4662-A7D2-AE7FBEDEADE5}" dt="2026-09-01T17:30:00.459" v="7399" actId="1076"/>
          <ac:spMkLst>
            <pc:docMk/>
            <pc:sldMk cId="2241125037" sldId="295"/>
            <ac:spMk id="10" creationId="{43700005-FA8B-05D0-9845-CEC44A33360B}"/>
          </ac:spMkLst>
        </pc:spChg>
        <pc:spChg chg="mod">
          <ac:chgData name="Vitorino, Victor" userId="563b3a8c-0e61-42aa-93cd-694ff36d6575" providerId="ADAL" clId="{D1479B9F-344E-4662-A7D2-AE7FBEDEADE5}" dt="2026-09-01T17:30:00.459" v="7399" actId="1076"/>
          <ac:spMkLst>
            <pc:docMk/>
            <pc:sldMk cId="2241125037" sldId="295"/>
            <ac:spMk id="16" creationId="{41D3AD76-341C-8A42-72BB-FCE349A7E72E}"/>
          </ac:spMkLst>
        </pc:spChg>
        <pc:spChg chg="mod">
          <ac:chgData name="Vitorino, Victor" userId="563b3a8c-0e61-42aa-93cd-694ff36d6575" providerId="ADAL" clId="{D1479B9F-344E-4662-A7D2-AE7FBEDEADE5}" dt="2026-09-01T17:26:59.582" v="7360" actId="1076"/>
          <ac:spMkLst>
            <pc:docMk/>
            <pc:sldMk cId="2241125037" sldId="295"/>
            <ac:spMk id="20" creationId="{45D56826-F90E-7E5F-25EF-735C4B7963B6}"/>
          </ac:spMkLst>
        </pc:spChg>
        <pc:spChg chg="mod">
          <ac:chgData name="Vitorino, Victor" userId="563b3a8c-0e61-42aa-93cd-694ff36d6575" providerId="ADAL" clId="{D1479B9F-344E-4662-A7D2-AE7FBEDEADE5}" dt="2026-09-01T17:26:59.582" v="7360" actId="1076"/>
          <ac:spMkLst>
            <pc:docMk/>
            <pc:sldMk cId="2241125037" sldId="295"/>
            <ac:spMk id="21" creationId="{0CFCE23B-673C-5A02-C9CE-3454D70366A3}"/>
          </ac:spMkLst>
        </pc:spChg>
        <pc:spChg chg="mod">
          <ac:chgData name="Vitorino, Victor" userId="563b3a8c-0e61-42aa-93cd-694ff36d6575" providerId="ADAL" clId="{D1479B9F-344E-4662-A7D2-AE7FBEDEADE5}" dt="2026-09-01T17:26:59.582" v="7360" actId="1076"/>
          <ac:spMkLst>
            <pc:docMk/>
            <pc:sldMk cId="2241125037" sldId="295"/>
            <ac:spMk id="22" creationId="{94743A59-4D68-2E9F-94B8-7CCE3CBE9C45}"/>
          </ac:spMkLst>
        </pc:spChg>
        <pc:spChg chg="mod">
          <ac:chgData name="Vitorino, Victor" userId="563b3a8c-0e61-42aa-93cd-694ff36d6575" providerId="ADAL" clId="{D1479B9F-344E-4662-A7D2-AE7FBEDEADE5}" dt="2026-09-01T17:26:59.582" v="7360" actId="1076"/>
          <ac:spMkLst>
            <pc:docMk/>
            <pc:sldMk cId="2241125037" sldId="295"/>
            <ac:spMk id="46" creationId="{8D175A83-9D0C-D6B7-FAFE-A8E6851B42D6}"/>
          </ac:spMkLst>
        </pc:spChg>
        <pc:spChg chg="mod">
          <ac:chgData name="Vitorino, Victor" userId="563b3a8c-0e61-42aa-93cd-694ff36d6575" providerId="ADAL" clId="{D1479B9F-344E-4662-A7D2-AE7FBEDEADE5}" dt="2026-09-01T17:26:59.582" v="7360" actId="1076"/>
          <ac:spMkLst>
            <pc:docMk/>
            <pc:sldMk cId="2241125037" sldId="295"/>
            <ac:spMk id="48" creationId="{A5208292-CFAD-D4CD-DD64-631EB9929882}"/>
          </ac:spMkLst>
        </pc:spChg>
        <pc:spChg chg="mod">
          <ac:chgData name="Vitorino, Victor" userId="563b3a8c-0e61-42aa-93cd-694ff36d6575" providerId="ADAL" clId="{D1479B9F-344E-4662-A7D2-AE7FBEDEADE5}" dt="2026-09-01T17:26:59.582" v="7360" actId="1076"/>
          <ac:spMkLst>
            <pc:docMk/>
            <pc:sldMk cId="2241125037" sldId="295"/>
            <ac:spMk id="93" creationId="{80340D1B-C422-7B79-DA81-A66FE8608689}"/>
          </ac:spMkLst>
        </pc:spChg>
        <pc:spChg chg="mod">
          <ac:chgData name="Vitorino, Victor" userId="563b3a8c-0e61-42aa-93cd-694ff36d6575" providerId="ADAL" clId="{D1479B9F-344E-4662-A7D2-AE7FBEDEADE5}" dt="2026-09-01T17:26:59.582" v="7360" actId="1076"/>
          <ac:spMkLst>
            <pc:docMk/>
            <pc:sldMk cId="2241125037" sldId="295"/>
            <ac:spMk id="94" creationId="{722DCA76-EE82-C772-0029-2C5747256A46}"/>
          </ac:spMkLst>
        </pc:spChg>
        <pc:spChg chg="mod">
          <ac:chgData name="Vitorino, Victor" userId="563b3a8c-0e61-42aa-93cd-694ff36d6575" providerId="ADAL" clId="{D1479B9F-344E-4662-A7D2-AE7FBEDEADE5}" dt="2026-09-01T17:26:59.582" v="7360" actId="1076"/>
          <ac:spMkLst>
            <pc:docMk/>
            <pc:sldMk cId="2241125037" sldId="295"/>
            <ac:spMk id="97" creationId="{EC5093FA-30B6-4ED6-BE0A-E42068F40DC9}"/>
          </ac:spMkLst>
        </pc:spChg>
        <pc:grpChg chg="add mod">
          <ac:chgData name="Vitorino, Victor" userId="563b3a8c-0e61-42aa-93cd-694ff36d6575" providerId="ADAL" clId="{D1479B9F-344E-4662-A7D2-AE7FBEDEADE5}" dt="2026-09-01T17:30:00.459" v="7399" actId="1076"/>
          <ac:grpSpMkLst>
            <pc:docMk/>
            <pc:sldMk cId="2241125037" sldId="295"/>
            <ac:grpSpMk id="8" creationId="{FA30A90B-8809-5C7B-CA05-F3FD4262F13E}"/>
          </ac:grpSpMkLst>
        </pc:grpChg>
        <pc:graphicFrameChg chg="mod modGraphic">
          <ac:chgData name="Vitorino, Victor" userId="563b3a8c-0e61-42aa-93cd-694ff36d6575" providerId="ADAL" clId="{D1479B9F-344E-4662-A7D2-AE7FBEDEADE5}" dt="2026-09-02T11:50:56.723" v="7408" actId="20577"/>
          <ac:graphicFrameMkLst>
            <pc:docMk/>
            <pc:sldMk cId="2241125037" sldId="295"/>
            <ac:graphicFrameMk id="15" creationId="{443F5E59-5425-B2EE-E7DF-931AC57071D3}"/>
          </ac:graphicFrameMkLst>
        </pc:graphicFrameChg>
      </pc:sldChg>
      <pc:sldChg chg="add">
        <pc:chgData name="Vitorino, Victor" userId="563b3a8c-0e61-42aa-93cd-694ff36d6575" providerId="ADAL" clId="{D1479B9F-344E-4662-A7D2-AE7FBEDEADE5}" dt="2026-09-01T17:13:04.110" v="6121"/>
        <pc:sldMkLst>
          <pc:docMk/>
          <pc:sldMk cId="2292911879" sldId="296"/>
        </pc:sldMkLst>
      </pc:sldChg>
      <pc:sldChg chg="addSp delSp modSp mod">
        <pc:chgData name="Vitorino, Victor" userId="563b3a8c-0e61-42aa-93cd-694ff36d6575" providerId="ADAL" clId="{D1479B9F-344E-4662-A7D2-AE7FBEDEADE5}" dt="2026-09-08T13:55:03.446" v="8533" actId="1036"/>
        <pc:sldMkLst>
          <pc:docMk/>
          <pc:sldMk cId="3097088745" sldId="302"/>
        </pc:sldMkLst>
        <pc:spChg chg="mod">
          <ac:chgData name="Vitorino, Victor" userId="563b3a8c-0e61-42aa-93cd-694ff36d6575" providerId="ADAL" clId="{D1479B9F-344E-4662-A7D2-AE7FBEDEADE5}" dt="2026-09-08T13:55:03.446" v="8533" actId="1036"/>
          <ac:spMkLst>
            <pc:docMk/>
            <pc:sldMk cId="3097088745" sldId="302"/>
            <ac:spMk id="3" creationId="{0C4C12DC-753F-8F42-DFE3-E64CF7A9943E}"/>
          </ac:spMkLst>
        </pc:spChg>
        <pc:spChg chg="mod">
          <ac:chgData name="Vitorino, Victor" userId="563b3a8c-0e61-42aa-93cd-694ff36d6575" providerId="ADAL" clId="{D1479B9F-344E-4662-A7D2-AE7FBEDEADE5}" dt="2026-09-08T13:55:03.446" v="8533" actId="1036"/>
          <ac:spMkLst>
            <pc:docMk/>
            <pc:sldMk cId="3097088745" sldId="302"/>
            <ac:spMk id="5" creationId="{F0E0F046-58D5-93C7-5D4A-A39BE018212C}"/>
          </ac:spMkLst>
        </pc:spChg>
        <pc:spChg chg="mod">
          <ac:chgData name="Vitorino, Victor" userId="563b3a8c-0e61-42aa-93cd-694ff36d6575" providerId="ADAL" clId="{D1479B9F-344E-4662-A7D2-AE7FBEDEADE5}" dt="2026-09-08T13:55:03.446" v="8533" actId="1036"/>
          <ac:spMkLst>
            <pc:docMk/>
            <pc:sldMk cId="3097088745" sldId="302"/>
            <ac:spMk id="6" creationId="{2B89994C-18B3-2890-9077-C683FFE9C992}"/>
          </ac:spMkLst>
        </pc:spChg>
        <pc:spChg chg="mod">
          <ac:chgData name="Vitorino, Victor" userId="563b3a8c-0e61-42aa-93cd-694ff36d6575" providerId="ADAL" clId="{D1479B9F-344E-4662-A7D2-AE7FBEDEADE5}" dt="2026-09-08T13:33:13.212" v="8144" actId="1076"/>
          <ac:spMkLst>
            <pc:docMk/>
            <pc:sldMk cId="3097088745" sldId="302"/>
            <ac:spMk id="7" creationId="{1D155255-F5B7-68D4-DB3F-603E1B748B57}"/>
          </ac:spMkLst>
        </pc:spChg>
        <pc:spChg chg="mod">
          <ac:chgData name="Vitorino, Victor" userId="563b3a8c-0e61-42aa-93cd-694ff36d6575" providerId="ADAL" clId="{D1479B9F-344E-4662-A7D2-AE7FBEDEADE5}" dt="2026-09-08T13:54:59.049" v="8526" actId="1035"/>
          <ac:spMkLst>
            <pc:docMk/>
            <pc:sldMk cId="3097088745" sldId="302"/>
            <ac:spMk id="21" creationId="{D68EEF2E-AC51-450A-D652-0874F7867CDF}"/>
          </ac:spMkLst>
        </pc:spChg>
        <pc:spChg chg="mod">
          <ac:chgData name="Vitorino, Victor" userId="563b3a8c-0e61-42aa-93cd-694ff36d6575" providerId="ADAL" clId="{D1479B9F-344E-4662-A7D2-AE7FBEDEADE5}" dt="2026-09-08T13:54:59.049" v="8526" actId="1035"/>
          <ac:spMkLst>
            <pc:docMk/>
            <pc:sldMk cId="3097088745" sldId="302"/>
            <ac:spMk id="22" creationId="{18D724D4-E35F-91E3-C468-C1E33A06791D}"/>
          </ac:spMkLst>
        </pc:spChg>
        <pc:spChg chg="mod">
          <ac:chgData name="Vitorino, Victor" userId="563b3a8c-0e61-42aa-93cd-694ff36d6575" providerId="ADAL" clId="{D1479B9F-344E-4662-A7D2-AE7FBEDEADE5}" dt="2026-09-08T13:55:03.446" v="8533" actId="1036"/>
          <ac:spMkLst>
            <pc:docMk/>
            <pc:sldMk cId="3097088745" sldId="302"/>
            <ac:spMk id="31" creationId="{C2D13058-779E-D318-FE05-99FB66A0EE54}"/>
          </ac:spMkLst>
        </pc:spChg>
        <pc:spChg chg="mod">
          <ac:chgData name="Vitorino, Victor" userId="563b3a8c-0e61-42aa-93cd-694ff36d6575" providerId="ADAL" clId="{D1479B9F-344E-4662-A7D2-AE7FBEDEADE5}" dt="2026-09-08T13:33:08.791" v="8142" actId="1035"/>
          <ac:spMkLst>
            <pc:docMk/>
            <pc:sldMk cId="3097088745" sldId="302"/>
            <ac:spMk id="37" creationId="{5C22E647-6E33-3AC9-5E1A-9D2CA4C893F7}"/>
          </ac:spMkLst>
        </pc:spChg>
        <pc:spChg chg="mod">
          <ac:chgData name="Vitorino, Victor" userId="563b3a8c-0e61-42aa-93cd-694ff36d6575" providerId="ADAL" clId="{D1479B9F-344E-4662-A7D2-AE7FBEDEADE5}" dt="2026-09-08T13:55:03.446" v="8533" actId="1036"/>
          <ac:spMkLst>
            <pc:docMk/>
            <pc:sldMk cId="3097088745" sldId="302"/>
            <ac:spMk id="44" creationId="{9AD3DCA8-53E7-E60C-7DE6-8ACAD9740234}"/>
          </ac:spMkLst>
        </pc:spChg>
        <pc:spChg chg="mod">
          <ac:chgData name="Vitorino, Victor" userId="563b3a8c-0e61-42aa-93cd-694ff36d6575" providerId="ADAL" clId="{D1479B9F-344E-4662-A7D2-AE7FBEDEADE5}" dt="2026-09-08T13:54:59.049" v="8526" actId="1035"/>
          <ac:spMkLst>
            <pc:docMk/>
            <pc:sldMk cId="3097088745" sldId="302"/>
            <ac:spMk id="46" creationId="{BCFF1310-9461-6952-5C7D-2FF1D7E6FFB0}"/>
          </ac:spMkLst>
        </pc:spChg>
        <pc:spChg chg="mod">
          <ac:chgData name="Vitorino, Victor" userId="563b3a8c-0e61-42aa-93cd-694ff36d6575" providerId="ADAL" clId="{D1479B9F-344E-4662-A7D2-AE7FBEDEADE5}" dt="2026-09-08T13:55:03.446" v="8533" actId="1036"/>
          <ac:spMkLst>
            <pc:docMk/>
            <pc:sldMk cId="3097088745" sldId="302"/>
            <ac:spMk id="48" creationId="{A3E02C49-6DD2-7803-BCAF-1032F0F84DE5}"/>
          </ac:spMkLst>
        </pc:spChg>
        <pc:spChg chg="mod">
          <ac:chgData name="Vitorino, Victor" userId="563b3a8c-0e61-42aa-93cd-694ff36d6575" providerId="ADAL" clId="{D1479B9F-344E-4662-A7D2-AE7FBEDEADE5}" dt="2026-09-08T13:55:03.446" v="8533" actId="1036"/>
          <ac:spMkLst>
            <pc:docMk/>
            <pc:sldMk cId="3097088745" sldId="302"/>
            <ac:spMk id="52" creationId="{117AFD2A-E449-6CE7-637E-1501D758DFF6}"/>
          </ac:spMkLst>
        </pc:spChg>
        <pc:spChg chg="mod">
          <ac:chgData name="Vitorino, Victor" userId="563b3a8c-0e61-42aa-93cd-694ff36d6575" providerId="ADAL" clId="{D1479B9F-344E-4662-A7D2-AE7FBEDEADE5}" dt="2026-09-08T13:54:59.049" v="8526" actId="1035"/>
          <ac:spMkLst>
            <pc:docMk/>
            <pc:sldMk cId="3097088745" sldId="302"/>
            <ac:spMk id="93" creationId="{54A5C25A-66E6-78B9-60DF-18C20146CA49}"/>
          </ac:spMkLst>
        </pc:spChg>
        <pc:spChg chg="mod">
          <ac:chgData name="Vitorino, Victor" userId="563b3a8c-0e61-42aa-93cd-694ff36d6575" providerId="ADAL" clId="{D1479B9F-344E-4662-A7D2-AE7FBEDEADE5}" dt="2026-09-08T13:54:59.049" v="8526" actId="1035"/>
          <ac:spMkLst>
            <pc:docMk/>
            <pc:sldMk cId="3097088745" sldId="302"/>
            <ac:spMk id="94" creationId="{B080A339-5D3E-C8A8-3139-B882ADE2B888}"/>
          </ac:spMkLst>
        </pc:spChg>
        <pc:spChg chg="mod">
          <ac:chgData name="Vitorino, Victor" userId="563b3a8c-0e61-42aa-93cd-694ff36d6575" providerId="ADAL" clId="{D1479B9F-344E-4662-A7D2-AE7FBEDEADE5}" dt="2026-09-08T13:54:59.049" v="8526" actId="1035"/>
          <ac:spMkLst>
            <pc:docMk/>
            <pc:sldMk cId="3097088745" sldId="302"/>
            <ac:spMk id="97" creationId="{6275A50B-288D-60ED-9EE1-2EBE55E74466}"/>
          </ac:spMkLst>
        </pc:spChg>
        <pc:spChg chg="mod">
          <ac:chgData name="Vitorino, Victor" userId="563b3a8c-0e61-42aa-93cd-694ff36d6575" providerId="ADAL" clId="{D1479B9F-344E-4662-A7D2-AE7FBEDEADE5}" dt="2026-09-08T13:55:03.446" v="8533" actId="1036"/>
          <ac:spMkLst>
            <pc:docMk/>
            <pc:sldMk cId="3097088745" sldId="302"/>
            <ac:spMk id="104" creationId="{BFD84E3C-4F14-D3BB-4462-636F14FFD8CA}"/>
          </ac:spMkLst>
        </pc:spChg>
        <pc:spChg chg="mod">
          <ac:chgData name="Vitorino, Victor" userId="563b3a8c-0e61-42aa-93cd-694ff36d6575" providerId="ADAL" clId="{D1479B9F-344E-4662-A7D2-AE7FBEDEADE5}" dt="2026-09-08T13:55:03.446" v="8533" actId="1036"/>
          <ac:spMkLst>
            <pc:docMk/>
            <pc:sldMk cId="3097088745" sldId="302"/>
            <ac:spMk id="105" creationId="{0F5C576B-376B-CA83-B925-65EF867502E6}"/>
          </ac:spMkLst>
        </pc:spChg>
        <pc:grpChg chg="add mod">
          <ac:chgData name="Vitorino, Victor" userId="563b3a8c-0e61-42aa-93cd-694ff36d6575" providerId="ADAL" clId="{D1479B9F-344E-4662-A7D2-AE7FBEDEADE5}" dt="2026-09-08T13:33:13.212" v="8144" actId="1076"/>
          <ac:grpSpMkLst>
            <pc:docMk/>
            <pc:sldMk cId="3097088745" sldId="302"/>
            <ac:grpSpMk id="4" creationId="{79BAC4BF-B833-5131-560C-9FFC6B48E7F9}"/>
          </ac:grpSpMkLst>
        </pc:grpChg>
        <pc:grpChg chg="mod">
          <ac:chgData name="Vitorino, Victor" userId="563b3a8c-0e61-42aa-93cd-694ff36d6575" providerId="ADAL" clId="{D1479B9F-344E-4662-A7D2-AE7FBEDEADE5}" dt="2026-09-08T13:33:08.791" v="8142" actId="1035"/>
          <ac:grpSpMkLst>
            <pc:docMk/>
            <pc:sldMk cId="3097088745" sldId="302"/>
            <ac:grpSpMk id="27" creationId="{BCF24500-21AB-E273-A49F-501A2387509C}"/>
          </ac:grpSpMkLst>
        </pc:grpChg>
        <pc:graphicFrameChg chg="mod modGraphic">
          <ac:chgData name="Vitorino, Victor" userId="563b3a8c-0e61-42aa-93cd-694ff36d6575" providerId="ADAL" clId="{D1479B9F-344E-4662-A7D2-AE7FBEDEADE5}" dt="2026-09-08T13:54:48.984" v="8501" actId="2165"/>
          <ac:graphicFrameMkLst>
            <pc:docMk/>
            <pc:sldMk cId="3097088745" sldId="302"/>
            <ac:graphicFrameMk id="15" creationId="{2D179883-4EAF-606D-9E2F-5EE733B9E244}"/>
          </ac:graphicFrameMkLst>
        </pc:graphicFrameChg>
      </pc:sldChg>
      <pc:sldChg chg="modSp mod">
        <pc:chgData name="Vitorino, Victor" userId="563b3a8c-0e61-42aa-93cd-694ff36d6575" providerId="ADAL" clId="{D1479B9F-344E-4662-A7D2-AE7FBEDEADE5}" dt="2026-09-15T18:20:15.912" v="8675" actId="1076"/>
        <pc:sldMkLst>
          <pc:docMk/>
          <pc:sldMk cId="3031212854" sldId="307"/>
        </pc:sldMkLst>
        <pc:graphicFrameChg chg="mod">
          <ac:chgData name="Vitorino, Victor" userId="563b3a8c-0e61-42aa-93cd-694ff36d6575" providerId="ADAL" clId="{D1479B9F-344E-4662-A7D2-AE7FBEDEADE5}" dt="2026-09-15T18:20:15.912" v="8675" actId="1076"/>
          <ac:graphicFrameMkLst>
            <pc:docMk/>
            <pc:sldMk cId="3031212854" sldId="307"/>
            <ac:graphicFrameMk id="13" creationId="{384635B7-2F0D-63C9-3C8B-3923CE566E22}"/>
          </ac:graphicFrameMkLst>
        </pc:graphicFrameChg>
      </pc:sldChg>
      <pc:sldChg chg="addSp delSp modSp add mod">
        <pc:chgData name="Vitorino, Victor" userId="563b3a8c-0e61-42aa-93cd-694ff36d6575" providerId="ADAL" clId="{D1479B9F-344E-4662-A7D2-AE7FBEDEADE5}" dt="2026-09-16T12:17:24.972" v="9072" actId="20577"/>
        <pc:sldMkLst>
          <pc:docMk/>
          <pc:sldMk cId="2626070509" sldId="313"/>
        </pc:sldMkLst>
        <pc:spChg chg="mod">
          <ac:chgData name="Vitorino, Victor" userId="563b3a8c-0e61-42aa-93cd-694ff36d6575" providerId="ADAL" clId="{D1479B9F-344E-4662-A7D2-AE7FBEDEADE5}" dt="2026-09-15T23:18:41.645" v="8841" actId="108"/>
          <ac:spMkLst>
            <pc:docMk/>
            <pc:sldMk cId="2626070509" sldId="313"/>
            <ac:spMk id="7" creationId="{451F0434-037B-0D44-C70E-8BAA43DC71A4}"/>
          </ac:spMkLst>
        </pc:spChg>
        <pc:spChg chg="add mod">
          <ac:chgData name="Vitorino, Victor" userId="563b3a8c-0e61-42aa-93cd-694ff36d6575" providerId="ADAL" clId="{D1479B9F-344E-4662-A7D2-AE7FBEDEADE5}" dt="2026-09-15T23:17:31.832" v="8830"/>
          <ac:spMkLst>
            <pc:docMk/>
            <pc:sldMk cId="2626070509" sldId="313"/>
            <ac:spMk id="11" creationId="{38CE0A81-C5BA-2FC2-49B2-CE4DD30B778B}"/>
          </ac:spMkLst>
        </pc:spChg>
        <pc:spChg chg="add mod">
          <ac:chgData name="Vitorino, Victor" userId="563b3a8c-0e61-42aa-93cd-694ff36d6575" providerId="ADAL" clId="{D1479B9F-344E-4662-A7D2-AE7FBEDEADE5}" dt="2026-09-15T23:17:31.832" v="8830"/>
          <ac:spMkLst>
            <pc:docMk/>
            <pc:sldMk cId="2626070509" sldId="313"/>
            <ac:spMk id="14" creationId="{5700114B-F683-A2EB-F793-6450A295B36F}"/>
          </ac:spMkLst>
        </pc:spChg>
        <pc:spChg chg="mod">
          <ac:chgData name="Vitorino, Victor" userId="563b3a8c-0e61-42aa-93cd-694ff36d6575" providerId="ADAL" clId="{D1479B9F-344E-4662-A7D2-AE7FBEDEADE5}" dt="2026-09-16T11:34:44.573" v="8844"/>
          <ac:spMkLst>
            <pc:docMk/>
            <pc:sldMk cId="2626070509" sldId="313"/>
            <ac:spMk id="33" creationId="{23AAEE1B-75DA-F4B4-7182-60A2280379EF}"/>
          </ac:spMkLst>
        </pc:spChg>
        <pc:spChg chg="mod">
          <ac:chgData name="Vitorino, Victor" userId="563b3a8c-0e61-42aa-93cd-694ff36d6575" providerId="ADAL" clId="{D1479B9F-344E-4662-A7D2-AE7FBEDEADE5}" dt="2026-09-16T11:34:57.072" v="8846" actId="6549"/>
          <ac:spMkLst>
            <pc:docMk/>
            <pc:sldMk cId="2626070509" sldId="313"/>
            <ac:spMk id="39" creationId="{1289AF85-F290-B99F-DBB4-3EC186D87AD3}"/>
          </ac:spMkLst>
        </pc:spChg>
        <pc:spChg chg="mod">
          <ac:chgData name="Vitorino, Victor" userId="563b3a8c-0e61-42aa-93cd-694ff36d6575" providerId="ADAL" clId="{D1479B9F-344E-4662-A7D2-AE7FBEDEADE5}" dt="2026-09-16T12:17:24.972" v="9072" actId="20577"/>
          <ac:spMkLst>
            <pc:docMk/>
            <pc:sldMk cId="2626070509" sldId="313"/>
            <ac:spMk id="41" creationId="{B69014AD-998B-409A-A9A0-B03E22626201}"/>
          </ac:spMkLst>
        </pc:spChg>
        <pc:spChg chg="mod">
          <ac:chgData name="Vitorino, Victor" userId="563b3a8c-0e61-42aa-93cd-694ff36d6575" providerId="ADAL" clId="{D1479B9F-344E-4662-A7D2-AE7FBEDEADE5}" dt="2026-09-16T12:15:12.132" v="9020" actId="1038"/>
          <ac:spMkLst>
            <pc:docMk/>
            <pc:sldMk cId="2626070509" sldId="313"/>
            <ac:spMk id="48" creationId="{E7FA918C-BE20-01E0-F41E-756001F5DE75}"/>
          </ac:spMkLst>
        </pc:spChg>
        <pc:spChg chg="add mod">
          <ac:chgData name="Vitorino, Victor" userId="563b3a8c-0e61-42aa-93cd-694ff36d6575" providerId="ADAL" clId="{D1479B9F-344E-4662-A7D2-AE7FBEDEADE5}" dt="2026-09-16T12:16:25.172" v="9066" actId="20577"/>
          <ac:spMkLst>
            <pc:docMk/>
            <pc:sldMk cId="2626070509" sldId="313"/>
            <ac:spMk id="56" creationId="{D49C559A-20FC-41A2-D013-53FF336C0655}"/>
          </ac:spMkLst>
        </pc:spChg>
        <pc:spChg chg="mod">
          <ac:chgData name="Vitorino, Victor" userId="563b3a8c-0e61-42aa-93cd-694ff36d6575" providerId="ADAL" clId="{D1479B9F-344E-4662-A7D2-AE7FBEDEADE5}" dt="2026-09-16T12:15:12.132" v="9020" actId="1038"/>
          <ac:spMkLst>
            <pc:docMk/>
            <pc:sldMk cId="2626070509" sldId="313"/>
            <ac:spMk id="57" creationId="{6BB5801C-C49B-08BA-8EE9-AD8BC395F2B2}"/>
          </ac:spMkLst>
        </pc:spChg>
        <pc:spChg chg="mod">
          <ac:chgData name="Vitorino, Victor" userId="563b3a8c-0e61-42aa-93cd-694ff36d6575" providerId="ADAL" clId="{D1479B9F-344E-4662-A7D2-AE7FBEDEADE5}" dt="2026-09-16T12:15:12.132" v="9020" actId="1038"/>
          <ac:spMkLst>
            <pc:docMk/>
            <pc:sldMk cId="2626070509" sldId="313"/>
            <ac:spMk id="58" creationId="{FAA55E16-96CA-B752-250C-B4F8F4A81F4A}"/>
          </ac:spMkLst>
        </pc:spChg>
        <pc:spChg chg="mod">
          <ac:chgData name="Vitorino, Victor" userId="563b3a8c-0e61-42aa-93cd-694ff36d6575" providerId="ADAL" clId="{D1479B9F-344E-4662-A7D2-AE7FBEDEADE5}" dt="2026-09-16T11:37:30.162" v="8851" actId="108"/>
          <ac:spMkLst>
            <pc:docMk/>
            <pc:sldMk cId="2626070509" sldId="313"/>
            <ac:spMk id="60" creationId="{C234B730-7D7A-A6BA-F76F-4EF806782044}"/>
          </ac:spMkLst>
        </pc:spChg>
        <pc:spChg chg="mod">
          <ac:chgData name="Vitorino, Victor" userId="563b3a8c-0e61-42aa-93cd-694ff36d6575" providerId="ADAL" clId="{D1479B9F-344E-4662-A7D2-AE7FBEDEADE5}" dt="2026-09-16T12:15:37.848" v="9043" actId="1037"/>
          <ac:spMkLst>
            <pc:docMk/>
            <pc:sldMk cId="2626070509" sldId="313"/>
            <ac:spMk id="65" creationId="{C6728378-493A-5757-B655-3B8A39356A66}"/>
          </ac:spMkLst>
        </pc:spChg>
        <pc:spChg chg="mod">
          <ac:chgData name="Vitorino, Victor" userId="563b3a8c-0e61-42aa-93cd-694ff36d6575" providerId="ADAL" clId="{D1479B9F-344E-4662-A7D2-AE7FBEDEADE5}" dt="2026-09-16T12:15:12.132" v="9020" actId="1038"/>
          <ac:spMkLst>
            <pc:docMk/>
            <pc:sldMk cId="2626070509" sldId="313"/>
            <ac:spMk id="67" creationId="{2AB58B1C-0D82-B5CD-689A-12140249BF77}"/>
          </ac:spMkLst>
        </pc:spChg>
        <pc:spChg chg="mod">
          <ac:chgData name="Vitorino, Victor" userId="563b3a8c-0e61-42aa-93cd-694ff36d6575" providerId="ADAL" clId="{D1479B9F-344E-4662-A7D2-AE7FBEDEADE5}" dt="2026-09-16T12:15:12.132" v="9020" actId="1038"/>
          <ac:spMkLst>
            <pc:docMk/>
            <pc:sldMk cId="2626070509" sldId="313"/>
            <ac:spMk id="68" creationId="{41B4FB94-FB45-58F5-431D-1FA1E50C8AB4}"/>
          </ac:spMkLst>
        </pc:spChg>
        <pc:spChg chg="add mod">
          <ac:chgData name="Vitorino, Victor" userId="563b3a8c-0e61-42aa-93cd-694ff36d6575" providerId="ADAL" clId="{D1479B9F-344E-4662-A7D2-AE7FBEDEADE5}" dt="2026-09-15T23:17:31.832" v="8830"/>
          <ac:spMkLst>
            <pc:docMk/>
            <pc:sldMk cId="2626070509" sldId="313"/>
            <ac:spMk id="69" creationId="{549F376E-8BB4-FF05-9FA6-0FAD956E2CD6}"/>
          </ac:spMkLst>
        </pc:spChg>
        <pc:spChg chg="add mod">
          <ac:chgData name="Vitorino, Victor" userId="563b3a8c-0e61-42aa-93cd-694ff36d6575" providerId="ADAL" clId="{D1479B9F-344E-4662-A7D2-AE7FBEDEADE5}" dt="2026-09-15T23:17:31.832" v="8830"/>
          <ac:spMkLst>
            <pc:docMk/>
            <pc:sldMk cId="2626070509" sldId="313"/>
            <ac:spMk id="71" creationId="{77C5D053-A552-D207-33C2-114D5A04E875}"/>
          </ac:spMkLst>
        </pc:spChg>
        <pc:spChg chg="add mod">
          <ac:chgData name="Vitorino, Victor" userId="563b3a8c-0e61-42aa-93cd-694ff36d6575" providerId="ADAL" clId="{D1479B9F-344E-4662-A7D2-AE7FBEDEADE5}" dt="2026-09-15T23:17:31.832" v="8830"/>
          <ac:spMkLst>
            <pc:docMk/>
            <pc:sldMk cId="2626070509" sldId="313"/>
            <ac:spMk id="72" creationId="{53058C89-8513-A247-3A0E-C9281D9FFBA9}"/>
          </ac:spMkLst>
        </pc:spChg>
        <pc:spChg chg="add mod">
          <ac:chgData name="Vitorino, Victor" userId="563b3a8c-0e61-42aa-93cd-694ff36d6575" providerId="ADAL" clId="{D1479B9F-344E-4662-A7D2-AE7FBEDEADE5}" dt="2026-09-16T12:15:37.848" v="9043" actId="1037"/>
          <ac:spMkLst>
            <pc:docMk/>
            <pc:sldMk cId="2626070509" sldId="313"/>
            <ac:spMk id="75" creationId="{9869EDDA-CC31-8531-BB5D-3E7FE05EF5A8}"/>
          </ac:spMkLst>
        </pc:spChg>
        <pc:spChg chg="mod">
          <ac:chgData name="Vitorino, Victor" userId="563b3a8c-0e61-42aa-93cd-694ff36d6575" providerId="ADAL" clId="{D1479B9F-344E-4662-A7D2-AE7FBEDEADE5}" dt="2026-09-16T12:15:12.132" v="9020" actId="1038"/>
          <ac:spMkLst>
            <pc:docMk/>
            <pc:sldMk cId="2626070509" sldId="313"/>
            <ac:spMk id="77" creationId="{6BBD46F3-3397-6FF0-538C-E324B882E31B}"/>
          </ac:spMkLst>
        </pc:spChg>
        <pc:spChg chg="mod">
          <ac:chgData name="Vitorino, Victor" userId="563b3a8c-0e61-42aa-93cd-694ff36d6575" providerId="ADAL" clId="{D1479B9F-344E-4662-A7D2-AE7FBEDEADE5}" dt="2026-09-16T12:15:12.132" v="9020" actId="1038"/>
          <ac:spMkLst>
            <pc:docMk/>
            <pc:sldMk cId="2626070509" sldId="313"/>
            <ac:spMk id="78" creationId="{17FB17B5-DB2B-FE4C-410E-E05E7DB94BF3}"/>
          </ac:spMkLst>
        </pc:spChg>
        <pc:spChg chg="mod">
          <ac:chgData name="Vitorino, Victor" userId="563b3a8c-0e61-42aa-93cd-694ff36d6575" providerId="ADAL" clId="{D1479B9F-344E-4662-A7D2-AE7FBEDEADE5}" dt="2026-09-16T12:15:12.132" v="9020" actId="1038"/>
          <ac:spMkLst>
            <pc:docMk/>
            <pc:sldMk cId="2626070509" sldId="313"/>
            <ac:spMk id="87" creationId="{35D89373-A3A8-AF0F-9CBD-376BF01972D2}"/>
          </ac:spMkLst>
        </pc:spChg>
        <pc:spChg chg="mod">
          <ac:chgData name="Vitorino, Victor" userId="563b3a8c-0e61-42aa-93cd-694ff36d6575" providerId="ADAL" clId="{D1479B9F-344E-4662-A7D2-AE7FBEDEADE5}" dt="2026-09-16T12:15:12.132" v="9020" actId="1038"/>
          <ac:spMkLst>
            <pc:docMk/>
            <pc:sldMk cId="2626070509" sldId="313"/>
            <ac:spMk id="88" creationId="{549AFFF2-6A3A-9E8D-8CDD-A38FF625428F}"/>
          </ac:spMkLst>
        </pc:spChg>
        <pc:spChg chg="mod">
          <ac:chgData name="Vitorino, Victor" userId="563b3a8c-0e61-42aa-93cd-694ff36d6575" providerId="ADAL" clId="{D1479B9F-344E-4662-A7D2-AE7FBEDEADE5}" dt="2026-09-16T12:15:12.132" v="9020" actId="1038"/>
          <ac:spMkLst>
            <pc:docMk/>
            <pc:sldMk cId="2626070509" sldId="313"/>
            <ac:spMk id="97" creationId="{A9C1C080-C0D5-5F5E-D2A2-B95286108328}"/>
          </ac:spMkLst>
        </pc:spChg>
        <pc:spChg chg="add mod">
          <ac:chgData name="Vitorino, Victor" userId="563b3a8c-0e61-42aa-93cd-694ff36d6575" providerId="ADAL" clId="{D1479B9F-344E-4662-A7D2-AE7FBEDEADE5}" dt="2026-09-15T23:17:31.832" v="8830"/>
          <ac:spMkLst>
            <pc:docMk/>
            <pc:sldMk cId="2626070509" sldId="313"/>
            <ac:spMk id="98" creationId="{AD61FAE2-706D-2CBE-B3F4-81CDF86E3F2C}"/>
          </ac:spMkLst>
        </pc:spChg>
        <pc:spChg chg="mod">
          <ac:chgData name="Vitorino, Victor" userId="563b3a8c-0e61-42aa-93cd-694ff36d6575" providerId="ADAL" clId="{D1479B9F-344E-4662-A7D2-AE7FBEDEADE5}" dt="2026-09-16T12:15:37.848" v="9043" actId="1037"/>
          <ac:spMkLst>
            <pc:docMk/>
            <pc:sldMk cId="2626070509" sldId="313"/>
            <ac:spMk id="100" creationId="{C809B15F-2879-D906-3AB4-4B5FD6E7A8E1}"/>
          </ac:spMkLst>
        </pc:spChg>
        <pc:spChg chg="mod">
          <ac:chgData name="Vitorino, Victor" userId="563b3a8c-0e61-42aa-93cd-694ff36d6575" providerId="ADAL" clId="{D1479B9F-344E-4662-A7D2-AE7FBEDEADE5}" dt="2026-09-16T12:15:37.848" v="9043" actId="1037"/>
          <ac:spMkLst>
            <pc:docMk/>
            <pc:sldMk cId="2626070509" sldId="313"/>
            <ac:spMk id="101" creationId="{C6C66094-F2A1-C2A4-DFA8-615D060ADC74}"/>
          </ac:spMkLst>
        </pc:spChg>
        <pc:spChg chg="mod">
          <ac:chgData name="Vitorino, Victor" userId="563b3a8c-0e61-42aa-93cd-694ff36d6575" providerId="ADAL" clId="{D1479B9F-344E-4662-A7D2-AE7FBEDEADE5}" dt="2026-09-15T23:17:31.832" v="8830"/>
          <ac:spMkLst>
            <pc:docMk/>
            <pc:sldMk cId="2626070509" sldId="313"/>
            <ac:spMk id="113" creationId="{5F32F3C0-53BD-9C6C-0433-6AF2D557AA71}"/>
          </ac:spMkLst>
        </pc:spChg>
        <pc:spChg chg="mod">
          <ac:chgData name="Vitorino, Victor" userId="563b3a8c-0e61-42aa-93cd-694ff36d6575" providerId="ADAL" clId="{D1479B9F-344E-4662-A7D2-AE7FBEDEADE5}" dt="2026-09-15T23:17:31.832" v="8830"/>
          <ac:spMkLst>
            <pc:docMk/>
            <pc:sldMk cId="2626070509" sldId="313"/>
            <ac:spMk id="114" creationId="{3767E00F-C556-459F-38C4-DCEF50FB739D}"/>
          </ac:spMkLst>
        </pc:spChg>
      </pc:sldChg>
      <pc:sldChg chg="modSp mod">
        <pc:chgData name="Vitorino, Victor" userId="563b3a8c-0e61-42aa-93cd-694ff36d6575" providerId="ADAL" clId="{D1479B9F-344E-4662-A7D2-AE7FBEDEADE5}" dt="2026-09-22T18:07:24.704" v="11032" actId="20577"/>
        <pc:sldMkLst>
          <pc:docMk/>
          <pc:sldMk cId="3456563407" sldId="316"/>
        </pc:sldMkLst>
        <pc:spChg chg="mod">
          <ac:chgData name="Vitorino, Victor" userId="563b3a8c-0e61-42aa-93cd-694ff36d6575" providerId="ADAL" clId="{D1479B9F-344E-4662-A7D2-AE7FBEDEADE5}" dt="2026-09-22T18:06:42.605" v="11025" actId="1076"/>
          <ac:spMkLst>
            <pc:docMk/>
            <pc:sldMk cId="3456563407" sldId="316"/>
            <ac:spMk id="6" creationId="{5A813810-B9D8-40BA-5826-0E60C11AD0FA}"/>
          </ac:spMkLst>
        </pc:spChg>
        <pc:spChg chg="mod">
          <ac:chgData name="Vitorino, Victor" userId="563b3a8c-0e61-42aa-93cd-694ff36d6575" providerId="ADAL" clId="{D1479B9F-344E-4662-A7D2-AE7FBEDEADE5}" dt="2026-09-22T18:06:42.605" v="11025" actId="1076"/>
          <ac:spMkLst>
            <pc:docMk/>
            <pc:sldMk cId="3456563407" sldId="316"/>
            <ac:spMk id="7" creationId="{C6BDE446-B12B-8961-26CA-6510C00EF30E}"/>
          </ac:spMkLst>
        </pc:spChg>
        <pc:spChg chg="mod">
          <ac:chgData name="Vitorino, Victor" userId="563b3a8c-0e61-42aa-93cd-694ff36d6575" providerId="ADAL" clId="{D1479B9F-344E-4662-A7D2-AE7FBEDEADE5}" dt="2026-09-22T18:06:37.919" v="11024" actId="1076"/>
          <ac:spMkLst>
            <pc:docMk/>
            <pc:sldMk cId="3456563407" sldId="316"/>
            <ac:spMk id="31" creationId="{E721D88E-A6F9-2E7C-6D98-7B5549E5DDC9}"/>
          </ac:spMkLst>
        </pc:spChg>
        <pc:spChg chg="mod">
          <ac:chgData name="Vitorino, Victor" userId="563b3a8c-0e61-42aa-93cd-694ff36d6575" providerId="ADAL" clId="{D1479B9F-344E-4662-A7D2-AE7FBEDEADE5}" dt="2026-09-22T18:06:37.919" v="11024" actId="1076"/>
          <ac:spMkLst>
            <pc:docMk/>
            <pc:sldMk cId="3456563407" sldId="316"/>
            <ac:spMk id="37" creationId="{9ECCD583-5D74-6EBA-5795-6F41BD35ADDD}"/>
          </ac:spMkLst>
        </pc:spChg>
        <pc:grpChg chg="mod">
          <ac:chgData name="Vitorino, Victor" userId="563b3a8c-0e61-42aa-93cd-694ff36d6575" providerId="ADAL" clId="{D1479B9F-344E-4662-A7D2-AE7FBEDEADE5}" dt="2026-09-22T18:06:42.605" v="11025" actId="1076"/>
          <ac:grpSpMkLst>
            <pc:docMk/>
            <pc:sldMk cId="3456563407" sldId="316"/>
            <ac:grpSpMk id="4" creationId="{53506455-8157-CFCE-D1B9-8600BCB000FD}"/>
          </ac:grpSpMkLst>
        </pc:grpChg>
        <pc:grpChg chg="mod">
          <ac:chgData name="Vitorino, Victor" userId="563b3a8c-0e61-42aa-93cd-694ff36d6575" providerId="ADAL" clId="{D1479B9F-344E-4662-A7D2-AE7FBEDEADE5}" dt="2026-09-22T18:06:37.919" v="11024" actId="1076"/>
          <ac:grpSpMkLst>
            <pc:docMk/>
            <pc:sldMk cId="3456563407" sldId="316"/>
            <ac:grpSpMk id="27" creationId="{6997B2BF-0011-9EB8-0B8B-C14C9C4D0BF2}"/>
          </ac:grpSpMkLst>
        </pc:grpChg>
        <pc:graphicFrameChg chg="mod modGraphic">
          <ac:chgData name="Vitorino, Victor" userId="563b3a8c-0e61-42aa-93cd-694ff36d6575" providerId="ADAL" clId="{D1479B9F-344E-4662-A7D2-AE7FBEDEADE5}" dt="2026-09-22T18:07:24.704" v="11032" actId="20577"/>
          <ac:graphicFrameMkLst>
            <pc:docMk/>
            <pc:sldMk cId="3456563407" sldId="316"/>
            <ac:graphicFrameMk id="15" creationId="{384F5705-7138-B5C3-7199-E0857A46CFEB}"/>
          </ac:graphicFrameMkLst>
        </pc:graphicFrameChg>
      </pc:sldChg>
      <pc:sldChg chg="add del">
        <pc:chgData name="Vitorino, Victor" userId="563b3a8c-0e61-42aa-93cd-694ff36d6575" providerId="ADAL" clId="{D1479B9F-344E-4662-A7D2-AE7FBEDEADE5}" dt="2026-09-01T17:31:03.354" v="7402"/>
        <pc:sldMkLst>
          <pc:docMk/>
          <pc:sldMk cId="4108677385" sldId="2147483613"/>
        </pc:sldMkLst>
      </pc:sldChg>
      <pc:sldMasterChg chg="delSldLayout modSldLayout sldLayoutOrd">
        <pc:chgData name="Vitorino, Victor" userId="563b3a8c-0e61-42aa-93cd-694ff36d6575" providerId="ADAL" clId="{D1479B9F-344E-4662-A7D2-AE7FBEDEADE5}" dt="2026-09-15T23:17:19.080" v="8826"/>
        <pc:sldMasterMkLst>
          <pc:docMk/>
          <pc:sldMasterMk cId="301488409" sldId="2147483660"/>
        </pc:sldMasterMkLst>
        <pc:sldLayoutChg chg="modSp mod ord">
          <pc:chgData name="Vitorino, Victor" userId="563b3a8c-0e61-42aa-93cd-694ff36d6575" providerId="ADAL" clId="{D1479B9F-344E-4662-A7D2-AE7FBEDEADE5}" dt="2026-09-15T23:17:19.012" v="8825"/>
          <pc:sldLayoutMkLst>
            <pc:docMk/>
            <pc:sldMasterMk cId="301488409" sldId="2147483660"/>
            <pc:sldLayoutMk cId="3559537654" sldId="2147484964"/>
          </pc:sldLayoutMkLst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3559537654" sldId="2147484964"/>
              <ac:spMk id="3" creationId="{46DB46E8-1935-B878-65E3-D56BA9EE4508}"/>
            </ac:spMkLst>
          </pc:spChg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3559537654" sldId="2147484964"/>
              <ac:spMk id="6" creationId="{7CEC2134-250F-0186-F7EC-A0A91EB1211F}"/>
            </ac:spMkLst>
          </pc:spChg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3559537654" sldId="2147484964"/>
              <ac:spMk id="12" creationId="{5C39F078-3B96-AB36-B0EF-10CA3CA1216C}"/>
            </ac:spMkLst>
          </pc:spChg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3559537654" sldId="2147484964"/>
              <ac:spMk id="14" creationId="{777DA186-86D5-48CD-049C-893665E73A12}"/>
            </ac:spMkLst>
          </pc:spChg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3559537654" sldId="2147484964"/>
              <ac:spMk id="24" creationId="{72E413E4-16C0-984D-D5D5-047A528CA619}"/>
            </ac:spMkLst>
          </pc:spChg>
        </pc:sldLayoutChg>
        <pc:sldLayoutChg chg="modSp mod ord">
          <pc:chgData name="Vitorino, Victor" userId="563b3a8c-0e61-42aa-93cd-694ff36d6575" providerId="ADAL" clId="{D1479B9F-344E-4662-A7D2-AE7FBEDEADE5}" dt="2026-09-15T23:17:19.012" v="8825"/>
          <pc:sldLayoutMkLst>
            <pc:docMk/>
            <pc:sldMasterMk cId="301488409" sldId="2147483660"/>
            <pc:sldLayoutMk cId="1026666523" sldId="2147484965"/>
          </pc:sldLayoutMkLst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1026666523" sldId="2147484965"/>
              <ac:spMk id="3" creationId="{46DB46E8-1935-B878-65E3-D56BA9EE4508}"/>
            </ac:spMkLst>
          </pc:spChg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1026666523" sldId="2147484965"/>
              <ac:spMk id="4" creationId="{92145FC3-824F-A0C4-DDBC-ACBC6E82A77A}"/>
            </ac:spMkLst>
          </pc:spChg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1026666523" sldId="2147484965"/>
              <ac:spMk id="33" creationId="{AE4C55B8-75B6-EEA2-A229-2197FB26F32C}"/>
            </ac:spMkLst>
          </pc:spChg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1026666523" sldId="2147484965"/>
              <ac:spMk id="37" creationId="{484F545C-CBBE-FB10-AD13-E61E2A5B0FB9}"/>
            </ac:spMkLst>
          </pc:spChg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1026666523" sldId="2147484965"/>
              <ac:spMk id="40" creationId="{12F88417-41F8-BFDC-0692-5BBDD5ED9128}"/>
            </ac:spMkLst>
          </pc:spChg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1026666523" sldId="2147484965"/>
              <ac:spMk id="43" creationId="{464B71BA-B0BD-5F6D-357A-F699BA5BDB79}"/>
            </ac:spMkLst>
          </pc:spChg>
          <pc:spChg chg="mod">
            <ac:chgData name="Vitorino, Victor" userId="563b3a8c-0e61-42aa-93cd-694ff36d6575" providerId="ADAL" clId="{D1479B9F-344E-4662-A7D2-AE7FBEDEADE5}" dt="2026-09-15T23:17:19.012" v="8825"/>
            <ac:spMkLst>
              <pc:docMk/>
              <pc:sldMasterMk cId="301488409" sldId="2147483660"/>
              <pc:sldLayoutMk cId="1026666523" sldId="2147484965"/>
              <ac:spMk id="44" creationId="{CC2BF34B-1149-0C76-544C-C2AAC57066AD}"/>
            </ac:spMkLst>
          </pc:spChg>
        </pc:sldLayoutChg>
      </pc:sldMasterChg>
      <pc:sldMasterChg chg="delSldLayout modSldLayout sldLayoutOrd">
        <pc:chgData name="Vitorino, Victor" userId="563b3a8c-0e61-42aa-93cd-694ff36d6575" providerId="ADAL" clId="{D1479B9F-344E-4662-A7D2-AE7FBEDEADE5}" dt="2026-09-15T23:18:30.411" v="8840" actId="47"/>
        <pc:sldMasterMkLst>
          <pc:docMk/>
          <pc:sldMasterMk cId="1529088593" sldId="2147484931"/>
        </pc:sldMasterMkLst>
      </pc:sldMasterChg>
    </pc:docChg>
  </pc:docChgLst>
  <pc:docChgLst>
    <pc:chgData name="Domingues, Alexandre" userId="70797ed6-b890-4308-92c0-1bf19a916944" providerId="ADAL" clId="{20B45610-0241-4870-98C3-95D1BA53618F}"/>
    <pc:docChg chg="undo redo custSel addSld delSld modSld sldOrd delMainMaster addSection modSection">
      <pc:chgData name="Domingues, Alexandre" userId="70797ed6-b890-4308-92c0-1bf19a916944" providerId="ADAL" clId="{20B45610-0241-4870-98C3-95D1BA53618F}" dt="2026-09-30T11:51:13.449" v="15390" actId="20577"/>
      <pc:docMkLst>
        <pc:docMk/>
      </pc:docMkLst>
      <pc:sldChg chg="modSp mod">
        <pc:chgData name="Domingues, Alexandre" userId="70797ed6-b890-4308-92c0-1bf19a916944" providerId="ADAL" clId="{20B45610-0241-4870-98C3-95D1BA53618F}" dt="2026-09-01T18:40:11.519" v="6992" actId="20577"/>
        <pc:sldMkLst>
          <pc:docMk/>
          <pc:sldMk cId="2577452831" sldId="288"/>
        </pc:sldMkLst>
        <pc:spChg chg="mod">
          <ac:chgData name="Domingues, Alexandre" userId="70797ed6-b890-4308-92c0-1bf19a916944" providerId="ADAL" clId="{20B45610-0241-4870-98C3-95D1BA53618F}" dt="2026-09-01T18:40:11.519" v="6992" actId="20577"/>
          <ac:spMkLst>
            <pc:docMk/>
            <pc:sldMk cId="2577452831" sldId="288"/>
            <ac:spMk id="5" creationId="{0E6ADB01-37C1-15F2-7B79-965BDD9DB428}"/>
          </ac:spMkLst>
        </pc:spChg>
      </pc:sldChg>
      <pc:sldChg chg="modSp mod">
        <pc:chgData name="Domingues, Alexandre" userId="70797ed6-b890-4308-92c0-1bf19a916944" providerId="ADAL" clId="{20B45610-0241-4870-98C3-95D1BA53618F}" dt="2026-09-03T16:32:30.214" v="7673" actId="1038"/>
        <pc:sldMkLst>
          <pc:docMk/>
          <pc:sldMk cId="1295907837" sldId="294"/>
        </pc:sldMkLst>
        <pc:spChg chg="mod">
          <ac:chgData name="Domingues, Alexandre" userId="70797ed6-b890-4308-92c0-1bf19a916944" providerId="ADAL" clId="{20B45610-0241-4870-98C3-95D1BA53618F}" dt="2026-09-03T16:32:17.507" v="7614" actId="14100"/>
          <ac:spMkLst>
            <pc:docMk/>
            <pc:sldMk cId="1295907837" sldId="294"/>
            <ac:spMk id="4" creationId="{C84C4B35-732F-C43B-959A-199F0BF8C8E9}"/>
          </ac:spMkLst>
        </pc:spChg>
        <pc:spChg chg="mod">
          <ac:chgData name="Domingues, Alexandre" userId="70797ed6-b890-4308-92c0-1bf19a916944" providerId="ADAL" clId="{20B45610-0241-4870-98C3-95D1BA53618F}" dt="2026-09-03T16:28:03.746" v="7443" actId="14100"/>
          <ac:spMkLst>
            <pc:docMk/>
            <pc:sldMk cId="1295907837" sldId="294"/>
            <ac:spMk id="20" creationId="{5EFAE5D4-1566-0713-A067-A5B72B914CEE}"/>
          </ac:spMkLst>
        </pc:spChg>
        <pc:spChg chg="mod">
          <ac:chgData name="Domingues, Alexandre" userId="70797ed6-b890-4308-92c0-1bf19a916944" providerId="ADAL" clId="{20B45610-0241-4870-98C3-95D1BA53618F}" dt="2026-09-03T16:29:51.678" v="7493" actId="14100"/>
          <ac:spMkLst>
            <pc:docMk/>
            <pc:sldMk cId="1295907837" sldId="294"/>
            <ac:spMk id="30" creationId="{8FCF183B-A6AB-8D44-2C46-0B7218793289}"/>
          </ac:spMkLst>
        </pc:spChg>
        <pc:grpChg chg="mod">
          <ac:chgData name="Domingues, Alexandre" userId="70797ed6-b890-4308-92c0-1bf19a916944" providerId="ADAL" clId="{20B45610-0241-4870-98C3-95D1BA53618F}" dt="2026-09-03T16:32:30.214" v="7673" actId="1038"/>
          <ac:grpSpMkLst>
            <pc:docMk/>
            <pc:sldMk cId="1295907837" sldId="294"/>
            <ac:grpSpMk id="25" creationId="{75745ECC-A84C-A219-660F-78BB764CC2C6}"/>
          </ac:grpSpMkLst>
        </pc:grpChg>
      </pc:sldChg>
      <pc:sldChg chg="addSp delSp modSp mod">
        <pc:chgData name="Domingues, Alexandre" userId="70797ed6-b890-4308-92c0-1bf19a916944" providerId="ADAL" clId="{20B45610-0241-4870-98C3-95D1BA53618F}" dt="2026-09-02T11:51:47.195" v="7413" actId="1035"/>
        <pc:sldMkLst>
          <pc:docMk/>
          <pc:sldMk cId="2241125037" sldId="295"/>
        </pc:sldMkLst>
        <pc:spChg chg="mod">
          <ac:chgData name="Domingues, Alexandre" userId="70797ed6-b890-4308-92c0-1bf19a916944" providerId="ADAL" clId="{20B45610-0241-4870-98C3-95D1BA53618F}" dt="2026-09-02T11:51:47.195" v="7413" actId="1035"/>
          <ac:spMkLst>
            <pc:docMk/>
            <pc:sldMk cId="2241125037" sldId="295"/>
            <ac:spMk id="2" creationId="{4D979BF9-E891-9E66-0408-B60D6B08153B}"/>
          </ac:spMkLst>
        </pc:spChg>
        <pc:spChg chg="mod">
          <ac:chgData name="Domingues, Alexandre" userId="70797ed6-b890-4308-92c0-1bf19a916944" providerId="ADAL" clId="{20B45610-0241-4870-98C3-95D1BA53618F}" dt="2026-09-02T11:51:47.195" v="7413" actId="1035"/>
          <ac:spMkLst>
            <pc:docMk/>
            <pc:sldMk cId="2241125037" sldId="295"/>
            <ac:spMk id="3" creationId="{4C6014D9-D3EF-960A-B56B-9B33A7C58F15}"/>
          </ac:spMkLst>
        </pc:spChg>
        <pc:spChg chg="mod">
          <ac:chgData name="Domingues, Alexandre" userId="70797ed6-b890-4308-92c0-1bf19a916944" providerId="ADAL" clId="{20B45610-0241-4870-98C3-95D1BA53618F}" dt="2026-09-02T11:51:47.195" v="7413" actId="1035"/>
          <ac:spMkLst>
            <pc:docMk/>
            <pc:sldMk cId="2241125037" sldId="295"/>
            <ac:spMk id="5" creationId="{3E6E19A2-4B6D-C739-3A43-0484D6FBC40F}"/>
          </ac:spMkLst>
        </pc:spChg>
        <pc:spChg chg="mod">
          <ac:chgData name="Domingues, Alexandre" userId="70797ed6-b890-4308-92c0-1bf19a916944" providerId="ADAL" clId="{20B45610-0241-4870-98C3-95D1BA53618F}" dt="2026-09-01T18:45:10.348" v="7025" actId="1035"/>
          <ac:spMkLst>
            <pc:docMk/>
            <pc:sldMk cId="2241125037" sldId="295"/>
            <ac:spMk id="16" creationId="{41D3AD76-341C-8A42-72BB-FCE349A7E72E}"/>
          </ac:spMkLst>
        </pc:spChg>
        <pc:spChg chg="add mod">
          <ac:chgData name="Domingues, Alexandre" userId="70797ed6-b890-4308-92c0-1bf19a916944" providerId="ADAL" clId="{20B45610-0241-4870-98C3-95D1BA53618F}" dt="2026-09-01T18:45:10.348" v="7025" actId="1035"/>
          <ac:spMkLst>
            <pc:docMk/>
            <pc:sldMk cId="2241125037" sldId="295"/>
            <ac:spMk id="17" creationId="{F414D406-D38F-D554-BF0D-3D896A875F2B}"/>
          </ac:spMkLst>
        </pc:spChg>
        <pc:spChg chg="mod">
          <ac:chgData name="Domingues, Alexandre" userId="70797ed6-b890-4308-92c0-1bf19a916944" providerId="ADAL" clId="{20B45610-0241-4870-98C3-95D1BA53618F}" dt="2026-09-02T11:51:47.195" v="7413" actId="1035"/>
          <ac:spMkLst>
            <pc:docMk/>
            <pc:sldMk cId="2241125037" sldId="295"/>
            <ac:spMk id="20" creationId="{45D56826-F90E-7E5F-25EF-735C4B7963B6}"/>
          </ac:spMkLst>
        </pc:spChg>
        <pc:spChg chg="mod">
          <ac:chgData name="Domingues, Alexandre" userId="70797ed6-b890-4308-92c0-1bf19a916944" providerId="ADAL" clId="{20B45610-0241-4870-98C3-95D1BA53618F}" dt="2026-09-02T11:51:47.195" v="7413" actId="1035"/>
          <ac:spMkLst>
            <pc:docMk/>
            <pc:sldMk cId="2241125037" sldId="295"/>
            <ac:spMk id="22" creationId="{94743A59-4D68-2E9F-94B8-7CCE3CBE9C45}"/>
          </ac:spMkLst>
        </pc:spChg>
        <pc:spChg chg="add mod">
          <ac:chgData name="Domingues, Alexandre" userId="70797ed6-b890-4308-92c0-1bf19a916944" providerId="ADAL" clId="{20B45610-0241-4870-98C3-95D1BA53618F}" dt="2026-09-01T18:45:10.348" v="7025" actId="1035"/>
          <ac:spMkLst>
            <pc:docMk/>
            <pc:sldMk cId="2241125037" sldId="295"/>
            <ac:spMk id="23" creationId="{BDAACD9F-CB51-89C6-F6CD-06BB32FB09DC}"/>
          </ac:spMkLst>
        </pc:spChg>
        <pc:spChg chg="mod">
          <ac:chgData name="Domingues, Alexandre" userId="70797ed6-b890-4308-92c0-1bf19a916944" providerId="ADAL" clId="{20B45610-0241-4870-98C3-95D1BA53618F}" dt="2026-09-01T18:45:10.348" v="7025" actId="1035"/>
          <ac:spMkLst>
            <pc:docMk/>
            <pc:sldMk cId="2241125037" sldId="295"/>
            <ac:spMk id="29" creationId="{DA435D39-0600-F798-C4B5-D5AB9156BFC1}"/>
          </ac:spMkLst>
        </pc:spChg>
        <pc:spChg chg="mod">
          <ac:chgData name="Domingues, Alexandre" userId="70797ed6-b890-4308-92c0-1bf19a916944" providerId="ADAL" clId="{20B45610-0241-4870-98C3-95D1BA53618F}" dt="2026-09-01T18:45:10.348" v="7025" actId="1035"/>
          <ac:spMkLst>
            <pc:docMk/>
            <pc:sldMk cId="2241125037" sldId="295"/>
            <ac:spMk id="31" creationId="{C20BD635-A707-BB27-D561-9AB9E0D4AE84}"/>
          </ac:spMkLst>
        </pc:spChg>
        <pc:spChg chg="add mod">
          <ac:chgData name="Domingues, Alexandre" userId="70797ed6-b890-4308-92c0-1bf19a916944" providerId="ADAL" clId="{20B45610-0241-4870-98C3-95D1BA53618F}" dt="2026-09-01T18:46:18.870" v="7073" actId="571"/>
          <ac:spMkLst>
            <pc:docMk/>
            <pc:sldMk cId="2241125037" sldId="295"/>
            <ac:spMk id="34" creationId="{FC7B0E8B-A25E-3DB6-4C76-C2354405A9AD}"/>
          </ac:spMkLst>
        </pc:spChg>
        <pc:spChg chg="mod">
          <ac:chgData name="Domingues, Alexandre" userId="70797ed6-b890-4308-92c0-1bf19a916944" providerId="ADAL" clId="{20B45610-0241-4870-98C3-95D1BA53618F}" dt="2026-09-01T18:47:48.198" v="7180" actId="1036"/>
          <ac:spMkLst>
            <pc:docMk/>
            <pc:sldMk cId="2241125037" sldId="295"/>
            <ac:spMk id="38" creationId="{6B5DE0C5-8906-84DC-1271-5B7DDD94345D}"/>
          </ac:spMkLst>
        </pc:spChg>
        <pc:spChg chg="mod">
          <ac:chgData name="Domingues, Alexandre" userId="70797ed6-b890-4308-92c0-1bf19a916944" providerId="ADAL" clId="{20B45610-0241-4870-98C3-95D1BA53618F}" dt="2026-09-01T18:47:48.198" v="7180" actId="1036"/>
          <ac:spMkLst>
            <pc:docMk/>
            <pc:sldMk cId="2241125037" sldId="295"/>
            <ac:spMk id="39" creationId="{C018C6FE-2893-6687-A261-EC51A12E726D}"/>
          </ac:spMkLst>
        </pc:spChg>
        <pc:spChg chg="mod">
          <ac:chgData name="Domingues, Alexandre" userId="70797ed6-b890-4308-92c0-1bf19a916944" providerId="ADAL" clId="{20B45610-0241-4870-98C3-95D1BA53618F}" dt="2026-09-01T18:49:04.196" v="7181" actId="571"/>
          <ac:spMkLst>
            <pc:docMk/>
            <pc:sldMk cId="2241125037" sldId="295"/>
            <ac:spMk id="44" creationId="{A1F8635A-5F49-54B0-A318-A640123A3B2B}"/>
          </ac:spMkLst>
        </pc:spChg>
        <pc:spChg chg="mod">
          <ac:chgData name="Domingues, Alexandre" userId="70797ed6-b890-4308-92c0-1bf19a916944" providerId="ADAL" clId="{20B45610-0241-4870-98C3-95D1BA53618F}" dt="2026-09-01T18:49:04.196" v="7181" actId="571"/>
          <ac:spMkLst>
            <pc:docMk/>
            <pc:sldMk cId="2241125037" sldId="295"/>
            <ac:spMk id="47" creationId="{9C45B9D0-5685-0996-D52C-05D7A6B9005C}"/>
          </ac:spMkLst>
        </pc:spChg>
        <pc:spChg chg="mod">
          <ac:chgData name="Domingues, Alexandre" userId="70797ed6-b890-4308-92c0-1bf19a916944" providerId="ADAL" clId="{20B45610-0241-4870-98C3-95D1BA53618F}" dt="2026-09-02T11:51:47.195" v="7413" actId="1035"/>
          <ac:spMkLst>
            <pc:docMk/>
            <pc:sldMk cId="2241125037" sldId="295"/>
            <ac:spMk id="48" creationId="{A5208292-CFAD-D4CD-DD64-631EB9929882}"/>
          </ac:spMkLst>
        </pc:spChg>
        <pc:spChg chg="mod">
          <ac:chgData name="Domingues, Alexandre" userId="70797ed6-b890-4308-92c0-1bf19a916944" providerId="ADAL" clId="{20B45610-0241-4870-98C3-95D1BA53618F}" dt="2026-09-01T18:45:10.348" v="7025" actId="1035"/>
          <ac:spMkLst>
            <pc:docMk/>
            <pc:sldMk cId="2241125037" sldId="295"/>
            <ac:spMk id="50" creationId="{4B957B18-04B3-9D68-6C2A-82ADEE6EA1B7}"/>
          </ac:spMkLst>
        </pc:spChg>
        <pc:spChg chg="mod">
          <ac:chgData name="Domingues, Alexandre" userId="70797ed6-b890-4308-92c0-1bf19a916944" providerId="ADAL" clId="{20B45610-0241-4870-98C3-95D1BA53618F}" dt="2026-09-01T18:45:10.348" v="7025" actId="1035"/>
          <ac:spMkLst>
            <pc:docMk/>
            <pc:sldMk cId="2241125037" sldId="295"/>
            <ac:spMk id="52" creationId="{287972C9-5EE4-2535-7F1C-CD4BCB31C434}"/>
          </ac:spMkLst>
        </pc:spChg>
        <pc:spChg chg="mod">
          <ac:chgData name="Domingues, Alexandre" userId="70797ed6-b890-4308-92c0-1bf19a916944" providerId="ADAL" clId="{20B45610-0241-4870-98C3-95D1BA53618F}" dt="2026-09-02T11:51:47.195" v="7413" actId="1035"/>
          <ac:spMkLst>
            <pc:docMk/>
            <pc:sldMk cId="2241125037" sldId="295"/>
            <ac:spMk id="93" creationId="{80340D1B-C422-7B79-DA81-A66FE8608689}"/>
          </ac:spMkLst>
        </pc:spChg>
        <pc:spChg chg="mod">
          <ac:chgData name="Domingues, Alexandre" userId="70797ed6-b890-4308-92c0-1bf19a916944" providerId="ADAL" clId="{20B45610-0241-4870-98C3-95D1BA53618F}" dt="2026-09-02T11:51:47.195" v="7413" actId="1035"/>
          <ac:spMkLst>
            <pc:docMk/>
            <pc:sldMk cId="2241125037" sldId="295"/>
            <ac:spMk id="94" creationId="{722DCA76-EE82-C772-0029-2C5747256A46}"/>
          </ac:spMkLst>
        </pc:spChg>
        <pc:spChg chg="mod">
          <ac:chgData name="Domingues, Alexandre" userId="70797ed6-b890-4308-92c0-1bf19a916944" providerId="ADAL" clId="{20B45610-0241-4870-98C3-95D1BA53618F}" dt="2026-09-02T11:51:47.195" v="7413" actId="1035"/>
          <ac:spMkLst>
            <pc:docMk/>
            <pc:sldMk cId="2241125037" sldId="295"/>
            <ac:spMk id="104" creationId="{3B97DFBF-761E-C351-7ED7-3FDF95576ED6}"/>
          </ac:spMkLst>
        </pc:spChg>
        <pc:spChg chg="mod">
          <ac:chgData name="Domingues, Alexandre" userId="70797ed6-b890-4308-92c0-1bf19a916944" providerId="ADAL" clId="{20B45610-0241-4870-98C3-95D1BA53618F}" dt="2026-09-02T11:51:47.195" v="7413" actId="1035"/>
          <ac:spMkLst>
            <pc:docMk/>
            <pc:sldMk cId="2241125037" sldId="295"/>
            <ac:spMk id="105" creationId="{5532A495-3F58-F225-EF17-5DB6F49971B9}"/>
          </ac:spMkLst>
        </pc:spChg>
        <pc:grpChg chg="mod">
          <ac:chgData name="Domingues, Alexandre" userId="70797ed6-b890-4308-92c0-1bf19a916944" providerId="ADAL" clId="{20B45610-0241-4870-98C3-95D1BA53618F}" dt="2026-09-01T18:47:48.198" v="7180" actId="1036"/>
          <ac:grpSpMkLst>
            <pc:docMk/>
            <pc:sldMk cId="2241125037" sldId="295"/>
            <ac:grpSpMk id="36" creationId="{853E8C10-5BB6-577A-D1C2-3B9ECDFCE000}"/>
          </ac:grpSpMkLst>
        </pc:grpChg>
        <pc:grpChg chg="add mod">
          <ac:chgData name="Domingues, Alexandre" userId="70797ed6-b890-4308-92c0-1bf19a916944" providerId="ADAL" clId="{20B45610-0241-4870-98C3-95D1BA53618F}" dt="2026-09-01T18:49:04.196" v="7181" actId="571"/>
          <ac:grpSpMkLst>
            <pc:docMk/>
            <pc:sldMk cId="2241125037" sldId="295"/>
            <ac:grpSpMk id="43" creationId="{6BC0B1C6-EFDC-8A0A-FE55-3B9410395017}"/>
          </ac:grpSpMkLst>
        </pc:grpChg>
        <pc:graphicFrameChg chg="mod modGraphic">
          <ac:chgData name="Domingues, Alexandre" userId="70797ed6-b890-4308-92c0-1bf19a916944" providerId="ADAL" clId="{20B45610-0241-4870-98C3-95D1BA53618F}" dt="2026-09-01T20:58:31.100" v="7408" actId="20577"/>
          <ac:graphicFrameMkLst>
            <pc:docMk/>
            <pc:sldMk cId="2241125037" sldId="295"/>
            <ac:graphicFrameMk id="15" creationId="{443F5E59-5425-B2EE-E7DF-931AC57071D3}"/>
          </ac:graphicFrameMkLst>
        </pc:graphicFrameChg>
      </pc:sldChg>
      <pc:sldChg chg="delSp modSp add mod">
        <pc:chgData name="Domingues, Alexandre" userId="70797ed6-b890-4308-92c0-1bf19a916944" providerId="ADAL" clId="{20B45610-0241-4870-98C3-95D1BA53618F}" dt="2026-09-01T18:51:06.353" v="7251" actId="20577"/>
        <pc:sldMkLst>
          <pc:docMk/>
          <pc:sldMk cId="2896194274" sldId="297"/>
        </pc:sldMkLst>
        <pc:spChg chg="mod">
          <ac:chgData name="Domingues, Alexandre" userId="70797ed6-b890-4308-92c0-1bf19a916944" providerId="ADAL" clId="{20B45610-0241-4870-98C3-95D1BA53618F}" dt="2026-09-01T18:49:34.900" v="7188" actId="20577"/>
          <ac:spMkLst>
            <pc:docMk/>
            <pc:sldMk cId="2896194274" sldId="297"/>
            <ac:spMk id="5" creationId="{254A0F9A-3CCD-4900-224A-A2D145B3E2C9}"/>
          </ac:spMkLst>
        </pc:spChg>
        <pc:spChg chg="mod">
          <ac:chgData name="Domingues, Alexandre" userId="70797ed6-b890-4308-92c0-1bf19a916944" providerId="ADAL" clId="{20B45610-0241-4870-98C3-95D1BA53618F}" dt="2026-09-01T18:51:06.353" v="7251" actId="20577"/>
          <ac:spMkLst>
            <pc:docMk/>
            <pc:sldMk cId="2896194274" sldId="297"/>
            <ac:spMk id="12" creationId="{67F113A4-5D2E-AFD8-7D0E-4F742ACA6B2F}"/>
          </ac:spMkLst>
        </pc:spChg>
      </pc:sldChg>
      <pc:sldChg chg="modSp add mod">
        <pc:chgData name="Domingues, Alexandre" userId="70797ed6-b890-4308-92c0-1bf19a916944" providerId="ADAL" clId="{20B45610-0241-4870-98C3-95D1BA53618F}" dt="2026-09-09T11:59:53.367" v="9656" actId="20577"/>
        <pc:sldMkLst>
          <pc:docMk/>
          <pc:sldMk cId="243612985" sldId="299"/>
        </pc:sldMkLst>
        <pc:spChg chg="mod">
          <ac:chgData name="Domingues, Alexandre" userId="70797ed6-b890-4308-92c0-1bf19a916944" providerId="ADAL" clId="{20B45610-0241-4870-98C3-95D1BA53618F}" dt="2026-09-09T11:59:53.367" v="9656" actId="20577"/>
          <ac:spMkLst>
            <pc:docMk/>
            <pc:sldMk cId="243612985" sldId="299"/>
            <ac:spMk id="5" creationId="{AB5231BE-5A9B-CB67-0C44-7ED1C5DFA8A5}"/>
          </ac:spMkLst>
        </pc:spChg>
      </pc:sldChg>
      <pc:sldChg chg="add">
        <pc:chgData name="Domingues, Alexandre" userId="70797ed6-b890-4308-92c0-1bf19a916944" providerId="ADAL" clId="{20B45610-0241-4870-98C3-95D1BA53618F}" dt="2026-09-08T11:45:40.144" v="7676"/>
        <pc:sldMkLst>
          <pc:docMk/>
          <pc:sldMk cId="2295161645" sldId="300"/>
        </pc:sldMkLst>
      </pc:sldChg>
      <pc:sldChg chg="modSp add mod">
        <pc:chgData name="Domingues, Alexandre" userId="70797ed6-b890-4308-92c0-1bf19a916944" providerId="ADAL" clId="{20B45610-0241-4870-98C3-95D1BA53618F}" dt="2026-09-08T11:46:28.374" v="7698" actId="1037"/>
        <pc:sldMkLst>
          <pc:docMk/>
          <pc:sldMk cId="1948448099" sldId="301"/>
        </pc:sldMkLst>
        <pc:grpChg chg="mod">
          <ac:chgData name="Domingues, Alexandre" userId="70797ed6-b890-4308-92c0-1bf19a916944" providerId="ADAL" clId="{20B45610-0241-4870-98C3-95D1BA53618F}" dt="2026-09-08T11:46:28.374" v="7698" actId="1037"/>
          <ac:grpSpMkLst>
            <pc:docMk/>
            <pc:sldMk cId="1948448099" sldId="301"/>
            <ac:grpSpMk id="25" creationId="{F2F8E39B-AB0E-5E44-374A-8CB3D87BA960}"/>
          </ac:grpSpMkLst>
        </pc:grpChg>
      </pc:sldChg>
      <pc:sldChg chg="addSp delSp modSp add mod">
        <pc:chgData name="Domingues, Alexandre" userId="70797ed6-b890-4308-92c0-1bf19a916944" providerId="ADAL" clId="{20B45610-0241-4870-98C3-95D1BA53618F}" dt="2026-09-09T11:57:14.101" v="9654" actId="20577"/>
        <pc:sldMkLst>
          <pc:docMk/>
          <pc:sldMk cId="3097088745" sldId="302"/>
        </pc:sldMkLst>
        <pc:spChg chg="mod">
          <ac:chgData name="Domingues, Alexandre" userId="70797ed6-b890-4308-92c0-1bf19a916944" providerId="ADAL" clId="{20B45610-0241-4870-98C3-95D1BA53618F}" dt="2026-09-08T17:55:18.984" v="8640" actId="1036"/>
          <ac:spMkLst>
            <pc:docMk/>
            <pc:sldMk cId="3097088745" sldId="302"/>
            <ac:spMk id="2" creationId="{609468D8-B5CB-E652-B9C5-7D7FD858A0EB}"/>
          </ac:spMkLst>
        </pc:spChg>
        <pc:spChg chg="mod">
          <ac:chgData name="Domingues, Alexandre" userId="70797ed6-b890-4308-92c0-1bf19a916944" providerId="ADAL" clId="{20B45610-0241-4870-98C3-95D1BA53618F}" dt="2026-09-08T17:55:18.984" v="8640" actId="1036"/>
          <ac:spMkLst>
            <pc:docMk/>
            <pc:sldMk cId="3097088745" sldId="302"/>
            <ac:spMk id="3" creationId="{0C4C12DC-753F-8F42-DFE3-E64CF7A9943E}"/>
          </ac:spMkLst>
        </pc:spChg>
        <pc:spChg chg="mod">
          <ac:chgData name="Domingues, Alexandre" userId="70797ed6-b890-4308-92c0-1bf19a916944" providerId="ADAL" clId="{20B45610-0241-4870-98C3-95D1BA53618F}" dt="2026-09-08T17:47:50.223" v="8558" actId="1035"/>
          <ac:spMkLst>
            <pc:docMk/>
            <pc:sldMk cId="3097088745" sldId="302"/>
            <ac:spMk id="6" creationId="{2B89994C-18B3-2890-9077-C683FFE9C992}"/>
          </ac:spMkLst>
        </pc:spChg>
        <pc:spChg chg="mod">
          <ac:chgData name="Domingues, Alexandre" userId="70797ed6-b890-4308-92c0-1bf19a916944" providerId="ADAL" clId="{20B45610-0241-4870-98C3-95D1BA53618F}" dt="2026-09-08T17:59:34.221" v="8815" actId="1035"/>
          <ac:spMkLst>
            <pc:docMk/>
            <pc:sldMk cId="3097088745" sldId="302"/>
            <ac:spMk id="7" creationId="{1D155255-F5B7-68D4-DB3F-603E1B748B57}"/>
          </ac:spMkLst>
        </pc:spChg>
        <pc:spChg chg="mod">
          <ac:chgData name="Domingues, Alexandre" userId="70797ed6-b890-4308-92c0-1bf19a916944" providerId="ADAL" clId="{20B45610-0241-4870-98C3-95D1BA53618F}" dt="2026-09-09T11:43:33.434" v="9561" actId="552"/>
          <ac:spMkLst>
            <pc:docMk/>
            <pc:sldMk cId="3097088745" sldId="302"/>
            <ac:spMk id="17" creationId="{2B049E56-09DB-F11C-CB66-2EF1543184FF}"/>
          </ac:spMkLst>
        </pc:spChg>
        <pc:spChg chg="mod topLvl">
          <ac:chgData name="Domingues, Alexandre" userId="70797ed6-b890-4308-92c0-1bf19a916944" providerId="ADAL" clId="{20B45610-0241-4870-98C3-95D1BA53618F}" dt="2026-09-09T11:42:59.649" v="9414" actId="165"/>
          <ac:spMkLst>
            <pc:docMk/>
            <pc:sldMk cId="3097088745" sldId="302"/>
            <ac:spMk id="20" creationId="{4CF0BF7F-4437-8599-1466-0FDCD2B242B4}"/>
          </ac:spMkLst>
        </pc:spChg>
        <pc:spChg chg="mod">
          <ac:chgData name="Domingues, Alexandre" userId="70797ed6-b890-4308-92c0-1bf19a916944" providerId="ADAL" clId="{20B45610-0241-4870-98C3-95D1BA53618F}" dt="2026-09-09T11:42:59.649" v="9414" actId="165"/>
          <ac:spMkLst>
            <pc:docMk/>
            <pc:sldMk cId="3097088745" sldId="302"/>
            <ac:spMk id="21" creationId="{D68EEF2E-AC51-450A-D652-0874F7867CDF}"/>
          </ac:spMkLst>
        </pc:spChg>
        <pc:spChg chg="mod">
          <ac:chgData name="Domingues, Alexandre" userId="70797ed6-b890-4308-92c0-1bf19a916944" providerId="ADAL" clId="{20B45610-0241-4870-98C3-95D1BA53618F}" dt="2026-09-09T11:42:59.649" v="9414" actId="165"/>
          <ac:spMkLst>
            <pc:docMk/>
            <pc:sldMk cId="3097088745" sldId="302"/>
            <ac:spMk id="22" creationId="{18D724D4-E35F-91E3-C468-C1E33A06791D}"/>
          </ac:spMkLst>
        </pc:spChg>
        <pc:spChg chg="mod">
          <ac:chgData name="Domingues, Alexandre" userId="70797ed6-b890-4308-92c0-1bf19a916944" providerId="ADAL" clId="{20B45610-0241-4870-98C3-95D1BA53618F}" dt="2026-09-08T17:59:34.221" v="8815" actId="1035"/>
          <ac:spMkLst>
            <pc:docMk/>
            <pc:sldMk cId="3097088745" sldId="302"/>
            <ac:spMk id="31" creationId="{C2D13058-779E-D318-FE05-99FB66A0EE54}"/>
          </ac:spMkLst>
        </pc:spChg>
        <pc:spChg chg="mod">
          <ac:chgData name="Domingues, Alexandre" userId="70797ed6-b890-4308-92c0-1bf19a916944" providerId="ADAL" clId="{20B45610-0241-4870-98C3-95D1BA53618F}" dt="2026-09-08T17:59:34.221" v="8815" actId="1035"/>
          <ac:spMkLst>
            <pc:docMk/>
            <pc:sldMk cId="3097088745" sldId="302"/>
            <ac:spMk id="35" creationId="{B036DB70-E723-0112-B903-16956ABD949D}"/>
          </ac:spMkLst>
        </pc:spChg>
        <pc:spChg chg="mod">
          <ac:chgData name="Domingues, Alexandre" userId="70797ed6-b890-4308-92c0-1bf19a916944" providerId="ADAL" clId="{20B45610-0241-4870-98C3-95D1BA53618F}" dt="2026-09-08T17:58:46.062" v="8765" actId="571"/>
          <ac:spMkLst>
            <pc:docMk/>
            <pc:sldMk cId="3097088745" sldId="302"/>
            <ac:spMk id="40" creationId="{3C873F78-9AD4-002A-3E77-8336B1D9565E}"/>
          </ac:spMkLst>
        </pc:spChg>
        <pc:spChg chg="mod">
          <ac:chgData name="Domingues, Alexandre" userId="70797ed6-b890-4308-92c0-1bf19a916944" providerId="ADAL" clId="{20B45610-0241-4870-98C3-95D1BA53618F}" dt="2026-09-08T17:59:34.221" v="8815" actId="1035"/>
          <ac:spMkLst>
            <pc:docMk/>
            <pc:sldMk cId="3097088745" sldId="302"/>
            <ac:spMk id="44" creationId="{9AD3DCA8-53E7-E60C-7DE6-8ACAD9740234}"/>
          </ac:spMkLst>
        </pc:spChg>
        <pc:spChg chg="mod">
          <ac:chgData name="Domingues, Alexandre" userId="70797ed6-b890-4308-92c0-1bf19a916944" providerId="ADAL" clId="{20B45610-0241-4870-98C3-95D1BA53618F}" dt="2026-09-08T17:55:18.984" v="8640" actId="1036"/>
          <ac:spMkLst>
            <pc:docMk/>
            <pc:sldMk cId="3097088745" sldId="302"/>
            <ac:spMk id="46" creationId="{BCFF1310-9461-6952-5C7D-2FF1D7E6FFB0}"/>
          </ac:spMkLst>
        </pc:spChg>
        <pc:spChg chg="mod">
          <ac:chgData name="Domingues, Alexandre" userId="70797ed6-b890-4308-92c0-1bf19a916944" providerId="ADAL" clId="{20B45610-0241-4870-98C3-95D1BA53618F}" dt="2026-09-08T17:59:34.221" v="8815" actId="1035"/>
          <ac:spMkLst>
            <pc:docMk/>
            <pc:sldMk cId="3097088745" sldId="302"/>
            <ac:spMk id="47" creationId="{82CFA00C-C820-B460-E9F4-8DBF0AC3E1E0}"/>
          </ac:spMkLst>
        </pc:spChg>
        <pc:spChg chg="mod">
          <ac:chgData name="Domingues, Alexandre" userId="70797ed6-b890-4308-92c0-1bf19a916944" providerId="ADAL" clId="{20B45610-0241-4870-98C3-95D1BA53618F}" dt="2026-09-08T17:55:18.984" v="8640" actId="1036"/>
          <ac:spMkLst>
            <pc:docMk/>
            <pc:sldMk cId="3097088745" sldId="302"/>
            <ac:spMk id="48" creationId="{A3E02C49-6DD2-7803-BCAF-1032F0F84DE5}"/>
          </ac:spMkLst>
        </pc:spChg>
        <pc:spChg chg="mod">
          <ac:chgData name="Domingues, Alexandre" userId="70797ed6-b890-4308-92c0-1bf19a916944" providerId="ADAL" clId="{20B45610-0241-4870-98C3-95D1BA53618F}" dt="2026-09-08T12:01:36.466" v="7781" actId="1035"/>
          <ac:spMkLst>
            <pc:docMk/>
            <pc:sldMk cId="3097088745" sldId="302"/>
            <ac:spMk id="52" creationId="{117AFD2A-E449-6CE7-637E-1501D758DFF6}"/>
          </ac:spMkLst>
        </pc:spChg>
        <pc:spChg chg="mod">
          <ac:chgData name="Domingues, Alexandre" userId="70797ed6-b890-4308-92c0-1bf19a916944" providerId="ADAL" clId="{20B45610-0241-4870-98C3-95D1BA53618F}" dt="2026-09-09T02:12:07.637" v="9227" actId="571"/>
          <ac:spMkLst>
            <pc:docMk/>
            <pc:sldMk cId="3097088745" sldId="302"/>
            <ac:spMk id="54" creationId="{062903F0-9824-1FFB-9CA8-5B73F1E04288}"/>
          </ac:spMkLst>
        </pc:spChg>
        <pc:spChg chg="mod">
          <ac:chgData name="Domingues, Alexandre" userId="70797ed6-b890-4308-92c0-1bf19a916944" providerId="ADAL" clId="{20B45610-0241-4870-98C3-95D1BA53618F}" dt="2026-09-09T02:12:07.637" v="9227" actId="571"/>
          <ac:spMkLst>
            <pc:docMk/>
            <pc:sldMk cId="3097088745" sldId="302"/>
            <ac:spMk id="56" creationId="{BACDC1E6-2784-3701-B8E0-2E191350467B}"/>
          </ac:spMkLst>
        </pc:spChg>
        <pc:spChg chg="mod">
          <ac:chgData name="Domingues, Alexandre" userId="70797ed6-b890-4308-92c0-1bf19a916944" providerId="ADAL" clId="{20B45610-0241-4870-98C3-95D1BA53618F}" dt="2026-09-08T19:53:39.303" v="9062" actId="1035"/>
          <ac:spMkLst>
            <pc:docMk/>
            <pc:sldMk cId="3097088745" sldId="302"/>
            <ac:spMk id="57" creationId="{5C86B285-AB61-1921-B565-3E919AE4C455}"/>
          </ac:spMkLst>
        </pc:spChg>
        <pc:spChg chg="mod">
          <ac:chgData name="Domingues, Alexandre" userId="70797ed6-b890-4308-92c0-1bf19a916944" providerId="ADAL" clId="{20B45610-0241-4870-98C3-95D1BA53618F}" dt="2026-09-08T19:53:39.303" v="9062" actId="1035"/>
          <ac:spMkLst>
            <pc:docMk/>
            <pc:sldMk cId="3097088745" sldId="302"/>
            <ac:spMk id="58" creationId="{C535DB1D-851F-C17C-0ACA-82AAF5B5FF69}"/>
          </ac:spMkLst>
        </pc:spChg>
        <pc:spChg chg="add mod">
          <ac:chgData name="Domingues, Alexandre" userId="70797ed6-b890-4308-92c0-1bf19a916944" providerId="ADAL" clId="{20B45610-0241-4870-98C3-95D1BA53618F}" dt="2026-09-09T02:12:49.207" v="9229" actId="571"/>
          <ac:spMkLst>
            <pc:docMk/>
            <pc:sldMk cId="3097088745" sldId="302"/>
            <ac:spMk id="59" creationId="{7D7ACD47-2209-3523-95F3-DD4D16746928}"/>
          </ac:spMkLst>
        </pc:spChg>
        <pc:spChg chg="mod">
          <ac:chgData name="Domingues, Alexandre" userId="70797ed6-b890-4308-92c0-1bf19a916944" providerId="ADAL" clId="{20B45610-0241-4870-98C3-95D1BA53618F}" dt="2026-09-09T11:43:33.434" v="9561" actId="552"/>
          <ac:spMkLst>
            <pc:docMk/>
            <pc:sldMk cId="3097088745" sldId="302"/>
            <ac:spMk id="63" creationId="{4962EBEB-1ACD-0EFF-8C08-42A6EE307A2B}"/>
          </ac:spMkLst>
        </pc:spChg>
        <pc:spChg chg="mod">
          <ac:chgData name="Domingues, Alexandre" userId="70797ed6-b890-4308-92c0-1bf19a916944" providerId="ADAL" clId="{20B45610-0241-4870-98C3-95D1BA53618F}" dt="2026-09-09T11:43:33.434" v="9561" actId="552"/>
          <ac:spMkLst>
            <pc:docMk/>
            <pc:sldMk cId="3097088745" sldId="302"/>
            <ac:spMk id="64" creationId="{376EC138-F254-672A-6208-B157241778E9}"/>
          </ac:spMkLst>
        </pc:spChg>
        <pc:spChg chg="mod">
          <ac:chgData name="Domingues, Alexandre" userId="70797ed6-b890-4308-92c0-1bf19a916944" providerId="ADAL" clId="{20B45610-0241-4870-98C3-95D1BA53618F}" dt="2026-09-08T17:55:18.984" v="8640" actId="1036"/>
          <ac:spMkLst>
            <pc:docMk/>
            <pc:sldMk cId="3097088745" sldId="302"/>
            <ac:spMk id="93" creationId="{54A5C25A-66E6-78B9-60DF-18C20146CA49}"/>
          </ac:spMkLst>
        </pc:spChg>
        <pc:spChg chg="mod">
          <ac:chgData name="Domingues, Alexandre" userId="70797ed6-b890-4308-92c0-1bf19a916944" providerId="ADAL" clId="{20B45610-0241-4870-98C3-95D1BA53618F}" dt="2026-09-08T17:55:18.984" v="8640" actId="1036"/>
          <ac:spMkLst>
            <pc:docMk/>
            <pc:sldMk cId="3097088745" sldId="302"/>
            <ac:spMk id="94" creationId="{B080A339-5D3E-C8A8-3139-B882ADE2B888}"/>
          </ac:spMkLst>
        </pc:spChg>
        <pc:spChg chg="mod">
          <ac:chgData name="Domingues, Alexandre" userId="70797ed6-b890-4308-92c0-1bf19a916944" providerId="ADAL" clId="{20B45610-0241-4870-98C3-95D1BA53618F}" dt="2026-09-08T17:55:18.984" v="8640" actId="1036"/>
          <ac:spMkLst>
            <pc:docMk/>
            <pc:sldMk cId="3097088745" sldId="302"/>
            <ac:spMk id="97" creationId="{6275A50B-288D-60ED-9EE1-2EBE55E74466}"/>
          </ac:spMkLst>
        </pc:spChg>
        <pc:grpChg chg="mod">
          <ac:chgData name="Domingues, Alexandre" userId="70797ed6-b890-4308-92c0-1bf19a916944" providerId="ADAL" clId="{20B45610-0241-4870-98C3-95D1BA53618F}" dt="2026-09-08T17:47:50.223" v="8558" actId="1035"/>
          <ac:grpSpMkLst>
            <pc:docMk/>
            <pc:sldMk cId="3097088745" sldId="302"/>
            <ac:grpSpMk id="4" creationId="{79BAC4BF-B833-5131-560C-9FFC6B48E7F9}"/>
          </ac:grpSpMkLst>
        </pc:grpChg>
        <pc:grpChg chg="mod topLvl">
          <ac:chgData name="Domingues, Alexandre" userId="70797ed6-b890-4308-92c0-1bf19a916944" providerId="ADAL" clId="{20B45610-0241-4870-98C3-95D1BA53618F}" dt="2026-09-09T11:42:59.649" v="9414" actId="165"/>
          <ac:grpSpMkLst>
            <pc:docMk/>
            <pc:sldMk cId="3097088745" sldId="302"/>
            <ac:grpSpMk id="19" creationId="{37253F8B-76E3-9B84-8A35-9A9ED1D2017D}"/>
          </ac:grpSpMkLst>
        </pc:grpChg>
        <pc:grpChg chg="add mod">
          <ac:chgData name="Domingues, Alexandre" userId="70797ed6-b890-4308-92c0-1bf19a916944" providerId="ADAL" clId="{20B45610-0241-4870-98C3-95D1BA53618F}" dt="2026-09-08T17:58:46.062" v="8765" actId="571"/>
          <ac:grpSpMkLst>
            <pc:docMk/>
            <pc:sldMk cId="3097088745" sldId="302"/>
            <ac:grpSpMk id="28" creationId="{BB9D39A5-FB78-55C4-C9A4-3181AF3D2FC5}"/>
          </ac:grpSpMkLst>
        </pc:grpChg>
        <pc:grpChg chg="mod">
          <ac:chgData name="Domingues, Alexandre" userId="70797ed6-b890-4308-92c0-1bf19a916944" providerId="ADAL" clId="{20B45610-0241-4870-98C3-95D1BA53618F}" dt="2026-09-08T12:01:24.351" v="7765" actId="1035"/>
          <ac:grpSpMkLst>
            <pc:docMk/>
            <pc:sldMk cId="3097088745" sldId="302"/>
            <ac:grpSpMk id="43" creationId="{009B71C8-BCC2-0E26-E249-B03B998B4335}"/>
          </ac:grpSpMkLst>
        </pc:grpChg>
        <pc:grpChg chg="add mod">
          <ac:chgData name="Domingues, Alexandre" userId="70797ed6-b890-4308-92c0-1bf19a916944" providerId="ADAL" clId="{20B45610-0241-4870-98C3-95D1BA53618F}" dt="2026-09-09T02:12:07.637" v="9227" actId="571"/>
          <ac:grpSpMkLst>
            <pc:docMk/>
            <pc:sldMk cId="3097088745" sldId="302"/>
            <ac:grpSpMk id="53" creationId="{062E3078-3D92-03D0-6646-466428983A23}"/>
          </ac:grpSpMkLst>
        </pc:grpChg>
        <pc:grpChg chg="mod">
          <ac:chgData name="Domingues, Alexandre" userId="70797ed6-b890-4308-92c0-1bf19a916944" providerId="ADAL" clId="{20B45610-0241-4870-98C3-95D1BA53618F}" dt="2026-09-08T19:53:39.303" v="9062" actId="1035"/>
          <ac:grpSpMkLst>
            <pc:docMk/>
            <pc:sldMk cId="3097088745" sldId="302"/>
            <ac:grpSpMk id="55" creationId="{CFB39CD6-C077-FDB7-0A27-28A643F319FC}"/>
          </ac:grpSpMkLst>
        </pc:grpChg>
        <pc:grpChg chg="add mod">
          <ac:chgData name="Domingues, Alexandre" userId="70797ed6-b890-4308-92c0-1bf19a916944" providerId="ADAL" clId="{20B45610-0241-4870-98C3-95D1BA53618F}" dt="2026-09-09T11:43:33.434" v="9561" actId="552"/>
          <ac:grpSpMkLst>
            <pc:docMk/>
            <pc:sldMk cId="3097088745" sldId="302"/>
            <ac:grpSpMk id="62" creationId="{BD821B9D-E0EA-3015-8074-C43E28D0EB7C}"/>
          </ac:grpSpMkLst>
        </pc:grpChg>
        <pc:graphicFrameChg chg="mod modGraphic">
          <ac:chgData name="Domingues, Alexandre" userId="70797ed6-b890-4308-92c0-1bf19a916944" providerId="ADAL" clId="{20B45610-0241-4870-98C3-95D1BA53618F}" dt="2026-09-09T11:57:14.101" v="9654" actId="20577"/>
          <ac:graphicFrameMkLst>
            <pc:docMk/>
            <pc:sldMk cId="3097088745" sldId="302"/>
            <ac:graphicFrameMk id="15" creationId="{2D179883-4EAF-606D-9E2F-5EE733B9E244}"/>
          </ac:graphicFrameMkLst>
        </pc:graphicFrameChg>
      </pc:sldChg>
      <pc:sldChg chg="modSp add mod">
        <pc:chgData name="Domingues, Alexandre" userId="70797ed6-b890-4308-92c0-1bf19a916944" providerId="ADAL" clId="{20B45610-0241-4870-98C3-95D1BA53618F}" dt="2026-09-09T12:53:14.267" v="9685" actId="20577"/>
        <pc:sldMkLst>
          <pc:docMk/>
          <pc:sldMk cId="1531285489" sldId="305"/>
        </pc:sldMkLst>
        <pc:graphicFrameChg chg="mod modGraphic">
          <ac:chgData name="Domingues, Alexandre" userId="70797ed6-b890-4308-92c0-1bf19a916944" providerId="ADAL" clId="{20B45610-0241-4870-98C3-95D1BA53618F}" dt="2026-09-09T12:53:14.267" v="9685" actId="20577"/>
          <ac:graphicFrameMkLst>
            <pc:docMk/>
            <pc:sldMk cId="1531285489" sldId="305"/>
            <ac:graphicFrameMk id="4" creationId="{10A30638-A44A-919A-2D51-5B23061E8EF9}"/>
          </ac:graphicFrameMkLst>
        </pc:graphicFrameChg>
      </pc:sldChg>
      <pc:sldChg chg="add">
        <pc:chgData name="Domingues, Alexandre" userId="70797ed6-b890-4308-92c0-1bf19a916944" providerId="ADAL" clId="{20B45610-0241-4870-98C3-95D1BA53618F}" dt="2026-09-08T11:45:40.144" v="7676"/>
        <pc:sldMkLst>
          <pc:docMk/>
          <pc:sldMk cId="1508656592" sldId="306"/>
        </pc:sldMkLst>
      </pc:sldChg>
      <pc:sldChg chg="addSp delSp modSp add del mod">
        <pc:chgData name="Domingues, Alexandre" userId="70797ed6-b890-4308-92c0-1bf19a916944" providerId="ADAL" clId="{20B45610-0241-4870-98C3-95D1BA53618F}" dt="2026-09-17T17:46:29.247" v="11254" actId="1037"/>
        <pc:sldMkLst>
          <pc:docMk/>
          <pc:sldMk cId="3031212854" sldId="307"/>
        </pc:sldMkLst>
        <pc:spChg chg="add mod">
          <ac:chgData name="Domingues, Alexandre" userId="70797ed6-b890-4308-92c0-1bf19a916944" providerId="ADAL" clId="{20B45610-0241-4870-98C3-95D1BA53618F}" dt="2026-09-17T17:44:48.899" v="11184" actId="1035"/>
          <ac:spMkLst>
            <pc:docMk/>
            <pc:sldMk cId="3031212854" sldId="307"/>
            <ac:spMk id="3" creationId="{0F611C78-9FB9-FC36-85ED-1439D5F7A896}"/>
          </ac:spMkLst>
        </pc:spChg>
        <pc:spChg chg="mod">
          <ac:chgData name="Domingues, Alexandre" userId="70797ed6-b890-4308-92c0-1bf19a916944" providerId="ADAL" clId="{20B45610-0241-4870-98C3-95D1BA53618F}" dt="2026-09-17T17:44:48.899" v="11184" actId="1035"/>
          <ac:spMkLst>
            <pc:docMk/>
            <pc:sldMk cId="3031212854" sldId="307"/>
            <ac:spMk id="4" creationId="{802BAE34-6E5F-1D4A-0182-13725763682C}"/>
          </ac:spMkLst>
        </pc:spChg>
        <pc:spChg chg="mod">
          <ac:chgData name="Domingues, Alexandre" userId="70797ed6-b890-4308-92c0-1bf19a916944" providerId="ADAL" clId="{20B45610-0241-4870-98C3-95D1BA53618F}" dt="2026-09-17T17:44:34.598" v="11156" actId="1035"/>
          <ac:spMkLst>
            <pc:docMk/>
            <pc:sldMk cId="3031212854" sldId="307"/>
            <ac:spMk id="17" creationId="{E5B872AA-82F9-A2D1-FFFF-86085034341B}"/>
          </ac:spMkLst>
        </pc:spChg>
        <pc:spChg chg="mod">
          <ac:chgData name="Domingues, Alexandre" userId="70797ed6-b890-4308-92c0-1bf19a916944" providerId="ADAL" clId="{20B45610-0241-4870-98C3-95D1BA53618F}" dt="2026-09-17T17:44:29.919" v="11143" actId="1035"/>
          <ac:spMkLst>
            <pc:docMk/>
            <pc:sldMk cId="3031212854" sldId="307"/>
            <ac:spMk id="18" creationId="{48C71ADB-C5BD-6A10-4FFF-43023D2BC215}"/>
          </ac:spMkLst>
        </pc:spChg>
        <pc:spChg chg="mod">
          <ac:chgData name="Domingues, Alexandre" userId="70797ed6-b890-4308-92c0-1bf19a916944" providerId="ADAL" clId="{20B45610-0241-4870-98C3-95D1BA53618F}" dt="2026-09-17T17:44:39.883" v="11171" actId="1035"/>
          <ac:spMkLst>
            <pc:docMk/>
            <pc:sldMk cId="3031212854" sldId="307"/>
            <ac:spMk id="19" creationId="{2EB8434B-C3EA-742F-92FF-6BFD76FF2419}"/>
          </ac:spMkLst>
        </pc:spChg>
        <pc:spChg chg="mod">
          <ac:chgData name="Domingues, Alexandre" userId="70797ed6-b890-4308-92c0-1bf19a916944" providerId="ADAL" clId="{20B45610-0241-4870-98C3-95D1BA53618F}" dt="2026-09-17T17:45:33.402" v="11191" actId="1076"/>
          <ac:spMkLst>
            <pc:docMk/>
            <pc:sldMk cId="3031212854" sldId="307"/>
            <ac:spMk id="20" creationId="{A971FEA0-0F05-B409-1C1F-10A9ACBC4458}"/>
          </ac:spMkLst>
        </pc:spChg>
        <pc:spChg chg="mod">
          <ac:chgData name="Domingues, Alexandre" userId="70797ed6-b890-4308-92c0-1bf19a916944" providerId="ADAL" clId="{20B45610-0241-4870-98C3-95D1BA53618F}" dt="2026-09-17T17:44:19.438" v="11127" actId="1035"/>
          <ac:spMkLst>
            <pc:docMk/>
            <pc:sldMk cId="3031212854" sldId="307"/>
            <ac:spMk id="22" creationId="{32ADCBAA-0586-8605-EE16-ACAA3446C869}"/>
          </ac:spMkLst>
        </pc:spChg>
        <pc:spChg chg="mod">
          <ac:chgData name="Domingues, Alexandre" userId="70797ed6-b890-4308-92c0-1bf19a916944" providerId="ADAL" clId="{20B45610-0241-4870-98C3-95D1BA53618F}" dt="2026-09-17T17:44:24.330" v="11137" actId="1035"/>
          <ac:spMkLst>
            <pc:docMk/>
            <pc:sldMk cId="3031212854" sldId="307"/>
            <ac:spMk id="23" creationId="{2321B303-3F5E-D176-FEDC-F66041F476B7}"/>
          </ac:spMkLst>
        </pc:spChg>
        <pc:spChg chg="mod">
          <ac:chgData name="Domingues, Alexandre" userId="70797ed6-b890-4308-92c0-1bf19a916944" providerId="ADAL" clId="{20B45610-0241-4870-98C3-95D1BA53618F}" dt="2026-09-17T17:44:48.899" v="11184" actId="1035"/>
          <ac:spMkLst>
            <pc:docMk/>
            <pc:sldMk cId="3031212854" sldId="307"/>
            <ac:spMk id="24" creationId="{E6896E37-535F-030C-C387-209B55424B5A}"/>
          </ac:spMkLst>
        </pc:spChg>
        <pc:grpChg chg="mod ord">
          <ac:chgData name="Domingues, Alexandre" userId="70797ed6-b890-4308-92c0-1bf19a916944" providerId="ADAL" clId="{20B45610-0241-4870-98C3-95D1BA53618F}" dt="2026-09-17T17:46:29.247" v="11254" actId="1037"/>
          <ac:grpSpMkLst>
            <pc:docMk/>
            <pc:sldMk cId="3031212854" sldId="307"/>
            <ac:grpSpMk id="25" creationId="{84295634-F3D1-9B5E-DFA4-DC4A538305F3}"/>
          </ac:grpSpMkLst>
        </pc:grpChg>
        <pc:graphicFrameChg chg="mod modGraphic">
          <ac:chgData name="Domingues, Alexandre" userId="70797ed6-b890-4308-92c0-1bf19a916944" providerId="ADAL" clId="{20B45610-0241-4870-98C3-95D1BA53618F}" dt="2026-09-17T17:45:16.938" v="11189"/>
          <ac:graphicFrameMkLst>
            <pc:docMk/>
            <pc:sldMk cId="3031212854" sldId="307"/>
            <ac:graphicFrameMk id="13" creationId="{384635B7-2F0D-63C9-3C8B-3923CE566E22}"/>
          </ac:graphicFrameMkLst>
        </pc:graphicFrameChg>
      </pc:sldChg>
      <pc:sldChg chg="modSp mod ord">
        <pc:chgData name="Domingues, Alexandre" userId="70797ed6-b890-4308-92c0-1bf19a916944" providerId="ADAL" clId="{20B45610-0241-4870-98C3-95D1BA53618F}" dt="2026-09-23T01:10:30.811" v="13886" actId="1036"/>
        <pc:sldMkLst>
          <pc:docMk/>
          <pc:sldMk cId="362378035" sldId="308"/>
        </pc:sldMkLst>
        <pc:spChg chg="mod">
          <ac:chgData name="Domingues, Alexandre" userId="70797ed6-b890-4308-92c0-1bf19a916944" providerId="ADAL" clId="{20B45610-0241-4870-98C3-95D1BA53618F}" dt="2026-09-23T01:02:53.355" v="13784" actId="20577"/>
          <ac:spMkLst>
            <pc:docMk/>
            <pc:sldMk cId="362378035" sldId="308"/>
            <ac:spMk id="3" creationId="{87FDA249-BA0A-ED80-5DCF-ABDF689225D3}"/>
          </ac:spMkLst>
        </pc:spChg>
        <pc:spChg chg="mod">
          <ac:chgData name="Domingues, Alexandre" userId="70797ed6-b890-4308-92c0-1bf19a916944" providerId="ADAL" clId="{20B45610-0241-4870-98C3-95D1BA53618F}" dt="2026-09-23T01:10:30.811" v="13886" actId="1036"/>
          <ac:spMkLst>
            <pc:docMk/>
            <pc:sldMk cId="362378035" sldId="308"/>
            <ac:spMk id="7" creationId="{551297D0-BC72-FAA4-5803-A749E508A0D4}"/>
          </ac:spMkLst>
        </pc:spChg>
        <pc:spChg chg="mod">
          <ac:chgData name="Domingues, Alexandre" userId="70797ed6-b890-4308-92c0-1bf19a916944" providerId="ADAL" clId="{20B45610-0241-4870-98C3-95D1BA53618F}" dt="2026-09-23T01:10:30.811" v="13886" actId="1036"/>
          <ac:spMkLst>
            <pc:docMk/>
            <pc:sldMk cId="362378035" sldId="308"/>
            <ac:spMk id="8" creationId="{DA829C23-8A36-B07B-370F-85801CFBC8C6}"/>
          </ac:spMkLst>
        </pc:spChg>
        <pc:spChg chg="mod">
          <ac:chgData name="Domingues, Alexandre" userId="70797ed6-b890-4308-92c0-1bf19a916944" providerId="ADAL" clId="{20B45610-0241-4870-98C3-95D1BA53618F}" dt="2026-09-23T01:10:30.811" v="13886" actId="1036"/>
          <ac:spMkLst>
            <pc:docMk/>
            <pc:sldMk cId="362378035" sldId="308"/>
            <ac:spMk id="9" creationId="{6AD9944C-DB55-A718-1C76-9BEFB976EC53}"/>
          </ac:spMkLst>
        </pc:spChg>
        <pc:spChg chg="mod">
          <ac:chgData name="Domingues, Alexandre" userId="70797ed6-b890-4308-92c0-1bf19a916944" providerId="ADAL" clId="{20B45610-0241-4870-98C3-95D1BA53618F}" dt="2026-09-23T01:10:30.811" v="13886" actId="1036"/>
          <ac:spMkLst>
            <pc:docMk/>
            <pc:sldMk cId="362378035" sldId="308"/>
            <ac:spMk id="10" creationId="{2D1B3DF5-593B-AB21-92D6-ADFB52FDCA00}"/>
          </ac:spMkLst>
        </pc:spChg>
        <pc:spChg chg="mod">
          <ac:chgData name="Domingues, Alexandre" userId="70797ed6-b890-4308-92c0-1bf19a916944" providerId="ADAL" clId="{20B45610-0241-4870-98C3-95D1BA53618F}" dt="2026-09-23T01:10:30.811" v="13886" actId="1036"/>
          <ac:spMkLst>
            <pc:docMk/>
            <pc:sldMk cId="362378035" sldId="308"/>
            <ac:spMk id="12" creationId="{63CB57BD-F6F5-5B0C-111C-12ABA138CBC1}"/>
          </ac:spMkLst>
        </pc:spChg>
        <pc:spChg chg="mod">
          <ac:chgData name="Domingues, Alexandre" userId="70797ed6-b890-4308-92c0-1bf19a916944" providerId="ADAL" clId="{20B45610-0241-4870-98C3-95D1BA53618F}" dt="2026-09-23T01:10:30.811" v="13886" actId="1036"/>
          <ac:spMkLst>
            <pc:docMk/>
            <pc:sldMk cId="362378035" sldId="308"/>
            <ac:spMk id="13" creationId="{569F4782-AB27-B69C-9118-CAAC3E1AE661}"/>
          </ac:spMkLst>
        </pc:spChg>
        <pc:spChg chg="mod">
          <ac:chgData name="Domingues, Alexandre" userId="70797ed6-b890-4308-92c0-1bf19a916944" providerId="ADAL" clId="{20B45610-0241-4870-98C3-95D1BA53618F}" dt="2026-09-23T01:10:30.811" v="13886" actId="1036"/>
          <ac:spMkLst>
            <pc:docMk/>
            <pc:sldMk cId="362378035" sldId="308"/>
            <ac:spMk id="15" creationId="{0BB713F8-6887-A871-ABE1-5ADEE7D1906E}"/>
          </ac:spMkLst>
        </pc:spChg>
        <pc:spChg chg="mod">
          <ac:chgData name="Domingues, Alexandre" userId="70797ed6-b890-4308-92c0-1bf19a916944" providerId="ADAL" clId="{20B45610-0241-4870-98C3-95D1BA53618F}" dt="2026-09-23T01:10:30.811" v="13886" actId="1036"/>
          <ac:spMkLst>
            <pc:docMk/>
            <pc:sldMk cId="362378035" sldId="308"/>
            <ac:spMk id="16" creationId="{4A622A06-BE09-6E3B-8BA3-EB53CA7343B9}"/>
          </ac:spMkLst>
        </pc:spChg>
        <pc:spChg chg="mod">
          <ac:chgData name="Domingues, Alexandre" userId="70797ed6-b890-4308-92c0-1bf19a916944" providerId="ADAL" clId="{20B45610-0241-4870-98C3-95D1BA53618F}" dt="2026-09-23T01:10:30.811" v="13886" actId="1036"/>
          <ac:spMkLst>
            <pc:docMk/>
            <pc:sldMk cId="362378035" sldId="308"/>
            <ac:spMk id="19" creationId="{2B8D5ACF-B37C-CD71-5D85-635765E855EA}"/>
          </ac:spMkLst>
        </pc:spChg>
        <pc:spChg chg="mod">
          <ac:chgData name="Domingues, Alexandre" userId="70797ed6-b890-4308-92c0-1bf19a916944" providerId="ADAL" clId="{20B45610-0241-4870-98C3-95D1BA53618F}" dt="2026-09-23T01:10:30.811" v="13886" actId="1036"/>
          <ac:spMkLst>
            <pc:docMk/>
            <pc:sldMk cId="362378035" sldId="308"/>
            <ac:spMk id="25" creationId="{97B0690D-A30A-00D0-270C-B9357CB76FBB}"/>
          </ac:spMkLst>
        </pc:spChg>
        <pc:picChg chg="mod">
          <ac:chgData name="Domingues, Alexandre" userId="70797ed6-b890-4308-92c0-1bf19a916944" providerId="ADAL" clId="{20B45610-0241-4870-98C3-95D1BA53618F}" dt="2026-09-23T01:10:05.520" v="13877" actId="12789"/>
          <ac:picMkLst>
            <pc:docMk/>
            <pc:sldMk cId="362378035" sldId="308"/>
            <ac:picMk id="21" creationId="{16BE3090-C7A9-0469-BDDB-1BA88714B0EB}"/>
          </ac:picMkLst>
        </pc:picChg>
        <pc:picChg chg="mod">
          <ac:chgData name="Domingues, Alexandre" userId="70797ed6-b890-4308-92c0-1bf19a916944" providerId="ADAL" clId="{20B45610-0241-4870-98C3-95D1BA53618F}" dt="2026-09-23T01:10:05.520" v="13877" actId="12789"/>
          <ac:picMkLst>
            <pc:docMk/>
            <pc:sldMk cId="362378035" sldId="308"/>
            <ac:picMk id="23" creationId="{409ACB64-2CDE-03FB-2B40-4F9B1DF3FE74}"/>
          </ac:picMkLst>
        </pc:picChg>
      </pc:sldChg>
      <pc:sldChg chg="modSp mod">
        <pc:chgData name="Domingues, Alexandre" userId="70797ed6-b890-4308-92c0-1bf19a916944" providerId="ADAL" clId="{20B45610-0241-4870-98C3-95D1BA53618F}" dt="2026-09-15T18:16:57.957" v="10536" actId="20577"/>
        <pc:sldMkLst>
          <pc:docMk/>
          <pc:sldMk cId="1325784182" sldId="309"/>
        </pc:sldMkLst>
        <pc:graphicFrameChg chg="modGraphic">
          <ac:chgData name="Domingues, Alexandre" userId="70797ed6-b890-4308-92c0-1bf19a916944" providerId="ADAL" clId="{20B45610-0241-4870-98C3-95D1BA53618F}" dt="2026-09-15T18:16:57.957" v="10536" actId="20577"/>
          <ac:graphicFrameMkLst>
            <pc:docMk/>
            <pc:sldMk cId="1325784182" sldId="309"/>
            <ac:graphicFrameMk id="4" creationId="{B336BE97-B4F9-6212-F408-812A5059E1DE}"/>
          </ac:graphicFrameMkLst>
        </pc:graphicFrameChg>
      </pc:sldChg>
      <pc:sldChg chg="modSp add mod">
        <pc:chgData name="Domingues, Alexandre" userId="70797ed6-b890-4308-92c0-1bf19a916944" providerId="ADAL" clId="{20B45610-0241-4870-98C3-95D1BA53618F}" dt="2026-09-22T13:41:18.591" v="11263" actId="20577"/>
        <pc:sldMkLst>
          <pc:docMk/>
          <pc:sldMk cId="3262377404" sldId="311"/>
        </pc:sldMkLst>
        <pc:spChg chg="mod">
          <ac:chgData name="Domingues, Alexandre" userId="70797ed6-b890-4308-92c0-1bf19a916944" providerId="ADAL" clId="{20B45610-0241-4870-98C3-95D1BA53618F}" dt="2026-09-22T13:41:18.591" v="11263" actId="20577"/>
          <ac:spMkLst>
            <pc:docMk/>
            <pc:sldMk cId="3262377404" sldId="311"/>
            <ac:spMk id="5" creationId="{1CD82FA2-EF9D-C70E-01CA-A07C9541CD0B}"/>
          </ac:spMkLst>
        </pc:spChg>
      </pc:sldChg>
      <pc:sldChg chg="modSp mod">
        <pc:chgData name="Domingues, Alexandre" userId="70797ed6-b890-4308-92c0-1bf19a916944" providerId="ADAL" clId="{20B45610-0241-4870-98C3-95D1BA53618F}" dt="2026-09-15T18:15:23.320" v="10485" actId="20577"/>
        <pc:sldMkLst>
          <pc:docMk/>
          <pc:sldMk cId="1939659062" sldId="312"/>
        </pc:sldMkLst>
        <pc:spChg chg="mod">
          <ac:chgData name="Domingues, Alexandre" userId="70797ed6-b890-4308-92c0-1bf19a916944" providerId="ADAL" clId="{20B45610-0241-4870-98C3-95D1BA53618F}" dt="2026-09-15T18:15:23.320" v="10485" actId="20577"/>
          <ac:spMkLst>
            <pc:docMk/>
            <pc:sldMk cId="1939659062" sldId="312"/>
            <ac:spMk id="3" creationId="{1F0473C5-2B17-1D56-A6C8-1636CE755452}"/>
          </ac:spMkLst>
        </pc:spChg>
      </pc:sldChg>
      <pc:sldChg chg="delSp mod ord">
        <pc:chgData name="Domingues, Alexandre" userId="70797ed6-b890-4308-92c0-1bf19a916944" providerId="ADAL" clId="{20B45610-0241-4870-98C3-95D1BA53618F}" dt="2026-09-16T01:57:56.883" v="11056" actId="478"/>
        <pc:sldMkLst>
          <pc:docMk/>
          <pc:sldMk cId="2626070509" sldId="313"/>
        </pc:sldMkLst>
      </pc:sldChg>
      <pc:sldChg chg="add">
        <pc:chgData name="Domingues, Alexandre" userId="70797ed6-b890-4308-92c0-1bf19a916944" providerId="ADAL" clId="{20B45610-0241-4870-98C3-95D1BA53618F}" dt="2026-09-22T13:41:11.686" v="11259"/>
        <pc:sldMkLst>
          <pc:docMk/>
          <pc:sldMk cId="1739825390" sldId="314"/>
        </pc:sldMkLst>
      </pc:sldChg>
      <pc:sldChg chg="modSp mod ord modShow">
        <pc:chgData name="Domingues, Alexandre" userId="70797ed6-b890-4308-92c0-1bf19a916944" providerId="ADAL" clId="{20B45610-0241-4870-98C3-95D1BA53618F}" dt="2026-09-30T01:09:15.496" v="15206"/>
        <pc:sldMkLst>
          <pc:docMk/>
          <pc:sldMk cId="2144099359" sldId="315"/>
        </pc:sldMkLst>
        <pc:grpChg chg="mod">
          <ac:chgData name="Domingues, Alexandre" userId="70797ed6-b890-4308-92c0-1bf19a916944" providerId="ADAL" clId="{20B45610-0241-4870-98C3-95D1BA53618F}" dt="2026-09-29T22:32:32.023" v="15201" actId="1037"/>
          <ac:grpSpMkLst>
            <pc:docMk/>
            <pc:sldMk cId="2144099359" sldId="315"/>
            <ac:grpSpMk id="11" creationId="{4DA8AFCC-0275-85FD-6BD3-F9BBCCE6F7DF}"/>
          </ac:grpSpMkLst>
        </pc:grpChg>
      </pc:sldChg>
      <pc:sldChg chg="addSp delSp modSp add mod">
        <pc:chgData name="Domingues, Alexandre" userId="70797ed6-b890-4308-92c0-1bf19a916944" providerId="ADAL" clId="{20B45610-0241-4870-98C3-95D1BA53618F}" dt="2026-09-22T20:27:13.897" v="13080" actId="20577"/>
        <pc:sldMkLst>
          <pc:docMk/>
          <pc:sldMk cId="3456563407" sldId="316"/>
        </pc:sldMkLst>
        <pc:spChg chg="mod">
          <ac:chgData name="Domingues, Alexandre" userId="70797ed6-b890-4308-92c0-1bf19a916944" providerId="ADAL" clId="{20B45610-0241-4870-98C3-95D1BA53618F}" dt="2026-09-22T19:59:18.185" v="12712" actId="1035"/>
          <ac:spMkLst>
            <pc:docMk/>
            <pc:sldMk cId="3456563407" sldId="316"/>
            <ac:spMk id="2" creationId="{D52A9DB5-990B-2568-2BA6-381343D52F55}"/>
          </ac:spMkLst>
        </pc:spChg>
        <pc:spChg chg="mod">
          <ac:chgData name="Domingues, Alexandre" userId="70797ed6-b890-4308-92c0-1bf19a916944" providerId="ADAL" clId="{20B45610-0241-4870-98C3-95D1BA53618F}" dt="2026-09-22T19:59:18.185" v="12712" actId="1035"/>
          <ac:spMkLst>
            <pc:docMk/>
            <pc:sldMk cId="3456563407" sldId="316"/>
            <ac:spMk id="3" creationId="{E2BF26B8-5707-0421-5C5F-A50C6AAA9164}"/>
          </ac:spMkLst>
        </pc:spChg>
        <pc:spChg chg="mod">
          <ac:chgData name="Domingues, Alexandre" userId="70797ed6-b890-4308-92c0-1bf19a916944" providerId="ADAL" clId="{20B45610-0241-4870-98C3-95D1BA53618F}" dt="2026-09-22T19:59:18.185" v="12712" actId="1035"/>
          <ac:spMkLst>
            <pc:docMk/>
            <pc:sldMk cId="3456563407" sldId="316"/>
            <ac:spMk id="5" creationId="{BC52415B-9D9C-BFF7-EC32-A20CF9E8D785}"/>
          </ac:spMkLst>
        </pc:spChg>
        <pc:spChg chg="mod">
          <ac:chgData name="Domingues, Alexandre" userId="70797ed6-b890-4308-92c0-1bf19a916944" providerId="ADAL" clId="{20B45610-0241-4870-98C3-95D1BA53618F}" dt="2026-09-22T20:12:58.676" v="12861" actId="1035"/>
          <ac:spMkLst>
            <pc:docMk/>
            <pc:sldMk cId="3456563407" sldId="316"/>
            <ac:spMk id="6" creationId="{5A813810-B9D8-40BA-5826-0E60C11AD0FA}"/>
          </ac:spMkLst>
        </pc:spChg>
        <pc:spChg chg="mod">
          <ac:chgData name="Domingues, Alexandre" userId="70797ed6-b890-4308-92c0-1bf19a916944" providerId="ADAL" clId="{20B45610-0241-4870-98C3-95D1BA53618F}" dt="2026-09-22T19:58:32.458" v="12665" actId="1036"/>
          <ac:spMkLst>
            <pc:docMk/>
            <pc:sldMk cId="3456563407" sldId="316"/>
            <ac:spMk id="7" creationId="{C6BDE446-B12B-8961-26CA-6510C00EF30E}"/>
          </ac:spMkLst>
        </pc:spChg>
        <pc:spChg chg="mod">
          <ac:chgData name="Domingues, Alexandre" userId="70797ed6-b890-4308-92c0-1bf19a916944" providerId="ADAL" clId="{20B45610-0241-4870-98C3-95D1BA53618F}" dt="2026-09-22T20:12:58.676" v="12861" actId="1035"/>
          <ac:spMkLst>
            <pc:docMk/>
            <pc:sldMk cId="3456563407" sldId="316"/>
            <ac:spMk id="8" creationId="{8C674E34-A91D-E680-AC35-860F46A789E0}"/>
          </ac:spMkLst>
        </pc:spChg>
        <pc:spChg chg="mod">
          <ac:chgData name="Domingues, Alexandre" userId="70797ed6-b890-4308-92c0-1bf19a916944" providerId="ADAL" clId="{20B45610-0241-4870-98C3-95D1BA53618F}" dt="2026-09-22T20:12:58.676" v="12861" actId="1035"/>
          <ac:spMkLst>
            <pc:docMk/>
            <pc:sldMk cId="3456563407" sldId="316"/>
            <ac:spMk id="17" creationId="{4AC8875A-8032-1871-1612-949214596CF6}"/>
          </ac:spMkLst>
        </pc:spChg>
        <pc:spChg chg="mod">
          <ac:chgData name="Domingues, Alexandre" userId="70797ed6-b890-4308-92c0-1bf19a916944" providerId="ADAL" clId="{20B45610-0241-4870-98C3-95D1BA53618F}" dt="2026-09-22T20:12:58.676" v="12861" actId="1035"/>
          <ac:spMkLst>
            <pc:docMk/>
            <pc:sldMk cId="3456563407" sldId="316"/>
            <ac:spMk id="18" creationId="{733F651F-C7F7-AE30-C24A-86714B350E75}"/>
          </ac:spMkLst>
        </pc:spChg>
        <pc:spChg chg="mod">
          <ac:chgData name="Domingues, Alexandre" userId="70797ed6-b890-4308-92c0-1bf19a916944" providerId="ADAL" clId="{20B45610-0241-4870-98C3-95D1BA53618F}" dt="2026-09-22T19:59:18.185" v="12712" actId="1035"/>
          <ac:spMkLst>
            <pc:docMk/>
            <pc:sldMk cId="3456563407" sldId="316"/>
            <ac:spMk id="20" creationId="{3BEB186B-FE0B-2252-DC6D-AB0975B7E578}"/>
          </ac:spMkLst>
        </pc:spChg>
        <pc:spChg chg="mod">
          <ac:chgData name="Domingues, Alexandre" userId="70797ed6-b890-4308-92c0-1bf19a916944" providerId="ADAL" clId="{20B45610-0241-4870-98C3-95D1BA53618F}" dt="2026-09-22T19:59:18.185" v="12712" actId="1035"/>
          <ac:spMkLst>
            <pc:docMk/>
            <pc:sldMk cId="3456563407" sldId="316"/>
            <ac:spMk id="21" creationId="{A64CAD2E-D96F-BECA-0177-91D7DD41ADC5}"/>
          </ac:spMkLst>
        </pc:spChg>
        <pc:spChg chg="mod">
          <ac:chgData name="Domingues, Alexandre" userId="70797ed6-b890-4308-92c0-1bf19a916944" providerId="ADAL" clId="{20B45610-0241-4870-98C3-95D1BA53618F}" dt="2026-09-22T19:59:18.185" v="12712" actId="1035"/>
          <ac:spMkLst>
            <pc:docMk/>
            <pc:sldMk cId="3456563407" sldId="316"/>
            <ac:spMk id="22" creationId="{841422BD-65A4-37D7-F79D-7DAD05B18F58}"/>
          </ac:spMkLst>
        </pc:spChg>
        <pc:spChg chg="mod">
          <ac:chgData name="Domingues, Alexandre" userId="70797ed6-b890-4308-92c0-1bf19a916944" providerId="ADAL" clId="{20B45610-0241-4870-98C3-95D1BA53618F}" dt="2026-09-22T20:12:58.676" v="12861" actId="1035"/>
          <ac:spMkLst>
            <pc:docMk/>
            <pc:sldMk cId="3456563407" sldId="316"/>
            <ac:spMk id="23" creationId="{E7440BB1-4BBC-6BAD-8B40-473D66FDA7D1}"/>
          </ac:spMkLst>
        </pc:spChg>
        <pc:spChg chg="mod">
          <ac:chgData name="Domingues, Alexandre" userId="70797ed6-b890-4308-92c0-1bf19a916944" providerId="ADAL" clId="{20B45610-0241-4870-98C3-95D1BA53618F}" dt="2026-09-22T16:53:13.616" v="12458" actId="1035"/>
          <ac:spMkLst>
            <pc:docMk/>
            <pc:sldMk cId="3456563407" sldId="316"/>
            <ac:spMk id="24" creationId="{F32D4ABD-9354-BC2F-4EFA-A3150D66243A}"/>
          </ac:spMkLst>
        </pc:spChg>
        <pc:spChg chg="mod">
          <ac:chgData name="Domingues, Alexandre" userId="70797ed6-b890-4308-92c0-1bf19a916944" providerId="ADAL" clId="{20B45610-0241-4870-98C3-95D1BA53618F}" dt="2026-09-22T16:53:08.655" v="12453" actId="1035"/>
          <ac:spMkLst>
            <pc:docMk/>
            <pc:sldMk cId="3456563407" sldId="316"/>
            <ac:spMk id="26" creationId="{7717D32E-8F3B-60BA-4013-3A48AB014966}"/>
          </ac:spMkLst>
        </pc:spChg>
        <pc:spChg chg="mod">
          <ac:chgData name="Domingues, Alexandre" userId="70797ed6-b890-4308-92c0-1bf19a916944" providerId="ADAL" clId="{20B45610-0241-4870-98C3-95D1BA53618F}" dt="2026-09-22T20:12:58.676" v="12861" actId="1035"/>
          <ac:spMkLst>
            <pc:docMk/>
            <pc:sldMk cId="3456563407" sldId="316"/>
            <ac:spMk id="28" creationId="{909CF108-A41E-F095-0C0E-8137AA471715}"/>
          </ac:spMkLst>
        </pc:spChg>
        <pc:spChg chg="mod">
          <ac:chgData name="Domingues, Alexandre" userId="70797ed6-b890-4308-92c0-1bf19a916944" providerId="ADAL" clId="{20B45610-0241-4870-98C3-95D1BA53618F}" dt="2026-09-22T19:58:26.479" v="12651" actId="1035"/>
          <ac:spMkLst>
            <pc:docMk/>
            <pc:sldMk cId="3456563407" sldId="316"/>
            <ac:spMk id="31" creationId="{E721D88E-A6F9-2E7C-6D98-7B5549E5DDC9}"/>
          </ac:spMkLst>
        </pc:spChg>
        <pc:spChg chg="mod">
          <ac:chgData name="Domingues, Alexandre" userId="70797ed6-b890-4308-92c0-1bf19a916944" providerId="ADAL" clId="{20B45610-0241-4870-98C3-95D1BA53618F}" dt="2026-09-22T20:12:58.676" v="12861" actId="1035"/>
          <ac:spMkLst>
            <pc:docMk/>
            <pc:sldMk cId="3456563407" sldId="316"/>
            <ac:spMk id="37" creationId="{9ECCD583-5D74-6EBA-5795-6F41BD35ADDD}"/>
          </ac:spMkLst>
        </pc:spChg>
        <pc:spChg chg="mod">
          <ac:chgData name="Domingues, Alexandre" userId="70797ed6-b890-4308-92c0-1bf19a916944" providerId="ADAL" clId="{20B45610-0241-4870-98C3-95D1BA53618F}" dt="2026-09-22T20:12:58.676" v="12861" actId="1035"/>
          <ac:spMkLst>
            <pc:docMk/>
            <pc:sldMk cId="3456563407" sldId="316"/>
            <ac:spMk id="44" creationId="{DAA65A8B-AF24-68CF-7446-5E8251B8C299}"/>
          </ac:spMkLst>
        </pc:spChg>
        <pc:spChg chg="mod">
          <ac:chgData name="Domingues, Alexandre" userId="70797ed6-b890-4308-92c0-1bf19a916944" providerId="ADAL" clId="{20B45610-0241-4870-98C3-95D1BA53618F}" dt="2026-09-22T19:59:18.185" v="12712" actId="1035"/>
          <ac:spMkLst>
            <pc:docMk/>
            <pc:sldMk cId="3456563407" sldId="316"/>
            <ac:spMk id="46" creationId="{C72FC6B5-2678-86CE-F373-66A0ABBBF7BB}"/>
          </ac:spMkLst>
        </pc:spChg>
        <pc:spChg chg="mod">
          <ac:chgData name="Domingues, Alexandre" userId="70797ed6-b890-4308-92c0-1bf19a916944" providerId="ADAL" clId="{20B45610-0241-4870-98C3-95D1BA53618F}" dt="2026-09-22T20:12:58.676" v="12861" actId="1035"/>
          <ac:spMkLst>
            <pc:docMk/>
            <pc:sldMk cId="3456563407" sldId="316"/>
            <ac:spMk id="47" creationId="{0081E4B0-594A-5657-7A39-F2DF0A980A0A}"/>
          </ac:spMkLst>
        </pc:spChg>
        <pc:spChg chg="mod">
          <ac:chgData name="Domingues, Alexandre" userId="70797ed6-b890-4308-92c0-1bf19a916944" providerId="ADAL" clId="{20B45610-0241-4870-98C3-95D1BA53618F}" dt="2026-09-22T19:59:18.185" v="12712" actId="1035"/>
          <ac:spMkLst>
            <pc:docMk/>
            <pc:sldMk cId="3456563407" sldId="316"/>
            <ac:spMk id="48" creationId="{9299C874-679E-667E-140A-575302085372}"/>
          </ac:spMkLst>
        </pc:spChg>
        <pc:spChg chg="mod">
          <ac:chgData name="Domingues, Alexandre" userId="70797ed6-b890-4308-92c0-1bf19a916944" providerId="ADAL" clId="{20B45610-0241-4870-98C3-95D1BA53618F}" dt="2026-09-22T16:53:22.072" v="12468" actId="1036"/>
          <ac:spMkLst>
            <pc:docMk/>
            <pc:sldMk cId="3456563407" sldId="316"/>
            <ac:spMk id="57" creationId="{F60F14E3-420E-3400-41D8-CD57D25FD4F2}"/>
          </ac:spMkLst>
        </pc:spChg>
        <pc:spChg chg="mod">
          <ac:chgData name="Domingues, Alexandre" userId="70797ed6-b890-4308-92c0-1bf19a916944" providerId="ADAL" clId="{20B45610-0241-4870-98C3-95D1BA53618F}" dt="2026-09-22T16:53:22.072" v="12468" actId="1036"/>
          <ac:spMkLst>
            <pc:docMk/>
            <pc:sldMk cId="3456563407" sldId="316"/>
            <ac:spMk id="58" creationId="{37840068-8FF1-0BEE-0FC5-AE410068FFBD}"/>
          </ac:spMkLst>
        </pc:spChg>
        <pc:spChg chg="mod">
          <ac:chgData name="Domingues, Alexandre" userId="70797ed6-b890-4308-92c0-1bf19a916944" providerId="ADAL" clId="{20B45610-0241-4870-98C3-95D1BA53618F}" dt="2026-09-22T20:12:58.676" v="12861" actId="1035"/>
          <ac:spMkLst>
            <pc:docMk/>
            <pc:sldMk cId="3456563407" sldId="316"/>
            <ac:spMk id="59" creationId="{97F21908-CFDC-DE23-3496-E00884BAF570}"/>
          </ac:spMkLst>
        </pc:spChg>
        <pc:spChg chg="mod">
          <ac:chgData name="Domingues, Alexandre" userId="70797ed6-b890-4308-92c0-1bf19a916944" providerId="ADAL" clId="{20B45610-0241-4870-98C3-95D1BA53618F}" dt="2026-09-22T19:59:18.185" v="12712" actId="1035"/>
          <ac:spMkLst>
            <pc:docMk/>
            <pc:sldMk cId="3456563407" sldId="316"/>
            <ac:spMk id="97" creationId="{62EB1CDA-A6BE-AB82-E80C-ADA092591F58}"/>
          </ac:spMkLst>
        </pc:spChg>
        <pc:spChg chg="mod">
          <ac:chgData name="Domingues, Alexandre" userId="70797ed6-b890-4308-92c0-1bf19a916944" providerId="ADAL" clId="{20B45610-0241-4870-98C3-95D1BA53618F}" dt="2026-09-22T19:59:18.185" v="12712" actId="1035"/>
          <ac:spMkLst>
            <pc:docMk/>
            <pc:sldMk cId="3456563407" sldId="316"/>
            <ac:spMk id="105" creationId="{79C25BF9-000D-E2F1-0A34-50D5472AE281}"/>
          </ac:spMkLst>
        </pc:spChg>
        <pc:grpChg chg="mod">
          <ac:chgData name="Domingues, Alexandre" userId="70797ed6-b890-4308-92c0-1bf19a916944" providerId="ADAL" clId="{20B45610-0241-4870-98C3-95D1BA53618F}" dt="2026-09-22T19:58:32.458" v="12665" actId="1036"/>
          <ac:grpSpMkLst>
            <pc:docMk/>
            <pc:sldMk cId="3456563407" sldId="316"/>
            <ac:grpSpMk id="4" creationId="{53506455-8157-CFCE-D1B9-8600BCB000FD}"/>
          </ac:grpSpMkLst>
        </pc:grpChg>
        <pc:grpChg chg="add mod">
          <ac:chgData name="Domingues, Alexandre" userId="70797ed6-b890-4308-92c0-1bf19a916944" providerId="ADAL" clId="{20B45610-0241-4870-98C3-95D1BA53618F}" dt="2026-09-22T16:53:13.616" v="12458" actId="1035"/>
          <ac:grpSpMkLst>
            <pc:docMk/>
            <pc:sldMk cId="3456563407" sldId="316"/>
            <ac:grpSpMk id="16" creationId="{55811046-7D53-F242-832C-9A5B399510EF}"/>
          </ac:grpSpMkLst>
        </pc:grpChg>
        <pc:grpChg chg="add mod">
          <ac:chgData name="Domingues, Alexandre" userId="70797ed6-b890-4308-92c0-1bf19a916944" providerId="ADAL" clId="{20B45610-0241-4870-98C3-95D1BA53618F}" dt="2026-09-22T16:53:08.655" v="12453" actId="1035"/>
          <ac:grpSpMkLst>
            <pc:docMk/>
            <pc:sldMk cId="3456563407" sldId="316"/>
            <ac:grpSpMk id="25" creationId="{2ED88197-3E55-A1DD-6960-60C4B4AF76E1}"/>
          </ac:grpSpMkLst>
        </pc:grpChg>
        <pc:grpChg chg="mod">
          <ac:chgData name="Domingues, Alexandre" userId="70797ed6-b890-4308-92c0-1bf19a916944" providerId="ADAL" clId="{20B45610-0241-4870-98C3-95D1BA53618F}" dt="2026-09-22T19:58:26.479" v="12651" actId="1035"/>
          <ac:grpSpMkLst>
            <pc:docMk/>
            <pc:sldMk cId="3456563407" sldId="316"/>
            <ac:grpSpMk id="27" creationId="{6997B2BF-0011-9EB8-0B8B-C14C9C4D0BF2}"/>
          </ac:grpSpMkLst>
        </pc:grpChg>
        <pc:grpChg chg="mod">
          <ac:chgData name="Domingues, Alexandre" userId="70797ed6-b890-4308-92c0-1bf19a916944" providerId="ADAL" clId="{20B45610-0241-4870-98C3-95D1BA53618F}" dt="2026-09-22T16:53:18.094" v="12464" actId="1036"/>
          <ac:grpSpMkLst>
            <pc:docMk/>
            <pc:sldMk cId="3456563407" sldId="316"/>
            <ac:grpSpMk id="43" creationId="{05A6867C-23AA-7ACB-F9BF-AD71F7A7B4D5}"/>
          </ac:grpSpMkLst>
        </pc:grpChg>
        <pc:grpChg chg="mod">
          <ac:chgData name="Domingues, Alexandre" userId="70797ed6-b890-4308-92c0-1bf19a916944" providerId="ADAL" clId="{20B45610-0241-4870-98C3-95D1BA53618F}" dt="2026-09-22T16:53:22.072" v="12468" actId="1036"/>
          <ac:grpSpMkLst>
            <pc:docMk/>
            <pc:sldMk cId="3456563407" sldId="316"/>
            <ac:grpSpMk id="55" creationId="{DB82262E-9E63-2F90-995F-6AEAA7955CCC}"/>
          </ac:grpSpMkLst>
        </pc:grpChg>
        <pc:graphicFrameChg chg="mod modGraphic">
          <ac:chgData name="Domingues, Alexandre" userId="70797ed6-b890-4308-92c0-1bf19a916944" providerId="ADAL" clId="{20B45610-0241-4870-98C3-95D1BA53618F}" dt="2026-09-22T20:27:13.897" v="13080" actId="20577"/>
          <ac:graphicFrameMkLst>
            <pc:docMk/>
            <pc:sldMk cId="3456563407" sldId="316"/>
            <ac:graphicFrameMk id="15" creationId="{384F5705-7138-B5C3-7199-E0857A46CFEB}"/>
          </ac:graphicFrameMkLst>
        </pc:graphicFrameChg>
      </pc:sldChg>
      <pc:sldChg chg="add">
        <pc:chgData name="Domingues, Alexandre" userId="70797ed6-b890-4308-92c0-1bf19a916944" providerId="ADAL" clId="{20B45610-0241-4870-98C3-95D1BA53618F}" dt="2026-09-22T19:23:24.652" v="12513"/>
        <pc:sldMkLst>
          <pc:docMk/>
          <pc:sldMk cId="876040301" sldId="317"/>
        </pc:sldMkLst>
      </pc:sldChg>
      <pc:sldChg chg="add mod modShow">
        <pc:chgData name="Domingues, Alexandre" userId="70797ed6-b890-4308-92c0-1bf19a916944" providerId="ADAL" clId="{20B45610-0241-4870-98C3-95D1BA53618F}" dt="2026-09-22T13:52:10.431" v="11372" actId="729"/>
        <pc:sldMkLst>
          <pc:docMk/>
          <pc:sldMk cId="3664074697" sldId="318"/>
        </pc:sldMkLst>
      </pc:sldChg>
      <pc:sldChg chg="modSp add mod">
        <pc:chgData name="Domingues, Alexandre" userId="70797ed6-b890-4308-92c0-1bf19a916944" providerId="ADAL" clId="{20B45610-0241-4870-98C3-95D1BA53618F}" dt="2026-09-29T12:44:51.081" v="13981" actId="20577"/>
        <pc:sldMkLst>
          <pc:docMk/>
          <pc:sldMk cId="454267807" sldId="319"/>
        </pc:sldMkLst>
        <pc:spChg chg="mod">
          <ac:chgData name="Domingues, Alexandre" userId="70797ed6-b890-4308-92c0-1bf19a916944" providerId="ADAL" clId="{20B45610-0241-4870-98C3-95D1BA53618F}" dt="2026-09-29T12:44:51.081" v="13981" actId="20577"/>
          <ac:spMkLst>
            <pc:docMk/>
            <pc:sldMk cId="454267807" sldId="319"/>
            <ac:spMk id="5" creationId="{5E89F752-DB49-D8F3-86E1-7DA308A8C4C8}"/>
          </ac:spMkLst>
        </pc:spChg>
      </pc:sldChg>
      <pc:sldChg chg="modSp add mod">
        <pc:chgData name="Domingues, Alexandre" userId="70797ed6-b890-4308-92c0-1bf19a916944" providerId="ADAL" clId="{20B45610-0241-4870-98C3-95D1BA53618F}" dt="2026-09-23T16:54:56.268" v="13974" actId="20577"/>
        <pc:sldMkLst>
          <pc:docMk/>
          <pc:sldMk cId="1411282941" sldId="320"/>
        </pc:sldMkLst>
        <pc:graphicFrameChg chg="modGraphic">
          <ac:chgData name="Domingues, Alexandre" userId="70797ed6-b890-4308-92c0-1bf19a916944" providerId="ADAL" clId="{20B45610-0241-4870-98C3-95D1BA53618F}" dt="2026-09-23T16:54:56.268" v="13974" actId="20577"/>
          <ac:graphicFrameMkLst>
            <pc:docMk/>
            <pc:sldMk cId="1411282941" sldId="320"/>
            <ac:graphicFrameMk id="4" creationId="{71DD02A6-D487-CC01-8F05-40A9714ACDC4}"/>
          </ac:graphicFrameMkLst>
        </pc:graphicFrameChg>
      </pc:sldChg>
      <pc:sldChg chg="add">
        <pc:chgData name="Domingues, Alexandre" userId="70797ed6-b890-4308-92c0-1bf19a916944" providerId="ADAL" clId="{20B45610-0241-4870-98C3-95D1BA53618F}" dt="2026-09-22T13:41:11.686" v="11259"/>
        <pc:sldMkLst>
          <pc:docMk/>
          <pc:sldMk cId="1068927852" sldId="321"/>
        </pc:sldMkLst>
      </pc:sldChg>
      <pc:sldChg chg="modSp add mod ord">
        <pc:chgData name="Domingues, Alexandre" userId="70797ed6-b890-4308-92c0-1bf19a916944" providerId="ADAL" clId="{20B45610-0241-4870-98C3-95D1BA53618F}" dt="2026-09-22T21:14:44.003" v="13642" actId="1035"/>
        <pc:sldMkLst>
          <pc:docMk/>
          <pc:sldMk cId="742701735" sldId="322"/>
        </pc:sldMkLst>
        <pc:spChg chg="mod">
          <ac:chgData name="Domingues, Alexandre" userId="70797ed6-b890-4308-92c0-1bf19a916944" providerId="ADAL" clId="{20B45610-0241-4870-98C3-95D1BA53618F}" dt="2026-09-22T21:13:19.968" v="13463" actId="1036"/>
          <ac:spMkLst>
            <pc:docMk/>
            <pc:sldMk cId="742701735" sldId="322"/>
            <ac:spMk id="3" creationId="{0F611C78-9FB9-FC36-85ED-1439D5F7A896}"/>
          </ac:spMkLst>
        </pc:spChg>
        <pc:spChg chg="mod">
          <ac:chgData name="Domingues, Alexandre" userId="70797ed6-b890-4308-92c0-1bf19a916944" providerId="ADAL" clId="{20B45610-0241-4870-98C3-95D1BA53618F}" dt="2026-09-22T13:46:39.727" v="11281" actId="14100"/>
          <ac:spMkLst>
            <pc:docMk/>
            <pc:sldMk cId="742701735" sldId="322"/>
            <ac:spMk id="4" creationId="{802BAE34-6E5F-1D4A-0182-13725763682C}"/>
          </ac:spMkLst>
        </pc:spChg>
        <pc:spChg chg="mod">
          <ac:chgData name="Domingues, Alexandre" userId="70797ed6-b890-4308-92c0-1bf19a916944" providerId="ADAL" clId="{20B45610-0241-4870-98C3-95D1BA53618F}" dt="2026-09-22T21:14:44.003" v="13642" actId="1035"/>
          <ac:spMkLst>
            <pc:docMk/>
            <pc:sldMk cId="742701735" sldId="322"/>
            <ac:spMk id="24" creationId="{E6896E37-535F-030C-C387-209B55424B5A}"/>
          </ac:spMkLst>
        </pc:spChg>
        <pc:grpChg chg="mod">
          <ac:chgData name="Domingues, Alexandre" userId="70797ed6-b890-4308-92c0-1bf19a916944" providerId="ADAL" clId="{20B45610-0241-4870-98C3-95D1BA53618F}" dt="2026-09-22T16:29:14.783" v="11804" actId="1038"/>
          <ac:grpSpMkLst>
            <pc:docMk/>
            <pc:sldMk cId="742701735" sldId="322"/>
            <ac:grpSpMk id="25" creationId="{84295634-F3D1-9B5E-DFA4-DC4A538305F3}"/>
          </ac:grpSpMkLst>
        </pc:grpChg>
        <pc:graphicFrameChg chg="modGraphic">
          <ac:chgData name="Domingues, Alexandre" userId="70797ed6-b890-4308-92c0-1bf19a916944" providerId="ADAL" clId="{20B45610-0241-4870-98C3-95D1BA53618F}" dt="2026-09-22T21:13:54.522" v="13523" actId="20577"/>
          <ac:graphicFrameMkLst>
            <pc:docMk/>
            <pc:sldMk cId="742701735" sldId="322"/>
            <ac:graphicFrameMk id="13" creationId="{384635B7-2F0D-63C9-3C8B-3923CE566E22}"/>
          </ac:graphicFrameMkLst>
        </pc:graphicFrameChg>
      </pc:sldChg>
      <pc:sldChg chg="add">
        <pc:chgData name="Domingues, Alexandre" userId="70797ed6-b890-4308-92c0-1bf19a916944" providerId="ADAL" clId="{20B45610-0241-4870-98C3-95D1BA53618F}" dt="2026-09-29T12:44:39.258" v="13977"/>
        <pc:sldMkLst>
          <pc:docMk/>
          <pc:sldMk cId="722982105" sldId="323"/>
        </pc:sldMkLst>
      </pc:sldChg>
      <pc:sldChg chg="modSp add mod">
        <pc:chgData name="Domingues, Alexandre" userId="70797ed6-b890-4308-92c0-1bf19a916944" providerId="ADAL" clId="{20B45610-0241-4870-98C3-95D1BA53618F}" dt="2026-09-29T12:45:04.655" v="14001" actId="1038"/>
        <pc:sldMkLst>
          <pc:docMk/>
          <pc:sldMk cId="1090468403" sldId="324"/>
        </pc:sldMkLst>
        <pc:grpChg chg="mod">
          <ac:chgData name="Domingues, Alexandre" userId="70797ed6-b890-4308-92c0-1bf19a916944" providerId="ADAL" clId="{20B45610-0241-4870-98C3-95D1BA53618F}" dt="2026-09-29T12:45:04.655" v="14001" actId="1038"/>
          <ac:grpSpMkLst>
            <pc:docMk/>
            <pc:sldMk cId="1090468403" sldId="324"/>
            <ac:grpSpMk id="25" creationId="{0B33EF12-CE60-D024-C900-A39A309C5D84}"/>
          </ac:grpSpMkLst>
        </pc:grpChg>
      </pc:sldChg>
      <pc:sldChg chg="addSp delSp modSp add mod">
        <pc:chgData name="Domingues, Alexandre" userId="70797ed6-b890-4308-92c0-1bf19a916944" providerId="ADAL" clId="{20B45610-0241-4870-98C3-95D1BA53618F}" dt="2026-09-30T11:51:13.449" v="15390" actId="20577"/>
        <pc:sldMkLst>
          <pc:docMk/>
          <pc:sldMk cId="244438670" sldId="325"/>
        </pc:sldMkLst>
        <pc:spChg chg="mod">
          <ac:chgData name="Domingues, Alexandre" userId="70797ed6-b890-4308-92c0-1bf19a916944" providerId="ADAL" clId="{20B45610-0241-4870-98C3-95D1BA53618F}" dt="2026-09-29T22:19:58.619" v="15061" actId="1036"/>
          <ac:spMkLst>
            <pc:docMk/>
            <pc:sldMk cId="244438670" sldId="325"/>
            <ac:spMk id="6" creationId="{54BD4CB3-ECAD-507F-D23E-98F82E2038A8}"/>
          </ac:spMkLst>
        </pc:spChg>
        <pc:spChg chg="mod">
          <ac:chgData name="Domingues, Alexandre" userId="70797ed6-b890-4308-92c0-1bf19a916944" providerId="ADAL" clId="{20B45610-0241-4870-98C3-95D1BA53618F}" dt="2026-09-29T22:09:17.558" v="14783" actId="1036"/>
          <ac:spMkLst>
            <pc:docMk/>
            <pc:sldMk cId="244438670" sldId="325"/>
            <ac:spMk id="7" creationId="{78ECCEB4-262C-55C7-EBBF-F60E271808CA}"/>
          </ac:spMkLst>
        </pc:spChg>
        <pc:spChg chg="mod">
          <ac:chgData name="Domingues, Alexandre" userId="70797ed6-b890-4308-92c0-1bf19a916944" providerId="ADAL" clId="{20B45610-0241-4870-98C3-95D1BA53618F}" dt="2026-09-29T12:46:57.781" v="14034" actId="1035"/>
          <ac:spMkLst>
            <pc:docMk/>
            <pc:sldMk cId="244438670" sldId="325"/>
            <ac:spMk id="8" creationId="{6470BCA5-3EBD-25B8-C03A-56D3EB41B575}"/>
          </ac:spMkLst>
        </pc:spChg>
        <pc:spChg chg="add mod">
          <ac:chgData name="Domingues, Alexandre" userId="70797ed6-b890-4308-92c0-1bf19a916944" providerId="ADAL" clId="{20B45610-0241-4870-98C3-95D1BA53618F}" dt="2026-09-29T22:19:58.619" v="15061" actId="1036"/>
          <ac:spMkLst>
            <pc:docMk/>
            <pc:sldMk cId="244438670" sldId="325"/>
            <ac:spMk id="9" creationId="{DC9A785D-8C51-A606-88B6-FE71FA665851}"/>
          </ac:spMkLst>
        </pc:spChg>
        <pc:spChg chg="add del mod">
          <ac:chgData name="Domingues, Alexandre" userId="70797ed6-b890-4308-92c0-1bf19a916944" providerId="ADAL" clId="{20B45610-0241-4870-98C3-95D1BA53618F}" dt="2026-09-29T22:02:55.433" v="14576" actId="478"/>
          <ac:spMkLst>
            <pc:docMk/>
            <pc:sldMk cId="244438670" sldId="325"/>
            <ac:spMk id="10" creationId="{19844785-824B-2C2F-3C0D-631EA6FBD0E3}"/>
          </ac:spMkLst>
        </pc:spChg>
        <pc:spChg chg="mod">
          <ac:chgData name="Domingues, Alexandre" userId="70797ed6-b890-4308-92c0-1bf19a916944" providerId="ADAL" clId="{20B45610-0241-4870-98C3-95D1BA53618F}" dt="2026-09-29T22:19:58.619" v="15061" actId="1036"/>
          <ac:spMkLst>
            <pc:docMk/>
            <pc:sldMk cId="244438670" sldId="325"/>
            <ac:spMk id="14" creationId="{61805C06-0511-294D-06DA-F6DB1489E1CD}"/>
          </ac:spMkLst>
        </pc:spChg>
        <pc:spChg chg="mod">
          <ac:chgData name="Domingues, Alexandre" userId="70797ed6-b890-4308-92c0-1bf19a916944" providerId="ADAL" clId="{20B45610-0241-4870-98C3-95D1BA53618F}" dt="2026-09-29T12:46:47.666" v="14018" actId="1036"/>
          <ac:spMkLst>
            <pc:docMk/>
            <pc:sldMk cId="244438670" sldId="325"/>
            <ac:spMk id="17" creationId="{50BA62A3-6486-0D65-F0B2-9C5E7A41A9CF}"/>
          </ac:spMkLst>
        </pc:spChg>
        <pc:spChg chg="mod">
          <ac:chgData name="Domingues, Alexandre" userId="70797ed6-b890-4308-92c0-1bf19a916944" providerId="ADAL" clId="{20B45610-0241-4870-98C3-95D1BA53618F}" dt="2026-09-29T22:19:58.619" v="15061" actId="1036"/>
          <ac:spMkLst>
            <pc:docMk/>
            <pc:sldMk cId="244438670" sldId="325"/>
            <ac:spMk id="18" creationId="{280A404A-057D-BA3E-F305-3D0AF8257E9D}"/>
          </ac:spMkLst>
        </pc:spChg>
        <pc:spChg chg="mod">
          <ac:chgData name="Domingues, Alexandre" userId="70797ed6-b890-4308-92c0-1bf19a916944" providerId="ADAL" clId="{20B45610-0241-4870-98C3-95D1BA53618F}" dt="2026-09-29T22:19:58.619" v="15061" actId="1036"/>
          <ac:spMkLst>
            <pc:docMk/>
            <pc:sldMk cId="244438670" sldId="325"/>
            <ac:spMk id="23" creationId="{1DB9408B-B628-E749-5715-422E0DC2FB8E}"/>
          </ac:spMkLst>
        </pc:spChg>
        <pc:spChg chg="mod">
          <ac:chgData name="Domingues, Alexandre" userId="70797ed6-b890-4308-92c0-1bf19a916944" providerId="ADAL" clId="{20B45610-0241-4870-98C3-95D1BA53618F}" dt="2026-09-29T22:19:58.619" v="15061" actId="1036"/>
          <ac:spMkLst>
            <pc:docMk/>
            <pc:sldMk cId="244438670" sldId="325"/>
            <ac:spMk id="24" creationId="{BBFAF012-BBD7-20D1-38BA-1CE9817169D8}"/>
          </ac:spMkLst>
        </pc:spChg>
        <pc:spChg chg="mod">
          <ac:chgData name="Domingues, Alexandre" userId="70797ed6-b890-4308-92c0-1bf19a916944" providerId="ADAL" clId="{20B45610-0241-4870-98C3-95D1BA53618F}" dt="2026-09-29T15:36:48.668" v="14190" actId="1035"/>
          <ac:spMkLst>
            <pc:docMk/>
            <pc:sldMk cId="244438670" sldId="325"/>
            <ac:spMk id="26" creationId="{C9C2DB3E-E6F1-7EC6-FED6-FF938B8FFDF2}"/>
          </ac:spMkLst>
        </pc:spChg>
        <pc:spChg chg="mod">
          <ac:chgData name="Domingues, Alexandre" userId="70797ed6-b890-4308-92c0-1bf19a916944" providerId="ADAL" clId="{20B45610-0241-4870-98C3-95D1BA53618F}" dt="2026-09-29T22:19:58.619" v="15061" actId="1036"/>
          <ac:spMkLst>
            <pc:docMk/>
            <pc:sldMk cId="244438670" sldId="325"/>
            <ac:spMk id="28" creationId="{D404C62A-85B6-4ABF-231D-96C836D2D075}"/>
          </ac:spMkLst>
        </pc:spChg>
        <pc:spChg chg="mod">
          <ac:chgData name="Domingues, Alexandre" userId="70797ed6-b890-4308-92c0-1bf19a916944" providerId="ADAL" clId="{20B45610-0241-4870-98C3-95D1BA53618F}" dt="2026-09-29T22:19:58.619" v="15061" actId="1036"/>
          <ac:spMkLst>
            <pc:docMk/>
            <pc:sldMk cId="244438670" sldId="325"/>
            <ac:spMk id="29" creationId="{491E332E-93D0-176E-66B6-C8953619D4D9}"/>
          </ac:spMkLst>
        </pc:spChg>
        <pc:spChg chg="mod">
          <ac:chgData name="Domingues, Alexandre" userId="70797ed6-b890-4308-92c0-1bf19a916944" providerId="ADAL" clId="{20B45610-0241-4870-98C3-95D1BA53618F}" dt="2026-09-29T22:19:58.619" v="15061" actId="1036"/>
          <ac:spMkLst>
            <pc:docMk/>
            <pc:sldMk cId="244438670" sldId="325"/>
            <ac:spMk id="31" creationId="{3EF5A6EA-2593-7E87-7550-66F0D3959D1C}"/>
          </ac:spMkLst>
        </pc:spChg>
        <pc:spChg chg="mod">
          <ac:chgData name="Domingues, Alexandre" userId="70797ed6-b890-4308-92c0-1bf19a916944" providerId="ADAL" clId="{20B45610-0241-4870-98C3-95D1BA53618F}" dt="2026-09-29T22:09:23.791" v="14804" actId="1036"/>
          <ac:spMkLst>
            <pc:docMk/>
            <pc:sldMk cId="244438670" sldId="325"/>
            <ac:spMk id="37" creationId="{D7D237AC-F122-D646-3DDC-D36C78758CA0}"/>
          </ac:spMkLst>
        </pc:spChg>
        <pc:spChg chg="mod">
          <ac:chgData name="Domingues, Alexandre" userId="70797ed6-b890-4308-92c0-1bf19a916944" providerId="ADAL" clId="{20B45610-0241-4870-98C3-95D1BA53618F}" dt="2026-09-29T12:47:49.031" v="14056" actId="1036"/>
          <ac:spMkLst>
            <pc:docMk/>
            <pc:sldMk cId="244438670" sldId="325"/>
            <ac:spMk id="57" creationId="{73573206-3B29-F301-06AE-D457204565D8}"/>
          </ac:spMkLst>
        </pc:spChg>
        <pc:spChg chg="mod">
          <ac:chgData name="Domingues, Alexandre" userId="70797ed6-b890-4308-92c0-1bf19a916944" providerId="ADAL" clId="{20B45610-0241-4870-98C3-95D1BA53618F}" dt="2026-09-29T12:47:49.031" v="14056" actId="1036"/>
          <ac:spMkLst>
            <pc:docMk/>
            <pc:sldMk cId="244438670" sldId="325"/>
            <ac:spMk id="58" creationId="{1CA3176D-E6D1-CE44-B76C-1079BFCF18A5}"/>
          </ac:spMkLst>
        </pc:spChg>
        <pc:spChg chg="mod">
          <ac:chgData name="Domingues, Alexandre" userId="70797ed6-b890-4308-92c0-1bf19a916944" providerId="ADAL" clId="{20B45610-0241-4870-98C3-95D1BA53618F}" dt="2026-09-29T22:19:58.619" v="15061" actId="1036"/>
          <ac:spMkLst>
            <pc:docMk/>
            <pc:sldMk cId="244438670" sldId="325"/>
            <ac:spMk id="59" creationId="{50866F82-BE1F-1917-73BF-C8AAB2D48508}"/>
          </ac:spMkLst>
        </pc:spChg>
        <pc:grpChg chg="mod">
          <ac:chgData name="Domingues, Alexandre" userId="70797ed6-b890-4308-92c0-1bf19a916944" providerId="ADAL" clId="{20B45610-0241-4870-98C3-95D1BA53618F}" dt="2026-09-29T22:09:17.558" v="14783" actId="1036"/>
          <ac:grpSpMkLst>
            <pc:docMk/>
            <pc:sldMk cId="244438670" sldId="325"/>
            <ac:grpSpMk id="4" creationId="{427159E2-C51D-D720-0D4D-25C231B34195}"/>
          </ac:grpSpMkLst>
        </pc:grpChg>
        <pc:grpChg chg="add mod">
          <ac:chgData name="Domingues, Alexandre" userId="70797ed6-b890-4308-92c0-1bf19a916944" providerId="ADAL" clId="{20B45610-0241-4870-98C3-95D1BA53618F}" dt="2026-09-29T22:03:01.530" v="14577" actId="571"/>
          <ac:grpSpMkLst>
            <pc:docMk/>
            <pc:sldMk cId="244438670" sldId="325"/>
            <ac:grpSpMk id="13" creationId="{674E3935-B542-875D-3CFF-331B222FF203}"/>
          </ac:grpSpMkLst>
        </pc:grpChg>
        <pc:grpChg chg="mod">
          <ac:chgData name="Domingues, Alexandre" userId="70797ed6-b890-4308-92c0-1bf19a916944" providerId="ADAL" clId="{20B45610-0241-4870-98C3-95D1BA53618F}" dt="2026-09-29T15:36:41.319" v="14177" actId="1036"/>
          <ac:grpSpMkLst>
            <pc:docMk/>
            <pc:sldMk cId="244438670" sldId="325"/>
            <ac:grpSpMk id="16" creationId="{B1C08857-C9B0-0E1F-A172-987B0E1749CD}"/>
          </ac:grpSpMkLst>
        </pc:grpChg>
        <pc:grpChg chg="mod">
          <ac:chgData name="Domingues, Alexandre" userId="70797ed6-b890-4308-92c0-1bf19a916944" providerId="ADAL" clId="{20B45610-0241-4870-98C3-95D1BA53618F}" dt="2026-09-29T15:36:48.668" v="14190" actId="1035"/>
          <ac:grpSpMkLst>
            <pc:docMk/>
            <pc:sldMk cId="244438670" sldId="325"/>
            <ac:grpSpMk id="25" creationId="{98DD0956-B84D-4CD5-FF32-29D49033A648}"/>
          </ac:grpSpMkLst>
        </pc:grpChg>
        <pc:grpChg chg="mod">
          <ac:chgData name="Domingues, Alexandre" userId="70797ed6-b890-4308-92c0-1bf19a916944" providerId="ADAL" clId="{20B45610-0241-4870-98C3-95D1BA53618F}" dt="2026-09-29T22:09:23.791" v="14804" actId="1036"/>
          <ac:grpSpMkLst>
            <pc:docMk/>
            <pc:sldMk cId="244438670" sldId="325"/>
            <ac:grpSpMk id="27" creationId="{44024C87-901F-62C8-1FA4-00938D04FA93}"/>
          </ac:grpSpMkLst>
        </pc:grpChg>
        <pc:grpChg chg="del">
          <ac:chgData name="Domingues, Alexandre" userId="70797ed6-b890-4308-92c0-1bf19a916944" providerId="ADAL" clId="{20B45610-0241-4870-98C3-95D1BA53618F}" dt="2026-09-29T15:35:29.124" v="14065" actId="478"/>
          <ac:grpSpMkLst>
            <pc:docMk/>
            <pc:sldMk cId="244438670" sldId="325"/>
            <ac:grpSpMk id="43" creationId="{D02ECA62-49B0-F36E-F3C0-10FE1541970D}"/>
          </ac:grpSpMkLst>
        </pc:grpChg>
        <pc:grpChg chg="del mod">
          <ac:chgData name="Domingues, Alexandre" userId="70797ed6-b890-4308-92c0-1bf19a916944" providerId="ADAL" clId="{20B45610-0241-4870-98C3-95D1BA53618F}" dt="2026-09-29T15:34:50.030" v="14059" actId="478"/>
          <ac:grpSpMkLst>
            <pc:docMk/>
            <pc:sldMk cId="244438670" sldId="325"/>
            <ac:grpSpMk id="55" creationId="{1ED52111-0120-B810-8E6E-D18808941FC0}"/>
          </ac:grpSpMkLst>
        </pc:grpChg>
        <pc:graphicFrameChg chg="mod modGraphic">
          <ac:chgData name="Domingues, Alexandre" userId="70797ed6-b890-4308-92c0-1bf19a916944" providerId="ADAL" clId="{20B45610-0241-4870-98C3-95D1BA53618F}" dt="2026-09-30T11:51:13.449" v="15390" actId="20577"/>
          <ac:graphicFrameMkLst>
            <pc:docMk/>
            <pc:sldMk cId="244438670" sldId="325"/>
            <ac:graphicFrameMk id="15" creationId="{6971080F-F520-0945-BF43-245634DBB693}"/>
          </ac:graphicFrameMkLst>
        </pc:graphicFrameChg>
      </pc:sldChg>
      <pc:sldChg chg="add">
        <pc:chgData name="Domingues, Alexandre" userId="70797ed6-b890-4308-92c0-1bf19a916944" providerId="ADAL" clId="{20B45610-0241-4870-98C3-95D1BA53618F}" dt="2026-09-29T12:44:39.258" v="13977"/>
        <pc:sldMkLst>
          <pc:docMk/>
          <pc:sldMk cId="3694717732" sldId="326"/>
        </pc:sldMkLst>
      </pc:sldChg>
      <pc:sldChg chg="add mod modShow">
        <pc:chgData name="Domingues, Alexandre" userId="70797ed6-b890-4308-92c0-1bf19a916944" providerId="ADAL" clId="{20B45610-0241-4870-98C3-95D1BA53618F}" dt="2026-09-29T15:43:24.098" v="14250" actId="729"/>
        <pc:sldMkLst>
          <pc:docMk/>
          <pc:sldMk cId="3046685833" sldId="327"/>
        </pc:sldMkLst>
      </pc:sldChg>
      <pc:sldChg chg="addSp modSp add mod">
        <pc:chgData name="Domingues, Alexandre" userId="70797ed6-b890-4308-92c0-1bf19a916944" providerId="ADAL" clId="{20B45610-0241-4870-98C3-95D1BA53618F}" dt="2026-09-29T22:28:27.200" v="15147" actId="408"/>
        <pc:sldMkLst>
          <pc:docMk/>
          <pc:sldMk cId="3222984466" sldId="328"/>
        </pc:sldMkLst>
        <pc:spChg chg="add mod">
          <ac:chgData name="Domingues, Alexandre" userId="70797ed6-b890-4308-92c0-1bf19a916944" providerId="ADAL" clId="{20B45610-0241-4870-98C3-95D1BA53618F}" dt="2026-09-29T22:28:27.200" v="15147" actId="408"/>
          <ac:spMkLst>
            <pc:docMk/>
            <pc:sldMk cId="3222984466" sldId="328"/>
            <ac:spMk id="5" creationId="{2186668B-142F-7EED-9818-DC1394B221F9}"/>
          </ac:spMkLst>
        </pc:spChg>
        <pc:spChg chg="add mod">
          <ac:chgData name="Domingues, Alexandre" userId="70797ed6-b890-4308-92c0-1bf19a916944" providerId="ADAL" clId="{20B45610-0241-4870-98C3-95D1BA53618F}" dt="2026-09-29T22:25:45.916" v="15128" actId="20577"/>
          <ac:spMkLst>
            <pc:docMk/>
            <pc:sldMk cId="3222984466" sldId="328"/>
            <ac:spMk id="15" creationId="{7EE87B2A-FE2D-06B8-03BF-7892A7BB7907}"/>
          </ac:spMkLst>
        </pc:spChg>
        <pc:spChg chg="mod">
          <ac:chgData name="Domingues, Alexandre" userId="70797ed6-b890-4308-92c0-1bf19a916944" providerId="ADAL" clId="{20B45610-0241-4870-98C3-95D1BA53618F}" dt="2026-09-29T22:28:27.200" v="15147" actId="408"/>
          <ac:spMkLst>
            <pc:docMk/>
            <pc:sldMk cId="3222984466" sldId="328"/>
            <ac:spMk id="51" creationId="{19EAAE2C-A3EE-5BAC-6230-D2F5C5035AFB}"/>
          </ac:spMkLst>
        </pc:spChg>
        <pc:spChg chg="mod">
          <ac:chgData name="Domingues, Alexandre" userId="70797ed6-b890-4308-92c0-1bf19a916944" providerId="ADAL" clId="{20B45610-0241-4870-98C3-95D1BA53618F}" dt="2026-09-29T22:26:45.793" v="15145" actId="3064"/>
          <ac:spMkLst>
            <pc:docMk/>
            <pc:sldMk cId="3222984466" sldId="328"/>
            <ac:spMk id="56" creationId="{E72D6CDF-2A1F-9325-1199-2FFABE538CE1}"/>
          </ac:spMkLst>
        </pc:spChg>
        <pc:graphicFrameChg chg="modGraphic">
          <ac:chgData name="Domingues, Alexandre" userId="70797ed6-b890-4308-92c0-1bf19a916944" providerId="ADAL" clId="{20B45610-0241-4870-98C3-95D1BA53618F}" dt="2026-09-29T20:20:43.659" v="14445" actId="20577"/>
          <ac:graphicFrameMkLst>
            <pc:docMk/>
            <pc:sldMk cId="3222984466" sldId="328"/>
            <ac:graphicFrameMk id="7" creationId="{AD06C9B7-99F0-55E5-403E-721286D8C349}"/>
          </ac:graphicFrameMkLst>
        </pc:graphicFrameChg>
      </pc:sldChg>
      <pc:sldChg chg="modSp add mod">
        <pc:chgData name="Domingues, Alexandre" userId="70797ed6-b890-4308-92c0-1bf19a916944" providerId="ADAL" clId="{20B45610-0241-4870-98C3-95D1BA53618F}" dt="2026-09-29T22:30:23.573" v="15155" actId="20577"/>
        <pc:sldMkLst>
          <pc:docMk/>
          <pc:sldMk cId="880613938" sldId="329"/>
        </pc:sldMkLst>
        <pc:graphicFrameChg chg="modGraphic">
          <ac:chgData name="Domingues, Alexandre" userId="70797ed6-b890-4308-92c0-1bf19a916944" providerId="ADAL" clId="{20B45610-0241-4870-98C3-95D1BA53618F}" dt="2026-09-29T22:30:23.573" v="15155" actId="20577"/>
          <ac:graphicFrameMkLst>
            <pc:docMk/>
            <pc:sldMk cId="880613938" sldId="329"/>
            <ac:graphicFrameMk id="4" creationId="{1D31A855-AC7C-0F57-349F-2AEA27036B72}"/>
          </ac:graphicFrameMkLst>
        </pc:graphicFrameChg>
      </pc:sldChg>
      <pc:sldChg chg="add">
        <pc:chgData name="Domingues, Alexandre" userId="70797ed6-b890-4308-92c0-1bf19a916944" providerId="ADAL" clId="{20B45610-0241-4870-98C3-95D1BA53618F}" dt="2026-09-29T12:44:39.258" v="13977"/>
        <pc:sldMkLst>
          <pc:docMk/>
          <pc:sldMk cId="1769801012" sldId="330"/>
        </pc:sldMkLst>
      </pc:sldChg>
      <pc:sldChg chg="new del">
        <pc:chgData name="Domingues, Alexandre" userId="70797ed6-b890-4308-92c0-1bf19a916944" providerId="ADAL" clId="{20B45610-0241-4870-98C3-95D1BA53618F}" dt="2026-09-29T18:55:13.989" v="14434" actId="680"/>
        <pc:sldMkLst>
          <pc:docMk/>
          <pc:sldMk cId="704855813" sldId="331"/>
        </pc:sldMkLst>
      </pc:sldChg>
      <pc:sldChg chg="modSp mod">
        <pc:chgData name="Domingues, Alexandre" userId="70797ed6-b890-4308-92c0-1bf19a916944" providerId="ADAL" clId="{20B45610-0241-4870-98C3-95D1BA53618F}" dt="2026-09-23T12:40:34.489" v="13922" actId="20577"/>
        <pc:sldMkLst>
          <pc:docMk/>
          <pc:sldMk cId="2763406037" sldId="2147483602"/>
        </pc:sldMkLst>
        <pc:spChg chg="mod">
          <ac:chgData name="Domingues, Alexandre" userId="70797ed6-b890-4308-92c0-1bf19a916944" providerId="ADAL" clId="{20B45610-0241-4870-98C3-95D1BA53618F}" dt="2026-09-23T01:01:36.305" v="13733" actId="20577"/>
          <ac:spMkLst>
            <pc:docMk/>
            <pc:sldMk cId="2763406037" sldId="2147483602"/>
            <ac:spMk id="3" creationId="{E6709604-28B9-D912-BE24-994F4B559400}"/>
          </ac:spMkLst>
        </pc:spChg>
        <pc:spChg chg="mod">
          <ac:chgData name="Domingues, Alexandre" userId="70797ed6-b890-4308-92c0-1bf19a916944" providerId="ADAL" clId="{20B45610-0241-4870-98C3-95D1BA53618F}" dt="2026-09-22T21:07:17.298" v="13148" actId="1036"/>
          <ac:spMkLst>
            <pc:docMk/>
            <pc:sldMk cId="2763406037" sldId="2147483602"/>
            <ac:spMk id="20" creationId="{DB88A3E1-08B4-B2DD-88DD-A1C456C5AA44}"/>
          </ac:spMkLst>
        </pc:spChg>
        <pc:spChg chg="mod">
          <ac:chgData name="Domingues, Alexandre" userId="70797ed6-b890-4308-92c0-1bf19a916944" providerId="ADAL" clId="{20B45610-0241-4870-98C3-95D1BA53618F}" dt="2026-09-22T21:07:17.298" v="13148" actId="1036"/>
          <ac:spMkLst>
            <pc:docMk/>
            <pc:sldMk cId="2763406037" sldId="2147483602"/>
            <ac:spMk id="22" creationId="{C1BC1434-72B2-61D5-2679-9A50213779CB}"/>
          </ac:spMkLst>
        </pc:spChg>
        <pc:spChg chg="mod">
          <ac:chgData name="Domingues, Alexandre" userId="70797ed6-b890-4308-92c0-1bf19a916944" providerId="ADAL" clId="{20B45610-0241-4870-98C3-95D1BA53618F}" dt="2026-09-22T21:07:17.298" v="13148" actId="1036"/>
          <ac:spMkLst>
            <pc:docMk/>
            <pc:sldMk cId="2763406037" sldId="2147483602"/>
            <ac:spMk id="24" creationId="{A3A4D0BD-FCD9-2212-FF25-20A3DF15F1A3}"/>
          </ac:spMkLst>
        </pc:spChg>
        <pc:spChg chg="mod">
          <ac:chgData name="Domingues, Alexandre" userId="70797ed6-b890-4308-92c0-1bf19a916944" providerId="ADAL" clId="{20B45610-0241-4870-98C3-95D1BA53618F}" dt="2026-09-22T21:07:17.298" v="13148" actId="1036"/>
          <ac:spMkLst>
            <pc:docMk/>
            <pc:sldMk cId="2763406037" sldId="2147483602"/>
            <ac:spMk id="30" creationId="{C02FF01A-BAE1-C937-E8AE-FB275314CC4B}"/>
          </ac:spMkLst>
        </pc:spChg>
        <pc:spChg chg="mod">
          <ac:chgData name="Domingues, Alexandre" userId="70797ed6-b890-4308-92c0-1bf19a916944" providerId="ADAL" clId="{20B45610-0241-4870-98C3-95D1BA53618F}" dt="2026-09-22T21:07:17.298" v="13148" actId="1036"/>
          <ac:spMkLst>
            <pc:docMk/>
            <pc:sldMk cId="2763406037" sldId="2147483602"/>
            <ac:spMk id="34" creationId="{EC59B772-4212-C192-0F0D-69148C61925C}"/>
          </ac:spMkLst>
        </pc:spChg>
        <pc:spChg chg="mod">
          <ac:chgData name="Domingues, Alexandre" userId="70797ed6-b890-4308-92c0-1bf19a916944" providerId="ADAL" clId="{20B45610-0241-4870-98C3-95D1BA53618F}" dt="2026-09-22T21:07:17.298" v="13148" actId="1036"/>
          <ac:spMkLst>
            <pc:docMk/>
            <pc:sldMk cId="2763406037" sldId="2147483602"/>
            <ac:spMk id="46" creationId="{A9DFCD42-B361-BA7D-1BB0-9ADA3C0B5816}"/>
          </ac:spMkLst>
        </pc:spChg>
        <pc:spChg chg="mod">
          <ac:chgData name="Domingues, Alexandre" userId="70797ed6-b890-4308-92c0-1bf19a916944" providerId="ADAL" clId="{20B45610-0241-4870-98C3-95D1BA53618F}" dt="2026-09-22T21:07:17.298" v="13148" actId="1036"/>
          <ac:spMkLst>
            <pc:docMk/>
            <pc:sldMk cId="2763406037" sldId="2147483602"/>
            <ac:spMk id="49" creationId="{215D4116-6718-0FD2-EB93-848709F434ED}"/>
          </ac:spMkLst>
        </pc:spChg>
        <pc:spChg chg="mod">
          <ac:chgData name="Domingues, Alexandre" userId="70797ed6-b890-4308-92c0-1bf19a916944" providerId="ADAL" clId="{20B45610-0241-4870-98C3-95D1BA53618F}" dt="2026-09-22T21:07:17.298" v="13148" actId="1036"/>
          <ac:spMkLst>
            <pc:docMk/>
            <pc:sldMk cId="2763406037" sldId="2147483602"/>
            <ac:spMk id="63" creationId="{26FF3C0A-38AF-7FFE-A531-8B846D399A81}"/>
          </ac:spMkLst>
        </pc:spChg>
        <pc:spChg chg="mod">
          <ac:chgData name="Domingues, Alexandre" userId="70797ed6-b890-4308-92c0-1bf19a916944" providerId="ADAL" clId="{20B45610-0241-4870-98C3-95D1BA53618F}" dt="2026-09-22T21:07:17.298" v="13148" actId="1036"/>
          <ac:spMkLst>
            <pc:docMk/>
            <pc:sldMk cId="2763406037" sldId="2147483602"/>
            <ac:spMk id="67" creationId="{048F2895-9297-2301-D2E9-90EAE17974AF}"/>
          </ac:spMkLst>
        </pc:spChg>
        <pc:spChg chg="mod">
          <ac:chgData name="Domingues, Alexandre" userId="70797ed6-b890-4308-92c0-1bf19a916944" providerId="ADAL" clId="{20B45610-0241-4870-98C3-95D1BA53618F}" dt="2026-09-22T21:07:17.298" v="13148" actId="1036"/>
          <ac:spMkLst>
            <pc:docMk/>
            <pc:sldMk cId="2763406037" sldId="2147483602"/>
            <ac:spMk id="156" creationId="{C1D7FE19-C975-8B97-FEC9-008A61D915B3}"/>
          </ac:spMkLst>
        </pc:spChg>
        <pc:graphicFrameChg chg="mod modGraphic">
          <ac:chgData name="Domingues, Alexandre" userId="70797ed6-b890-4308-92c0-1bf19a916944" providerId="ADAL" clId="{20B45610-0241-4870-98C3-95D1BA53618F}" dt="2026-09-23T12:40:34.489" v="13922" actId="20577"/>
          <ac:graphicFrameMkLst>
            <pc:docMk/>
            <pc:sldMk cId="2763406037" sldId="2147483602"/>
            <ac:graphicFrameMk id="7" creationId="{B50CDA9A-929C-AA23-F862-FBEA71632D42}"/>
          </ac:graphicFrameMkLst>
        </pc:graphicFrameChg>
      </pc:sldChg>
      <pc:sldChg chg="delSp modSp mod">
        <pc:chgData name="Domingues, Alexandre" userId="70797ed6-b890-4308-92c0-1bf19a916944" providerId="ADAL" clId="{20B45610-0241-4870-98C3-95D1BA53618F}" dt="2026-09-16T02:03:04.184" v="11074" actId="478"/>
        <pc:sldMkLst>
          <pc:docMk/>
          <pc:sldMk cId="2337897876" sldId="2147483604"/>
        </pc:sldMkLst>
        <pc:spChg chg="mod">
          <ac:chgData name="Domingues, Alexandre" userId="70797ed6-b890-4308-92c0-1bf19a916944" providerId="ADAL" clId="{20B45610-0241-4870-98C3-95D1BA53618F}" dt="2026-09-16T02:02:35.149" v="11073" actId="14100"/>
          <ac:spMkLst>
            <pc:docMk/>
            <pc:sldMk cId="2337897876" sldId="2147483604"/>
            <ac:spMk id="4" creationId="{521F1436-7FBE-3A5A-7AEE-51C9AFBBF219}"/>
          </ac:spMkLst>
        </pc:spChg>
        <pc:spChg chg="mod">
          <ac:chgData name="Domingues, Alexandre" userId="70797ed6-b890-4308-92c0-1bf19a916944" providerId="ADAL" clId="{20B45610-0241-4870-98C3-95D1BA53618F}" dt="2026-09-16T02:00:41.171" v="11072" actId="14100"/>
          <ac:spMkLst>
            <pc:docMk/>
            <pc:sldMk cId="2337897876" sldId="2147483604"/>
            <ac:spMk id="8" creationId="{5A1200DF-1518-27B6-7445-4A52214936DE}"/>
          </ac:spMkLst>
        </pc:spChg>
      </pc:sldChg>
      <pc:sldChg chg="add">
        <pc:chgData name="Domingues, Alexandre" userId="70797ed6-b890-4308-92c0-1bf19a916944" providerId="ADAL" clId="{20B45610-0241-4870-98C3-95D1BA53618F}" dt="2026-09-02T01:45:30.740" v="7409"/>
        <pc:sldMkLst>
          <pc:docMk/>
          <pc:sldMk cId="4108677385" sldId="2147483613"/>
        </pc:sldMkLst>
      </pc:sldChg>
    </pc:docChg>
  </pc:docChgLst>
  <pc:docChgLst>
    <pc:chgData name="Silva, Laryssa" userId="3cc2f722-5d67-4fec-8282-f9461994e014" providerId="ADAL" clId="{0A30510C-07FF-4851-B00D-EFE8943FBB35}"/>
    <pc:docChg chg="undo custSel modSld">
      <pc:chgData name="Silva, Laryssa" userId="3cc2f722-5d67-4fec-8282-f9461994e014" providerId="ADAL" clId="{0A30510C-07FF-4851-B00D-EFE8943FBB35}" dt="2026-09-01T22:47:34.542" v="3083" actId="207"/>
      <pc:docMkLst>
        <pc:docMk/>
      </pc:docMkLst>
      <pc:sldChg chg="addSp delSp modSp mod modClrScheme chgLayout">
        <pc:chgData name="Silva, Laryssa" userId="3cc2f722-5d67-4fec-8282-f9461994e014" providerId="ADAL" clId="{0A30510C-07FF-4851-B00D-EFE8943FBB35}" dt="2026-09-01T22:47:34.542" v="3083" actId="207"/>
        <pc:sldMkLst>
          <pc:docMk/>
          <pc:sldMk cId="2896194274" sldId="297"/>
        </pc:sldMkLst>
        <pc:spChg chg="add mod">
          <ac:chgData name="Silva, Laryssa" userId="3cc2f722-5d67-4fec-8282-f9461994e014" providerId="ADAL" clId="{0A30510C-07FF-4851-B00D-EFE8943FBB35}" dt="2026-09-01T22:47:34.542" v="3083" actId="207"/>
          <ac:spMkLst>
            <pc:docMk/>
            <pc:sldMk cId="2896194274" sldId="297"/>
            <ac:spMk id="4" creationId="{7CD7B022-06A7-3266-9855-086E0264FC11}"/>
          </ac:spMkLst>
        </pc:spChg>
        <pc:spChg chg="mod">
          <ac:chgData name="Silva, Laryssa" userId="3cc2f722-5d67-4fec-8282-f9461994e014" providerId="ADAL" clId="{0A30510C-07FF-4851-B00D-EFE8943FBB35}" dt="2026-09-01T22:39:37.565" v="2609" actId="6549"/>
          <ac:spMkLst>
            <pc:docMk/>
            <pc:sldMk cId="2896194274" sldId="297"/>
            <ac:spMk id="5" creationId="{254A0F9A-3CCD-4900-224A-A2D145B3E2C9}"/>
          </ac:spMkLst>
        </pc:spChg>
        <pc:spChg chg="add mod ord">
          <ac:chgData name="Silva, Laryssa" userId="3cc2f722-5d67-4fec-8282-f9461994e014" providerId="ADAL" clId="{0A30510C-07FF-4851-B00D-EFE8943FBB35}" dt="2026-09-01T22:41:48.425" v="2662" actId="20577"/>
          <ac:spMkLst>
            <pc:docMk/>
            <pc:sldMk cId="2896194274" sldId="297"/>
            <ac:spMk id="8" creationId="{A53DE410-8AD4-AF58-B489-4962C00E3AC9}"/>
          </ac:spMkLst>
        </pc:spChg>
        <pc:spChg chg="add mod ord">
          <ac:chgData name="Silva, Laryssa" userId="3cc2f722-5d67-4fec-8282-f9461994e014" providerId="ADAL" clId="{0A30510C-07FF-4851-B00D-EFE8943FBB35}" dt="2026-09-01T22:42:28.032" v="2866" actId="20577"/>
          <ac:spMkLst>
            <pc:docMk/>
            <pc:sldMk cId="2896194274" sldId="297"/>
            <ac:spMk id="9" creationId="{B86A40B9-2083-88CB-4D60-553C815BF8B0}"/>
          </ac:spMkLst>
        </pc:spChg>
        <pc:spChg chg="mod ord">
          <ac:chgData name="Silva, Laryssa" userId="3cc2f722-5d67-4fec-8282-f9461994e014" providerId="ADAL" clId="{0A30510C-07FF-4851-B00D-EFE8943FBB35}" dt="2026-09-01T22:39:23.986" v="2606" actId="21"/>
          <ac:spMkLst>
            <pc:docMk/>
            <pc:sldMk cId="2896194274" sldId="297"/>
            <ac:spMk id="12" creationId="{67F113A4-5D2E-AFD8-7D0E-4F742ACA6B2F}"/>
          </ac:spMkLst>
        </pc:spChg>
        <pc:graphicFrameChg chg="add mod modGraphic">
          <ac:chgData name="Silva, Laryssa" userId="3cc2f722-5d67-4fec-8282-f9461994e014" providerId="ADAL" clId="{0A30510C-07FF-4851-B00D-EFE8943FBB35}" dt="2026-09-01T22:46:12.489" v="3079" actId="20577"/>
          <ac:graphicFrameMkLst>
            <pc:docMk/>
            <pc:sldMk cId="2896194274" sldId="297"/>
            <ac:graphicFrameMk id="2" creationId="{3867E34A-7D68-78E3-C302-9B0CEAEF8E7B}"/>
          </ac:graphicFrameMkLst>
        </pc:graphicFrameChg>
        <pc:graphicFrameChg chg="add mod modGraphic">
          <ac:chgData name="Silva, Laryssa" userId="3cc2f722-5d67-4fec-8282-f9461994e014" providerId="ADAL" clId="{0A30510C-07FF-4851-B00D-EFE8943FBB35}" dt="2026-09-01T22:41:14.492" v="2644" actId="1038"/>
          <ac:graphicFrameMkLst>
            <pc:docMk/>
            <pc:sldMk cId="2896194274" sldId="297"/>
            <ac:graphicFrameMk id="3" creationId="{3C6BA6AA-C945-A718-DCA4-C867F992F46C}"/>
          </ac:graphicFrameMkLst>
        </pc:graphicFrameChg>
      </pc:sldChg>
    </pc:docChg>
  </pc:docChgLst>
  <pc:docChgLst>
    <pc:chgData name="Godeia, Ana" userId="7ba14efd-21d1-4f88-a212-2d3cd7876216" providerId="ADAL" clId="{121BB17F-659B-4BED-B793-6C181CF7F89D}"/>
    <pc:docChg chg="undo custSel addSld delSld modSld sldOrd delMainMaster modMainMaster addSection delSection modSection">
      <pc:chgData name="Godeia, Ana" userId="7ba14efd-21d1-4f88-a212-2d3cd7876216" providerId="ADAL" clId="{121BB17F-659B-4BED-B793-6C181CF7F89D}" dt="2026-09-30T12:20:44.918" v="14057" actId="20577"/>
      <pc:docMkLst>
        <pc:docMk/>
      </pc:docMkLst>
      <pc:sldChg chg="mod modShow">
        <pc:chgData name="Godeia, Ana" userId="7ba14efd-21d1-4f88-a212-2d3cd7876216" providerId="ADAL" clId="{121BB17F-659B-4BED-B793-6C181CF7F89D}" dt="2026-09-04T16:59:16.896" v="12200" actId="729"/>
        <pc:sldMkLst>
          <pc:docMk/>
          <pc:sldMk cId="1125146426" sldId="283"/>
        </pc:sldMkLst>
      </pc:sldChg>
      <pc:sldChg chg="mod modShow">
        <pc:chgData name="Godeia, Ana" userId="7ba14efd-21d1-4f88-a212-2d3cd7876216" providerId="ADAL" clId="{121BB17F-659B-4BED-B793-6C181CF7F89D}" dt="2026-09-04T16:59:16.896" v="12200" actId="729"/>
        <pc:sldMkLst>
          <pc:docMk/>
          <pc:sldMk cId="1736380142" sldId="287"/>
        </pc:sldMkLst>
      </pc:sldChg>
      <pc:sldChg chg="mod modShow">
        <pc:chgData name="Godeia, Ana" userId="7ba14efd-21d1-4f88-a212-2d3cd7876216" providerId="ADAL" clId="{121BB17F-659B-4BED-B793-6C181CF7F89D}" dt="2026-09-09T12:37:22.262" v="12213" actId="729"/>
        <pc:sldMkLst>
          <pc:docMk/>
          <pc:sldMk cId="2577452831" sldId="288"/>
        </pc:sldMkLst>
      </pc:sldChg>
      <pc:sldChg chg="mod modShow">
        <pc:chgData name="Godeia, Ana" userId="7ba14efd-21d1-4f88-a212-2d3cd7876216" providerId="ADAL" clId="{121BB17F-659B-4BED-B793-6C181CF7F89D}" dt="2026-09-04T16:59:16.896" v="12200" actId="729"/>
        <pc:sldMkLst>
          <pc:docMk/>
          <pc:sldMk cId="3264627417" sldId="289"/>
        </pc:sldMkLst>
      </pc:sldChg>
      <pc:sldChg chg="mod modShow">
        <pc:chgData name="Godeia, Ana" userId="7ba14efd-21d1-4f88-a212-2d3cd7876216" providerId="ADAL" clId="{121BB17F-659B-4BED-B793-6C181CF7F89D}" dt="2026-09-04T16:59:16.896" v="12200" actId="729"/>
        <pc:sldMkLst>
          <pc:docMk/>
          <pc:sldMk cId="2511651151" sldId="290"/>
        </pc:sldMkLst>
      </pc:sldChg>
      <pc:sldChg chg="mod modShow">
        <pc:chgData name="Godeia, Ana" userId="7ba14efd-21d1-4f88-a212-2d3cd7876216" providerId="ADAL" clId="{121BB17F-659B-4BED-B793-6C181CF7F89D}" dt="2026-09-04T16:59:16.896" v="12200" actId="729"/>
        <pc:sldMkLst>
          <pc:docMk/>
          <pc:sldMk cId="3214961164" sldId="291"/>
        </pc:sldMkLst>
      </pc:sldChg>
      <pc:sldChg chg="mod modShow">
        <pc:chgData name="Godeia, Ana" userId="7ba14efd-21d1-4f88-a212-2d3cd7876216" providerId="ADAL" clId="{121BB17F-659B-4BED-B793-6C181CF7F89D}" dt="2026-09-04T16:59:16.896" v="12200" actId="729"/>
        <pc:sldMkLst>
          <pc:docMk/>
          <pc:sldMk cId="675924073" sldId="292"/>
        </pc:sldMkLst>
      </pc:sldChg>
      <pc:sldChg chg="mod modShow">
        <pc:chgData name="Godeia, Ana" userId="7ba14efd-21d1-4f88-a212-2d3cd7876216" providerId="ADAL" clId="{121BB17F-659B-4BED-B793-6C181CF7F89D}" dt="2026-09-09T12:37:22.262" v="12213" actId="729"/>
        <pc:sldMkLst>
          <pc:docMk/>
          <pc:sldMk cId="1295907837" sldId="294"/>
        </pc:sldMkLst>
      </pc:sldChg>
      <pc:sldChg chg="mod modShow">
        <pc:chgData name="Godeia, Ana" userId="7ba14efd-21d1-4f88-a212-2d3cd7876216" providerId="ADAL" clId="{121BB17F-659B-4BED-B793-6C181CF7F89D}" dt="2026-09-09T12:37:22.262" v="12213" actId="729"/>
        <pc:sldMkLst>
          <pc:docMk/>
          <pc:sldMk cId="2241125037" sldId="295"/>
        </pc:sldMkLst>
      </pc:sldChg>
      <pc:sldChg chg="mod modShow">
        <pc:chgData name="Godeia, Ana" userId="7ba14efd-21d1-4f88-a212-2d3cd7876216" providerId="ADAL" clId="{121BB17F-659B-4BED-B793-6C181CF7F89D}" dt="2026-09-09T12:37:22.262" v="12213" actId="729"/>
        <pc:sldMkLst>
          <pc:docMk/>
          <pc:sldMk cId="2292911879" sldId="296"/>
        </pc:sldMkLst>
      </pc:sldChg>
      <pc:sldChg chg="modSp mod modShow">
        <pc:chgData name="Godeia, Ana" userId="7ba14efd-21d1-4f88-a212-2d3cd7876216" providerId="ADAL" clId="{121BB17F-659B-4BED-B793-6C181CF7F89D}" dt="2026-09-10T18:55:28.571" v="12222" actId="729"/>
        <pc:sldMkLst>
          <pc:docMk/>
          <pc:sldMk cId="2896194274" sldId="297"/>
        </pc:sldMkLst>
        <pc:spChg chg="mod">
          <ac:chgData name="Godeia, Ana" userId="7ba14efd-21d1-4f88-a212-2d3cd7876216" providerId="ADAL" clId="{121BB17F-659B-4BED-B793-6C181CF7F89D}" dt="2026-09-10T18:17:29.305" v="12221" actId="1076"/>
          <ac:spMkLst>
            <pc:docMk/>
            <pc:sldMk cId="2896194274" sldId="297"/>
            <ac:spMk id="4" creationId="{7CD7B022-06A7-3266-9855-086E0264FC11}"/>
          </ac:spMkLst>
        </pc:spChg>
        <pc:graphicFrameChg chg="mod modGraphic">
          <ac:chgData name="Godeia, Ana" userId="7ba14efd-21d1-4f88-a212-2d3cd7876216" providerId="ADAL" clId="{121BB17F-659B-4BED-B793-6C181CF7F89D}" dt="2026-09-02T12:33:58.198" v="12199"/>
          <ac:graphicFrameMkLst>
            <pc:docMk/>
            <pc:sldMk cId="2896194274" sldId="297"/>
            <ac:graphicFrameMk id="2" creationId="{3867E34A-7D68-78E3-C302-9B0CEAEF8E7B}"/>
          </ac:graphicFrameMkLst>
        </pc:graphicFrameChg>
        <pc:graphicFrameChg chg="mod modGraphic">
          <ac:chgData name="Godeia, Ana" userId="7ba14efd-21d1-4f88-a212-2d3cd7876216" providerId="ADAL" clId="{121BB17F-659B-4BED-B793-6C181CF7F89D}" dt="2026-09-10T18:17:29.305" v="12221" actId="1076"/>
          <ac:graphicFrameMkLst>
            <pc:docMk/>
            <pc:sldMk cId="2896194274" sldId="297"/>
            <ac:graphicFrameMk id="3" creationId="{3C6BA6AA-C945-A718-DCA4-C867F992F46C}"/>
          </ac:graphicFrameMkLst>
        </pc:graphicFrameChg>
      </pc:sldChg>
      <pc:sldChg chg="add mod modShow">
        <pc:chgData name="Godeia, Ana" userId="7ba14efd-21d1-4f88-a212-2d3cd7876216" providerId="ADAL" clId="{121BB17F-659B-4BED-B793-6C181CF7F89D}" dt="2026-09-09T12:37:22.262" v="12213" actId="729"/>
        <pc:sldMkLst>
          <pc:docMk/>
          <pc:sldMk cId="3349680532" sldId="298"/>
        </pc:sldMkLst>
      </pc:sldChg>
      <pc:sldChg chg="mod modShow">
        <pc:chgData name="Godeia, Ana" userId="7ba14efd-21d1-4f88-a212-2d3cd7876216" providerId="ADAL" clId="{121BB17F-659B-4BED-B793-6C181CF7F89D}" dt="2026-09-16T19:14:21.012" v="13796" actId="729"/>
        <pc:sldMkLst>
          <pc:docMk/>
          <pc:sldMk cId="243612985" sldId="299"/>
        </pc:sldMkLst>
      </pc:sldChg>
      <pc:sldChg chg="modSp mod modShow modNotesTx">
        <pc:chgData name="Godeia, Ana" userId="7ba14efd-21d1-4f88-a212-2d3cd7876216" providerId="ADAL" clId="{121BB17F-659B-4BED-B793-6C181CF7F89D}" dt="2026-09-16T19:14:15.965" v="13795" actId="729"/>
        <pc:sldMkLst>
          <pc:docMk/>
          <pc:sldMk cId="1948448099" sldId="301"/>
        </pc:sldMkLst>
        <pc:graphicFrameChg chg="modGraphic">
          <ac:chgData name="Godeia, Ana" userId="7ba14efd-21d1-4f88-a212-2d3cd7876216" providerId="ADAL" clId="{121BB17F-659B-4BED-B793-6C181CF7F89D}" dt="2026-09-11T19:18:33.063" v="12224" actId="14734"/>
          <ac:graphicFrameMkLst>
            <pc:docMk/>
            <pc:sldMk cId="1948448099" sldId="301"/>
            <ac:graphicFrameMk id="13" creationId="{7B9094FA-825F-0AA8-30CB-BAECF4AE39F3}"/>
          </ac:graphicFrameMkLst>
        </pc:graphicFrameChg>
      </pc:sldChg>
      <pc:sldChg chg="modSp mod modShow">
        <pc:chgData name="Godeia, Ana" userId="7ba14efd-21d1-4f88-a212-2d3cd7876216" providerId="ADAL" clId="{121BB17F-659B-4BED-B793-6C181CF7F89D}" dt="2026-09-16T19:14:15.965" v="13795" actId="729"/>
        <pc:sldMkLst>
          <pc:docMk/>
          <pc:sldMk cId="3097088745" sldId="302"/>
        </pc:sldMkLst>
        <pc:graphicFrameChg chg="modGraphic">
          <ac:chgData name="Godeia, Ana" userId="7ba14efd-21d1-4f88-a212-2d3cd7876216" providerId="ADAL" clId="{121BB17F-659B-4BED-B793-6C181CF7F89D}" dt="2026-09-09T12:27:23.069" v="12212" actId="20577"/>
          <ac:graphicFrameMkLst>
            <pc:docMk/>
            <pc:sldMk cId="3097088745" sldId="302"/>
            <ac:graphicFrameMk id="15" creationId="{2D179883-4EAF-606D-9E2F-5EE733B9E244}"/>
          </ac:graphicFrameMkLst>
        </pc:graphicFrameChg>
      </pc:sldChg>
      <pc:sldChg chg="modSp add mod modShow">
        <pc:chgData name="Godeia, Ana" userId="7ba14efd-21d1-4f88-a212-2d3cd7876216" providerId="ADAL" clId="{121BB17F-659B-4BED-B793-6C181CF7F89D}" dt="2026-09-22T20:53:00.275" v="13852" actId="729"/>
        <pc:sldMkLst>
          <pc:docMk/>
          <pc:sldMk cId="268263486" sldId="303"/>
        </pc:sldMkLst>
        <pc:spChg chg="mod">
          <ac:chgData name="Godeia, Ana" userId="7ba14efd-21d1-4f88-a212-2d3cd7876216" providerId="ADAL" clId="{121BB17F-659B-4BED-B793-6C181CF7F89D}" dt="2026-09-14T19:35:47.908" v="12236" actId="20577"/>
          <ac:spMkLst>
            <pc:docMk/>
            <pc:sldMk cId="268263486" sldId="303"/>
            <ac:spMk id="5" creationId="{EE68784D-648F-6CB2-C693-C077E7F6B920}"/>
          </ac:spMkLst>
        </pc:spChg>
      </pc:sldChg>
      <pc:sldChg chg="add">
        <pc:chgData name="Godeia, Ana" userId="7ba14efd-21d1-4f88-a212-2d3cd7876216" providerId="ADAL" clId="{121BB17F-659B-4BED-B793-6C181CF7F89D}" dt="2026-09-14T19:35:43.718" v="12232"/>
        <pc:sldMkLst>
          <pc:docMk/>
          <pc:sldMk cId="1567059062" sldId="304"/>
        </pc:sldMkLst>
      </pc:sldChg>
      <pc:sldChg chg="modSp mod modShow">
        <pc:chgData name="Godeia, Ana" userId="7ba14efd-21d1-4f88-a212-2d3cd7876216" providerId="ADAL" clId="{121BB17F-659B-4BED-B793-6C181CF7F89D}" dt="2026-09-16T19:14:15.965" v="13795" actId="729"/>
        <pc:sldMkLst>
          <pc:docMk/>
          <pc:sldMk cId="1531285489" sldId="305"/>
        </pc:sldMkLst>
        <pc:graphicFrameChg chg="modGraphic">
          <ac:chgData name="Godeia, Ana" userId="7ba14efd-21d1-4f88-a212-2d3cd7876216" providerId="ADAL" clId="{121BB17F-659B-4BED-B793-6C181CF7F89D}" dt="2026-09-09T20:10:34.427" v="12218" actId="5793"/>
          <ac:graphicFrameMkLst>
            <pc:docMk/>
            <pc:sldMk cId="1531285489" sldId="305"/>
            <ac:graphicFrameMk id="4" creationId="{10A30638-A44A-919A-2D51-5B23061E8EF9}"/>
          </ac:graphicFrameMkLst>
        </pc:graphicFrameChg>
      </pc:sldChg>
      <pc:sldChg chg="mod modShow">
        <pc:chgData name="Godeia, Ana" userId="7ba14efd-21d1-4f88-a212-2d3cd7876216" providerId="ADAL" clId="{121BB17F-659B-4BED-B793-6C181CF7F89D}" dt="2026-09-16T19:14:15.965" v="13795" actId="729"/>
        <pc:sldMkLst>
          <pc:docMk/>
          <pc:sldMk cId="1508656592" sldId="306"/>
        </pc:sldMkLst>
      </pc:sldChg>
      <pc:sldChg chg="add mod modShow">
        <pc:chgData name="Godeia, Ana" userId="7ba14efd-21d1-4f88-a212-2d3cd7876216" providerId="ADAL" clId="{121BB17F-659B-4BED-B793-6C181CF7F89D}" dt="2026-09-22T20:53:00.275" v="13852" actId="729"/>
        <pc:sldMkLst>
          <pc:docMk/>
          <pc:sldMk cId="3031212854" sldId="307"/>
        </pc:sldMkLst>
      </pc:sldChg>
      <pc:sldChg chg="modSp add mod modShow">
        <pc:chgData name="Godeia, Ana" userId="7ba14efd-21d1-4f88-a212-2d3cd7876216" providerId="ADAL" clId="{121BB17F-659B-4BED-B793-6C181CF7F89D}" dt="2026-09-29T14:46:48.015" v="13910" actId="729"/>
        <pc:sldMkLst>
          <pc:docMk/>
          <pc:sldMk cId="362378035" sldId="308"/>
        </pc:sldMkLst>
        <pc:spChg chg="mod">
          <ac:chgData name="Godeia, Ana" userId="7ba14efd-21d1-4f88-a212-2d3cd7876216" providerId="ADAL" clId="{121BB17F-659B-4BED-B793-6C181CF7F89D}" dt="2026-09-22T20:53:34.789" v="13869" actId="14100"/>
          <ac:spMkLst>
            <pc:docMk/>
            <pc:sldMk cId="362378035" sldId="308"/>
            <ac:spMk id="53" creationId="{9D2B2D62-45BD-620F-1858-D9F358D93987}"/>
          </ac:spMkLst>
        </pc:spChg>
      </pc:sldChg>
      <pc:sldChg chg="add mod modShow">
        <pc:chgData name="Godeia, Ana" userId="7ba14efd-21d1-4f88-a212-2d3cd7876216" providerId="ADAL" clId="{121BB17F-659B-4BED-B793-6C181CF7F89D}" dt="2026-09-22T20:53:00.275" v="13852" actId="729"/>
        <pc:sldMkLst>
          <pc:docMk/>
          <pc:sldMk cId="1325784182" sldId="309"/>
        </pc:sldMkLst>
      </pc:sldChg>
      <pc:sldChg chg="add mod modShow">
        <pc:chgData name="Godeia, Ana" userId="7ba14efd-21d1-4f88-a212-2d3cd7876216" providerId="ADAL" clId="{121BB17F-659B-4BED-B793-6C181CF7F89D}" dt="2026-09-22T20:53:00.275" v="13852" actId="729"/>
        <pc:sldMkLst>
          <pc:docMk/>
          <pc:sldMk cId="2735239833" sldId="310"/>
        </pc:sldMkLst>
      </pc:sldChg>
      <pc:sldChg chg="mod modShow">
        <pc:chgData name="Godeia, Ana" userId="7ba14efd-21d1-4f88-a212-2d3cd7876216" providerId="ADAL" clId="{121BB17F-659B-4BED-B793-6C181CF7F89D}" dt="2026-09-29T14:46:48.015" v="13910" actId="729"/>
        <pc:sldMkLst>
          <pc:docMk/>
          <pc:sldMk cId="3262377404" sldId="311"/>
        </pc:sldMkLst>
      </pc:sldChg>
      <pc:sldChg chg="addSp delSp modSp add mod ord modShow modNotesTx">
        <pc:chgData name="Godeia, Ana" userId="7ba14efd-21d1-4f88-a212-2d3cd7876216" providerId="ADAL" clId="{121BB17F-659B-4BED-B793-6C181CF7F89D}" dt="2026-09-22T20:53:00.275" v="13852" actId="729"/>
        <pc:sldMkLst>
          <pc:docMk/>
          <pc:sldMk cId="1939659062" sldId="312"/>
        </pc:sldMkLst>
        <pc:spChg chg="add mod">
          <ac:chgData name="Godeia, Ana" userId="7ba14efd-21d1-4f88-a212-2d3cd7876216" providerId="ADAL" clId="{121BB17F-659B-4BED-B793-6C181CF7F89D}" dt="2026-09-14T21:38:42.126" v="12528" actId="208"/>
          <ac:spMkLst>
            <pc:docMk/>
            <pc:sldMk cId="1939659062" sldId="312"/>
            <ac:spMk id="7" creationId="{AC411698-FDF4-7D66-7B75-E7A4E6DA0D9C}"/>
          </ac:spMkLst>
        </pc:spChg>
        <pc:spChg chg="mod">
          <ac:chgData name="Godeia, Ana" userId="7ba14efd-21d1-4f88-a212-2d3cd7876216" providerId="ADAL" clId="{121BB17F-659B-4BED-B793-6C181CF7F89D}" dt="2026-09-14T21:33:38.152" v="12466" actId="11530"/>
          <ac:spMkLst>
            <pc:docMk/>
            <pc:sldMk cId="1939659062" sldId="312"/>
            <ac:spMk id="34" creationId="{A8505020-300D-8AE1-6B32-120A6A69D2EA}"/>
          </ac:spMkLst>
        </pc:spChg>
        <pc:spChg chg="mod">
          <ac:chgData name="Godeia, Ana" userId="7ba14efd-21d1-4f88-a212-2d3cd7876216" providerId="ADAL" clId="{121BB17F-659B-4BED-B793-6C181CF7F89D}" dt="2026-09-14T21:33:38.152" v="12466" actId="11530"/>
          <ac:spMkLst>
            <pc:docMk/>
            <pc:sldMk cId="1939659062" sldId="312"/>
            <ac:spMk id="60" creationId="{3A01B7A4-AB44-C7E4-D3A2-18CBB7803C06}"/>
          </ac:spMkLst>
        </pc:spChg>
        <pc:spChg chg="mod">
          <ac:chgData name="Godeia, Ana" userId="7ba14efd-21d1-4f88-a212-2d3cd7876216" providerId="ADAL" clId="{121BB17F-659B-4BED-B793-6C181CF7F89D}" dt="2026-09-14T21:40:27.534" v="12581" actId="208"/>
          <ac:spMkLst>
            <pc:docMk/>
            <pc:sldMk cId="1939659062" sldId="312"/>
            <ac:spMk id="77" creationId="{D5269A7B-F24F-7EEB-711E-4B3A7CCE2FA5}"/>
          </ac:spMkLst>
        </pc:spChg>
        <pc:spChg chg="add mod">
          <ac:chgData name="Godeia, Ana" userId="7ba14efd-21d1-4f88-a212-2d3cd7876216" providerId="ADAL" clId="{121BB17F-659B-4BED-B793-6C181CF7F89D}" dt="2026-09-14T21:32:59.727" v="12465" actId="1076"/>
          <ac:spMkLst>
            <pc:docMk/>
            <pc:sldMk cId="1939659062" sldId="312"/>
            <ac:spMk id="91" creationId="{BB029E86-0A60-3BCB-54E6-71625FCD13E6}"/>
          </ac:spMkLst>
        </pc:spChg>
        <pc:spChg chg="add">
          <ac:chgData name="Godeia, Ana" userId="7ba14efd-21d1-4f88-a212-2d3cd7876216" providerId="ADAL" clId="{121BB17F-659B-4BED-B793-6C181CF7F89D}" dt="2026-09-14T21:18:55.303" v="12352" actId="22"/>
          <ac:spMkLst>
            <pc:docMk/>
            <pc:sldMk cId="1939659062" sldId="312"/>
            <ac:spMk id="93" creationId="{D50ACD2D-8496-7764-31D1-41B6E6E2F2BF}"/>
          </ac:spMkLst>
        </pc:spChg>
        <pc:spChg chg="add mod">
          <ac:chgData name="Godeia, Ana" userId="7ba14efd-21d1-4f88-a212-2d3cd7876216" providerId="ADAL" clId="{121BB17F-659B-4BED-B793-6C181CF7F89D}" dt="2026-09-14T21:37:47.594" v="12523" actId="6549"/>
          <ac:spMkLst>
            <pc:docMk/>
            <pc:sldMk cId="1939659062" sldId="312"/>
            <ac:spMk id="95" creationId="{15455C54-9B74-FF5C-F2BA-B1004AAF48A8}"/>
          </ac:spMkLst>
        </pc:spChg>
        <pc:spChg chg="add mod">
          <ac:chgData name="Godeia, Ana" userId="7ba14efd-21d1-4f88-a212-2d3cd7876216" providerId="ADAL" clId="{121BB17F-659B-4BED-B793-6C181CF7F89D}" dt="2026-09-14T21:22:56.133" v="12393" actId="1076"/>
          <ac:spMkLst>
            <pc:docMk/>
            <pc:sldMk cId="1939659062" sldId="312"/>
            <ac:spMk id="97" creationId="{B524A068-9E63-225E-59B2-B96501930EF6}"/>
          </ac:spMkLst>
        </pc:spChg>
        <pc:spChg chg="mod">
          <ac:chgData name="Godeia, Ana" userId="7ba14efd-21d1-4f88-a212-2d3cd7876216" providerId="ADAL" clId="{121BB17F-659B-4BED-B793-6C181CF7F89D}" dt="2026-09-14T21:39:15.831" v="12537" actId="207"/>
          <ac:spMkLst>
            <pc:docMk/>
            <pc:sldMk cId="1939659062" sldId="312"/>
            <ac:spMk id="114" creationId="{4A8E9EAE-CD38-F8A2-1B4A-1F4B8DCF469D}"/>
          </ac:spMkLst>
        </pc:spChg>
        <pc:spChg chg="add mod">
          <ac:chgData name="Godeia, Ana" userId="7ba14efd-21d1-4f88-a212-2d3cd7876216" providerId="ADAL" clId="{121BB17F-659B-4BED-B793-6C181CF7F89D}" dt="2026-09-14T21:39:09.669" v="12535" actId="207"/>
          <ac:spMkLst>
            <pc:docMk/>
            <pc:sldMk cId="1939659062" sldId="312"/>
            <ac:spMk id="116" creationId="{B35BD48A-A8F9-2D3E-6584-D7B3E1A4BB52}"/>
          </ac:spMkLst>
        </pc:spChg>
        <pc:spChg chg="add mod">
          <ac:chgData name="Godeia, Ana" userId="7ba14efd-21d1-4f88-a212-2d3cd7876216" providerId="ADAL" clId="{121BB17F-659B-4BED-B793-6C181CF7F89D}" dt="2026-09-14T21:39:14.251" v="12536" actId="1076"/>
          <ac:spMkLst>
            <pc:docMk/>
            <pc:sldMk cId="1939659062" sldId="312"/>
            <ac:spMk id="117" creationId="{E009742D-55AA-2C0C-2BC6-53BFEEA8D672}"/>
          </ac:spMkLst>
        </pc:spChg>
        <pc:spChg chg="mod">
          <ac:chgData name="Godeia, Ana" userId="7ba14efd-21d1-4f88-a212-2d3cd7876216" providerId="ADAL" clId="{121BB17F-659B-4BED-B793-6C181CF7F89D}" dt="2026-09-15T13:55:54.234" v="13493" actId="790"/>
          <ac:spMkLst>
            <pc:docMk/>
            <pc:sldMk cId="1939659062" sldId="312"/>
            <ac:spMk id="118" creationId="{2100CAD6-2EAF-61C3-9649-0184348389DC}"/>
          </ac:spMkLst>
        </pc:spChg>
        <pc:spChg chg="mod">
          <ac:chgData name="Godeia, Ana" userId="7ba14efd-21d1-4f88-a212-2d3cd7876216" providerId="ADAL" clId="{121BB17F-659B-4BED-B793-6C181CF7F89D}" dt="2026-09-15T13:55:45.621" v="13492" actId="20577"/>
          <ac:spMkLst>
            <pc:docMk/>
            <pc:sldMk cId="1939659062" sldId="312"/>
            <ac:spMk id="119" creationId="{ED17B06B-003A-EE70-E751-BE1349136EC6}"/>
          </ac:spMkLst>
        </pc:spChg>
        <pc:spChg chg="mod">
          <ac:chgData name="Godeia, Ana" userId="7ba14efd-21d1-4f88-a212-2d3cd7876216" providerId="ADAL" clId="{121BB17F-659B-4BED-B793-6C181CF7F89D}" dt="2026-09-14T21:40:54.645" v="12585" actId="207"/>
          <ac:spMkLst>
            <pc:docMk/>
            <pc:sldMk cId="1939659062" sldId="312"/>
            <ac:spMk id="120" creationId="{6431B271-91DA-908E-21F4-DB6AA06F56A2}"/>
          </ac:spMkLst>
        </pc:spChg>
        <pc:spChg chg="mod">
          <ac:chgData name="Godeia, Ana" userId="7ba14efd-21d1-4f88-a212-2d3cd7876216" providerId="ADAL" clId="{121BB17F-659B-4BED-B793-6C181CF7F89D}" dt="2026-09-14T21:21:30.850" v="12390" actId="2711"/>
          <ac:spMkLst>
            <pc:docMk/>
            <pc:sldMk cId="1939659062" sldId="312"/>
            <ac:spMk id="125" creationId="{E94DD7E8-4CDB-1D91-5289-07A9D5F62E00}"/>
          </ac:spMkLst>
        </pc:spChg>
        <pc:spChg chg="mod">
          <ac:chgData name="Godeia, Ana" userId="7ba14efd-21d1-4f88-a212-2d3cd7876216" providerId="ADAL" clId="{121BB17F-659B-4BED-B793-6C181CF7F89D}" dt="2026-09-14T21:40:54.645" v="12585" actId="207"/>
          <ac:spMkLst>
            <pc:docMk/>
            <pc:sldMk cId="1939659062" sldId="312"/>
            <ac:spMk id="126" creationId="{9876C8F2-717D-EE79-33D0-AE29209CFF0F}"/>
          </ac:spMkLst>
        </pc:spChg>
        <pc:spChg chg="mod">
          <ac:chgData name="Godeia, Ana" userId="7ba14efd-21d1-4f88-a212-2d3cd7876216" providerId="ADAL" clId="{121BB17F-659B-4BED-B793-6C181CF7F89D}" dt="2026-09-14T21:23:01.296" v="12394" actId="1076"/>
          <ac:spMkLst>
            <pc:docMk/>
            <pc:sldMk cId="1939659062" sldId="312"/>
            <ac:spMk id="128" creationId="{2EE4519B-6553-7785-9653-5E1792180C3C}"/>
          </ac:spMkLst>
        </pc:spChg>
        <pc:spChg chg="mod">
          <ac:chgData name="Godeia, Ana" userId="7ba14efd-21d1-4f88-a212-2d3cd7876216" providerId="ADAL" clId="{121BB17F-659B-4BED-B793-6C181CF7F89D}" dt="2026-09-14T21:23:01.296" v="12394" actId="1076"/>
          <ac:spMkLst>
            <pc:docMk/>
            <pc:sldMk cId="1939659062" sldId="312"/>
            <ac:spMk id="129" creationId="{D8432B95-A3DE-C032-5512-41E1294955E3}"/>
          </ac:spMkLst>
        </pc:spChg>
        <pc:spChg chg="add mod">
          <ac:chgData name="Godeia, Ana" userId="7ba14efd-21d1-4f88-a212-2d3cd7876216" providerId="ADAL" clId="{121BB17F-659B-4BED-B793-6C181CF7F89D}" dt="2026-09-14T21:36:11.288" v="12507" actId="1076"/>
          <ac:spMkLst>
            <pc:docMk/>
            <pc:sldMk cId="1939659062" sldId="312"/>
            <ac:spMk id="130" creationId="{D9DA3C10-E823-E6E4-D9C0-319D63EC20A8}"/>
          </ac:spMkLst>
        </pc:spChg>
        <pc:spChg chg="add mod">
          <ac:chgData name="Godeia, Ana" userId="7ba14efd-21d1-4f88-a212-2d3cd7876216" providerId="ADAL" clId="{121BB17F-659B-4BED-B793-6C181CF7F89D}" dt="2026-09-14T21:36:11.288" v="12507" actId="1076"/>
          <ac:spMkLst>
            <pc:docMk/>
            <pc:sldMk cId="1939659062" sldId="312"/>
            <ac:spMk id="131" creationId="{F530A9F7-E3A0-F5C7-50C6-BF5D5A019456}"/>
          </ac:spMkLst>
        </pc:spChg>
        <pc:spChg chg="add mod">
          <ac:chgData name="Godeia, Ana" userId="7ba14efd-21d1-4f88-a212-2d3cd7876216" providerId="ADAL" clId="{121BB17F-659B-4BED-B793-6C181CF7F89D}" dt="2026-09-14T21:36:11.288" v="12507" actId="1076"/>
          <ac:spMkLst>
            <pc:docMk/>
            <pc:sldMk cId="1939659062" sldId="312"/>
            <ac:spMk id="132" creationId="{4963B93A-55E7-13D2-778A-92BBD7D3D4F0}"/>
          </ac:spMkLst>
        </pc:spChg>
        <pc:spChg chg="mod">
          <ac:chgData name="Godeia, Ana" userId="7ba14efd-21d1-4f88-a212-2d3cd7876216" providerId="ADAL" clId="{121BB17F-659B-4BED-B793-6C181CF7F89D}" dt="2026-09-14T21:40:38.231" v="12583" actId="207"/>
          <ac:spMkLst>
            <pc:docMk/>
            <pc:sldMk cId="1939659062" sldId="312"/>
            <ac:spMk id="134" creationId="{FB3DDE2A-D7F9-5622-ED26-CE1BF1A1B57D}"/>
          </ac:spMkLst>
        </pc:spChg>
        <pc:spChg chg="mod">
          <ac:chgData name="Godeia, Ana" userId="7ba14efd-21d1-4f88-a212-2d3cd7876216" providerId="ADAL" clId="{121BB17F-659B-4BED-B793-6C181CF7F89D}" dt="2026-09-14T21:40:44.417" v="12584" actId="1076"/>
          <ac:spMkLst>
            <pc:docMk/>
            <pc:sldMk cId="1939659062" sldId="312"/>
            <ac:spMk id="135" creationId="{973D158A-F6DE-83CA-C6DA-A4C7AC51CC32}"/>
          </ac:spMkLst>
        </pc:spChg>
        <pc:spChg chg="add mod">
          <ac:chgData name="Godeia, Ana" userId="7ba14efd-21d1-4f88-a212-2d3cd7876216" providerId="ADAL" clId="{121BB17F-659B-4BED-B793-6C181CF7F89D}" dt="2026-09-15T13:56:01.177" v="13494" actId="790"/>
          <ac:spMkLst>
            <pc:docMk/>
            <pc:sldMk cId="1939659062" sldId="312"/>
            <ac:spMk id="136" creationId="{1C100530-F24C-EA71-8746-7148478E2FC6}"/>
          </ac:spMkLst>
        </pc:spChg>
        <pc:spChg chg="mod">
          <ac:chgData name="Godeia, Ana" userId="7ba14efd-21d1-4f88-a212-2d3cd7876216" providerId="ADAL" clId="{121BB17F-659B-4BED-B793-6C181CF7F89D}" dt="2026-09-14T21:22:56.133" v="12393" actId="1076"/>
          <ac:spMkLst>
            <pc:docMk/>
            <pc:sldMk cId="1939659062" sldId="312"/>
            <ac:spMk id="137" creationId="{B737761A-CECF-7932-8ECE-AC5719EFE6DA}"/>
          </ac:spMkLst>
        </pc:spChg>
        <pc:spChg chg="add mod">
          <ac:chgData name="Godeia, Ana" userId="7ba14efd-21d1-4f88-a212-2d3cd7876216" providerId="ADAL" clId="{121BB17F-659B-4BED-B793-6C181CF7F89D}" dt="2026-09-15T13:54:15.857" v="13453" actId="1035"/>
          <ac:spMkLst>
            <pc:docMk/>
            <pc:sldMk cId="1939659062" sldId="312"/>
            <ac:spMk id="148" creationId="{013A0DF7-751D-74E2-1FC7-94D43D6C0AEF}"/>
          </ac:spMkLst>
        </pc:spChg>
        <pc:spChg chg="add mod">
          <ac:chgData name="Godeia, Ana" userId="7ba14efd-21d1-4f88-a212-2d3cd7876216" providerId="ADAL" clId="{121BB17F-659B-4BED-B793-6C181CF7F89D}" dt="2026-09-15T13:55:10.199" v="13480" actId="12"/>
          <ac:spMkLst>
            <pc:docMk/>
            <pc:sldMk cId="1939659062" sldId="312"/>
            <ac:spMk id="150" creationId="{12BCD289-75A5-351F-0028-DF04B05F289A}"/>
          </ac:spMkLst>
        </pc:spChg>
        <pc:spChg chg="add mod">
          <ac:chgData name="Godeia, Ana" userId="7ba14efd-21d1-4f88-a212-2d3cd7876216" providerId="ADAL" clId="{121BB17F-659B-4BED-B793-6C181CF7F89D}" dt="2026-09-15T13:55:10.199" v="13480" actId="12"/>
          <ac:spMkLst>
            <pc:docMk/>
            <pc:sldMk cId="1939659062" sldId="312"/>
            <ac:spMk id="152" creationId="{1FA6018B-77C8-2202-4586-63F8A52F9150}"/>
          </ac:spMkLst>
        </pc:spChg>
        <pc:spChg chg="add mod">
          <ac:chgData name="Godeia, Ana" userId="7ba14efd-21d1-4f88-a212-2d3cd7876216" providerId="ADAL" clId="{121BB17F-659B-4BED-B793-6C181CF7F89D}" dt="2026-09-15T14:10:41.055" v="13754" actId="20577"/>
          <ac:spMkLst>
            <pc:docMk/>
            <pc:sldMk cId="1939659062" sldId="312"/>
            <ac:spMk id="154" creationId="{BAE8D545-93F9-047A-8D0C-F94D8F7B670B}"/>
          </ac:spMkLst>
        </pc:spChg>
        <pc:spChg chg="add mod">
          <ac:chgData name="Godeia, Ana" userId="7ba14efd-21d1-4f88-a212-2d3cd7876216" providerId="ADAL" clId="{121BB17F-659B-4BED-B793-6C181CF7F89D}" dt="2026-09-14T21:25:08.915" v="12424" actId="1076"/>
          <ac:spMkLst>
            <pc:docMk/>
            <pc:sldMk cId="1939659062" sldId="312"/>
            <ac:spMk id="164" creationId="{52AA7267-D8A0-0DB3-518B-AAC22043452E}"/>
          </ac:spMkLst>
        </pc:spChg>
        <pc:spChg chg="add mod">
          <ac:chgData name="Godeia, Ana" userId="7ba14efd-21d1-4f88-a212-2d3cd7876216" providerId="ADAL" clId="{121BB17F-659B-4BED-B793-6C181CF7F89D}" dt="2026-09-14T21:41:46.175" v="12590" actId="207"/>
          <ac:spMkLst>
            <pc:docMk/>
            <pc:sldMk cId="1939659062" sldId="312"/>
            <ac:spMk id="166" creationId="{C4F44EF3-700D-F288-DE7D-18C96155FE7B}"/>
          </ac:spMkLst>
        </pc:spChg>
        <pc:spChg chg="add mod">
          <ac:chgData name="Godeia, Ana" userId="7ba14efd-21d1-4f88-a212-2d3cd7876216" providerId="ADAL" clId="{121BB17F-659B-4BED-B793-6C181CF7F89D}" dt="2026-09-15T13:56:16.599" v="13495" actId="14100"/>
          <ac:spMkLst>
            <pc:docMk/>
            <pc:sldMk cId="1939659062" sldId="312"/>
            <ac:spMk id="167" creationId="{2EFA49BF-27B6-B05A-7B75-3E9FFC04D554}"/>
          </ac:spMkLst>
        </pc:spChg>
        <pc:spChg chg="add mod">
          <ac:chgData name="Godeia, Ana" userId="7ba14efd-21d1-4f88-a212-2d3cd7876216" providerId="ADAL" clId="{121BB17F-659B-4BED-B793-6C181CF7F89D}" dt="2026-09-14T21:40:17.916" v="12580" actId="113"/>
          <ac:spMkLst>
            <pc:docMk/>
            <pc:sldMk cId="1939659062" sldId="312"/>
            <ac:spMk id="169" creationId="{90ED969F-47FA-2632-81ED-EA3758A14BFB}"/>
          </ac:spMkLst>
        </pc:spChg>
        <pc:picChg chg="add mod">
          <ac:chgData name="Godeia, Ana" userId="7ba14efd-21d1-4f88-a212-2d3cd7876216" providerId="ADAL" clId="{121BB17F-659B-4BED-B793-6C181CF7F89D}" dt="2026-09-14T21:23:04.759" v="12395" actId="1076"/>
          <ac:picMkLst>
            <pc:docMk/>
            <pc:sldMk cId="1939659062" sldId="312"/>
            <ac:picMk id="140" creationId="{967FCBCA-BA63-AE3F-3D4A-CE78624B9371}"/>
          </ac:picMkLst>
        </pc:picChg>
        <pc:picChg chg="add mod">
          <ac:chgData name="Godeia, Ana" userId="7ba14efd-21d1-4f88-a212-2d3cd7876216" providerId="ADAL" clId="{121BB17F-659B-4BED-B793-6C181CF7F89D}" dt="2026-09-14T21:20:13.269" v="12373" actId="1076"/>
          <ac:picMkLst>
            <pc:docMk/>
            <pc:sldMk cId="1939659062" sldId="312"/>
            <ac:picMk id="142" creationId="{02719FF7-2DD3-E1A1-8A49-2AC653485811}"/>
          </ac:picMkLst>
        </pc:picChg>
        <pc:picChg chg="add mod">
          <ac:chgData name="Godeia, Ana" userId="7ba14efd-21d1-4f88-a212-2d3cd7876216" providerId="ADAL" clId="{121BB17F-659B-4BED-B793-6C181CF7F89D}" dt="2026-09-14T21:23:01.296" v="12394" actId="1076"/>
          <ac:picMkLst>
            <pc:docMk/>
            <pc:sldMk cId="1939659062" sldId="312"/>
            <ac:picMk id="144" creationId="{B0ED8CF1-9374-AC45-AF1D-33C250463512}"/>
          </ac:picMkLst>
        </pc:picChg>
        <pc:picChg chg="add mod">
          <ac:chgData name="Godeia, Ana" userId="7ba14efd-21d1-4f88-a212-2d3cd7876216" providerId="ADAL" clId="{121BB17F-659B-4BED-B793-6C181CF7F89D}" dt="2026-09-14T21:22:56.133" v="12393" actId="1076"/>
          <ac:picMkLst>
            <pc:docMk/>
            <pc:sldMk cId="1939659062" sldId="312"/>
            <ac:picMk id="146" creationId="{DDB1CE85-CA7F-6482-63D3-D4FA50733996}"/>
          </ac:picMkLst>
        </pc:picChg>
        <pc:cxnChg chg="add mod">
          <ac:chgData name="Godeia, Ana" userId="7ba14efd-21d1-4f88-a212-2d3cd7876216" providerId="ADAL" clId="{121BB17F-659B-4BED-B793-6C181CF7F89D}" dt="2026-09-14T21:25:33.405" v="12426" actId="208"/>
          <ac:cxnSpMkLst>
            <pc:docMk/>
            <pc:sldMk cId="1939659062" sldId="312"/>
            <ac:cxnSpMk id="158" creationId="{CD1AD359-E1A8-3379-EE79-43A46FDA11F9}"/>
          </ac:cxnSpMkLst>
        </pc:cxnChg>
        <pc:cxnChg chg="add mod">
          <ac:chgData name="Godeia, Ana" userId="7ba14efd-21d1-4f88-a212-2d3cd7876216" providerId="ADAL" clId="{121BB17F-659B-4BED-B793-6C181CF7F89D}" dt="2026-09-14T21:25:33.405" v="12426" actId="208"/>
          <ac:cxnSpMkLst>
            <pc:docMk/>
            <pc:sldMk cId="1939659062" sldId="312"/>
            <ac:cxnSpMk id="159" creationId="{545C20E2-04CE-4C55-F5A3-FEB2BCF76831}"/>
          </ac:cxnSpMkLst>
        </pc:cxnChg>
        <pc:cxnChg chg="add mod">
          <ac:chgData name="Godeia, Ana" userId="7ba14efd-21d1-4f88-a212-2d3cd7876216" providerId="ADAL" clId="{121BB17F-659B-4BED-B793-6C181CF7F89D}" dt="2026-09-14T21:25:33.405" v="12426" actId="208"/>
          <ac:cxnSpMkLst>
            <pc:docMk/>
            <pc:sldMk cId="1939659062" sldId="312"/>
            <ac:cxnSpMk id="160" creationId="{049D363F-FCC1-3B0A-BF3B-8B4262C403A9}"/>
          </ac:cxnSpMkLst>
        </pc:cxnChg>
        <pc:cxnChg chg="add mod">
          <ac:chgData name="Godeia, Ana" userId="7ba14efd-21d1-4f88-a212-2d3cd7876216" providerId="ADAL" clId="{121BB17F-659B-4BED-B793-6C181CF7F89D}" dt="2026-09-14T21:31:35.360" v="12433" actId="12788"/>
          <ac:cxnSpMkLst>
            <pc:docMk/>
            <pc:sldMk cId="1939659062" sldId="312"/>
            <ac:cxnSpMk id="162" creationId="{CC8359B5-8DA3-8E86-F73E-4C4C8A7A8024}"/>
          </ac:cxnSpMkLst>
        </pc:cxnChg>
      </pc:sldChg>
      <pc:sldChg chg="mod modShow">
        <pc:chgData name="Godeia, Ana" userId="7ba14efd-21d1-4f88-a212-2d3cd7876216" providerId="ADAL" clId="{121BB17F-659B-4BED-B793-6C181CF7F89D}" dt="2026-09-22T20:53:00.275" v="13852" actId="729"/>
        <pc:sldMkLst>
          <pc:docMk/>
          <pc:sldMk cId="2626070509" sldId="313"/>
        </pc:sldMkLst>
      </pc:sldChg>
      <pc:sldChg chg="add del">
        <pc:chgData name="Godeia, Ana" userId="7ba14efd-21d1-4f88-a212-2d3cd7876216" providerId="ADAL" clId="{121BB17F-659B-4BED-B793-6C181CF7F89D}" dt="2026-09-23T15:19:16.154" v="13896" actId="47"/>
        <pc:sldMkLst>
          <pc:docMk/>
          <pc:sldMk cId="2144099359" sldId="315"/>
        </pc:sldMkLst>
      </pc:sldChg>
      <pc:sldChg chg="mod modShow">
        <pc:chgData name="Godeia, Ana" userId="7ba14efd-21d1-4f88-a212-2d3cd7876216" providerId="ADAL" clId="{121BB17F-659B-4BED-B793-6C181CF7F89D}" dt="2026-09-29T14:46:48.015" v="13910" actId="729"/>
        <pc:sldMkLst>
          <pc:docMk/>
          <pc:sldMk cId="3456563407" sldId="316"/>
        </pc:sldMkLst>
      </pc:sldChg>
      <pc:sldChg chg="mod modShow">
        <pc:chgData name="Godeia, Ana" userId="7ba14efd-21d1-4f88-a212-2d3cd7876216" providerId="ADAL" clId="{121BB17F-659B-4BED-B793-6C181CF7F89D}" dt="2026-09-22T20:53:00.275" v="13852" actId="729"/>
        <pc:sldMkLst>
          <pc:docMk/>
          <pc:sldMk cId="876040301" sldId="317"/>
        </pc:sldMkLst>
      </pc:sldChg>
      <pc:sldChg chg="mod modShow">
        <pc:chgData name="Godeia, Ana" userId="7ba14efd-21d1-4f88-a212-2d3cd7876216" providerId="ADAL" clId="{121BB17F-659B-4BED-B793-6C181CF7F89D}" dt="2026-09-29T14:46:48.015" v="13910" actId="729"/>
        <pc:sldMkLst>
          <pc:docMk/>
          <pc:sldMk cId="1411282941" sldId="320"/>
        </pc:sldMkLst>
      </pc:sldChg>
      <pc:sldChg chg="mod modShow">
        <pc:chgData name="Godeia, Ana" userId="7ba14efd-21d1-4f88-a212-2d3cd7876216" providerId="ADAL" clId="{121BB17F-659B-4BED-B793-6C181CF7F89D}" dt="2026-09-29T14:46:48.015" v="13910" actId="729"/>
        <pc:sldMkLst>
          <pc:docMk/>
          <pc:sldMk cId="1068927852" sldId="321"/>
        </pc:sldMkLst>
      </pc:sldChg>
      <pc:sldChg chg="modSp mod modShow">
        <pc:chgData name="Godeia, Ana" userId="7ba14efd-21d1-4f88-a212-2d3cd7876216" providerId="ADAL" clId="{121BB17F-659B-4BED-B793-6C181CF7F89D}" dt="2026-09-29T14:46:48.015" v="13910" actId="729"/>
        <pc:sldMkLst>
          <pc:docMk/>
          <pc:sldMk cId="742701735" sldId="322"/>
        </pc:sldMkLst>
        <pc:graphicFrameChg chg="modGraphic">
          <ac:chgData name="Godeia, Ana" userId="7ba14efd-21d1-4f88-a212-2d3cd7876216" providerId="ADAL" clId="{121BB17F-659B-4BED-B793-6C181CF7F89D}" dt="2026-09-22T20:40:59.285" v="13799" actId="2711"/>
          <ac:graphicFrameMkLst>
            <pc:docMk/>
            <pc:sldMk cId="742701735" sldId="322"/>
            <ac:graphicFrameMk id="13" creationId="{384635B7-2F0D-63C9-3C8B-3923CE566E22}"/>
          </ac:graphicFrameMkLst>
        </pc:graphicFrameChg>
      </pc:sldChg>
      <pc:sldChg chg="modSp mod">
        <pc:chgData name="Godeia, Ana" userId="7ba14efd-21d1-4f88-a212-2d3cd7876216" providerId="ADAL" clId="{121BB17F-659B-4BED-B793-6C181CF7F89D}" dt="2026-09-30T12:20:44.918" v="14057" actId="20577"/>
        <pc:sldMkLst>
          <pc:docMk/>
          <pc:sldMk cId="244438670" sldId="325"/>
        </pc:sldMkLst>
        <pc:graphicFrameChg chg="modGraphic">
          <ac:chgData name="Godeia, Ana" userId="7ba14efd-21d1-4f88-a212-2d3cd7876216" providerId="ADAL" clId="{121BB17F-659B-4BED-B793-6C181CF7F89D}" dt="2026-09-30T12:20:44.918" v="14057" actId="20577"/>
          <ac:graphicFrameMkLst>
            <pc:docMk/>
            <pc:sldMk cId="244438670" sldId="325"/>
            <ac:graphicFrameMk id="15" creationId="{6971080F-F520-0945-BF43-245634DBB693}"/>
          </ac:graphicFrameMkLst>
        </pc:graphicFrameChg>
      </pc:sldChg>
      <pc:sldChg chg="addSp delSp modSp mod">
        <pc:chgData name="Godeia, Ana" userId="7ba14efd-21d1-4f88-a212-2d3cd7876216" providerId="ADAL" clId="{121BB17F-659B-4BED-B793-6C181CF7F89D}" dt="2026-09-30T11:44:31.922" v="14055" actId="5793"/>
        <pc:sldMkLst>
          <pc:docMk/>
          <pc:sldMk cId="3222984466" sldId="328"/>
        </pc:sldMkLst>
        <pc:spChg chg="mod">
          <ac:chgData name="Godeia, Ana" userId="7ba14efd-21d1-4f88-a212-2d3cd7876216" providerId="ADAL" clId="{121BB17F-659B-4BED-B793-6C181CF7F89D}" dt="2026-09-30T11:44:31.922" v="14055" actId="5793"/>
          <ac:spMkLst>
            <pc:docMk/>
            <pc:sldMk cId="3222984466" sldId="328"/>
            <ac:spMk id="5" creationId="{2186668B-142F-7EED-9818-DC1394B221F9}"/>
          </ac:spMkLst>
        </pc:spChg>
        <pc:spChg chg="add mod">
          <ac:chgData name="Godeia, Ana" userId="7ba14efd-21d1-4f88-a212-2d3cd7876216" providerId="ADAL" clId="{121BB17F-659B-4BED-B793-6C181CF7F89D}" dt="2026-09-29T18:45:01.250" v="14043" actId="948"/>
          <ac:spMkLst>
            <pc:docMk/>
            <pc:sldMk cId="3222984466" sldId="328"/>
            <ac:spMk id="51" creationId="{19EAAE2C-A3EE-5BAC-6230-D2F5C5035AFB}"/>
          </ac:spMkLst>
        </pc:spChg>
        <pc:spChg chg="add del mod">
          <ac:chgData name="Godeia, Ana" userId="7ba14efd-21d1-4f88-a212-2d3cd7876216" providerId="ADAL" clId="{121BB17F-659B-4BED-B793-6C181CF7F89D}" dt="2026-09-29T18:44:16.090" v="14027" actId="478"/>
          <ac:spMkLst>
            <pc:docMk/>
            <pc:sldMk cId="3222984466" sldId="328"/>
            <ac:spMk id="53" creationId="{95257FB9-1192-573E-1CBE-F45AB353F4B5}"/>
          </ac:spMkLst>
        </pc:spChg>
        <pc:spChg chg="add mod">
          <ac:chgData name="Godeia, Ana" userId="7ba14efd-21d1-4f88-a212-2d3cd7876216" providerId="ADAL" clId="{121BB17F-659B-4BED-B793-6C181CF7F89D}" dt="2026-09-29T18:44:47.912" v="14041" actId="20577"/>
          <ac:spMkLst>
            <pc:docMk/>
            <pc:sldMk cId="3222984466" sldId="328"/>
            <ac:spMk id="56" creationId="{E72D6CDF-2A1F-9325-1199-2FFABE538CE1}"/>
          </ac:spMkLst>
        </pc:spChg>
        <pc:spChg chg="mod">
          <ac:chgData name="Godeia, Ana" userId="7ba14efd-21d1-4f88-a212-2d3cd7876216" providerId="ADAL" clId="{121BB17F-659B-4BED-B793-6C181CF7F89D}" dt="2026-09-29T18:42:04.116" v="13947" actId="20577"/>
          <ac:spMkLst>
            <pc:docMk/>
            <pc:sldMk cId="3222984466" sldId="328"/>
            <ac:spMk id="156" creationId="{D0CCE45D-1880-CA1F-68E2-C8877F3D24C0}"/>
          </ac:spMkLst>
        </pc:spChg>
        <pc:graphicFrameChg chg="mod modGraphic">
          <ac:chgData name="Godeia, Ana" userId="7ba14efd-21d1-4f88-a212-2d3cd7876216" providerId="ADAL" clId="{121BB17F-659B-4BED-B793-6C181CF7F89D}" dt="2026-09-29T18:39:53.547" v="13944" actId="20577"/>
          <ac:graphicFrameMkLst>
            <pc:docMk/>
            <pc:sldMk cId="3222984466" sldId="328"/>
            <ac:graphicFrameMk id="7" creationId="{AD06C9B7-99F0-55E5-403E-721286D8C349}"/>
          </ac:graphicFrameMkLst>
        </pc:graphicFrameChg>
        <pc:picChg chg="del">
          <ac:chgData name="Godeia, Ana" userId="7ba14efd-21d1-4f88-a212-2d3cd7876216" providerId="ADAL" clId="{121BB17F-659B-4BED-B793-6C181CF7F89D}" dt="2026-09-29T14:50:27.195" v="13911" actId="478"/>
          <ac:picMkLst>
            <pc:docMk/>
            <pc:sldMk cId="3222984466" sldId="328"/>
            <ac:picMk id="8" creationId="{EF7E5FDF-7E17-E668-CCC2-671539963FCC}"/>
          </ac:picMkLst>
        </pc:picChg>
        <pc:picChg chg="add mod">
          <ac:chgData name="Godeia, Ana" userId="7ba14efd-21d1-4f88-a212-2d3cd7876216" providerId="ADAL" clId="{121BB17F-659B-4BED-B793-6C181CF7F89D}" dt="2026-09-29T14:51:11.889" v="13927" actId="1076"/>
          <ac:picMkLst>
            <pc:docMk/>
            <pc:sldMk cId="3222984466" sldId="328"/>
            <ac:picMk id="9" creationId="{46E1654E-2FEB-0729-9F77-E44B49A37DCC}"/>
          </ac:picMkLst>
        </pc:picChg>
        <pc:picChg chg="del">
          <ac:chgData name="Godeia, Ana" userId="7ba14efd-21d1-4f88-a212-2d3cd7876216" providerId="ADAL" clId="{121BB17F-659B-4BED-B793-6C181CF7F89D}" dt="2026-09-29T14:50:29.613" v="13912" actId="478"/>
          <ac:picMkLst>
            <pc:docMk/>
            <pc:sldMk cId="3222984466" sldId="328"/>
            <ac:picMk id="11" creationId="{2A1C279C-2050-E710-7640-95DF6328F329}"/>
          </ac:picMkLst>
        </pc:picChg>
        <pc:picChg chg="del">
          <ac:chgData name="Godeia, Ana" userId="7ba14efd-21d1-4f88-a212-2d3cd7876216" providerId="ADAL" clId="{121BB17F-659B-4BED-B793-6C181CF7F89D}" dt="2026-09-29T14:50:30.572" v="13913" actId="478"/>
          <ac:picMkLst>
            <pc:docMk/>
            <pc:sldMk cId="3222984466" sldId="328"/>
            <ac:picMk id="19" creationId="{ADD874F1-91FB-B001-4D67-ACAEA37A30DF}"/>
          </ac:picMkLst>
        </pc:picChg>
        <pc:picChg chg="add mod">
          <ac:chgData name="Godeia, Ana" userId="7ba14efd-21d1-4f88-a212-2d3cd7876216" providerId="ADAL" clId="{121BB17F-659B-4BED-B793-6C181CF7F89D}" dt="2026-09-29T14:51:11.889" v="13927" actId="1076"/>
          <ac:picMkLst>
            <pc:docMk/>
            <pc:sldMk cId="3222984466" sldId="328"/>
            <ac:picMk id="23" creationId="{9F63404C-79A8-5B49-FC74-0934B2F2A7F1}"/>
          </ac:picMkLst>
        </pc:picChg>
        <pc:picChg chg="del">
          <ac:chgData name="Godeia, Ana" userId="7ba14efd-21d1-4f88-a212-2d3cd7876216" providerId="ADAL" clId="{121BB17F-659B-4BED-B793-6C181CF7F89D}" dt="2026-09-29T14:50:31.657" v="13914" actId="478"/>
          <ac:picMkLst>
            <pc:docMk/>
            <pc:sldMk cId="3222984466" sldId="328"/>
            <ac:picMk id="28" creationId="{A0114EB1-1774-DF90-A692-E2D2CC5F6C7D}"/>
          </ac:picMkLst>
        </pc:picChg>
        <pc:picChg chg="del">
          <ac:chgData name="Godeia, Ana" userId="7ba14efd-21d1-4f88-a212-2d3cd7876216" providerId="ADAL" clId="{121BB17F-659B-4BED-B793-6C181CF7F89D}" dt="2026-09-29T14:50:32.594" v="13915" actId="478"/>
          <ac:picMkLst>
            <pc:docMk/>
            <pc:sldMk cId="3222984466" sldId="328"/>
            <ac:picMk id="32" creationId="{8AF7AE04-56C5-3DB0-C4E7-34D50E4C6F6F}"/>
          </ac:picMkLst>
        </pc:picChg>
        <pc:picChg chg="add mod">
          <ac:chgData name="Godeia, Ana" userId="7ba14efd-21d1-4f88-a212-2d3cd7876216" providerId="ADAL" clId="{121BB17F-659B-4BED-B793-6C181CF7F89D}" dt="2026-09-29T14:51:11.889" v="13927" actId="1076"/>
          <ac:picMkLst>
            <pc:docMk/>
            <pc:sldMk cId="3222984466" sldId="328"/>
            <ac:picMk id="33" creationId="{C2351ABB-D56C-1D41-16E9-4BA6C4836AD8}"/>
          </ac:picMkLst>
        </pc:picChg>
        <pc:picChg chg="del">
          <ac:chgData name="Godeia, Ana" userId="7ba14efd-21d1-4f88-a212-2d3cd7876216" providerId="ADAL" clId="{121BB17F-659B-4BED-B793-6C181CF7F89D}" dt="2026-09-29T14:50:35.014" v="13916" actId="478"/>
          <ac:picMkLst>
            <pc:docMk/>
            <pc:sldMk cId="3222984466" sldId="328"/>
            <ac:picMk id="35" creationId="{29C7AABC-3284-C456-CC7B-0C8611734DF5}"/>
          </ac:picMkLst>
        </pc:picChg>
        <pc:picChg chg="add mod">
          <ac:chgData name="Godeia, Ana" userId="7ba14efd-21d1-4f88-a212-2d3cd7876216" providerId="ADAL" clId="{121BB17F-659B-4BED-B793-6C181CF7F89D}" dt="2026-09-29T14:51:11.889" v="13927" actId="1076"/>
          <ac:picMkLst>
            <pc:docMk/>
            <pc:sldMk cId="3222984466" sldId="328"/>
            <ac:picMk id="39" creationId="{6FA25FD1-490E-309F-6BC2-DFD95DE5E29B}"/>
          </ac:picMkLst>
        </pc:picChg>
        <pc:picChg chg="add mod">
          <ac:chgData name="Godeia, Ana" userId="7ba14efd-21d1-4f88-a212-2d3cd7876216" providerId="ADAL" clId="{121BB17F-659B-4BED-B793-6C181CF7F89D}" dt="2026-09-29T14:51:11.889" v="13927" actId="1076"/>
          <ac:picMkLst>
            <pc:docMk/>
            <pc:sldMk cId="3222984466" sldId="328"/>
            <ac:picMk id="43" creationId="{71EB6889-A59A-DAA1-121B-CB0A9C567757}"/>
          </ac:picMkLst>
        </pc:picChg>
        <pc:picChg chg="add mod">
          <ac:chgData name="Godeia, Ana" userId="7ba14efd-21d1-4f88-a212-2d3cd7876216" providerId="ADAL" clId="{121BB17F-659B-4BED-B793-6C181CF7F89D}" dt="2026-09-29T14:51:11.889" v="13927" actId="1076"/>
          <ac:picMkLst>
            <pc:docMk/>
            <pc:sldMk cId="3222984466" sldId="328"/>
            <ac:picMk id="47" creationId="{D021AAA0-5F53-F596-F11C-10FB56D1B193}"/>
          </ac:picMkLst>
        </pc:picChg>
      </pc:sldChg>
      <pc:sldChg chg="addSp delSp modSp add mod modShow">
        <pc:chgData name="Godeia, Ana" userId="7ba14efd-21d1-4f88-a212-2d3cd7876216" providerId="ADAL" clId="{121BB17F-659B-4BED-B793-6C181CF7F89D}" dt="2026-09-29T14:46:48.015" v="13910" actId="729"/>
        <pc:sldMkLst>
          <pc:docMk/>
          <pc:sldMk cId="2763406037" sldId="2147483602"/>
        </pc:sldMkLst>
        <pc:spChg chg="mod">
          <ac:chgData name="Godeia, Ana" userId="7ba14efd-21d1-4f88-a212-2d3cd7876216" providerId="ADAL" clId="{121BB17F-659B-4BED-B793-6C181CF7F89D}" dt="2026-09-22T20:44:07.172" v="13825" actId="554"/>
          <ac:spMkLst>
            <pc:docMk/>
            <pc:sldMk cId="2763406037" sldId="2147483602"/>
            <ac:spMk id="20" creationId="{DB88A3E1-08B4-B2DD-88DD-A1C456C5AA44}"/>
          </ac:spMkLst>
        </pc:spChg>
        <pc:spChg chg="mod">
          <ac:chgData name="Godeia, Ana" userId="7ba14efd-21d1-4f88-a212-2d3cd7876216" providerId="ADAL" clId="{121BB17F-659B-4BED-B793-6C181CF7F89D}" dt="2026-09-22T20:44:04.073" v="13824" actId="554"/>
          <ac:spMkLst>
            <pc:docMk/>
            <pc:sldMk cId="2763406037" sldId="2147483602"/>
            <ac:spMk id="22" creationId="{C1BC1434-72B2-61D5-2679-9A50213779CB}"/>
          </ac:spMkLst>
        </pc:spChg>
        <pc:spChg chg="mod">
          <ac:chgData name="Godeia, Ana" userId="7ba14efd-21d1-4f88-a212-2d3cd7876216" providerId="ADAL" clId="{121BB17F-659B-4BED-B793-6C181CF7F89D}" dt="2026-09-22T20:44:01.032" v="13823" actId="554"/>
          <ac:spMkLst>
            <pc:docMk/>
            <pc:sldMk cId="2763406037" sldId="2147483602"/>
            <ac:spMk id="24" creationId="{A3A4D0BD-FCD9-2212-FF25-20A3DF15F1A3}"/>
          </ac:spMkLst>
        </pc:spChg>
        <pc:spChg chg="mod">
          <ac:chgData name="Godeia, Ana" userId="7ba14efd-21d1-4f88-a212-2d3cd7876216" providerId="ADAL" clId="{121BB17F-659B-4BED-B793-6C181CF7F89D}" dt="2026-09-22T20:44:10.463" v="13826" actId="554"/>
          <ac:spMkLst>
            <pc:docMk/>
            <pc:sldMk cId="2763406037" sldId="2147483602"/>
            <ac:spMk id="30" creationId="{C02FF01A-BAE1-C937-E8AE-FB275314CC4B}"/>
          </ac:spMkLst>
        </pc:spChg>
        <pc:spChg chg="mod">
          <ac:chgData name="Godeia, Ana" userId="7ba14efd-21d1-4f88-a212-2d3cd7876216" providerId="ADAL" clId="{121BB17F-659B-4BED-B793-6C181CF7F89D}" dt="2026-09-22T20:44:13.809" v="13827" actId="554"/>
          <ac:spMkLst>
            <pc:docMk/>
            <pc:sldMk cId="2763406037" sldId="2147483602"/>
            <ac:spMk id="34" creationId="{EC59B772-4212-C192-0F0D-69148C61925C}"/>
          </ac:spMkLst>
        </pc:spChg>
        <pc:spChg chg="mod">
          <ac:chgData name="Godeia, Ana" userId="7ba14efd-21d1-4f88-a212-2d3cd7876216" providerId="ADAL" clId="{121BB17F-659B-4BED-B793-6C181CF7F89D}" dt="2026-09-22T20:44:17.522" v="13828" actId="554"/>
          <ac:spMkLst>
            <pc:docMk/>
            <pc:sldMk cId="2763406037" sldId="2147483602"/>
            <ac:spMk id="38" creationId="{3459079D-B55F-13FE-879C-30C91358E245}"/>
          </ac:spMkLst>
        </pc:spChg>
        <pc:spChg chg="mod">
          <ac:chgData name="Godeia, Ana" userId="7ba14efd-21d1-4f88-a212-2d3cd7876216" providerId="ADAL" clId="{121BB17F-659B-4BED-B793-6C181CF7F89D}" dt="2026-09-23T15:21:32.582" v="13909" actId="1038"/>
          <ac:spMkLst>
            <pc:docMk/>
            <pc:sldMk cId="2763406037" sldId="2147483602"/>
            <ac:spMk id="91" creationId="{B9AB9BA7-93E5-62BB-BC2C-C97C95AF18FE}"/>
          </ac:spMkLst>
        </pc:spChg>
        <pc:spChg chg="mod">
          <ac:chgData name="Godeia, Ana" userId="7ba14efd-21d1-4f88-a212-2d3cd7876216" providerId="ADAL" clId="{121BB17F-659B-4BED-B793-6C181CF7F89D}" dt="2026-09-23T15:21:32.582" v="13909" actId="1038"/>
          <ac:spMkLst>
            <pc:docMk/>
            <pc:sldMk cId="2763406037" sldId="2147483602"/>
            <ac:spMk id="93" creationId="{30D972EC-038C-C5F1-11F0-100BE540A3DE}"/>
          </ac:spMkLst>
        </pc:spChg>
        <pc:spChg chg="mod">
          <ac:chgData name="Godeia, Ana" userId="7ba14efd-21d1-4f88-a212-2d3cd7876216" providerId="ADAL" clId="{121BB17F-659B-4BED-B793-6C181CF7F89D}" dt="2026-09-23T15:21:32.582" v="13909" actId="1038"/>
          <ac:spMkLst>
            <pc:docMk/>
            <pc:sldMk cId="2763406037" sldId="2147483602"/>
            <ac:spMk id="95" creationId="{85016BE5-D70D-3631-771C-07C0F0C6E46B}"/>
          </ac:spMkLst>
        </pc:spChg>
        <pc:graphicFrameChg chg="mod modGraphic">
          <ac:chgData name="Godeia, Ana" userId="7ba14efd-21d1-4f88-a212-2d3cd7876216" providerId="ADAL" clId="{121BB17F-659B-4BED-B793-6C181CF7F89D}" dt="2026-09-23T13:42:24.476" v="13894" actId="20577"/>
          <ac:graphicFrameMkLst>
            <pc:docMk/>
            <pc:sldMk cId="2763406037" sldId="2147483602"/>
            <ac:graphicFrameMk id="7" creationId="{B50CDA9A-929C-AA23-F862-FBEA71632D42}"/>
          </ac:graphicFrameMkLst>
        </pc:graphicFrameChg>
        <pc:picChg chg="mod">
          <ac:chgData name="Godeia, Ana" userId="7ba14efd-21d1-4f88-a212-2d3cd7876216" providerId="ADAL" clId="{121BB17F-659B-4BED-B793-6C181CF7F89D}" dt="2026-09-22T20:44:07.172" v="13825" actId="554"/>
          <ac:picMkLst>
            <pc:docMk/>
            <pc:sldMk cId="2763406037" sldId="2147483602"/>
            <ac:picMk id="6" creationId="{E1A8B8AB-71E3-9C67-59D7-378B27A3661C}"/>
          </ac:picMkLst>
        </pc:picChg>
        <pc:picChg chg="add mod">
          <ac:chgData name="Godeia, Ana" userId="7ba14efd-21d1-4f88-a212-2d3cd7876216" providerId="ADAL" clId="{121BB17F-659B-4BED-B793-6C181CF7F89D}" dt="2026-09-22T20:44:07.172" v="13825" actId="554"/>
          <ac:picMkLst>
            <pc:docMk/>
            <pc:sldMk cId="2763406037" sldId="2147483602"/>
            <ac:picMk id="8" creationId="{0DF54FDF-4FF6-85B7-EB74-CBECB7F6A8F0}"/>
          </ac:picMkLst>
        </pc:picChg>
        <pc:picChg chg="mod">
          <ac:chgData name="Godeia, Ana" userId="7ba14efd-21d1-4f88-a212-2d3cd7876216" providerId="ADAL" clId="{121BB17F-659B-4BED-B793-6C181CF7F89D}" dt="2026-09-22T20:44:04.073" v="13824" actId="554"/>
          <ac:picMkLst>
            <pc:docMk/>
            <pc:sldMk cId="2763406037" sldId="2147483602"/>
            <ac:picMk id="10" creationId="{60801E0C-AC06-5F57-BCC4-61A24A6C3D36}"/>
          </ac:picMkLst>
        </pc:picChg>
        <pc:picChg chg="add mod">
          <ac:chgData name="Godeia, Ana" userId="7ba14efd-21d1-4f88-a212-2d3cd7876216" providerId="ADAL" clId="{121BB17F-659B-4BED-B793-6C181CF7F89D}" dt="2026-09-22T20:44:04.073" v="13824" actId="554"/>
          <ac:picMkLst>
            <pc:docMk/>
            <pc:sldMk cId="2763406037" sldId="2147483602"/>
            <ac:picMk id="11" creationId="{33253E85-927C-68F6-EC35-ED7E044F2214}"/>
          </ac:picMkLst>
        </pc:picChg>
        <pc:picChg chg="mod">
          <ac:chgData name="Godeia, Ana" userId="7ba14efd-21d1-4f88-a212-2d3cd7876216" providerId="ADAL" clId="{121BB17F-659B-4BED-B793-6C181CF7F89D}" dt="2026-09-22T20:44:10.463" v="13826" actId="554"/>
          <ac:picMkLst>
            <pc:docMk/>
            <pc:sldMk cId="2763406037" sldId="2147483602"/>
            <ac:picMk id="13" creationId="{D91E953B-ACA1-752D-6F4E-98EEBCA30D1B}"/>
          </ac:picMkLst>
        </pc:picChg>
        <pc:picChg chg="mod">
          <ac:chgData name="Godeia, Ana" userId="7ba14efd-21d1-4f88-a212-2d3cd7876216" providerId="ADAL" clId="{121BB17F-659B-4BED-B793-6C181CF7F89D}" dt="2026-09-22T20:44:13.809" v="13827" actId="554"/>
          <ac:picMkLst>
            <pc:docMk/>
            <pc:sldMk cId="2763406037" sldId="2147483602"/>
            <ac:picMk id="17" creationId="{0373A922-468D-9FAB-B4A7-12202750AE25}"/>
          </ac:picMkLst>
        </pc:picChg>
        <pc:picChg chg="add mod">
          <ac:chgData name="Godeia, Ana" userId="7ba14efd-21d1-4f88-a212-2d3cd7876216" providerId="ADAL" clId="{121BB17F-659B-4BED-B793-6C181CF7F89D}" dt="2026-09-22T20:44:01.032" v="13823" actId="554"/>
          <ac:picMkLst>
            <pc:docMk/>
            <pc:sldMk cId="2763406037" sldId="2147483602"/>
            <ac:picMk id="19" creationId="{F63AF2C7-1AF3-AE48-0DBF-29465E98A3D4}"/>
          </ac:picMkLst>
        </pc:picChg>
        <pc:picChg chg="mod">
          <ac:chgData name="Godeia, Ana" userId="7ba14efd-21d1-4f88-a212-2d3cd7876216" providerId="ADAL" clId="{121BB17F-659B-4BED-B793-6C181CF7F89D}" dt="2026-09-22T20:44:17.522" v="13828" actId="554"/>
          <ac:picMkLst>
            <pc:docMk/>
            <pc:sldMk cId="2763406037" sldId="2147483602"/>
            <ac:picMk id="21" creationId="{A349F8E1-1E5E-64F1-37C5-6FA0AAB9066F}"/>
          </ac:picMkLst>
        </pc:picChg>
        <pc:picChg chg="add mod">
          <ac:chgData name="Godeia, Ana" userId="7ba14efd-21d1-4f88-a212-2d3cd7876216" providerId="ADAL" clId="{121BB17F-659B-4BED-B793-6C181CF7F89D}" dt="2026-09-22T20:44:10.463" v="13826" actId="554"/>
          <ac:picMkLst>
            <pc:docMk/>
            <pc:sldMk cId="2763406037" sldId="2147483602"/>
            <ac:picMk id="28" creationId="{804584B1-CFAD-BE7F-A9E2-80C67F2A4A90}"/>
          </ac:picMkLst>
        </pc:picChg>
        <pc:picChg chg="add mod">
          <ac:chgData name="Godeia, Ana" userId="7ba14efd-21d1-4f88-a212-2d3cd7876216" providerId="ADAL" clId="{121BB17F-659B-4BED-B793-6C181CF7F89D}" dt="2026-09-22T20:44:13.809" v="13827" actId="554"/>
          <ac:picMkLst>
            <pc:docMk/>
            <pc:sldMk cId="2763406037" sldId="2147483602"/>
            <ac:picMk id="32" creationId="{BFE1DAC3-0D1B-DB26-9A1D-0C2FE75F61DD}"/>
          </ac:picMkLst>
        </pc:picChg>
        <pc:picChg chg="add mod">
          <ac:chgData name="Godeia, Ana" userId="7ba14efd-21d1-4f88-a212-2d3cd7876216" providerId="ADAL" clId="{121BB17F-659B-4BED-B793-6C181CF7F89D}" dt="2026-09-22T20:44:17.522" v="13828" actId="554"/>
          <ac:picMkLst>
            <pc:docMk/>
            <pc:sldMk cId="2763406037" sldId="2147483602"/>
            <ac:picMk id="35" creationId="{500436D7-11CA-2020-9E7C-8E6E6F580CBD}"/>
          </ac:picMkLst>
        </pc:picChg>
        <pc:picChg chg="add mod">
          <ac:chgData name="Godeia, Ana" userId="7ba14efd-21d1-4f88-a212-2d3cd7876216" providerId="ADAL" clId="{121BB17F-659B-4BED-B793-6C181CF7F89D}" dt="2026-09-22T20:46:13.886" v="13834" actId="1076"/>
          <ac:picMkLst>
            <pc:docMk/>
            <pc:sldMk cId="2763406037" sldId="2147483602"/>
            <ac:picMk id="37" creationId="{319363D0-7F8D-4609-2DFD-EA00273668C1}"/>
          </ac:picMkLst>
        </pc:picChg>
        <pc:picChg chg="add mod">
          <ac:chgData name="Godeia, Ana" userId="7ba14efd-21d1-4f88-a212-2d3cd7876216" providerId="ADAL" clId="{121BB17F-659B-4BED-B793-6C181CF7F89D}" dt="2026-09-22T20:46:55.024" v="13840" actId="1076"/>
          <ac:picMkLst>
            <pc:docMk/>
            <pc:sldMk cId="2763406037" sldId="2147483602"/>
            <ac:picMk id="40" creationId="{F677D3F5-EF6C-53D0-9350-C84D5AAA19D6}"/>
          </ac:picMkLst>
        </pc:picChg>
        <pc:picChg chg="add mod">
          <ac:chgData name="Godeia, Ana" userId="7ba14efd-21d1-4f88-a212-2d3cd7876216" providerId="ADAL" clId="{121BB17F-659B-4BED-B793-6C181CF7F89D}" dt="2026-09-22T20:46:58.316" v="13842" actId="1076"/>
          <ac:picMkLst>
            <pc:docMk/>
            <pc:sldMk cId="2763406037" sldId="2147483602"/>
            <ac:picMk id="44" creationId="{7AB370D7-0A7A-580E-CA29-8522717E2399}"/>
          </ac:picMkLst>
        </pc:picChg>
        <pc:picChg chg="add mod">
          <ac:chgData name="Godeia, Ana" userId="7ba14efd-21d1-4f88-a212-2d3cd7876216" providerId="ADAL" clId="{121BB17F-659B-4BED-B793-6C181CF7F89D}" dt="2026-09-22T20:47:03.012" v="13844" actId="1076"/>
          <ac:picMkLst>
            <pc:docMk/>
            <pc:sldMk cId="2763406037" sldId="2147483602"/>
            <ac:picMk id="50" creationId="{0532E419-CCB4-BE24-797F-DE0E540234D1}"/>
          </ac:picMkLst>
        </pc:picChg>
        <pc:picChg chg="add mod">
          <ac:chgData name="Godeia, Ana" userId="7ba14efd-21d1-4f88-a212-2d3cd7876216" providerId="ADAL" clId="{121BB17F-659B-4BED-B793-6C181CF7F89D}" dt="2026-09-22T20:50:41.963" v="13850" actId="1076"/>
          <ac:picMkLst>
            <pc:docMk/>
            <pc:sldMk cId="2763406037" sldId="2147483602"/>
            <ac:picMk id="54" creationId="{4BA6B6C4-FEE7-B3A5-981C-B598C3098C5F}"/>
          </ac:picMkLst>
        </pc:picChg>
        <pc:picChg chg="add mod">
          <ac:chgData name="Godeia, Ana" userId="7ba14efd-21d1-4f88-a212-2d3cd7876216" providerId="ADAL" clId="{121BB17F-659B-4BED-B793-6C181CF7F89D}" dt="2026-09-22T20:50:41.963" v="13850" actId="1076"/>
          <ac:picMkLst>
            <pc:docMk/>
            <pc:sldMk cId="2763406037" sldId="2147483602"/>
            <ac:picMk id="58" creationId="{00415B15-DDCB-ACC9-11D9-8116FDAE8DD8}"/>
          </ac:picMkLst>
        </pc:picChg>
        <pc:picChg chg="add mod">
          <ac:chgData name="Godeia, Ana" userId="7ba14efd-21d1-4f88-a212-2d3cd7876216" providerId="ADAL" clId="{121BB17F-659B-4BED-B793-6C181CF7F89D}" dt="2026-09-22T20:50:41.963" v="13850" actId="1076"/>
          <ac:picMkLst>
            <pc:docMk/>
            <pc:sldMk cId="2763406037" sldId="2147483602"/>
            <ac:picMk id="62" creationId="{C0F69DF0-382E-8F26-47AB-53008476F82C}"/>
          </ac:picMkLst>
        </pc:picChg>
        <pc:picChg chg="mod">
          <ac:chgData name="Godeia, Ana" userId="7ba14efd-21d1-4f88-a212-2d3cd7876216" providerId="ADAL" clId="{121BB17F-659B-4BED-B793-6C181CF7F89D}" dt="2026-09-22T20:44:07.172" v="13825" actId="554"/>
          <ac:picMkLst>
            <pc:docMk/>
            <pc:sldMk cId="2763406037" sldId="2147483602"/>
            <ac:picMk id="113" creationId="{C284F13F-BEE4-FA53-D52E-0040A3DD663C}"/>
          </ac:picMkLst>
        </pc:picChg>
        <pc:picChg chg="mod">
          <ac:chgData name="Godeia, Ana" userId="7ba14efd-21d1-4f88-a212-2d3cd7876216" providerId="ADAL" clId="{121BB17F-659B-4BED-B793-6C181CF7F89D}" dt="2026-09-22T20:44:04.073" v="13824" actId="554"/>
          <ac:picMkLst>
            <pc:docMk/>
            <pc:sldMk cId="2763406037" sldId="2147483602"/>
            <ac:picMk id="120" creationId="{D71EF54E-F158-9910-61B6-1C7BF16E19CE}"/>
          </ac:picMkLst>
        </pc:picChg>
        <pc:picChg chg="mod">
          <ac:chgData name="Godeia, Ana" userId="7ba14efd-21d1-4f88-a212-2d3cd7876216" providerId="ADAL" clId="{121BB17F-659B-4BED-B793-6C181CF7F89D}" dt="2026-09-22T20:44:01.032" v="13823" actId="554"/>
          <ac:picMkLst>
            <pc:docMk/>
            <pc:sldMk cId="2763406037" sldId="2147483602"/>
            <ac:picMk id="122" creationId="{EE69D860-5B7C-68B2-5A1A-503A6DB8F9C5}"/>
          </ac:picMkLst>
        </pc:picChg>
        <pc:picChg chg="mod">
          <ac:chgData name="Godeia, Ana" userId="7ba14efd-21d1-4f88-a212-2d3cd7876216" providerId="ADAL" clId="{121BB17F-659B-4BED-B793-6C181CF7F89D}" dt="2026-09-22T20:44:10.463" v="13826" actId="554"/>
          <ac:picMkLst>
            <pc:docMk/>
            <pc:sldMk cId="2763406037" sldId="2147483602"/>
            <ac:picMk id="124" creationId="{3DB98B99-1628-5B7B-75C9-17F88EE602AC}"/>
          </ac:picMkLst>
        </pc:picChg>
        <pc:picChg chg="mod">
          <ac:chgData name="Godeia, Ana" userId="7ba14efd-21d1-4f88-a212-2d3cd7876216" providerId="ADAL" clId="{121BB17F-659B-4BED-B793-6C181CF7F89D}" dt="2026-09-22T20:44:13.809" v="13827" actId="554"/>
          <ac:picMkLst>
            <pc:docMk/>
            <pc:sldMk cId="2763406037" sldId="2147483602"/>
            <ac:picMk id="126" creationId="{682F6E7C-BF72-3293-5A19-6F7D18BADD53}"/>
          </ac:picMkLst>
        </pc:picChg>
        <pc:picChg chg="mod">
          <ac:chgData name="Godeia, Ana" userId="7ba14efd-21d1-4f88-a212-2d3cd7876216" providerId="ADAL" clId="{121BB17F-659B-4BED-B793-6C181CF7F89D}" dt="2026-09-22T20:44:17.522" v="13828" actId="554"/>
          <ac:picMkLst>
            <pc:docMk/>
            <pc:sldMk cId="2763406037" sldId="2147483602"/>
            <ac:picMk id="128" creationId="{9D0CC45F-4A68-16BA-AD99-F45C162D0D03}"/>
          </ac:picMkLst>
        </pc:picChg>
        <pc:picChg chg="mod">
          <ac:chgData name="Godeia, Ana" userId="7ba14efd-21d1-4f88-a212-2d3cd7876216" providerId="ADAL" clId="{121BB17F-659B-4BED-B793-6C181CF7F89D}" dt="2026-09-22T20:44:07.172" v="13825" actId="554"/>
          <ac:picMkLst>
            <pc:docMk/>
            <pc:sldMk cId="2763406037" sldId="2147483602"/>
            <ac:picMk id="130" creationId="{05DCDF1C-C2B2-6934-9323-BF88816DD181}"/>
          </ac:picMkLst>
        </pc:picChg>
        <pc:picChg chg="mod">
          <ac:chgData name="Godeia, Ana" userId="7ba14efd-21d1-4f88-a212-2d3cd7876216" providerId="ADAL" clId="{121BB17F-659B-4BED-B793-6C181CF7F89D}" dt="2026-09-22T20:44:04.073" v="13824" actId="554"/>
          <ac:picMkLst>
            <pc:docMk/>
            <pc:sldMk cId="2763406037" sldId="2147483602"/>
            <ac:picMk id="132" creationId="{A7340485-8ED2-7D49-5767-B11085BBD93D}"/>
          </ac:picMkLst>
        </pc:picChg>
        <pc:picChg chg="mod">
          <ac:chgData name="Godeia, Ana" userId="7ba14efd-21d1-4f88-a212-2d3cd7876216" providerId="ADAL" clId="{121BB17F-659B-4BED-B793-6C181CF7F89D}" dt="2026-09-22T20:44:01.032" v="13823" actId="554"/>
          <ac:picMkLst>
            <pc:docMk/>
            <pc:sldMk cId="2763406037" sldId="2147483602"/>
            <ac:picMk id="134" creationId="{C78F1867-9077-1AE5-01AE-F402859369E5}"/>
          </ac:picMkLst>
        </pc:picChg>
        <pc:picChg chg="mod">
          <ac:chgData name="Godeia, Ana" userId="7ba14efd-21d1-4f88-a212-2d3cd7876216" providerId="ADAL" clId="{121BB17F-659B-4BED-B793-6C181CF7F89D}" dt="2026-09-22T20:44:10.463" v="13826" actId="554"/>
          <ac:picMkLst>
            <pc:docMk/>
            <pc:sldMk cId="2763406037" sldId="2147483602"/>
            <ac:picMk id="136" creationId="{C3EC99D9-2977-1F2B-6D4F-BD3BB2F7D006}"/>
          </ac:picMkLst>
        </pc:picChg>
        <pc:picChg chg="mod">
          <ac:chgData name="Godeia, Ana" userId="7ba14efd-21d1-4f88-a212-2d3cd7876216" providerId="ADAL" clId="{121BB17F-659B-4BED-B793-6C181CF7F89D}" dt="2026-09-22T20:44:13.809" v="13827" actId="554"/>
          <ac:picMkLst>
            <pc:docMk/>
            <pc:sldMk cId="2763406037" sldId="2147483602"/>
            <ac:picMk id="138" creationId="{3FDE0CC0-1D62-61EA-96B6-53781C7276EB}"/>
          </ac:picMkLst>
        </pc:picChg>
        <pc:picChg chg="mod">
          <ac:chgData name="Godeia, Ana" userId="7ba14efd-21d1-4f88-a212-2d3cd7876216" providerId="ADAL" clId="{121BB17F-659B-4BED-B793-6C181CF7F89D}" dt="2026-09-22T20:44:17.522" v="13828" actId="554"/>
          <ac:picMkLst>
            <pc:docMk/>
            <pc:sldMk cId="2763406037" sldId="2147483602"/>
            <ac:picMk id="140" creationId="{5A2DFD9D-F176-8A4C-3F7D-9846E1A56648}"/>
          </ac:picMkLst>
        </pc:picChg>
      </pc:sldChg>
      <pc:sldChg chg="add mod modShow">
        <pc:chgData name="Godeia, Ana" userId="7ba14efd-21d1-4f88-a212-2d3cd7876216" providerId="ADAL" clId="{121BB17F-659B-4BED-B793-6C181CF7F89D}" dt="2026-09-22T20:53:00.275" v="13852" actId="729"/>
        <pc:sldMkLst>
          <pc:docMk/>
          <pc:sldMk cId="2337897876" sldId="2147483604"/>
        </pc:sldMkLst>
      </pc:sldChg>
      <pc:sldChg chg="mod modShow">
        <pc:chgData name="Godeia, Ana" userId="7ba14efd-21d1-4f88-a212-2d3cd7876216" providerId="ADAL" clId="{121BB17F-659B-4BED-B793-6C181CF7F89D}" dt="2026-09-09T12:37:22.262" v="12213" actId="729"/>
        <pc:sldMkLst>
          <pc:docMk/>
          <pc:sldMk cId="4108677385" sldId="2147483613"/>
        </pc:sldMkLst>
      </pc:sldChg>
    </pc:docChg>
  </pc:docChgLst>
</pc:chgInfo>
</file>

<file path=ppt/comments/modernComment_104_9DE979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870121-5D47-4DB7-AEFE-A07FC734F1EC}" authorId="{6270DC31-8F7C-9078-1DB5-660F2B400ED3}" status="resolved" created="2026-07-28T13:45:11.105" startDate="2026-07-28T13:45:11.105" dueDate="2026-07-28T13:45:11.105" assignedTo="{E8FEECEF-AD86-14CA-1AEE-1C247A5083CA}" complete="100000" title="@Marques, Karla e @Vitorino, Victor atualizar atividades de Gestão de Mudança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649323929" sldId="260"/>
      <ac:graphicFrameMk id="15" creationId="{F7594266-1F4B-CD25-5258-FDF4EFA48634}"/>
    </ac:deMkLst>
    <p188:txBody>
      <a:bodyPr/>
      <a:lstStyle/>
      <a:p>
        <a:r>
          <a:rPr lang="pt-BR"/>
          <a:t>[@Marques, Karla] e [@Vitorino, Victor] atualizar atividades de Gestão de Mudança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7-28T13:45:11.105" id="{21279EB4-9F57-476C-8ED9-BE62B28D7999}">
              <p228:atrbtn authorId="{6270DC31-8F7C-9078-1DB5-660F2B400ED3}"/>
              <p228:anchr>
                <p228:comment id="{55870121-5D47-4DB7-AEFE-A07FC734F1EC}"/>
              </p228:anchr>
              <p228:add/>
            </p228:event>
            <p228:event time="2026-07-28T13:45:11.105" id="{3E3FAC1A-E67C-40F6-A1BB-5C92E6256A25}">
              <p228:atrbtn authorId="{6270DC31-8F7C-9078-1DB5-660F2B400ED3}"/>
              <p228:anchr>
                <p228:comment id="{55870121-5D47-4DB7-AEFE-A07FC734F1EC}"/>
              </p228:anchr>
              <p228:asgn authorId="{E8FEECEF-AD86-14CA-1AEE-1C247A5083CA}"/>
            </p228:event>
            <p228:event time="2026-07-28T13:45:11.105" id="{70A7CE19-9866-4F9F-B998-2A2FF233F1F3}">
              <p228:atrbtn authorId="{6270DC31-8F7C-9078-1DB5-660F2B400ED3}"/>
              <p228:anchr>
                <p228:comment id="{55870121-5D47-4DB7-AEFE-A07FC734F1EC}"/>
              </p228:anchr>
              <p228:title val="@Marques, Karla e @Vitorino, Victor atualizar atividades de Gestão de Mudança"/>
            </p228:event>
            <p228:event time="2026-07-28T13:45:11.105" id="{E40F4DB4-BADB-4918-8737-A0A0F8B4CB5B}">
              <p228:atrbtn authorId="{6270DC31-8F7C-9078-1DB5-660F2B400ED3}"/>
              <p228:anchr>
                <p228:comment id="{55870121-5D47-4DB7-AEFE-A07FC734F1EC}"/>
              </p228:anchr>
              <p228:date stDt="2026-07-28T13:45:11.105" endDt="2026-07-28T13:45:11.105"/>
            </p228:event>
            <p228:event time="2026-07-30T12:58:48.809" id="{1C516F8B-BA88-475B-AE16-800DBA91502A}">
              <p228:atrbtn authorId="{3496D0FA-D873-6C43-4D78-17897F801D05}"/>
              <p228:anchr>
                <p228:comment id="{00000000-0000-0000-0000-000000000000}"/>
              </p228:anchr>
              <p228:pcntCmplt val="100000"/>
            </p228:event>
          </p228:history>
        </p228:taskDetails>
      </p:ex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7-30T12:58:46.474" authorId="{3496D0FA-D873-6C43-4D78-17897F801D05}"/>
          </p223:rxn>
        </p223:reactions>
      </p:ext>
    </p188:extLst>
  </p188:cm>
</p188:cmLst>
</file>

<file path=ppt/comments/modernComment_129_ACA06A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8020AA1-3862-4359-A932-380CD311DE4A}" authorId="{6270DC31-8F7C-9078-1DB5-660F2B400ED3}" created="2026-09-01T18:51:25.857" startDate="2026-09-01T18:51:25.857" dueDate="2026-09-01T18:51:25.857" assignedTo="{55F49DD4-18D6-817D-6DAD-BACDCA2E0487}" title="@Silva, Laryssa ">
    <pc:sldMkLst xmlns:pc="http://schemas.microsoft.com/office/powerpoint/2013/main/command">
      <pc:docMk/>
      <pc:sldMk cId="2896194274" sldId="297"/>
    </pc:sldMkLst>
    <p188:txBody>
      <a:bodyPr/>
      <a:lstStyle/>
      <a:p>
        <a:r>
          <a:rPr lang="pt-BR"/>
          <a:t>[@Silva, Laryssa]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9-01T18:51:25.857" id="{2193942D-41FF-4570-95E7-0D92D3B4B5E2}">
              <p228:atrbtn authorId="{6270DC31-8F7C-9078-1DB5-660F2B400ED3}"/>
              <p228:anchr>
                <p228:comment id="{A8020AA1-3862-4359-A932-380CD311DE4A}"/>
              </p228:anchr>
              <p228:add/>
            </p228:event>
            <p228:event time="2026-09-01T18:51:25.857" id="{92DAD27A-46ED-4411-AB7B-C6966CB78221}">
              <p228:atrbtn authorId="{6270DC31-8F7C-9078-1DB5-660F2B400ED3}"/>
              <p228:anchr>
                <p228:comment id="{A8020AA1-3862-4359-A932-380CD311DE4A}"/>
              </p228:anchr>
              <p228:asgn authorId="{55F49DD4-18D6-817D-6DAD-BACDCA2E0487}"/>
            </p228:event>
            <p228:event time="2026-09-01T18:51:25.857" id="{5B859A33-B1FB-4F7C-9736-E39589155CB5}">
              <p228:atrbtn authorId="{6270DC31-8F7C-9078-1DB5-660F2B400ED3}"/>
              <p228:anchr>
                <p228:comment id="{A8020AA1-3862-4359-A932-380CD311DE4A}"/>
              </p228:anchr>
              <p228:title val="@Silva, Laryssa "/>
            </p228:event>
            <p228:event time="2026-09-01T18:51:25.857" id="{070CF788-4A50-45C6-B28D-8898DE518E7C}">
              <p228:atrbtn authorId="{6270DC31-8F7C-9078-1DB5-660F2B400ED3}"/>
              <p228:anchr>
                <p228:comment id="{A8020AA1-3862-4359-A932-380CD311DE4A}"/>
              </p228:anchr>
              <p228:date stDt="2026-09-01T18:51:25.857" endDt="2026-09-01T18:51:25.857"/>
            </p228:event>
          </p228:history>
        </p228:taskDetail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3F5B-B7A6-4E41-88C0-606C8CADD3C4}" type="datetimeFigureOut">
              <a:rPr lang="pt-BR" smtClean="0"/>
              <a:t>30/09/2026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586F69-219D-4C1A-BFC1-25E4DA0B24A2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8598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777D3CE9-1C50-56B4-3BF6-76693B56C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D1FB23D3-2F46-925C-4C56-32F478AA18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E3CA4E2A-3678-654B-EF74-072941E2A9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3886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C3C96-D52C-303F-783C-D00F9BE1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A9F42-F2E4-5134-5E63-1AE45828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1AA502-1A80-DCE7-5EF8-9E26A78FE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21C4D-31AC-8ABF-AD17-040AA2217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7256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5CAE5-A570-920E-0466-C88CA4B41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07CCEED-E27A-61CF-7BC9-8B2573AE7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01D4A9-D733-B01E-FD8D-5EF3357EF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025975-1D88-E368-328C-0333EE4BD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3585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834E1-305E-4069-6B71-8A2105E5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D2EC2-FF33-3F2D-701D-6D8E5C9948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2E6CEA-BD1D-5A2B-B098-E6091A0F1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2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Gerências: aderência a ritos, papéis, interfaces e processos herdados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2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Comunidades: backlog, priorização, uso das ferramentas e interfaces críticas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2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Capacitação: aplicação prática, dúvidas recorrentes e gaps pós-treinamento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43D4C3-F2F0-96AF-0E69-3DCA022035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736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D3048-BA8C-29B8-70D5-3FF9BCDEC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7F1AE7-F1C0-03F5-6CE0-85F148C45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B8153-5B37-3829-FEF1-DC5865A0A5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O percentual representa o avanço de cada comunidade na implementação dos elementos definidos para cada frente. Cada frente possui critérios pesos específicos, totalizando 100%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666A5-D803-FF33-679C-7E2C54385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9D600-1439-4C3B-817B-3ADFDB7ABE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841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C6303-33B8-A00F-6B26-7AAE98B60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30B837-C88B-C6DB-5916-FB4BCCF06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D90B1A-1670-4B66-54FE-77B01FC48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kern="1200">
              <a:solidFill>
                <a:srgbClr val="D6E2EE"/>
              </a:solidFill>
              <a:latin typeface="Arial Nova Cond" panose="020B0506020202020204" pitchFamily="34" charset="0"/>
              <a:ea typeface="+mn-ea"/>
              <a:cs typeface="Arial" pitchFamily="34" charset="-12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FB393B-D171-EB54-EEA5-02896E0A6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93B04-8768-4BFA-B1E7-5EE99B56B7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1180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C6F3F-4C89-AF23-A445-9BC49A0CA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DFC7E6-BE95-306B-E970-DC2F4D6366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EBEB21-6D15-3BCE-43D9-00F2DF12E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26B3B-F067-1B3D-D2A7-EE0573194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9D600-1439-4C3B-817B-3ADFDB7ABE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201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9F066-1A48-534D-2557-1C55986FD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F81343E-B413-1FC4-AC4E-0407DB627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5BF241-5D0E-EEE6-C5AA-FCFB70B57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3752034-B658-99B6-4B12-1256565CD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072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A1B2420C-9EA5-D39B-4C71-47565B208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7486E04F-E97F-7ECA-05E2-A6F062AB5C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9A6AF40D-F152-FA7E-56DE-5CE106EA1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3956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D6E3-08FD-C244-1301-0A725681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2C4FD-2A58-2F0D-296E-74775A172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067CA-357A-97BC-0818-A6FFB8464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6382-3F54-7C63-056B-ED1288215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1735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BEC03-AC32-86AD-CAA9-4B491F629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004938-01CD-BA91-6798-DCED6494B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FA5B927-F43B-8957-1C8A-B4F69F24E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D1A572-6D53-B0DF-2E2C-07E2AC0D1A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9644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97849-589E-7DC2-9D64-44B5C0CFA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521AE-4A84-012C-C37E-42F6CF1C3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7BE02-7D21-5862-152F-7C11B758C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2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Gerências: aderência a ritos, papéis, interfaces e processos herdados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2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Comunidades: backlog, priorização, uso das ferramentas e interfaces críticas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2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Capacitação: aplicação prática, dúvidas recorrentes e gaps pós-treinamento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D429F-8FBB-D296-5241-E9E2AD6E8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7510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O percentual representa o avanço de cada comunidade na implementação dos elementos definidos para cada frente. Cada frente possui critérios pesos específicos, totalizando 100%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9D600-1439-4C3B-817B-3ADFDB7ABE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420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9D600-1439-4C3B-817B-3ADFDB7ABE2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63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37E1D-2983-DF2A-58ED-9682F2765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9F4BCB-FF1B-9D2A-F226-C5EEAD2DC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570A51B-1DF9-0626-1E1A-593E1D215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D2CBA6-070D-85AD-C425-618EA5D7E4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68303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42882660-0895-F7A7-2A84-2F2DB5AD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33792425-7AD1-CC21-B116-B88B1CD706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5F4867FA-3E7C-BC02-3FEC-659E067650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5430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D6E3-08FD-C244-1301-0A725681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2C4FD-2A58-2F0D-296E-74775A172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C067CA-357A-97BC-0818-A6FFB8464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06382-3F54-7C63-056B-ED1288215C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1735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CA95D-2BDB-0482-D80D-370BC4D6C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251D198-C641-3AC3-12AE-CB0B9D69FD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EC402B-278D-4C71-0886-72948EA57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980700-8B59-9D04-C49F-C6C1E3C8BB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06724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6B805-AAE1-8B36-9681-7AABCB4EF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98A4AD-8709-5B2C-EC44-F8E45A64F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E761781-5EC0-4B4E-07BE-E0C1D237E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kern="1200">
              <a:solidFill>
                <a:srgbClr val="D6E2EE"/>
              </a:solidFill>
              <a:latin typeface="Arial Nova Cond" panose="020B0506020202020204" pitchFamily="34" charset="0"/>
              <a:ea typeface="+mn-ea"/>
              <a:cs typeface="Arial" pitchFamily="34" charset="-12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4407B0-B16D-C915-AA36-1A9EF8211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93B04-8768-4BFA-B1E7-5EE99B56B7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08021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2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Gerências: aderência a ritos, papéis, interfaces e processos herdados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2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Comunidades: backlog, priorização, uso das ferramentas e interfaces críticas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2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Capacitação: aplicação prática, dúvidas recorrentes e gaps pós-treinamento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86F69-219D-4C1A-BFC1-25E4DA0B24A2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05737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C6303-33B8-A00F-6B26-7AAE98B60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30B837-C88B-C6DB-5916-FB4BCCF06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D90B1A-1670-4B66-54FE-77B01FC48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kern="1200">
              <a:solidFill>
                <a:srgbClr val="D6E2EE"/>
              </a:solidFill>
              <a:latin typeface="Arial Nova Cond" panose="020B0506020202020204" pitchFamily="34" charset="0"/>
              <a:ea typeface="+mn-ea"/>
              <a:cs typeface="Arial" pitchFamily="34" charset="-12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FB393B-D171-EB54-EEA5-02896E0A6C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93B04-8768-4BFA-B1E7-5EE99B56B7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1180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D5B36-9F4F-C8E2-EC9F-AAEA55A6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094345-86CD-F985-3F8C-273149785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1F3F06-E550-2ABE-7137-633D7AF5E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4BE5E4-CF06-5598-AC11-51CA941F7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5634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5CDBCB90-2308-DA76-5C0E-16884C7ED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E83F120F-9294-721E-FE04-6AA9E9CE7C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5C06D618-43F0-562C-2B12-866DF6E54A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71357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30498-33C6-C1B4-9966-B3B126BA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937D22-915F-5857-6B05-01C138E24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9E5A0E-4AD2-6E7C-06FF-4DC00D448D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C6E37-5666-B59B-85F8-D64CC212B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739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2B3FE-7A1C-E5F4-30C8-5C0E3CDA7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6C7505D-B332-5BC2-F0FE-1FE6D529E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871B246-AF5E-7499-A80D-280701E37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032875-C474-068D-C423-A2925FDBE2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2261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8546-D177-E63F-4653-AF1E866DD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16665B-E8D0-0220-604A-2F3020AC66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B7A257A-312E-23EC-0AC7-9FD75ED5F6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6DA2BC6-630B-3533-177C-5026C0EB6B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2862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D0FC350D-7E9F-690A-7995-6AB02965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CF3C28A1-8425-6111-A2FF-263DD367B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374D9452-919E-3EC6-839E-219AFF1D4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78768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8DD2-C887-26A9-7019-2A860675A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FA10C-263E-FE45-784B-DD2C31CF2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9A1E07-F3F2-8B3E-C9B4-820642D04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Marcelo/Zucarato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11798-32BD-2821-2EA0-926A9CF820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83708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55C05-CE4C-7AD7-6C2A-2557E797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F13065C-4B7E-6FEC-5B66-E87BEC3217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C41DC7-CEAB-5586-BACF-612A140B6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2830D3-6022-2417-F16E-CCF602017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3747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BD932-A5DF-005A-D307-BFEC53F26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09799E1-3B16-AC18-D38D-4F038D3024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723F6F-3B21-6419-A1D3-EBB07BBD8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032AB7-610D-8537-26F8-FAB705DA5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21387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F4CD-B122-AFC5-056C-5A25799EB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E8A3CDC-605B-00A2-6349-2DE965BFF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C82578-B86F-5988-7E4B-07B00B135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C78592-A98E-4603-BB48-4E1260374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2863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AB5E3BA9-533B-DCCA-5ACF-102D63511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9949592F-B384-6CDD-4F3B-836BEFA519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7EFE622E-388F-C4D9-3019-B8073AF34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13489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71D6E-208D-F221-EEC5-90735BB0A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FCD568-6A0D-ACA2-802A-4EA5CF0A27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408ABD-63B3-9955-73DC-3F150CA47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Marcelo/Zucarato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1A843-26CA-823F-3A6E-9A34DE4D3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33710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444FE-8A7C-9726-B642-AABA2FC8C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46A4FBD-6CE9-1209-A1A0-1FC0B51D7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13ED33-C272-AE6A-8D78-5ADFA0EF8A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9370E9-6391-7B21-0324-85473A586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88971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842F-6227-D0FB-CFE6-7C6ABBE55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1C22E8C-2E15-8135-289D-F4EA17CAB0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2F2781-4AA7-DD7C-481E-CF31BECC2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380ECA-2351-2B01-2412-02FBF0A06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09743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9152D484-9206-D20A-B998-4CEF23019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13A84BFD-7E04-5300-848B-56732245DC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1271070C-661B-6001-7AED-F52D115576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43154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1D3E7-9172-18E6-E12C-0449C5094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06ABA-3EA2-84D2-6C01-D0CEE9F77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AF8A7-97BD-07D5-4B42-89DC732F9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Marcelo/Zucarato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5DA5B-0796-4E88-64B6-5B0F108D3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17978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B83C6-6344-80E1-86DC-9F5168FAD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CCD4AA1-8455-05F3-FA8C-DEBA72C5F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BA56D0D-4AF1-74C2-92DF-186592248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ED0182-2683-F991-4D41-9B4A2F8919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64321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EC572-354D-0757-64CD-733BD34D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321487-0768-A811-2CC4-14050D732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A9D423-D2E7-5698-C53F-6BE908CC5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b="1" kern="1200">
              <a:solidFill>
                <a:srgbClr val="1A9C8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22D1E-D171-08E0-02AF-38012C7C4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219FFB-2FCB-4D56-8128-8EDC264B342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741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29F2FD-2D5C-4803-A22B-42E408044A4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85240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B3E65-61D2-9AD2-3B69-EA72EE94D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01D122-D60B-52A1-B602-D0CCF1AE7C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0A53568-D405-C47F-C574-069DD4119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A9F392E-E8BF-B954-F4FB-15622A874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03996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B71EC636-581C-5662-3EF6-EBB2E6337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6B6E7ADD-7C23-7DC8-532D-1B26F4CEF6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C0BA972F-7070-67F9-C720-774BC626A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574392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3FC88-FCE5-D044-04BF-25B37BAC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B86E3-E355-ADCE-74A2-8C3CAE427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422B5-ACA6-940B-7260-36D998175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</a:t>
            </a:r>
            <a:r>
              <a:rPr lang="en-US" err="1"/>
              <a:t>Zucarato</a:t>
            </a:r>
            <a:r>
              <a:rPr lang="en-US"/>
              <a:t>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252B6-1A48-FDCB-B1AD-1933C3664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22145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1D20E-ACD0-482E-7A83-FC617FFA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AD2D071-A334-497C-1F2C-DA84CCA32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35314B8-4E61-8162-6EB7-0E4A1ED5A6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E4CA81-B424-EC1E-E819-725C5583F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556564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3A7B-9846-A5F7-33D6-61E107F4E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D563F9-8736-A853-69C0-3C942F3D2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A751F4-08F1-66C7-541D-492D8180E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DFB8E4-8DA4-8563-95DB-8A657EB9D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4989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1193B04-8768-4BFA-B1E7-5EE99B56B7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76282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917FF573-8FC6-A55F-1F17-5E9610B3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B160ADE9-08C4-6879-B434-264F7DD92E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FEEFCFD0-BEAD-B845-6719-47EB85EF5E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30664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3FC88-FCE5-D044-04BF-25B37BAC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B86E3-E355-ADCE-74A2-8C3CAE427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422B5-ACA6-940B-7260-36D998175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</a:t>
            </a:r>
            <a:r>
              <a:rPr lang="en-US" err="1"/>
              <a:t>Zucarato</a:t>
            </a:r>
            <a:r>
              <a:rPr lang="en-US"/>
              <a:t>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252B6-1A48-FDCB-B1AD-1933C3664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722145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8BDC3-507E-8A91-82A9-B86A9DB9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31E2C8B-93B8-B4A0-3D2B-045133AA0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DE476E-B560-8123-7A60-61F71D3A9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C73F0D-09AE-5C47-78EF-4DE5887F2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26934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8C2B4-4B6F-DDA5-0106-9E5E319D2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83C98B8-A59C-C231-D3FF-00A1B8A74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58A32F-CC8B-71B3-E87C-AC660D4FE3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508EA8-BEC3-F42A-21E3-69F6943F0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056041-5856-4263-BB01-FB7CD670BB3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89462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743BC-3FEF-CF2C-FBD0-3A19C7733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1669E9A-B63F-913E-2A66-090106097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2A29356-F2CC-F51E-D026-DCE55471B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CF7D82-EEE9-D5D6-9EE3-DC026625C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056041-5856-4263-BB01-FB7CD670BB3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19783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B26BB-B2F9-232C-65E8-DABCD5220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862677-4CDB-7935-FE09-B48D735A63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5210FC-E044-33B8-D4C7-606E026E4D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55D1E5A-F12D-8319-92E8-88F0FD336E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056041-5856-4263-BB01-FB7CD670BB3F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62748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83A7B-9846-A5F7-33D6-61E107F4E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D563F9-8736-A853-69C0-3C942F3D2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A751F4-08F1-66C7-541D-492D8180E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DFB8E4-8DA4-8563-95DB-8A657EB9D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94989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646DFA39-E842-A5A7-4A53-709DF04D7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CE0FBA57-933A-91A6-1A56-8CC0CDBE0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759CEE27-FB33-0C6A-F79A-ED93899977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43588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2DEC-671E-5DB8-8030-D34805809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D0290-9BD8-0BA9-0ACB-AB4B2BC51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B84B2-74B4-12DD-62AC-DABAE1EAD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</a:t>
            </a:r>
            <a:r>
              <a:rPr lang="en-US" err="1"/>
              <a:t>Zucarato</a:t>
            </a:r>
            <a:r>
              <a:rPr lang="en-US"/>
              <a:t>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255F2-0D6E-BF98-80AE-81C29E8B3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746662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C526E-231F-7949-3ABF-9FFB136D0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7A1061B-3EB3-FAEF-304C-0F14BEFC70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CF4EB3-2FA3-783D-E258-3BDE1409C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C56045-4505-83EB-F715-FC449640E3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460004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F06F2-B94D-F714-C1E5-6779A16E3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1AA6C4-E934-9774-FDE2-65E448C3C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74E986-F3E2-D6C6-4602-40C64A634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53C331-958E-CCA7-DB67-ED02334EA9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856359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>
          <a:extLst>
            <a:ext uri="{FF2B5EF4-FFF2-40B4-BE49-F238E27FC236}">
              <a16:creationId xmlns:a16="http://schemas.microsoft.com/office/drawing/2014/main" id="{48B29885-BD26-0DC6-FBBD-242CBC3F9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3230d04a995_0_26:notes">
            <a:extLst>
              <a:ext uri="{FF2B5EF4-FFF2-40B4-BE49-F238E27FC236}">
                <a16:creationId xmlns:a16="http://schemas.microsoft.com/office/drawing/2014/main" id="{7921A244-0AE9-4E76-B6BE-9568FE59D1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189" name="Google Shape;2189;g3230d04a995_0_26:notes">
            <a:extLst>
              <a:ext uri="{FF2B5EF4-FFF2-40B4-BE49-F238E27FC236}">
                <a16:creationId xmlns:a16="http://schemas.microsoft.com/office/drawing/2014/main" id="{683EDAAA-B33C-20A8-3D5A-E30743637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81891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</a:t>
            </a:r>
            <a:r>
              <a:rPr lang="en-US" err="1"/>
              <a:t>Zucarato</a:t>
            </a:r>
            <a:r>
              <a:rPr lang="en-US"/>
              <a:t>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586F69-219D-4C1A-BFC1-25E4DA0B24A2}" type="slidenum">
              <a:rPr lang="pt-BR" smtClean="0"/>
              <a:t>84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38426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14F1-5C4A-7DB3-190F-609EE72D6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79E9EB-062F-3BFD-2C52-F3202EC9DA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C3B477-422E-85B5-66A0-7F4E58CAC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A146E8-AF6F-E7C6-19FE-976969C7F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559777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A78A-EF9C-E80A-C5DD-B816A025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1A7551-9FDF-AA61-7992-EE7F169D5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417160-B7D9-8670-A0D7-FF447356B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83804C-728B-F979-C8CB-9C3F3A2DA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145398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DA78A-EF9C-E80A-C5DD-B816A0252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1A7551-9FDF-AA61-7992-EE7F169D5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417160-B7D9-8670-A0D7-FF447356BA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83804C-728B-F979-C8CB-9C3F3A2DA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86F69-219D-4C1A-BFC1-25E4DA0B24A2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145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7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899"/>
            <a:ext cx="11251289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05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289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03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06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48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AB875278-B419-1E51-4369-FB108532154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22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2" name="Google Shape;4546;p456">
            <a:extLst>
              <a:ext uri="{FF2B5EF4-FFF2-40B4-BE49-F238E27FC236}">
                <a16:creationId xmlns:a16="http://schemas.microsoft.com/office/drawing/2014/main" id="{499FBED8-5F9A-A94D-62C5-BBF67123A90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846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928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5" name="Google Shape;2417;p84">
            <a:extLst>
              <a:ext uri="{FF2B5EF4-FFF2-40B4-BE49-F238E27FC236}">
                <a16:creationId xmlns:a16="http://schemas.microsoft.com/office/drawing/2014/main" id="{3483C205-41BC-8066-AB0F-E5AE79AF8EC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014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9AB55B-401A-D4CA-5A1D-41465DBADFC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2" name="Google Shape;2118;p66">
              <a:extLst>
                <a:ext uri="{FF2B5EF4-FFF2-40B4-BE49-F238E27FC236}">
                  <a16:creationId xmlns:a16="http://schemas.microsoft.com/office/drawing/2014/main" id="{FFE20AE6-C44E-348F-EFF6-7050AAB2DF3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5" name="Google Shape;2119;p66">
                <a:extLst>
                  <a:ext uri="{FF2B5EF4-FFF2-40B4-BE49-F238E27FC236}">
                    <a16:creationId xmlns:a16="http://schemas.microsoft.com/office/drawing/2014/main" id="{A61D8A30-1F7B-1F1B-3FDA-5535300C7EE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7" name="Google Shape;2120;p66">
                <a:extLst>
                  <a:ext uri="{FF2B5EF4-FFF2-40B4-BE49-F238E27FC236}">
                    <a16:creationId xmlns:a16="http://schemas.microsoft.com/office/drawing/2014/main" id="{FBDB020F-6E4A-0A1E-BBE3-E77FC0C5CA0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8" name="Google Shape;2121;p66">
                <a:extLst>
                  <a:ext uri="{FF2B5EF4-FFF2-40B4-BE49-F238E27FC236}">
                    <a16:creationId xmlns:a16="http://schemas.microsoft.com/office/drawing/2014/main" id="{9FC6460B-AC12-85DA-A9B8-8436144C625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9" name="Google Shape;2122;p66">
              <a:extLst>
                <a:ext uri="{FF2B5EF4-FFF2-40B4-BE49-F238E27FC236}">
                  <a16:creationId xmlns:a16="http://schemas.microsoft.com/office/drawing/2014/main" id="{DE18A382-67FF-7B99-CCDC-B8414AC9276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0" name="Google Shape;2123;p66">
                <a:extLst>
                  <a:ext uri="{FF2B5EF4-FFF2-40B4-BE49-F238E27FC236}">
                    <a16:creationId xmlns:a16="http://schemas.microsoft.com/office/drawing/2014/main" id="{D4C3B40E-E6BF-124D-C26E-3102274D052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1" name="Google Shape;2124;p66">
                <a:extLst>
                  <a:ext uri="{FF2B5EF4-FFF2-40B4-BE49-F238E27FC236}">
                    <a16:creationId xmlns:a16="http://schemas.microsoft.com/office/drawing/2014/main" id="{4EE8307A-B472-B391-0142-8EBB3945D0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31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oogle Shape;2119;p66">
            <a:extLst>
              <a:ext uri="{FF2B5EF4-FFF2-40B4-BE49-F238E27FC236}">
                <a16:creationId xmlns:a16="http://schemas.microsoft.com/office/drawing/2014/main" id="{A61D8A30-1F7B-1F1B-3FDA-5535300C7EE8}"/>
              </a:ext>
            </a:extLst>
          </p:cNvPr>
          <p:cNvCxnSpPr>
            <a:cxnSpLocks/>
          </p:cNvCxnSpPr>
          <p:nvPr/>
        </p:nvCxnSpPr>
        <p:spPr>
          <a:xfrm rot="10800000" flipH="1">
            <a:off x="8932369" y="3967642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" name="Google Shape;2120;p66">
            <a:extLst>
              <a:ext uri="{FF2B5EF4-FFF2-40B4-BE49-F238E27FC236}">
                <a16:creationId xmlns:a16="http://schemas.microsoft.com/office/drawing/2014/main" id="{FBDB020F-6E4A-0A1E-BBE3-E77FC0C5CA09}"/>
              </a:ext>
            </a:extLst>
          </p:cNvPr>
          <p:cNvCxnSpPr>
            <a:cxnSpLocks/>
          </p:cNvCxnSpPr>
          <p:nvPr/>
        </p:nvCxnSpPr>
        <p:spPr>
          <a:xfrm rot="10800000">
            <a:off x="10651379" y="3967735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" name="Google Shape;2121;p66">
            <a:extLst>
              <a:ext uri="{FF2B5EF4-FFF2-40B4-BE49-F238E27FC236}">
                <a16:creationId xmlns:a16="http://schemas.microsoft.com/office/drawing/2014/main" id="{9FC6460B-AC12-85DA-A9B8-8436144C62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060703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9" name="Google Shape;2122;p66">
            <a:extLst>
              <a:ext uri="{FF2B5EF4-FFF2-40B4-BE49-F238E27FC236}">
                <a16:creationId xmlns:a16="http://schemas.microsoft.com/office/drawing/2014/main" id="{DE18A382-67FF-7B99-CCDC-B8414AC92761}"/>
              </a:ext>
            </a:extLst>
          </p:cNvPr>
          <p:cNvGrpSpPr>
            <a:grpSpLocks/>
          </p:cNvGrpSpPr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0" name="Google Shape;2123;p66">
              <a:extLst>
                <a:ext uri="{FF2B5EF4-FFF2-40B4-BE49-F238E27FC236}">
                  <a16:creationId xmlns:a16="http://schemas.microsoft.com/office/drawing/2014/main" id="{D4C3B40E-E6BF-124D-C26E-3102274D052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1" name="Google Shape;2124;p66">
              <a:extLst>
                <a:ext uri="{FF2B5EF4-FFF2-40B4-BE49-F238E27FC236}">
                  <a16:creationId xmlns:a16="http://schemas.microsoft.com/office/drawing/2014/main" id="{4EE8307A-B472-B391-0142-8EBB3945D0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0734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D986611-5E48-AF11-4E58-E6F43C89DC2A}"/>
              </a:ext>
            </a:extLst>
          </p:cNvPr>
          <p:cNvGrpSpPr/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0CFAFF82-0833-7B06-407E-83EB6FA0D145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1307548B-F888-D84C-C666-938BA97A75EF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443A687C-99A0-1F27-511D-E93BCD8A1D4C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25EEA323-0843-0D75-C6B1-0CD1A21CCBEB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10" name="Google Shape;2122;p66">
              <a:extLst>
                <a:ext uri="{FF2B5EF4-FFF2-40B4-BE49-F238E27FC236}">
                  <a16:creationId xmlns:a16="http://schemas.microsoft.com/office/drawing/2014/main" id="{180348D1-09CA-C73D-D939-2319683C0188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1" name="Google Shape;2123;p66">
                <a:extLst>
                  <a:ext uri="{FF2B5EF4-FFF2-40B4-BE49-F238E27FC236}">
                    <a16:creationId xmlns:a16="http://schemas.microsoft.com/office/drawing/2014/main" id="{383805C0-32C3-3526-464F-807F1BC651F9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2124;p66">
                <a:extLst>
                  <a:ext uri="{FF2B5EF4-FFF2-40B4-BE49-F238E27FC236}">
                    <a16:creationId xmlns:a16="http://schemas.microsoft.com/office/drawing/2014/main" id="{6BCEA8B0-4E62-C1FC-13E7-C53D4A4378EB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628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2119;p66">
            <a:extLst>
              <a:ext uri="{FF2B5EF4-FFF2-40B4-BE49-F238E27FC236}">
                <a16:creationId xmlns:a16="http://schemas.microsoft.com/office/drawing/2014/main" id="{1307548B-F888-D84C-C666-938BA97A75EF}"/>
              </a:ext>
            </a:extLst>
          </p:cNvPr>
          <p:cNvCxnSpPr/>
          <p:nvPr/>
        </p:nvCxnSpPr>
        <p:spPr>
          <a:xfrm rot="10800000" flipH="1">
            <a:off x="8932369" y="3967642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4" name="Google Shape;2120;p66">
            <a:extLst>
              <a:ext uri="{FF2B5EF4-FFF2-40B4-BE49-F238E27FC236}">
                <a16:creationId xmlns:a16="http://schemas.microsoft.com/office/drawing/2014/main" id="{443A687C-99A0-1F27-511D-E93BCD8A1D4C}"/>
              </a:ext>
            </a:extLst>
          </p:cNvPr>
          <p:cNvCxnSpPr/>
          <p:nvPr/>
        </p:nvCxnSpPr>
        <p:spPr>
          <a:xfrm rot="10800000">
            <a:off x="10651379" y="3967735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5" name="Google Shape;2121;p66">
            <a:extLst>
              <a:ext uri="{FF2B5EF4-FFF2-40B4-BE49-F238E27FC236}">
                <a16:creationId xmlns:a16="http://schemas.microsoft.com/office/drawing/2014/main" id="{25EEA323-0843-0D75-C6B1-0CD1A21CCBEB}"/>
              </a:ext>
            </a:extLst>
          </p:cNvPr>
          <p:cNvCxnSpPr/>
          <p:nvPr/>
        </p:nvCxnSpPr>
        <p:spPr>
          <a:xfrm rot="10800000" flipH="1">
            <a:off x="10060703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10" name="Google Shape;2122;p66">
            <a:extLst>
              <a:ext uri="{FF2B5EF4-FFF2-40B4-BE49-F238E27FC236}">
                <a16:creationId xmlns:a16="http://schemas.microsoft.com/office/drawing/2014/main" id="{180348D1-09CA-C73D-D939-2319683C0188}"/>
              </a:ext>
            </a:extLst>
          </p:cNvPr>
          <p:cNvGrpSpPr/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1" name="Google Shape;2123;p66">
              <a:extLst>
                <a:ext uri="{FF2B5EF4-FFF2-40B4-BE49-F238E27FC236}">
                  <a16:creationId xmlns:a16="http://schemas.microsoft.com/office/drawing/2014/main" id="{383805C0-32C3-3526-464F-807F1BC651F9}"/>
                </a:ext>
              </a:extLst>
            </p:cNvPr>
            <p:cNvCxnSpPr/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2" name="Google Shape;2124;p66">
              <a:extLst>
                <a:ext uri="{FF2B5EF4-FFF2-40B4-BE49-F238E27FC236}">
                  <a16:creationId xmlns:a16="http://schemas.microsoft.com/office/drawing/2014/main" id="{6BCEA8B0-4E62-C1FC-13E7-C53D4A4378EB}"/>
                </a:ext>
              </a:extLst>
            </p:cNvPr>
            <p:cNvCxnSpPr/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972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CC821D5-D021-105B-9331-A5A9867D75D2}"/>
              </a:ext>
            </a:extLst>
          </p:cNvPr>
          <p:cNvGrpSpPr/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DE492C39-5E7F-EFCB-9E4E-CBF17E8C34B7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C7C39FC2-886C-87BF-8CE3-0FA9EBD2C373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9DA334F1-F6B2-047F-EEE3-9421F462694D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EB90EC58-E2EF-5DA2-F230-02D4DBFA9D54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7" name="Google Shape;2122;p66">
              <a:extLst>
                <a:ext uri="{FF2B5EF4-FFF2-40B4-BE49-F238E27FC236}">
                  <a16:creationId xmlns:a16="http://schemas.microsoft.com/office/drawing/2014/main" id="{0CD5E4DE-FA8F-2B24-2EA2-C16BA3D5BD9D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8" name="Google Shape;2123;p66">
                <a:extLst>
                  <a:ext uri="{FF2B5EF4-FFF2-40B4-BE49-F238E27FC236}">
                    <a16:creationId xmlns:a16="http://schemas.microsoft.com/office/drawing/2014/main" id="{2C88F39E-3390-75BF-3BB4-39DF61CA6A02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9" name="Google Shape;2124;p66">
                <a:extLst>
                  <a:ext uri="{FF2B5EF4-FFF2-40B4-BE49-F238E27FC236}">
                    <a16:creationId xmlns:a16="http://schemas.microsoft.com/office/drawing/2014/main" id="{EB163982-3A08-6610-10CB-B2BD6DD67A5F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8309415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BEA9812-AE59-ACDB-6864-B94DE4F2F17D}"/>
              </a:ext>
            </a:extLst>
          </p:cNvPr>
          <p:cNvGrpSpPr/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E001E9E6-1022-1EE3-1B13-B792445D8F7B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8F3A716C-97CD-FE12-55EB-33483D28D55E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B3A857BE-F3BF-8CE8-E43C-DE98E50C3092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9BB23FF4-D86D-1D73-C2B8-61EDDCD64F27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7" name="Google Shape;2122;p66">
              <a:extLst>
                <a:ext uri="{FF2B5EF4-FFF2-40B4-BE49-F238E27FC236}">
                  <a16:creationId xmlns:a16="http://schemas.microsoft.com/office/drawing/2014/main" id="{A4839E38-B280-C83B-8ECD-A5F12B42CAA9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8" name="Google Shape;2123;p66">
                <a:extLst>
                  <a:ext uri="{FF2B5EF4-FFF2-40B4-BE49-F238E27FC236}">
                    <a16:creationId xmlns:a16="http://schemas.microsoft.com/office/drawing/2014/main" id="{5EDE8D56-83BF-4578-485A-7D036A3E4C50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9" name="Google Shape;2124;p66">
                <a:extLst>
                  <a:ext uri="{FF2B5EF4-FFF2-40B4-BE49-F238E27FC236}">
                    <a16:creationId xmlns:a16="http://schemas.microsoft.com/office/drawing/2014/main" id="{7D0C62C7-D9BF-8566-7165-164F4705A168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3914744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900"/>
            <a:ext cx="5858977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493;p411">
            <a:extLst>
              <a:ext uri="{FF2B5EF4-FFF2-40B4-BE49-F238E27FC236}">
                <a16:creationId xmlns:a16="http://schemas.microsoft.com/office/drawing/2014/main" id="{AB5BFFD0-25D3-B6B4-CB2F-3A578A2BAAC5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799949" y="2643188"/>
            <a:ext cx="2395840" cy="4279920"/>
          </a:xfrm>
          <a:prstGeom prst="straightConnector1">
            <a:avLst/>
          </a:prstGeom>
          <a:noFill/>
          <a:ln w="38100" cap="flat" cmpd="sng">
            <a:solidFill>
              <a:schemeClr val="tx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5" name="Text Placeholder 51">
            <a:extLst>
              <a:ext uri="{FF2B5EF4-FFF2-40B4-BE49-F238E27FC236}">
                <a16:creationId xmlns:a16="http://schemas.microsoft.com/office/drawing/2014/main" id="{55B7DB9B-CB7A-5F3E-791F-EC9F9A32A9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262680"/>
            <a:ext cx="3657763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introdutório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25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799949" y="2643188"/>
            <a:ext cx="2395840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900"/>
            <a:ext cx="5858977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262680"/>
            <a:ext cx="3657763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introdutório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3336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799949" y="2643188"/>
            <a:ext cx="2395840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900"/>
            <a:ext cx="5858977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262680"/>
            <a:ext cx="3657763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introdutório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304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4_Destaque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" name="Google Shape;3493;p411">
            <a:extLst>
              <a:ext uri="{FF2B5EF4-FFF2-40B4-BE49-F238E27FC236}">
                <a16:creationId xmlns:a16="http://schemas.microsoft.com/office/drawing/2014/main" id="{241691DC-CB9F-F49F-5FD9-8DFAF97E798F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9799949" y="2643188"/>
            <a:ext cx="2395840" cy="4279920"/>
          </a:xfrm>
          <a:prstGeom prst="straightConnector1">
            <a:avLst/>
          </a:prstGeom>
          <a:noFill/>
          <a:ln w="381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900"/>
            <a:ext cx="5858977" cy="27241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7" name="Text Placeholder 51">
            <a:extLst>
              <a:ext uri="{FF2B5EF4-FFF2-40B4-BE49-F238E27FC236}">
                <a16:creationId xmlns:a16="http://schemas.microsoft.com/office/drawing/2014/main" id="{72C3BB23-2528-2D51-6D17-1D8A3A425D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262680"/>
            <a:ext cx="3657763" cy="111907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introdutório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295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243054" y="379285"/>
            <a:ext cx="3396771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9998" r="12703" b="4392"/>
          <a:stretch/>
        </p:blipFill>
        <p:spPr>
          <a:xfrm>
            <a:off x="5887178" y="1"/>
            <a:ext cx="630482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36497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243054" y="379285"/>
            <a:ext cx="3396771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9998" r="12703" b="4392"/>
          <a:stretch/>
        </p:blipFill>
        <p:spPr>
          <a:xfrm>
            <a:off x="5887178" y="1"/>
            <a:ext cx="630482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41696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5_Capa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00352AE0-1FDD-71F9-F635-DFA80534988F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44768" y="378001"/>
            <a:ext cx="3397957" cy="6154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2191;p71" descr="Image">
            <a:extLst>
              <a:ext uri="{FF2B5EF4-FFF2-40B4-BE49-F238E27FC236}">
                <a16:creationId xmlns:a16="http://schemas.microsoft.com/office/drawing/2014/main" id="{EC6C0446-F797-6696-0691-D5D3B578AF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9998" r="12703" b="4392"/>
          <a:stretch/>
        </p:blipFill>
        <p:spPr>
          <a:xfrm>
            <a:off x="5887178" y="1"/>
            <a:ext cx="630482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4C14F297-9874-216E-C433-100105B370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32" name="Text Placeholder 51">
            <a:extLst>
              <a:ext uri="{FF2B5EF4-FFF2-40B4-BE49-F238E27FC236}">
                <a16:creationId xmlns:a16="http://schemas.microsoft.com/office/drawing/2014/main" id="{75372B82-6F2D-B889-B523-C81CB9485F7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6F7FB5DE-6524-46C4-6448-A348016D67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</p:spTree>
    <p:extLst>
      <p:ext uri="{BB962C8B-B14F-4D97-AF65-F5344CB8AC3E}">
        <p14:creationId xmlns:p14="http://schemas.microsoft.com/office/powerpoint/2010/main" val="161625695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" name="Google Shape;2192;p71">
            <a:extLst>
              <a:ext uri="{FF2B5EF4-FFF2-40B4-BE49-F238E27FC236}">
                <a16:creationId xmlns:a16="http://schemas.microsoft.com/office/drawing/2014/main" id="{3958B7E0-12FD-F720-89DF-687FE31655A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243054" y="379285"/>
            <a:ext cx="3396771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35" name="Text Placeholder 51">
            <a:extLst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</p:spTree>
    <p:extLst>
      <p:ext uri="{BB962C8B-B14F-4D97-AF65-F5344CB8AC3E}">
        <p14:creationId xmlns:p14="http://schemas.microsoft.com/office/powerpoint/2010/main" val="2833252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" name="Google Shape;2192;p71">
            <a:extLst>
              <a:ext uri="{FF2B5EF4-FFF2-40B4-BE49-F238E27FC236}">
                <a16:creationId xmlns:a16="http://schemas.microsoft.com/office/drawing/2014/main" id="{3958B7E0-12FD-F720-89DF-687FE31655A4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243054" y="379285"/>
            <a:ext cx="3396771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FD806D67-10BF-4023-D51A-4B0FFC7EB2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33" name="Text Placeholder 51">
            <a:extLst>
              <a:ext uri="{FF2B5EF4-FFF2-40B4-BE49-F238E27FC236}">
                <a16:creationId xmlns:a16="http://schemas.microsoft.com/office/drawing/2014/main" id="{A49D5658-F6E3-FA36-C79E-1D395337D1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35" name="Text Placeholder 51">
            <a:extLst>
              <a:ext uri="{FF2B5EF4-FFF2-40B4-BE49-F238E27FC236}">
                <a16:creationId xmlns:a16="http://schemas.microsoft.com/office/drawing/2014/main" id="{7B650764-6019-64E1-2A79-56579C720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</p:spTree>
    <p:extLst>
      <p:ext uri="{BB962C8B-B14F-4D97-AF65-F5344CB8AC3E}">
        <p14:creationId xmlns:p14="http://schemas.microsoft.com/office/powerpoint/2010/main" val="2208551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6_Capa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322E9E79-6045-FA6A-58CF-6EB6D9AFBE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ECAB87F8-1ACF-E19D-3CD4-E63CF8A3BE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</p:spTree>
    <p:extLst>
      <p:ext uri="{BB962C8B-B14F-4D97-AF65-F5344CB8AC3E}">
        <p14:creationId xmlns:p14="http://schemas.microsoft.com/office/powerpoint/2010/main" val="12564937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81331"/>
            <a:ext cx="5858977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626421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81331"/>
            <a:ext cx="5858977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3488504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81331"/>
            <a:ext cx="5858977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629725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7_Destaque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81331"/>
            <a:ext cx="5858977" cy="1624463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43820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23" y="-162500"/>
            <a:ext cx="661514" cy="1146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5368413" cy="98990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786" y="319405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300" y="319405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786" y="389692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300" y="389692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786" y="459980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00" y="459980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786" y="530267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300" y="530267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786" y="6005552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300" y="6005552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5524901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23" y="-162500"/>
            <a:ext cx="661514" cy="1146000"/>
          </a:xfrm>
          <a:prstGeom prst="straightConnector1">
            <a:avLst/>
          </a:prstGeom>
          <a:noFill/>
          <a:ln w="19050" cap="flat" cmpd="sng">
            <a:solidFill>
              <a:srgbClr val="002B49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5368413" cy="98990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bg1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786" y="319405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300" y="319405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786" y="389692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300" y="389692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786" y="459980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00" y="459980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786" y="530267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300" y="530267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786" y="6005552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chemeClr val="tx1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300" y="6005552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051558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8_Agenda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3">
            <a:extLst>
              <a:ext uri="{FF2B5EF4-FFF2-40B4-BE49-F238E27FC236}">
                <a16:creationId xmlns:a16="http://schemas.microsoft.com/office/drawing/2014/main" id="{785EFC70-36F7-A2E7-3C48-7EF2DA7625B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3" name="Google Shape;2418;p84">
            <a:extLst>
              <a:ext uri="{FF2B5EF4-FFF2-40B4-BE49-F238E27FC236}">
                <a16:creationId xmlns:a16="http://schemas.microsoft.com/office/drawing/2014/main" id="{9A9D1D6C-F299-4FA3-FC24-B6AB77071318}"/>
              </a:ext>
            </a:extLst>
          </p:cNvPr>
          <p:cNvCxnSpPr/>
          <p:nvPr userDrawn="1"/>
        </p:nvCxnSpPr>
        <p:spPr>
          <a:xfrm rot="10800000" flipH="1">
            <a:off x="-119923" y="-162500"/>
            <a:ext cx="661514" cy="11460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217B052E-9F24-158B-A0F2-1F40D70572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5368413" cy="98990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81C4BA8A-B07D-69FB-695C-95232E5DC8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0786" y="319405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99EF8390-1F36-B9AC-A0BB-37B2C4701E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50300" y="319405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6E52C97D-8F93-2DF1-F55C-60017C89E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0786" y="389692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A9B3FBD-3F63-FF3A-2EE9-6F932677F2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0300" y="389692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C253F01D-67FC-4E5F-7A12-9341B4FAC4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0786" y="4599801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35B45A4-A57D-AE29-1051-9E30BDEFE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50300" y="4599801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7B58CD4D-D54E-43C6-8337-5D9A8F8683C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0786" y="5302676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C44778-F57A-75DE-3DEA-3664F3FF3E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50300" y="5302676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9C5B929B-C11D-50AE-D5D1-FB6AE222AF8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0786" y="6005552"/>
            <a:ext cx="579513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3500" b="0" i="0">
                <a:solidFill>
                  <a:srgbClr val="7EA1C3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11864393-07ED-4ED1-6328-B0273A1544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0300" y="6005552"/>
            <a:ext cx="4788898" cy="37619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Tópico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143480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361831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</a:t>
            </a:r>
          </a:p>
          <a:p>
            <a:pPr lvl="0"/>
            <a:r>
              <a:rPr lang="en-US"/>
              <a:t>text styles</a:t>
            </a:r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D274087C-72B1-96E7-75D7-4BDB29B42B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2A037618-E33F-236A-769A-CE8780F812E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7077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tx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64" y="3663951"/>
            <a:ext cx="11257085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4BE4B2-8753-E6D3-7633-5B17D67AB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24D8D5F8-286B-3681-8A2C-F2F1C54176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275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361831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</a:t>
            </a:r>
          </a:p>
          <a:p>
            <a:pPr lvl="0"/>
            <a:r>
              <a:rPr lang="en-US"/>
              <a:t>text styles</a:t>
            </a:r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1A8DA4A8-D9ED-48CE-749E-989C94EAE1F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5ECAFDD1-7D78-2A7E-03A2-6743279AFD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B7F0073E-EB2D-D16E-80E9-A09645EDDE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3483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64" y="3663951"/>
            <a:ext cx="11257085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0" name="Google Shape;4546;p456">
            <a:extLst>
              <a:ext uri="{FF2B5EF4-FFF2-40B4-BE49-F238E27FC236}">
                <a16:creationId xmlns:a16="http://schemas.microsoft.com/office/drawing/2014/main" id="{E7272DF4-1F0C-A447-59CC-066A6ACAFB4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71CC5C-2A4E-7204-7756-A5B0FE473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55A47EE-45A2-013D-C6BA-D422F5D193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088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361831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rgbClr val="5E8AB4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</a:t>
            </a:r>
          </a:p>
          <a:p>
            <a:pPr lvl="0"/>
            <a:r>
              <a:rPr lang="en-US"/>
              <a:t>text styles</a:t>
            </a:r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A3D49FF-7D2A-31C4-3B04-1E85A2F86F52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7058441-2B0D-8A51-03AE-072010720B37}"/>
              </a:ext>
            </a:extLst>
          </p:cNvPr>
          <p:cNvSpPr txBox="1">
            <a:spLocks/>
          </p:cNvSpPr>
          <p:nvPr userDrawn="1"/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D275052D-D27A-7447-8473-BC7C732ED008}" type="slidenum">
              <a:rPr lang="pt-BR" sz="800" smtClean="0"/>
              <a:pPr/>
              <a:t>‹#›</a:t>
            </a:fld>
            <a:endParaRPr lang="pt-BR" sz="800"/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B4CE061C-E9CC-50FC-7D29-A3E07C5FE8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0" name="Text Placeholder 32">
            <a:extLst>
              <a:ext uri="{FF2B5EF4-FFF2-40B4-BE49-F238E27FC236}">
                <a16:creationId xmlns:a16="http://schemas.microsoft.com/office/drawing/2014/main" id="{1F22D8B2-F079-A72A-5DEC-76F9134FCD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6891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9_Destaque Linhas Sub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DA05E41-AC2F-1088-C63E-E2D589655735}"/>
              </a:ext>
            </a:extLst>
          </p:cNvPr>
          <p:cNvGrpSpPr/>
          <p:nvPr userDrawn="1"/>
        </p:nvGrpSpPr>
        <p:grpSpPr>
          <a:xfrm>
            <a:off x="4105682" y="-107233"/>
            <a:ext cx="3980637" cy="7066560"/>
            <a:chOff x="4106216" y="-107233"/>
            <a:chExt cx="3981156" cy="7066560"/>
          </a:xfrm>
        </p:grpSpPr>
        <p:cxnSp>
          <p:nvCxnSpPr>
            <p:cNvPr id="5" name="Google Shape;4623;p127">
              <a:extLst>
                <a:ext uri="{FF2B5EF4-FFF2-40B4-BE49-F238E27FC236}">
                  <a16:creationId xmlns:a16="http://schemas.microsoft.com/office/drawing/2014/main" id="{0AE56F38-F18A-49D6-4C88-2470EF3B2289}"/>
                </a:ext>
              </a:extLst>
            </p:cNvPr>
            <p:cNvCxnSpPr/>
            <p:nvPr/>
          </p:nvCxnSpPr>
          <p:spPr>
            <a:xfrm rot="10800000" flipH="1">
              <a:off x="7092469" y="-107233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6" name="Google Shape;4624;p127">
              <a:extLst>
                <a:ext uri="{FF2B5EF4-FFF2-40B4-BE49-F238E27FC236}">
                  <a16:creationId xmlns:a16="http://schemas.microsoft.com/office/drawing/2014/main" id="{D8BC2CB5-025F-2768-E0CD-C258A59E4976}"/>
                </a:ext>
              </a:extLst>
            </p:cNvPr>
            <p:cNvCxnSpPr/>
            <p:nvPr/>
          </p:nvCxnSpPr>
          <p:spPr>
            <a:xfrm rot="10800000" flipH="1">
              <a:off x="4106216" y="5236138"/>
              <a:ext cx="994903" cy="1723189"/>
            </a:xfrm>
            <a:prstGeom prst="straightConnector1">
              <a:avLst/>
            </a:prstGeom>
            <a:noFill/>
            <a:ln w="28575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7EAF138-5D6F-A3EF-EDC9-D80146CF7A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1615956"/>
            <a:ext cx="11257085" cy="1813044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6000" b="0" i="0">
                <a:solidFill>
                  <a:schemeClr val="accent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7060BD06-41C8-2584-129E-558D49AC99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6664" y="3663951"/>
            <a:ext cx="11257085" cy="1572189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600" b="0" i="0">
                <a:solidFill>
                  <a:schemeClr val="accent2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oogle Shape;2417;p84">
            <a:extLst>
              <a:ext uri="{FF2B5EF4-FFF2-40B4-BE49-F238E27FC236}">
                <a16:creationId xmlns:a16="http://schemas.microsoft.com/office/drawing/2014/main" id="{6EC923C3-CEE6-4744-CA85-5C78000D543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B53ED4-2A73-E2FC-9899-EA6F4C416A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CB2D25B6-DC85-6734-010A-2F74DAE856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071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69251" y="-1640735"/>
            <a:ext cx="7655726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331268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133941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69251" y="-1640735"/>
            <a:ext cx="7655726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331268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377916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9375D6AF-4373-0373-9CA6-B214A1FDF920}"/>
              </a:ext>
            </a:extLst>
          </p:cNvPr>
          <p:cNvGrpSpPr/>
          <p:nvPr userDrawn="1"/>
        </p:nvGrpSpPr>
        <p:grpSpPr>
          <a:xfrm>
            <a:off x="5769251" y="-1640735"/>
            <a:ext cx="7655726" cy="8663988"/>
            <a:chOff x="5179318" y="4529354"/>
            <a:chExt cx="1658083" cy="1876209"/>
          </a:xfrm>
        </p:grpSpPr>
        <p:cxnSp>
          <p:nvCxnSpPr>
            <p:cNvPr id="34" name="Google Shape;2113;p66">
              <a:extLst>
                <a:ext uri="{FF2B5EF4-FFF2-40B4-BE49-F238E27FC236}">
                  <a16:creationId xmlns:a16="http://schemas.microsoft.com/office/drawing/2014/main" id="{CD40657D-E522-CAF2-6D9B-9CF5DDA2EC87}"/>
                </a:ext>
              </a:extLst>
            </p:cNvPr>
            <p:cNvCxnSpPr/>
            <p:nvPr/>
          </p:nvCxnSpPr>
          <p:spPr>
            <a:xfrm rot="10800000" flipH="1">
              <a:off x="5350134" y="5416270"/>
              <a:ext cx="572432" cy="980359"/>
            </a:xfrm>
            <a:prstGeom prst="straightConnector1">
              <a:avLst/>
            </a:prstGeom>
            <a:noFill/>
            <a:ln w="25400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5" name="Google Shape;2114;p66">
              <a:extLst>
                <a:ext uri="{FF2B5EF4-FFF2-40B4-BE49-F238E27FC236}">
                  <a16:creationId xmlns:a16="http://schemas.microsoft.com/office/drawing/2014/main" id="{0AF7E19F-4FDA-7D60-B39C-7C67827DEDC4}"/>
                </a:ext>
              </a:extLst>
            </p:cNvPr>
            <p:cNvCxnSpPr/>
            <p:nvPr/>
          </p:nvCxnSpPr>
          <p:spPr>
            <a:xfrm rot="10800000">
              <a:off x="5922359" y="5416312"/>
              <a:ext cx="0" cy="989116"/>
            </a:xfrm>
            <a:prstGeom prst="straightConnector1">
              <a:avLst/>
            </a:prstGeom>
            <a:noFill/>
            <a:ln w="25400" cap="flat" cmpd="sng">
              <a:solidFill>
                <a:srgbClr val="2C455D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6" name="Google Shape;2115;p66">
              <a:extLst>
                <a:ext uri="{FF2B5EF4-FFF2-40B4-BE49-F238E27FC236}">
                  <a16:creationId xmlns:a16="http://schemas.microsoft.com/office/drawing/2014/main" id="{BCE1EAE9-8987-7099-0824-EF83196455EB}"/>
                </a:ext>
              </a:extLst>
            </p:cNvPr>
            <p:cNvCxnSpPr/>
            <p:nvPr/>
          </p:nvCxnSpPr>
          <p:spPr>
            <a:xfrm rot="10800000" flipH="1">
              <a:off x="5741989" y="4529354"/>
              <a:ext cx="1095412" cy="1876059"/>
            </a:xfrm>
            <a:prstGeom prst="straightConnector1">
              <a:avLst/>
            </a:prstGeom>
            <a:noFill/>
            <a:ln w="38100" cap="flat" cmpd="sng">
              <a:solidFill>
                <a:srgbClr val="F78C16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7" name="Google Shape;2116;p66">
              <a:extLst>
                <a:ext uri="{FF2B5EF4-FFF2-40B4-BE49-F238E27FC236}">
                  <a16:creationId xmlns:a16="http://schemas.microsoft.com/office/drawing/2014/main" id="{502BE95F-AC44-B691-59AE-3BA1596E3907}"/>
                </a:ext>
              </a:extLst>
            </p:cNvPr>
            <p:cNvCxnSpPr/>
            <p:nvPr/>
          </p:nvCxnSpPr>
          <p:spPr>
            <a:xfrm rot="10800000" flipH="1">
              <a:off x="5179318" y="5924594"/>
              <a:ext cx="278520" cy="476688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38" name="Google Shape;2117;p66">
              <a:extLst>
                <a:ext uri="{FF2B5EF4-FFF2-40B4-BE49-F238E27FC236}">
                  <a16:creationId xmlns:a16="http://schemas.microsoft.com/office/drawing/2014/main" id="{B13C75BF-3F8D-DD12-1295-648C91CFE506}"/>
                </a:ext>
              </a:extLst>
            </p:cNvPr>
            <p:cNvCxnSpPr/>
            <p:nvPr/>
          </p:nvCxnSpPr>
          <p:spPr>
            <a:xfrm rot="10800000">
              <a:off x="5457739" y="5924616"/>
              <a:ext cx="0" cy="480947"/>
            </a:xfrm>
            <a:prstGeom prst="straightConnector1">
              <a:avLst/>
            </a:prstGeom>
            <a:noFill/>
            <a:ln w="9525" cap="flat" cmpd="sng">
              <a:solidFill>
                <a:srgbClr val="002B49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321732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331268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698385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2113;p66">
            <a:extLst>
              <a:ext uri="{FF2B5EF4-FFF2-40B4-BE49-F238E27FC236}">
                <a16:creationId xmlns:a16="http://schemas.microsoft.com/office/drawing/2014/main" id="{CD40657D-E522-CAF2-6D9B-9CF5DDA2EC87}"/>
              </a:ext>
            </a:extLst>
          </p:cNvPr>
          <p:cNvCxnSpPr/>
          <p:nvPr/>
        </p:nvCxnSpPr>
        <p:spPr>
          <a:xfrm rot="10800000" flipH="1">
            <a:off x="6557945" y="2454880"/>
            <a:ext cx="2643042" cy="4527118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5" name="Google Shape;2114;p66">
            <a:extLst>
              <a:ext uri="{FF2B5EF4-FFF2-40B4-BE49-F238E27FC236}">
                <a16:creationId xmlns:a16="http://schemas.microsoft.com/office/drawing/2014/main" id="{0AF7E19F-4FDA-7D60-B39C-7C67827DEDC4}"/>
              </a:ext>
            </a:extLst>
          </p:cNvPr>
          <p:cNvCxnSpPr/>
          <p:nvPr/>
        </p:nvCxnSpPr>
        <p:spPr>
          <a:xfrm rot="10800000">
            <a:off x="9200031" y="2455074"/>
            <a:ext cx="0" cy="4567556"/>
          </a:xfrm>
          <a:prstGeom prst="straightConnector1">
            <a:avLst/>
          </a:prstGeom>
          <a:noFill/>
          <a:ln w="25400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6" name="Google Shape;2115;p66">
            <a:extLst>
              <a:ext uri="{FF2B5EF4-FFF2-40B4-BE49-F238E27FC236}">
                <a16:creationId xmlns:a16="http://schemas.microsoft.com/office/drawing/2014/main" id="{BCE1EAE9-8987-7099-0824-EF83196455EB}"/>
              </a:ext>
            </a:extLst>
          </p:cNvPr>
          <p:cNvCxnSpPr/>
          <p:nvPr/>
        </p:nvCxnSpPr>
        <p:spPr>
          <a:xfrm rot="10800000" flipH="1">
            <a:off x="8367224" y="-1640734"/>
            <a:ext cx="5057753" cy="8663295"/>
          </a:xfrm>
          <a:prstGeom prst="straightConnector1">
            <a:avLst/>
          </a:prstGeom>
          <a:noFill/>
          <a:ln w="38100" cap="flat" cmpd="sng">
            <a:solidFill>
              <a:schemeClr val="tx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7" name="Google Shape;2116;p66">
            <a:extLst>
              <a:ext uri="{FF2B5EF4-FFF2-40B4-BE49-F238E27FC236}">
                <a16:creationId xmlns:a16="http://schemas.microsoft.com/office/drawing/2014/main" id="{502BE95F-AC44-B691-59AE-3BA1596E3907}"/>
              </a:ext>
            </a:extLst>
          </p:cNvPr>
          <p:cNvCxnSpPr/>
          <p:nvPr/>
        </p:nvCxnSpPr>
        <p:spPr>
          <a:xfrm rot="10800000" flipH="1">
            <a:off x="5769251" y="4802228"/>
            <a:ext cx="1285987" cy="2201257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38" name="Google Shape;2117;p66">
            <a:extLst>
              <a:ext uri="{FF2B5EF4-FFF2-40B4-BE49-F238E27FC236}">
                <a16:creationId xmlns:a16="http://schemas.microsoft.com/office/drawing/2014/main" id="{B13C75BF-3F8D-DD12-1295-648C91CFE506}"/>
              </a:ext>
            </a:extLst>
          </p:cNvPr>
          <p:cNvCxnSpPr/>
          <p:nvPr/>
        </p:nvCxnSpPr>
        <p:spPr>
          <a:xfrm rot="10800000">
            <a:off x="7054780" y="4802329"/>
            <a:ext cx="0" cy="2220925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miter lim="400000"/>
            <a:headEnd type="none" w="sm" len="sm"/>
            <a:tailEnd type="none" w="sm" len="sm"/>
          </a:ln>
        </p:spPr>
      </p:cxn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6E4BD327-ACB5-E6C9-F1C2-0A9058086A4A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70787" y="1321732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14A3A78F-9FD7-4792-91E0-08D5EE5449E4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470787" y="2331268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Slide Number Placeholder 2">
            <a:extLst>
              <a:ext uri="{FF2B5EF4-FFF2-40B4-BE49-F238E27FC236}">
                <a16:creationId xmlns:a16="http://schemas.microsoft.com/office/drawing/2014/main" id="{76F9310F-E17A-C834-68E0-6CADF7BA60A9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776C1E4B-C8E9-3178-5F94-DF326567C002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5666D6D-F18B-2D65-7E7F-A56B995E3496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9F0C83B1-946F-13FB-11E0-A7E5E400A55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B92682C5-0535-BA3C-87A4-1D6773DD5C4E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556925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05997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FF43FFF6-D612-30BD-B622-50E9EB7A463F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70471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 1 Coluna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411535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1 Coluna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77F619D7-2032-8078-3154-91E8967760B2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4E101AEF-D689-9E28-7B2C-F7655788B5C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66955176-744E-1429-BC0C-E4467D207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4FFC1185-F28D-A38D-6B29-E7C2DE6D3C4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344978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2648"/>
            <a:ext cx="538950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30281" y="1494952"/>
            <a:ext cx="538950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30281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 txBox="1">
            <a:spLocks/>
          </p:cNvSpPr>
          <p:nvPr userDrawn="1"/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D275052D-D27A-7447-8473-BC7C732ED008}" type="slidenum">
              <a:rPr lang="pt-BR" sz="800" smtClean="0"/>
              <a:pPr/>
              <a:t>‹#›</a:t>
            </a:fld>
            <a:endParaRPr lang="pt-BR" sz="800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204612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0EF902EC-9AC1-935B-A4D4-5696F68FFBC2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2648"/>
            <a:ext cx="538950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30281" y="1494952"/>
            <a:ext cx="538950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30281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5" name="Slide Number Placeholder 2">
            <a:extLst>
              <a:ext uri="{FF2B5EF4-FFF2-40B4-BE49-F238E27FC236}">
                <a16:creationId xmlns:a16="http://schemas.microsoft.com/office/drawing/2014/main" id="{05958F34-5EC6-F939-ED8F-2FE9D9985E2B}"/>
              </a:ext>
            </a:extLst>
          </p:cNvPr>
          <p:cNvSpPr txBox="1">
            <a:spLocks/>
          </p:cNvSpPr>
          <p:nvPr userDrawn="1"/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800" b="0" i="0" u="none" strike="noStrike" cap="none">
                <a:solidFill>
                  <a:schemeClr val="tx1"/>
                </a:solidFill>
                <a:latin typeface="Arial Nova" panose="020B0504020202020204" pitchFamily="34" charset="0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D275052D-D27A-7447-8473-BC7C732ED008}" type="slidenum">
              <a:rPr lang="pt-BR" sz="800" smtClean="0"/>
              <a:pPr/>
              <a:t>‹#›</a:t>
            </a:fld>
            <a:endParaRPr lang="pt-BR" sz="800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A27B8202-C5C1-DC4D-2B47-8EA9B7D345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8A1DD62E-88D3-AA9A-DAD2-8707187DE87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4B076240-A6C9-0E67-A854-3EA1F075D08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061688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 2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7692"/>
            <a:ext cx="5389500" cy="811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30281" y="1492649"/>
            <a:ext cx="5389500" cy="8189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30281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52998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2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7C8B4DB1-2E94-CB88-DFC1-8E4EA84F4D38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7692"/>
            <a:ext cx="5389500" cy="81163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30281" y="1492649"/>
            <a:ext cx="5389500" cy="81898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30281" y="2584875"/>
            <a:ext cx="5389500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895FEAB3-5FC5-E626-884D-AB64F77A04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02C0BE3-C867-25C4-B63D-BF984A31BDE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9A786047-89C9-296A-B203-733D409924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13320615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08480434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FC6A3183-A3A1-CA21-6CDC-969D925688C5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494000"/>
            <a:ext cx="339758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595600"/>
            <a:ext cx="339758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390061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1539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5944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5944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86285575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3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F55B7FD-986F-F5C5-9A54-A2A8D87F3948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A06E5C85-2F29-A4AB-EBD2-0100EFDE25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1539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F3E0BC5B-16A7-1BB7-5CAF-37C0BF934023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556AF50E-B3A6-2916-6F5D-01D3C11D09D4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494952"/>
            <a:ext cx="3397589" cy="8143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142101CA-F041-9C6D-F7F4-135464DDBE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0E986B43-0CD7-8D0E-AAF5-BDC1C6E5A78D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5944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8DE71C7C-498B-8507-5FA3-621BB594553C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594400"/>
            <a:ext cx="3397589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F7C0C00C-7DC0-32C9-C1CC-72AC30B362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16616F0-0398-B25F-6325-50064F77CA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5" name="Text Placeholder 43">
            <a:extLst>
              <a:ext uri="{FF2B5EF4-FFF2-40B4-BE49-F238E27FC236}">
                <a16:creationId xmlns:a16="http://schemas.microsoft.com/office/drawing/2014/main" id="{E26DB6D7-A77A-F4A2-0030-F72013043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223412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245776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40403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3399049" y="1494000"/>
            <a:ext cx="246123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245776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40403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3399049" y="2595600"/>
            <a:ext cx="246123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9275726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9275726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6550121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B08F405-ED71-0B5A-17EC-392FA3E41BFB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245776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40403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3399049" y="1494000"/>
            <a:ext cx="246123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245776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40403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3399049" y="2595600"/>
            <a:ext cx="246123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9275726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9275726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12719883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245776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40403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3399049" y="1494000"/>
            <a:ext cx="246123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245776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40403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3399049" y="2595600"/>
            <a:ext cx="246123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9275726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9275726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98400273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o 4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B08F405-ED71-0B5A-17EC-392FA3E41BFB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494000"/>
            <a:ext cx="245776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6340403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3399049" y="1494000"/>
            <a:ext cx="2461239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86A6F23C-8E19-3086-EBB9-A5EA6CDD96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595600"/>
            <a:ext cx="245776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2FFDAFB5-21EF-81DD-17BB-7AD3B4B64922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6340403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F5D8BFF-CE58-E040-A693-E8341619B4E6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3399049" y="2595600"/>
            <a:ext cx="2461239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C59B969-5D32-483B-211C-9505FBF5E3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D7DDE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F2ABBC01-3FE4-8278-D771-4237BC20143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D7DDE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3F7CA5AA-280B-F3E8-AB86-6EC091E8FB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" name="Text Placeholder 39">
            <a:extLst>
              <a:ext uri="{FF2B5EF4-FFF2-40B4-BE49-F238E27FC236}">
                <a16:creationId xmlns:a16="http://schemas.microsoft.com/office/drawing/2014/main" id="{7E9AEABF-A2B0-2686-FC01-6EB1B75D1915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9275726" y="1494000"/>
            <a:ext cx="2453201" cy="74027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2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" name="Text Placeholder 39">
            <a:extLst>
              <a:ext uri="{FF2B5EF4-FFF2-40B4-BE49-F238E27FC236}">
                <a16:creationId xmlns:a16="http://schemas.microsoft.com/office/drawing/2014/main" id="{83CE0788-C666-17B7-715F-916B5F570780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9275726" y="2595600"/>
            <a:ext cx="2453201" cy="3200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7109305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470788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8327889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4404100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5134376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2D530E1D-66D7-F343-8D58-78F737A1477E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2" name="Text Placeholder 39">
            <a:extLst>
              <a:ext uri="{FF2B5EF4-FFF2-40B4-BE49-F238E27FC236}">
                <a16:creationId xmlns:a16="http://schemas.microsoft.com/office/drawing/2014/main" id="{EC5A094E-B562-BF96-4021-B6EED983500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C16B06D1-13A3-EEEE-F8C3-B25A12A96028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500740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9AB3606E-EC67-B757-1293-E2C1D8A358A3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470788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795511CB-5997-810F-699F-FA8199928227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8327889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8D5AEF6D-6A27-0166-1F89-265A20ECEE89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4404100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0545939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8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099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470788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8327889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4404100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7088112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o 6 Colunas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86D7167C-0C0F-9334-E80C-A2973FE3E357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39">
            <a:extLst>
              <a:ext uri="{FF2B5EF4-FFF2-40B4-BE49-F238E27FC236}">
                <a16:creationId xmlns:a16="http://schemas.microsoft.com/office/drawing/2014/main" id="{EBBD34C8-DDD6-078B-AB86-6167005212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39">
            <a:extLst>
              <a:ext uri="{FF2B5EF4-FFF2-40B4-BE49-F238E27FC236}">
                <a16:creationId xmlns:a16="http://schemas.microsoft.com/office/drawing/2014/main" id="{C641FE73-030A-52A0-E3C9-9EF89C4935C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CA03645B-C93A-935B-E1AE-5EBBB546FF7E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>
          <a:xfrm>
            <a:off x="8327889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0D89AFF3-3661-E5FE-FBAB-9A4AD8D4B420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8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9564A9DB-7109-C5DA-B0AA-7769A4017136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404100" y="1501201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6BBBC236-B525-D8E3-E158-04B3A6C850DB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099" y="2159999"/>
            <a:ext cx="3397957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8A3124AB-5ED0-A255-570A-6064276DF662}"/>
              </a:ext>
            </a:extLst>
          </p:cNvPr>
          <p:cNvSpPr>
            <a:spLocks noGrp="1"/>
          </p:cNvSpPr>
          <p:nvPr>
            <p:ph type="body" sz="quarter" idx="84"/>
          </p:nvPr>
        </p:nvSpPr>
        <p:spPr>
          <a:xfrm>
            <a:off x="470788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6E94381A-9E70-CEF5-D367-D868B482032A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94429C1B-042A-0160-0F1A-9CE204E24072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8327889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6651BDA1-E480-AAD7-6DD7-852AB527F797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D3E66203-36A8-A68C-71D0-D66CD4979C40}"/>
              </a:ext>
            </a:extLst>
          </p:cNvPr>
          <p:cNvSpPr>
            <a:spLocks noGrp="1"/>
          </p:cNvSpPr>
          <p:nvPr>
            <p:ph type="body" sz="quarter" idx="88"/>
          </p:nvPr>
        </p:nvSpPr>
        <p:spPr>
          <a:xfrm>
            <a:off x="4404100" y="3674407"/>
            <a:ext cx="3397589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187BEBE6-DD56-4ADC-394D-1AB627D56953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C01CB18F-AD26-347E-6805-6E0A1EA1AB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2" name="Text Placeholder 13">
            <a:extLst>
              <a:ext uri="{FF2B5EF4-FFF2-40B4-BE49-F238E27FC236}">
                <a16:creationId xmlns:a16="http://schemas.microsoft.com/office/drawing/2014/main" id="{AEC5E55C-FD30-BF75-F930-904FDC2A3BE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Text Placeholder 43">
            <a:extLst>
              <a:ext uri="{FF2B5EF4-FFF2-40B4-BE49-F238E27FC236}">
                <a16:creationId xmlns:a16="http://schemas.microsoft.com/office/drawing/2014/main" id="{34696532-EC4F-4679-F527-01E3D5AFE46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8055315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23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4402196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7931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8333603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29339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470788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23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4402196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7931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8333603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29339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60273742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C3F77092-2773-10DB-C71E-36BD53A01DBA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23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4402196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7931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8333603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29339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470788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23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4402196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7931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8333603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29339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/>
            </a:lvl1pPr>
          </a:lstStyle>
          <a:p>
            <a:r>
              <a:rPr lang="en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20285510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23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4402196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7931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8333603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29339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470788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23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4402196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7931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8333603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29339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A013D738-BE9A-6797-D133-4963D73DDD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390557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o 6 Colunas Logo Diagonal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3D17DEE0-DD3A-584C-7FE3-F82296F36214}"/>
              </a:ext>
            </a:extLst>
          </p:cNvPr>
          <p:cNvSpPr/>
          <p:nvPr userDrawn="1"/>
        </p:nvSpPr>
        <p:spPr>
          <a:xfrm>
            <a:off x="10132012" y="3220554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4D3660E0-18EE-D412-28EA-0A8CC0BC02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9">
            <a:extLst>
              <a:ext uri="{FF2B5EF4-FFF2-40B4-BE49-F238E27FC236}">
                <a16:creationId xmlns:a16="http://schemas.microsoft.com/office/drawing/2014/main" id="{1194B7BB-18A3-C1FE-386B-957FF1FF52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8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7BA44A0D-B95A-E938-E3BE-943DBFCE1A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8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089862E0-51F6-EF99-F44C-DFDF12199A89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8327889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BE72E948-0CDE-F322-3833-93CD7DB8EE40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4404100" y="2159390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73E11B46-A622-46C7-D420-C5A54F40721E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470788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AAE8F9EE-05C8-232F-0B9F-AFF28DAED64B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8327889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703BAAE9-B930-E1A1-D25C-3716C7CAA5AD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4404100" y="4333057"/>
            <a:ext cx="3397589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140453-F3E2-E9CE-8277-A77A8DE5300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943F3617-A005-0E2A-4414-3D9D2B5E33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8" name="Text Placeholder 43">
            <a:extLst>
              <a:ext uri="{FF2B5EF4-FFF2-40B4-BE49-F238E27FC236}">
                <a16:creationId xmlns:a16="http://schemas.microsoft.com/office/drawing/2014/main" id="{3A47B3DB-A03B-F92E-DA45-C24FDD8251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BBD1EA64-D367-3000-FB8F-EC44DFE19CE7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66523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4" name="Text Placeholder 39">
            <a:extLst>
              <a:ext uri="{FF2B5EF4-FFF2-40B4-BE49-F238E27FC236}">
                <a16:creationId xmlns:a16="http://schemas.microsoft.com/office/drawing/2014/main" id="{DE2CFCA5-DFB7-909B-5482-6D9A57CCA4F0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4402196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5" name="Picture Placeholder 42">
            <a:extLst>
              <a:ext uri="{FF2B5EF4-FFF2-40B4-BE49-F238E27FC236}">
                <a16:creationId xmlns:a16="http://schemas.microsoft.com/office/drawing/2014/main" id="{75F47C76-B7CB-5F8C-0F42-806356B2AD8F}"/>
              </a:ext>
            </a:extLst>
          </p:cNvPr>
          <p:cNvSpPr>
            <a:spLocks noGrp="1"/>
          </p:cNvSpPr>
          <p:nvPr>
            <p:ph type="pic" sz="quarter" idx="93" hasCustomPrompt="1"/>
          </p:nvPr>
        </p:nvSpPr>
        <p:spPr>
          <a:xfrm>
            <a:off x="4397931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6" name="Text Placeholder 39">
            <a:extLst>
              <a:ext uri="{FF2B5EF4-FFF2-40B4-BE49-F238E27FC236}">
                <a16:creationId xmlns:a16="http://schemas.microsoft.com/office/drawing/2014/main" id="{B25D08E3-473D-C2B7-FFA4-A1DD0B25B715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8333603" y="19151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7" name="Picture Placeholder 42">
            <a:extLst>
              <a:ext uri="{FF2B5EF4-FFF2-40B4-BE49-F238E27FC236}">
                <a16:creationId xmlns:a16="http://schemas.microsoft.com/office/drawing/2014/main" id="{40734FAB-FCFC-CB51-A3FF-1065EEA08483}"/>
              </a:ext>
            </a:extLst>
          </p:cNvPr>
          <p:cNvSpPr>
            <a:spLocks noGrp="1"/>
          </p:cNvSpPr>
          <p:nvPr>
            <p:ph type="pic" sz="quarter" idx="95" hasCustomPrompt="1"/>
          </p:nvPr>
        </p:nvSpPr>
        <p:spPr>
          <a:xfrm>
            <a:off x="8329339" y="1495426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Text Placeholder 39">
            <a:extLst>
              <a:ext uri="{FF2B5EF4-FFF2-40B4-BE49-F238E27FC236}">
                <a16:creationId xmlns:a16="http://schemas.microsoft.com/office/drawing/2014/main" id="{7814DD09-6C3A-4E6C-BC15-7F3A14BFB630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470788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5" name="Picture Placeholder 42">
            <a:extLst>
              <a:ext uri="{FF2B5EF4-FFF2-40B4-BE49-F238E27FC236}">
                <a16:creationId xmlns:a16="http://schemas.microsoft.com/office/drawing/2014/main" id="{6D5E5C33-980C-4087-5091-3788C15D337F}"/>
              </a:ext>
            </a:extLst>
          </p:cNvPr>
          <p:cNvSpPr>
            <a:spLocks noGrp="1"/>
          </p:cNvSpPr>
          <p:nvPr>
            <p:ph type="pic" sz="quarter" idx="97" hasCustomPrompt="1"/>
          </p:nvPr>
        </p:nvSpPr>
        <p:spPr>
          <a:xfrm>
            <a:off x="466523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Text Placeholder 39">
            <a:extLst>
              <a:ext uri="{FF2B5EF4-FFF2-40B4-BE49-F238E27FC236}">
                <a16:creationId xmlns:a16="http://schemas.microsoft.com/office/drawing/2014/main" id="{EAB8A6BC-E2F1-EDD0-DA4B-0076A61E5C88}"/>
              </a:ext>
            </a:extLst>
          </p:cNvPr>
          <p:cNvSpPr>
            <a:spLocks noGrp="1"/>
          </p:cNvSpPr>
          <p:nvPr>
            <p:ph type="body" sz="quarter" idx="98"/>
          </p:nvPr>
        </p:nvSpPr>
        <p:spPr>
          <a:xfrm>
            <a:off x="4402196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7" name="Picture Placeholder 42">
            <a:extLst>
              <a:ext uri="{FF2B5EF4-FFF2-40B4-BE49-F238E27FC236}">
                <a16:creationId xmlns:a16="http://schemas.microsoft.com/office/drawing/2014/main" id="{38810E47-3E69-CDD6-369C-53BCC2ED3DCB}"/>
              </a:ext>
            </a:extLst>
          </p:cNvPr>
          <p:cNvSpPr>
            <a:spLocks noGrp="1"/>
          </p:cNvSpPr>
          <p:nvPr>
            <p:ph type="pic" sz="quarter" idx="99" hasCustomPrompt="1"/>
          </p:nvPr>
        </p:nvSpPr>
        <p:spPr>
          <a:xfrm>
            <a:off x="4397931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Text Placeholder 39">
            <a:extLst>
              <a:ext uri="{FF2B5EF4-FFF2-40B4-BE49-F238E27FC236}">
                <a16:creationId xmlns:a16="http://schemas.microsoft.com/office/drawing/2014/main" id="{C0731511-874C-7115-ED88-254750D8C2A3}"/>
              </a:ext>
            </a:extLst>
          </p:cNvPr>
          <p:cNvSpPr>
            <a:spLocks noGrp="1"/>
          </p:cNvSpPr>
          <p:nvPr>
            <p:ph type="body" sz="quarter" idx="100"/>
          </p:nvPr>
        </p:nvSpPr>
        <p:spPr>
          <a:xfrm>
            <a:off x="8333603" y="4099574"/>
            <a:ext cx="3397589" cy="11243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0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69" name="Picture Placeholder 42">
            <a:extLst>
              <a:ext uri="{FF2B5EF4-FFF2-40B4-BE49-F238E27FC236}">
                <a16:creationId xmlns:a16="http://schemas.microsoft.com/office/drawing/2014/main" id="{8A81C1DC-6AA5-1836-4435-DE869F0B7B5F}"/>
              </a:ext>
            </a:extLst>
          </p:cNvPr>
          <p:cNvSpPr>
            <a:spLocks noGrp="1"/>
          </p:cNvSpPr>
          <p:nvPr>
            <p:ph type="pic" sz="quarter" idx="101" hasCustomPrompt="1"/>
          </p:nvPr>
        </p:nvSpPr>
        <p:spPr>
          <a:xfrm>
            <a:off x="8329339" y="3679825"/>
            <a:ext cx="1702653" cy="287969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BR"/>
              <a:t>Logo</a:t>
            </a: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A013D738-BE9A-6797-D133-4963D73DDDE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67163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013FE857-09EF-6320-AEC5-6F9618E95C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32" name="Google Shape;4546;p456">
            <a:extLst>
              <a:ext uri="{FF2B5EF4-FFF2-40B4-BE49-F238E27FC236}">
                <a16:creationId xmlns:a16="http://schemas.microsoft.com/office/drawing/2014/main" id="{BDF08FE4-6E2D-5166-08BA-CE39A101E6C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8BFB194-2672-16B7-ED2C-9B1C972E24D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4E0F91D7-7C08-A520-E598-9CDB27F1B5E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501201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5" name="Text Placeholder 39">
            <a:extLst>
              <a:ext uri="{FF2B5EF4-FFF2-40B4-BE49-F238E27FC236}">
                <a16:creationId xmlns:a16="http://schemas.microsoft.com/office/drawing/2014/main" id="{650DD8A1-947F-8F07-93AB-A40EF04FDF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160000"/>
            <a:ext cx="3746478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6" name="Text Placeholder 39">
            <a:extLst>
              <a:ext uri="{FF2B5EF4-FFF2-40B4-BE49-F238E27FC236}">
                <a16:creationId xmlns:a16="http://schemas.microsoft.com/office/drawing/2014/main" id="{B04975F1-C05A-1F8D-7E3A-2F1589A4DD2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57812" y="1501414"/>
            <a:ext cx="6863038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7" name="Text Placeholder 39">
            <a:extLst>
              <a:ext uri="{FF2B5EF4-FFF2-40B4-BE49-F238E27FC236}">
                <a16:creationId xmlns:a16="http://schemas.microsoft.com/office/drawing/2014/main" id="{06ED13DD-6DF2-F50D-26A3-FD10F14995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0787" y="3663952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D917ADE9-5F71-6C61-E67F-FBE028C25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0787" y="4322603"/>
            <a:ext cx="3746478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Chart Placeholder 56">
            <a:extLst>
              <a:ext uri="{FF2B5EF4-FFF2-40B4-BE49-F238E27FC236}">
                <a16:creationId xmlns:a16="http://schemas.microsoft.com/office/drawing/2014/main" id="{3E906642-ECAC-F54B-5543-3825A12B4E2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7813" y="1803600"/>
            <a:ext cx="6863401" cy="3789400"/>
          </a:xfrm>
          <a:prstGeom prst="rect">
            <a:avLst/>
          </a:prstGeom>
        </p:spPr>
        <p:txBody>
          <a:bodyPr/>
          <a:lstStyle/>
          <a:p>
            <a:r>
              <a:rPr lang="en-BR"/>
              <a:t>Gráfico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B340CD37-1B87-00B6-5E57-D55AAF8536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430CE6F3-F391-1382-61C7-7841BF993D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2" name="Text Placeholder 43">
            <a:extLst>
              <a:ext uri="{FF2B5EF4-FFF2-40B4-BE49-F238E27FC236}">
                <a16:creationId xmlns:a16="http://schemas.microsoft.com/office/drawing/2014/main" id="{934D75B2-B160-3924-EE10-A7E18ABF93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1160110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Cinza Claro"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94365A6E-758D-3E5C-AD84-D5AE473704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5" name="Google Shape;4546;p456">
            <a:extLst>
              <a:ext uri="{FF2B5EF4-FFF2-40B4-BE49-F238E27FC236}">
                <a16:creationId xmlns:a16="http://schemas.microsoft.com/office/drawing/2014/main" id="{04212ACC-5AB5-7E90-4A7E-4F3BC0BED6F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C1003A35-16F0-6A43-5044-7EFBF15EF1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E8C8209-B4A1-245C-93A5-B5A89253D37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501201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EFDD814-6412-39CF-649F-8FD4B10EB2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160000"/>
            <a:ext cx="3746478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3499164C-4D4D-FD1A-9E9D-39C859A007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57812" y="1501414"/>
            <a:ext cx="6863038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1" name="Text Placeholder 39">
            <a:extLst>
              <a:ext uri="{FF2B5EF4-FFF2-40B4-BE49-F238E27FC236}">
                <a16:creationId xmlns:a16="http://schemas.microsoft.com/office/drawing/2014/main" id="{93493471-2497-21B2-4B44-74EDA5E731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0787" y="3663952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2" name="Text Placeholder 39">
            <a:extLst>
              <a:ext uri="{FF2B5EF4-FFF2-40B4-BE49-F238E27FC236}">
                <a16:creationId xmlns:a16="http://schemas.microsoft.com/office/drawing/2014/main" id="{000B1622-ABAD-5280-3CB5-9A2AAA8F00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0787" y="4322603"/>
            <a:ext cx="3746478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3" name="Chart Placeholder 56">
            <a:extLst>
              <a:ext uri="{FF2B5EF4-FFF2-40B4-BE49-F238E27FC236}">
                <a16:creationId xmlns:a16="http://schemas.microsoft.com/office/drawing/2014/main" id="{E7DA3DAF-C417-F696-7A8D-DEC16EAB0A9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7813" y="1803600"/>
            <a:ext cx="6863401" cy="3789400"/>
          </a:xfrm>
          <a:prstGeom prst="rect">
            <a:avLst/>
          </a:prstGeom>
        </p:spPr>
        <p:txBody>
          <a:bodyPr/>
          <a:lstStyle/>
          <a:p>
            <a:r>
              <a:rPr lang="en-BR"/>
              <a:t>Gráfico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8514E3F-27C2-0D9D-01A1-49C5239E751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6B6AE38-B925-98EC-AD44-D816BB0AAD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BF3B4464-6F82-DB5C-FD37-590D937C3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4575036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Gráfic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Slide Number Placeholder 2">
            <a:extLst>
              <a:ext uri="{FF2B5EF4-FFF2-40B4-BE49-F238E27FC236}">
                <a16:creationId xmlns:a16="http://schemas.microsoft.com/office/drawing/2014/main" id="{A32373C9-1A25-9845-EC30-FFB3CBA734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B0A030C-87D5-52E2-1929-67DB44A7D72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4EE2C453-AF4E-F9F5-C41A-640E476DA5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501201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3256DD08-D766-F104-5485-C876BA9369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159999"/>
            <a:ext cx="3747112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8" name="Text Placeholder 39">
            <a:extLst>
              <a:ext uri="{FF2B5EF4-FFF2-40B4-BE49-F238E27FC236}">
                <a16:creationId xmlns:a16="http://schemas.microsoft.com/office/drawing/2014/main" id="{35002E8C-C568-172D-3109-85A55236B29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63715" y="1501200"/>
            <a:ext cx="3746478" cy="169042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rgbClr val="99AAB6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384326CA-7B90-4056-3C9C-24A905DEC86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0787" y="3689793"/>
            <a:ext cx="3746478" cy="5268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E137C798-7CCC-8C7D-D495-0AEC858F970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0787" y="4348443"/>
            <a:ext cx="3746478" cy="12708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0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3F429A4A-06DC-1E3A-5A65-0C3997FDCCCA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4857813" y="1803600"/>
            <a:ext cx="6863401" cy="37908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BR"/>
              <a:t>Gráfico</a:t>
            </a:r>
          </a:p>
        </p:txBody>
      </p:sp>
      <p:pic>
        <p:nvPicPr>
          <p:cNvPr id="4" name="Google Shape;2417;p84">
            <a:extLst>
              <a:ext uri="{FF2B5EF4-FFF2-40B4-BE49-F238E27FC236}">
                <a16:creationId xmlns:a16="http://schemas.microsoft.com/office/drawing/2014/main" id="{23FCB833-941F-6595-929E-8CDE9F8767A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55BCCC9F-12BA-1AC7-F575-E03E54A2B7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6" name="Text Placeholder 13">
            <a:extLst>
              <a:ext uri="{FF2B5EF4-FFF2-40B4-BE49-F238E27FC236}">
                <a16:creationId xmlns:a16="http://schemas.microsoft.com/office/drawing/2014/main" id="{8F4643BE-BB97-4DB6-085A-60C5E725A28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9D2B60D9-BF99-DCF4-16A1-2B2DB3AEA6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9975038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1"/>
            <a:ext cx="8793605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05A2F3D-49CE-59CA-4C58-2FADDF1CF9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501200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89E06BC-E95B-3DFB-697A-A20F60BE84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503814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38C5B79B-2514-1079-AB26-5F47208D6C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05FA630A-4466-4C77-2218-F4FB71365B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4CADDA99-3244-BCC6-A70A-F9C2FB148A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8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184F7633-8106-02A1-DF08-4669C15AE42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047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46FB589A-7554-89A4-B2FB-2D9E464817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4192996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1"/>
            <a:ext cx="8793605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5C2B49C8-5587-3CB9-BD73-530C192F48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539" y="1501200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rgbClr val="CCD5DB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EF406C78-B1F5-AB03-82A5-7DF8C0747F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505600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6F14D0AD-9C0F-D98D-BCB7-363101D50C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8A4A206-C721-0C4B-953D-3F1BCB6B186F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C0D0EDD7-6D67-670B-9270-19E08DE70C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013F624-E35B-F58C-648D-C3A004B708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2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19EEA635-C715-2C9F-7862-EE40366C91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2" y="826181"/>
            <a:ext cx="11254187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5A64E133-61F8-AFC9-4C48-ABDBEE214E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1196966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Marinh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1"/>
            <a:ext cx="8793605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>
              <a:solidFill>
                <a:schemeClr val="accent1"/>
              </a:solidFill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CBF4007C-AEF5-1786-9FF8-F60CDACA0F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501200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rgbClr val="7EA1C3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3B8C4F1-E7F7-1D6D-955B-75C67D6C5F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505600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9" name="Slide Number Placeholder 2">
            <a:extLst>
              <a:ext uri="{FF2B5EF4-FFF2-40B4-BE49-F238E27FC236}">
                <a16:creationId xmlns:a16="http://schemas.microsoft.com/office/drawing/2014/main" id="{953A4B2F-B127-7B18-CE54-EC01AF7BF4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0A365680-547C-C246-87C0-E4B630AEC8F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EB28C7E4-8F9A-2C71-9E1F-4208A79CBE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B6408949-5F76-4553-CBE0-95BB98206B4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3BC3ED72-423E-D7C5-D057-74AB3C3894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2" y="826181"/>
            <a:ext cx="11254187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7EA1C3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1711466F-E196-2186-7321-D3E46A5E61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57455156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agonal Marinho E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33">
            <a:extLst>
              <a:ext uri="{FF2B5EF4-FFF2-40B4-BE49-F238E27FC236}">
                <a16:creationId xmlns:a16="http://schemas.microsoft.com/office/drawing/2014/main" id="{58663207-A50E-489B-C7CA-CB035C21D0C7}"/>
              </a:ext>
            </a:extLst>
          </p:cNvPr>
          <p:cNvSpPr/>
          <p:nvPr userDrawn="1"/>
        </p:nvSpPr>
        <p:spPr>
          <a:xfrm>
            <a:off x="-1" y="1"/>
            <a:ext cx="8793605" cy="6857999"/>
          </a:xfrm>
          <a:custGeom>
            <a:avLst/>
            <a:gdLst>
              <a:gd name="connsiteX0" fmla="*/ 0 w 8794750"/>
              <a:gd name="connsiteY0" fmla="*/ 0 h 6857999"/>
              <a:gd name="connsiteX1" fmla="*/ 4167094 w 8794750"/>
              <a:gd name="connsiteY1" fmla="*/ 0 h 6857999"/>
              <a:gd name="connsiteX2" fmla="*/ 4631859 w 8794750"/>
              <a:gd name="connsiteY2" fmla="*/ 0 h 6857999"/>
              <a:gd name="connsiteX3" fmla="*/ 8794750 w 8794750"/>
              <a:gd name="connsiteY3" fmla="*/ 0 h 6857999"/>
              <a:gd name="connsiteX4" fmla="*/ 4910363 w 8794750"/>
              <a:gd name="connsiteY4" fmla="*/ 6857999 h 6857999"/>
              <a:gd name="connsiteX5" fmla="*/ 4631859 w 8794750"/>
              <a:gd name="connsiteY5" fmla="*/ 6857999 h 6857999"/>
              <a:gd name="connsiteX6" fmla="*/ 4167094 w 8794750"/>
              <a:gd name="connsiteY6" fmla="*/ 6857999 h 6857999"/>
              <a:gd name="connsiteX7" fmla="*/ 0 w 8794750"/>
              <a:gd name="connsiteY7" fmla="*/ 6857999 h 6857999"/>
              <a:gd name="connsiteX8" fmla="*/ 0 w 8794750"/>
              <a:gd name="connsiteY8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794750" h="6857999">
                <a:moveTo>
                  <a:pt x="0" y="0"/>
                </a:moveTo>
                <a:lnTo>
                  <a:pt x="4167094" y="0"/>
                </a:lnTo>
                <a:lnTo>
                  <a:pt x="4631859" y="0"/>
                </a:lnTo>
                <a:lnTo>
                  <a:pt x="8794750" y="0"/>
                </a:lnTo>
                <a:lnTo>
                  <a:pt x="4910363" y="6857999"/>
                </a:lnTo>
                <a:lnTo>
                  <a:pt x="4631859" y="6857999"/>
                </a:lnTo>
                <a:lnTo>
                  <a:pt x="4167094" y="6857999"/>
                </a:lnTo>
                <a:lnTo>
                  <a:pt x="0" y="6857999"/>
                </a:lnTo>
                <a:lnTo>
                  <a:pt x="0" y="0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>
              <a:solidFill>
                <a:schemeClr val="accent1"/>
              </a:solidFill>
            </a:endParaRPr>
          </a:p>
        </p:txBody>
      </p:sp>
      <p:pic>
        <p:nvPicPr>
          <p:cNvPr id="32" name="Google Shape;2417;p84">
            <a:extLst>
              <a:ext uri="{FF2B5EF4-FFF2-40B4-BE49-F238E27FC236}">
                <a16:creationId xmlns:a16="http://schemas.microsoft.com/office/drawing/2014/main" id="{6697B59E-38DE-7EC1-5EDD-7785F77BB18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BA14547C-7285-CF58-B9B3-541BB3655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0787" y="1501200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2505600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Slide Number Placeholder 2">
            <a:extLst>
              <a:ext uri="{FF2B5EF4-FFF2-40B4-BE49-F238E27FC236}">
                <a16:creationId xmlns:a16="http://schemas.microsoft.com/office/drawing/2014/main" id="{53326B84-0BDE-C405-8470-D2F50864E2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2800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C8FB31-E72F-324A-BCFE-AD2FBF56E2D4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1" name="Text Placeholder 32">
            <a:extLst>
              <a:ext uri="{FF2B5EF4-FFF2-40B4-BE49-F238E27FC236}">
                <a16:creationId xmlns:a16="http://schemas.microsoft.com/office/drawing/2014/main" id="{58627F7B-32F7-BB81-CFBD-7C75ACADDC0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BB4EE01-B1A3-8500-2FD4-449DAED000B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D76D4820-2CC0-20DE-3F85-5CE1CEBFE4A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2" y="826181"/>
            <a:ext cx="11254187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89520299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ópicos Clar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EBEEF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501327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1832992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1" y="2417044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2748709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1" y="3332763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3664428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1" y="4248481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4580146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1" y="5164198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0" y="5495863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8635" y="1501200"/>
            <a:ext cx="4159212" cy="42027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2800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618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tx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43500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ópicos Escur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/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3" name="Google Shape;2417;p84">
            <a:extLst>
              <a:ext uri="{FF2B5EF4-FFF2-40B4-BE49-F238E27FC236}">
                <a16:creationId xmlns:a16="http://schemas.microsoft.com/office/drawing/2014/main" id="{FAA8954C-6A18-E7A1-84BA-69700C5D0B6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C81AC0E-91AA-952E-7C9E-E2CBE3CAC3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1" y="1501327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3F106DBA-B124-0745-F737-8DC160723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1832992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6" name="Text Placeholder 35">
            <a:extLst>
              <a:ext uri="{FF2B5EF4-FFF2-40B4-BE49-F238E27FC236}">
                <a16:creationId xmlns:a16="http://schemas.microsoft.com/office/drawing/2014/main" id="{AE1E27FE-5E43-A102-18AC-BAE6B2BE3B8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1" y="2417044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7" name="Text Placeholder 39">
            <a:extLst>
              <a:ext uri="{FF2B5EF4-FFF2-40B4-BE49-F238E27FC236}">
                <a16:creationId xmlns:a16="http://schemas.microsoft.com/office/drawing/2014/main" id="{1649450C-40F3-A7B7-A8B9-EF471A5B9C7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2748709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8" name="Text Placeholder 35">
            <a:extLst>
              <a:ext uri="{FF2B5EF4-FFF2-40B4-BE49-F238E27FC236}">
                <a16:creationId xmlns:a16="http://schemas.microsoft.com/office/drawing/2014/main" id="{D09B29FF-05BD-62F5-43A6-1CC87DE56D1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6001" y="3332763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9" name="Text Placeholder 39">
            <a:extLst>
              <a:ext uri="{FF2B5EF4-FFF2-40B4-BE49-F238E27FC236}">
                <a16:creationId xmlns:a16="http://schemas.microsoft.com/office/drawing/2014/main" id="{E366530F-BACF-55EB-C870-FCC36EF8EBC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3664428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60" name="Text Placeholder 35">
            <a:extLst>
              <a:ext uri="{FF2B5EF4-FFF2-40B4-BE49-F238E27FC236}">
                <a16:creationId xmlns:a16="http://schemas.microsoft.com/office/drawing/2014/main" id="{020E0BFE-1B3F-408E-0092-B3107A84680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1" y="4248481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1" name="Text Placeholder 39">
            <a:extLst>
              <a:ext uri="{FF2B5EF4-FFF2-40B4-BE49-F238E27FC236}">
                <a16:creationId xmlns:a16="http://schemas.microsoft.com/office/drawing/2014/main" id="{83698253-A54A-19D1-D9A8-9F6EAB4B92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4580146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62" name="Text Placeholder 35">
            <a:extLst>
              <a:ext uri="{FF2B5EF4-FFF2-40B4-BE49-F238E27FC236}">
                <a16:creationId xmlns:a16="http://schemas.microsoft.com/office/drawing/2014/main" id="{D229E26A-7AAF-7570-A182-08B378594D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96001" y="5164198"/>
            <a:ext cx="5627747" cy="232493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  <a:cs typeface="Arial Nova Light" panose="020B0304020202020204" pitchFamily="34" charset="0"/>
              </a:defRPr>
            </a:lvl1pPr>
            <a:lvl2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2pPr>
            <a:lvl3pPr marL="914324" indent="0">
              <a:buNone/>
              <a:defRPr/>
            </a:lvl3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3" name="Text Placeholder 39">
            <a:extLst>
              <a:ext uri="{FF2B5EF4-FFF2-40B4-BE49-F238E27FC236}">
                <a16:creationId xmlns:a16="http://schemas.microsoft.com/office/drawing/2014/main" id="{CB6E03FA-60ED-560C-4230-2BE16C0C421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0" y="5495863"/>
            <a:ext cx="5627747" cy="3761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err="1"/>
              <a:t>Texto</a:t>
            </a:r>
            <a:r>
              <a:rPr lang="en-US"/>
              <a:t> </a:t>
            </a:r>
            <a:r>
              <a:rPr lang="en-US" err="1"/>
              <a:t>em</a:t>
            </a:r>
            <a:r>
              <a:rPr lang="en-US"/>
              <a:t>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4" name="Text Placeholder 39">
            <a:extLst>
              <a:ext uri="{FF2B5EF4-FFF2-40B4-BE49-F238E27FC236}">
                <a16:creationId xmlns:a16="http://schemas.microsoft.com/office/drawing/2014/main" id="{8C17220A-996D-8F8D-EA53-9806B5C84C3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68635" y="1501200"/>
            <a:ext cx="4159212" cy="42027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rgbClr val="99AAB6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8" name="Slide Number Placeholder 2">
            <a:extLst>
              <a:ext uri="{FF2B5EF4-FFF2-40B4-BE49-F238E27FC236}">
                <a16:creationId xmlns:a16="http://schemas.microsoft.com/office/drawing/2014/main" id="{B0CEBACC-0FD0-5E17-4051-237EDDDDEF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2800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0" name="Text Placeholder 32">
            <a:extLst>
              <a:ext uri="{FF2B5EF4-FFF2-40B4-BE49-F238E27FC236}">
                <a16:creationId xmlns:a16="http://schemas.microsoft.com/office/drawing/2014/main" id="{1721ACD8-FC97-EAAF-AA42-15B44958F46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DE2943D8-8ED2-C174-FD20-59469DFB964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4" name="Text Placeholder 13">
            <a:extLst>
              <a:ext uri="{FF2B5EF4-FFF2-40B4-BE49-F238E27FC236}">
                <a16:creationId xmlns:a16="http://schemas.microsoft.com/office/drawing/2014/main" id="{20538954-5FDD-BD29-0A7E-E98AE931A8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618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16235A52-F85A-5A37-604C-B1F80A0605E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77629652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000" b="0" i="0">
              <a:latin typeface="Arial Nova Cond" panose="020F0502020204030204" pitchFamily="34" charset="0"/>
              <a:cs typeface="Arial Nova Cond" panose="020F0502020204030204" pitchFamily="34" charset="0"/>
            </a:endParaRPr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1FBCC3E6-F254-1271-02D3-8E7D096D63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664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47" name="Text Placeholder 45">
            <a:extLst>
              <a:ext uri="{FF2B5EF4-FFF2-40B4-BE49-F238E27FC236}">
                <a16:creationId xmlns:a16="http://schemas.microsoft.com/office/drawing/2014/main" id="{2AEEF9D3-747E-0AF9-2735-B1FB0BD19E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664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48" name="Text Placeholder 45">
            <a:extLst>
              <a:ext uri="{FF2B5EF4-FFF2-40B4-BE49-F238E27FC236}">
                <a16:creationId xmlns:a16="http://schemas.microsoft.com/office/drawing/2014/main" id="{E88700D0-AF50-0AE3-4914-55445C2AD7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45">
            <a:extLst>
              <a:ext uri="{FF2B5EF4-FFF2-40B4-BE49-F238E27FC236}">
                <a16:creationId xmlns:a16="http://schemas.microsoft.com/office/drawing/2014/main" id="{D0D91D7B-D576-E0CF-A653-226D2E7780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90328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59FC3F61-7FB1-3688-D59D-E451A69A2E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386325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642A086A-A6CE-4854-A9C9-6ACC4B9C4F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386325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45">
            <a:extLst>
              <a:ext uri="{FF2B5EF4-FFF2-40B4-BE49-F238E27FC236}">
                <a16:creationId xmlns:a16="http://schemas.microsoft.com/office/drawing/2014/main" id="{D86A93A7-01C6-7729-2E05-E679D1E9E7E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3993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77" name="Text Placeholder 45">
            <a:extLst>
              <a:ext uri="{FF2B5EF4-FFF2-40B4-BE49-F238E27FC236}">
                <a16:creationId xmlns:a16="http://schemas.microsoft.com/office/drawing/2014/main" id="{C7BC30AB-E71A-4818-D6E8-D4E2682D2E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10190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FF0BF134-3C85-87DB-C197-C0CA5CEAA2F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307165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59">
            <a:extLst>
              <a:ext uri="{FF2B5EF4-FFF2-40B4-BE49-F238E27FC236}">
                <a16:creationId xmlns:a16="http://schemas.microsoft.com/office/drawing/2014/main" id="{46188C8A-C985-78A6-66D4-3832C406C4D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03377" y="1494951"/>
            <a:ext cx="1078061" cy="1077200"/>
          </a:xfrm>
          <a:prstGeom prst="ellipse">
            <a:avLst/>
          </a:prstGeom>
          <a:solidFill>
            <a:schemeClr val="tx1"/>
          </a:solidFill>
          <a:ln w="57150">
            <a:solidFill>
              <a:schemeClr val="accent4"/>
            </a:solidFill>
          </a:ln>
        </p:spPr>
        <p:txBody>
          <a:bodyPr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D006269E-75A3-226C-ADE1-F41E4096FA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7657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81" name="Text Placeholder 45">
            <a:extLst>
              <a:ext uri="{FF2B5EF4-FFF2-40B4-BE49-F238E27FC236}">
                <a16:creationId xmlns:a16="http://schemas.microsoft.com/office/drawing/2014/main" id="{EB96BB0D-8BE0-E46F-DA58-EE988F233A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7118" y="3331875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82" name="Text Placeholder 45">
            <a:extLst>
              <a:ext uri="{FF2B5EF4-FFF2-40B4-BE49-F238E27FC236}">
                <a16:creationId xmlns:a16="http://schemas.microsoft.com/office/drawing/2014/main" id="{9C641DBF-75C7-1771-2CF8-BC6EAACD333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4911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45">
            <a:extLst>
              <a:ext uri="{FF2B5EF4-FFF2-40B4-BE49-F238E27FC236}">
                <a16:creationId xmlns:a16="http://schemas.microsoft.com/office/drawing/2014/main" id="{670AF307-9708-4A42-06DC-03BE2A566D1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161322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85" name="Text Placeholder 45">
            <a:extLst>
              <a:ext uri="{FF2B5EF4-FFF2-40B4-BE49-F238E27FC236}">
                <a16:creationId xmlns:a16="http://schemas.microsoft.com/office/drawing/2014/main" id="{A2A07650-485F-4781-9344-52465646623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57242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B84D5F0D-8CD2-4364-2E92-0B2BE5EEC47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154841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46C78987-82E3-C545-6C09-F2DB1E9C1D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084987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69844F0D-82D9-2C9A-2CD8-9261D84BBFF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84988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71A075F2-D7D5-5B33-37BD-E63A40C84D4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084988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7" name="Picture Placeholder 112">
            <a:extLst>
              <a:ext uri="{FF2B5EF4-FFF2-40B4-BE49-F238E27FC236}">
                <a16:creationId xmlns:a16="http://schemas.microsoft.com/office/drawing/2014/main" id="{EFC886AE-3FFF-D88F-6F1F-75E4441DC42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665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18" name="Picture Placeholder 112">
            <a:extLst>
              <a:ext uri="{FF2B5EF4-FFF2-40B4-BE49-F238E27FC236}">
                <a16:creationId xmlns:a16="http://schemas.microsoft.com/office/drawing/2014/main" id="{4464FD34-1C93-7040-81B4-713987BC8EB6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2941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19" name="Picture Placeholder 112">
            <a:extLst>
              <a:ext uri="{FF2B5EF4-FFF2-40B4-BE49-F238E27FC236}">
                <a16:creationId xmlns:a16="http://schemas.microsoft.com/office/drawing/2014/main" id="{051F496B-741B-E770-D8E1-89B776F3C1D5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665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20" name="Picture Placeholder 112">
            <a:extLst>
              <a:ext uri="{FF2B5EF4-FFF2-40B4-BE49-F238E27FC236}">
                <a16:creationId xmlns:a16="http://schemas.microsoft.com/office/drawing/2014/main" id="{C4BF5B86-BF55-9B71-F9DD-19479EAA430F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2941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1" name="Picture Placeholder 112">
            <a:extLst>
              <a:ext uri="{FF2B5EF4-FFF2-40B4-BE49-F238E27FC236}">
                <a16:creationId xmlns:a16="http://schemas.microsoft.com/office/drawing/2014/main" id="{086B2653-5939-A196-AD7B-E9BA87AE1684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393184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2" name="Picture Placeholder 112">
            <a:extLst>
              <a:ext uri="{FF2B5EF4-FFF2-40B4-BE49-F238E27FC236}">
                <a16:creationId xmlns:a16="http://schemas.microsoft.com/office/drawing/2014/main" id="{95ED886E-C68F-3627-210E-CA7ACFF64733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239461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3" name="Picture Placeholder 112">
            <a:extLst>
              <a:ext uri="{FF2B5EF4-FFF2-40B4-BE49-F238E27FC236}">
                <a16:creationId xmlns:a16="http://schemas.microsoft.com/office/drawing/2014/main" id="{02C89B8C-F038-BD43-275B-6A310132C3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393184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4" name="Picture Placeholder 112">
            <a:extLst>
              <a:ext uri="{FF2B5EF4-FFF2-40B4-BE49-F238E27FC236}">
                <a16:creationId xmlns:a16="http://schemas.microsoft.com/office/drawing/2014/main" id="{3ACA967E-2F7F-BC02-BC67-2E97C5B09DF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239461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5" name="Picture Placeholder 112">
            <a:extLst>
              <a:ext uri="{FF2B5EF4-FFF2-40B4-BE49-F238E27FC236}">
                <a16:creationId xmlns:a16="http://schemas.microsoft.com/office/drawing/2014/main" id="{6795F334-AEA2-E9D9-1F73-CB69AA374A01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4304862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6" name="Picture Placeholder 112">
            <a:extLst>
              <a:ext uri="{FF2B5EF4-FFF2-40B4-BE49-F238E27FC236}">
                <a16:creationId xmlns:a16="http://schemas.microsoft.com/office/drawing/2014/main" id="{5B7C59A9-1F7E-7F84-2656-1CBFEF340FAD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151139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7" name="Picture Placeholder 112">
            <a:extLst>
              <a:ext uri="{FF2B5EF4-FFF2-40B4-BE49-F238E27FC236}">
                <a16:creationId xmlns:a16="http://schemas.microsoft.com/office/drawing/2014/main" id="{BF351E6D-0A32-FE10-87B8-B5CA7368FCD9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4304862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8" name="Picture Placeholder 112">
            <a:extLst>
              <a:ext uri="{FF2B5EF4-FFF2-40B4-BE49-F238E27FC236}">
                <a16:creationId xmlns:a16="http://schemas.microsoft.com/office/drawing/2014/main" id="{EA0ED369-4028-2215-2505-FA6C595573B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151139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59" name="Picture Placeholder 112">
            <a:extLst>
              <a:ext uri="{FF2B5EF4-FFF2-40B4-BE49-F238E27FC236}">
                <a16:creationId xmlns:a16="http://schemas.microsoft.com/office/drawing/2014/main" id="{B7BD2977-9780-B538-E033-8FC9EC830434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6237918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0" name="Picture Placeholder 112">
            <a:extLst>
              <a:ext uri="{FF2B5EF4-FFF2-40B4-BE49-F238E27FC236}">
                <a16:creationId xmlns:a16="http://schemas.microsoft.com/office/drawing/2014/main" id="{9950FEFA-7BB0-4CC2-C294-BE01645205C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7084195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1" name="Picture Placeholder 112">
            <a:extLst>
              <a:ext uri="{FF2B5EF4-FFF2-40B4-BE49-F238E27FC236}">
                <a16:creationId xmlns:a16="http://schemas.microsoft.com/office/drawing/2014/main" id="{01C554D2-147A-0A03-9778-037D4B31307C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6237918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2" name="Picture Placeholder 112">
            <a:extLst>
              <a:ext uri="{FF2B5EF4-FFF2-40B4-BE49-F238E27FC236}">
                <a16:creationId xmlns:a16="http://schemas.microsoft.com/office/drawing/2014/main" id="{3796D47D-50C7-A02C-0E05-5B609B6026ED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7084195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3" name="Picture Placeholder 112">
            <a:extLst>
              <a:ext uri="{FF2B5EF4-FFF2-40B4-BE49-F238E27FC236}">
                <a16:creationId xmlns:a16="http://schemas.microsoft.com/office/drawing/2014/main" id="{FB8CC0EB-F747-1AC5-4A63-20852F73AACC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149596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4" name="Picture Placeholder 112">
            <a:extLst>
              <a:ext uri="{FF2B5EF4-FFF2-40B4-BE49-F238E27FC236}">
                <a16:creationId xmlns:a16="http://schemas.microsoft.com/office/drawing/2014/main" id="{13316271-9073-FA34-D257-81CFACC2F9A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8995873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5" name="Picture Placeholder 112">
            <a:extLst>
              <a:ext uri="{FF2B5EF4-FFF2-40B4-BE49-F238E27FC236}">
                <a16:creationId xmlns:a16="http://schemas.microsoft.com/office/drawing/2014/main" id="{2D081C9F-FFDB-5E72-CDC1-08FD1EAA9CEF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149596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6" name="Picture Placeholder 112">
            <a:extLst>
              <a:ext uri="{FF2B5EF4-FFF2-40B4-BE49-F238E27FC236}">
                <a16:creationId xmlns:a16="http://schemas.microsoft.com/office/drawing/2014/main" id="{FCD0971A-AD15-24CB-AADC-A5A5CD3D3080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8995873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7" name="Picture Placeholder 112">
            <a:extLst>
              <a:ext uri="{FF2B5EF4-FFF2-40B4-BE49-F238E27FC236}">
                <a16:creationId xmlns:a16="http://schemas.microsoft.com/office/drawing/2014/main" id="{1EDAEA0A-1F9E-0266-BFBB-C120CB2AF84F}"/>
              </a:ext>
            </a:extLst>
          </p:cNvPr>
          <p:cNvSpPr>
            <a:spLocks noGrp="1"/>
          </p:cNvSpPr>
          <p:nvPr>
            <p:ph type="pic" sz="quarter" idx="77" hasCustomPrompt="1"/>
          </p:nvPr>
        </p:nvSpPr>
        <p:spPr>
          <a:xfrm>
            <a:off x="10082053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8" name="Picture Placeholder 112">
            <a:extLst>
              <a:ext uri="{FF2B5EF4-FFF2-40B4-BE49-F238E27FC236}">
                <a16:creationId xmlns:a16="http://schemas.microsoft.com/office/drawing/2014/main" id="{2F5FA254-F578-81A3-41F5-C3A4188C9153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10928330" y="5759530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69" name="Picture Placeholder 112">
            <a:extLst>
              <a:ext uri="{FF2B5EF4-FFF2-40B4-BE49-F238E27FC236}">
                <a16:creationId xmlns:a16="http://schemas.microsoft.com/office/drawing/2014/main" id="{02ADE5EA-819B-4009-A707-05360E76DE58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0082053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170" name="Picture Placeholder 112">
            <a:extLst>
              <a:ext uri="{FF2B5EF4-FFF2-40B4-BE49-F238E27FC236}">
                <a16:creationId xmlns:a16="http://schemas.microsoft.com/office/drawing/2014/main" id="{C4EA6999-AB5E-2535-979C-4547E9F93104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10928330" y="6076925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 b="0" i="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33" name="Slide Number Placeholder 2">
            <a:extLst>
              <a:ext uri="{FF2B5EF4-FFF2-40B4-BE49-F238E27FC236}">
                <a16:creationId xmlns:a16="http://schemas.microsoft.com/office/drawing/2014/main" id="{4CE98C3B-F2FD-4710-D7AF-EC1A816EB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41490688-2F65-8813-6E96-E782F8AB17E5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0997925-6C1B-75CB-9C47-5312C73D4159}"/>
              </a:ext>
            </a:extLst>
          </p:cNvPr>
          <p:cNvSpPr>
            <a:spLocks noGrp="1"/>
          </p:cNvSpPr>
          <p:nvPr>
            <p:ph type="pic" sz="quarter" idx="82" hasCustomPrompt="1"/>
          </p:nvPr>
        </p:nvSpPr>
        <p:spPr>
          <a:xfrm>
            <a:off x="4303377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BB2A9D99-7A40-D467-4341-077D5AC15500}"/>
              </a:ext>
            </a:extLst>
          </p:cNvPr>
          <p:cNvSpPr>
            <a:spLocks noGrp="1"/>
          </p:cNvSpPr>
          <p:nvPr>
            <p:ph type="pic" sz="quarter" idx="83" hasCustomPrompt="1"/>
          </p:nvPr>
        </p:nvSpPr>
        <p:spPr>
          <a:xfrm>
            <a:off x="6184977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58B31671-5EE3-00D1-EA29-BBE17921CD02}"/>
              </a:ext>
            </a:extLst>
          </p:cNvPr>
          <p:cNvSpPr>
            <a:spLocks noGrp="1"/>
          </p:cNvSpPr>
          <p:nvPr>
            <p:ph type="body" sz="quarter" idx="87"/>
          </p:nvPr>
        </p:nvSpPr>
        <p:spPr>
          <a:xfrm>
            <a:off x="12611856" y="1494952"/>
            <a:ext cx="3746478" cy="67854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699" b="0" i="0">
                <a:solidFill>
                  <a:schemeClr val="accent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2" name="Picture Placeholder 3">
            <a:extLst>
              <a:ext uri="{FF2B5EF4-FFF2-40B4-BE49-F238E27FC236}">
                <a16:creationId xmlns:a16="http://schemas.microsoft.com/office/drawing/2014/main" id="{087106C0-D350-5125-E860-B60E2D3276FC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2393184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43" name="Picture Placeholder 3">
            <a:extLst>
              <a:ext uri="{FF2B5EF4-FFF2-40B4-BE49-F238E27FC236}">
                <a16:creationId xmlns:a16="http://schemas.microsoft.com/office/drawing/2014/main" id="{9E8C993E-EF4E-8727-7C79-6E3D1180AEFF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8158993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44" name="Picture Placeholder 3">
            <a:extLst>
              <a:ext uri="{FF2B5EF4-FFF2-40B4-BE49-F238E27FC236}">
                <a16:creationId xmlns:a16="http://schemas.microsoft.com/office/drawing/2014/main" id="{FC415ADE-C3F8-91AC-F68C-D5E927FD832E}"/>
              </a:ext>
            </a:extLst>
          </p:cNvPr>
          <p:cNvSpPr>
            <a:spLocks noGrp="1"/>
          </p:cNvSpPr>
          <p:nvPr>
            <p:ph type="pic" sz="quarter" idx="90" hasCustomPrompt="1"/>
          </p:nvPr>
        </p:nvSpPr>
        <p:spPr>
          <a:xfrm>
            <a:off x="10084987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49" name="Picture Placeholder 3">
            <a:extLst>
              <a:ext uri="{FF2B5EF4-FFF2-40B4-BE49-F238E27FC236}">
                <a16:creationId xmlns:a16="http://schemas.microsoft.com/office/drawing/2014/main" id="{B89E0082-032B-70FF-9173-66B12D61DB04}"/>
              </a:ext>
            </a:extLst>
          </p:cNvPr>
          <p:cNvSpPr>
            <a:spLocks noGrp="1"/>
          </p:cNvSpPr>
          <p:nvPr>
            <p:ph type="pic" sz="quarter" idx="91" hasCustomPrompt="1"/>
          </p:nvPr>
        </p:nvSpPr>
        <p:spPr>
          <a:xfrm>
            <a:off x="47464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8369EF3-1596-2394-03AC-0A91B472CB90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52" name="Text Placeholder 13">
            <a:extLst>
              <a:ext uri="{FF2B5EF4-FFF2-40B4-BE49-F238E27FC236}">
                <a16:creationId xmlns:a16="http://schemas.microsoft.com/office/drawing/2014/main" id="{8693DB5C-7904-70C2-FCEF-ABD2C965D52E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53" name="Text Placeholder 43">
            <a:extLst>
              <a:ext uri="{FF2B5EF4-FFF2-40B4-BE49-F238E27FC236}">
                <a16:creationId xmlns:a16="http://schemas.microsoft.com/office/drawing/2014/main" id="{505A0876-127F-1D5E-0992-B049EAAA0F09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6786051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5">
            <a:extLst>
              <a:ext uri="{FF2B5EF4-FFF2-40B4-BE49-F238E27FC236}">
                <a16:creationId xmlns:a16="http://schemas.microsoft.com/office/drawing/2014/main" id="{184BEF38-BA57-9233-BF32-353FC9FCD75A}"/>
              </a:ext>
            </a:extLst>
          </p:cNvPr>
          <p:cNvSpPr>
            <a:spLocks noGrp="1"/>
          </p:cNvSpPr>
          <p:nvPr>
            <p:ph type="body" sz="quarter" idx="83"/>
          </p:nvPr>
        </p:nvSpPr>
        <p:spPr>
          <a:xfrm>
            <a:off x="2780937" y="3672236"/>
            <a:ext cx="199774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45">
            <a:extLst>
              <a:ext uri="{FF2B5EF4-FFF2-40B4-BE49-F238E27FC236}">
                <a16:creationId xmlns:a16="http://schemas.microsoft.com/office/drawing/2014/main" id="{BE8E19FD-DD8D-5555-7920-3C12693E3EDF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5095210" y="3672236"/>
            <a:ext cx="199774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079AD012-955D-AE9B-8117-2C6FA7564B1A}"/>
              </a:ext>
            </a:extLst>
          </p:cNvPr>
          <p:cNvSpPr>
            <a:spLocks noGrp="1"/>
          </p:cNvSpPr>
          <p:nvPr>
            <p:ph type="body" sz="quarter" idx="89"/>
          </p:nvPr>
        </p:nvSpPr>
        <p:spPr>
          <a:xfrm>
            <a:off x="7409484" y="3672236"/>
            <a:ext cx="199774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C026705F-51AF-1B05-9BB9-12BC90AFB327}"/>
              </a:ext>
            </a:extLst>
          </p:cNvPr>
          <p:cNvSpPr>
            <a:spLocks noGrp="1"/>
          </p:cNvSpPr>
          <p:nvPr>
            <p:ph type="body" sz="quarter" idx="90" hasCustomPrompt="1"/>
          </p:nvPr>
        </p:nvSpPr>
        <p:spPr>
          <a:xfrm>
            <a:off x="9720477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C05C7977-0EB4-D1DB-AC0F-A4E6F70944AA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9720476" y="3338608"/>
            <a:ext cx="199774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D13853F8-E884-3F6A-37C8-60DE3B863DE7}"/>
              </a:ext>
            </a:extLst>
          </p:cNvPr>
          <p:cNvSpPr>
            <a:spLocks noGrp="1"/>
          </p:cNvSpPr>
          <p:nvPr>
            <p:ph type="body" sz="quarter" idx="92"/>
          </p:nvPr>
        </p:nvSpPr>
        <p:spPr>
          <a:xfrm>
            <a:off x="9723757" y="3672236"/>
            <a:ext cx="1997740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78F24FCF-0EC8-F34A-D906-F142EE9EE429}"/>
              </a:ext>
            </a:extLst>
          </p:cNvPr>
          <p:cNvSpPr>
            <a:spLocks noGrp="1"/>
          </p:cNvSpPr>
          <p:nvPr>
            <p:ph type="body" sz="quarter" idx="93" hasCustomPrompt="1"/>
          </p:nvPr>
        </p:nvSpPr>
        <p:spPr>
          <a:xfrm>
            <a:off x="7403770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D4CACC7C-0A4F-9F8D-8E3C-57DEA8E6C0DF}"/>
              </a:ext>
            </a:extLst>
          </p:cNvPr>
          <p:cNvSpPr>
            <a:spLocks noGrp="1"/>
          </p:cNvSpPr>
          <p:nvPr>
            <p:ph type="body" sz="quarter" idx="94" hasCustomPrompt="1"/>
          </p:nvPr>
        </p:nvSpPr>
        <p:spPr>
          <a:xfrm>
            <a:off x="7403769" y="3338608"/>
            <a:ext cx="199774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69B840AF-EFC8-FB29-99C1-7C1B78335862}"/>
              </a:ext>
            </a:extLst>
          </p:cNvPr>
          <p:cNvSpPr>
            <a:spLocks noGrp="1"/>
          </p:cNvSpPr>
          <p:nvPr>
            <p:ph type="body" sz="quarter" idx="95" hasCustomPrompt="1"/>
          </p:nvPr>
        </p:nvSpPr>
        <p:spPr>
          <a:xfrm>
            <a:off x="5093570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87C8AD8F-B1BA-D416-A5DD-13F662AF0E06}"/>
              </a:ext>
            </a:extLst>
          </p:cNvPr>
          <p:cNvSpPr>
            <a:spLocks noGrp="1"/>
          </p:cNvSpPr>
          <p:nvPr>
            <p:ph type="body" sz="quarter" idx="96" hasCustomPrompt="1"/>
          </p:nvPr>
        </p:nvSpPr>
        <p:spPr>
          <a:xfrm>
            <a:off x="5093569" y="3338608"/>
            <a:ext cx="199774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F3EEA961-FF4F-9EB2-69E5-E19924923EAA}"/>
              </a:ext>
            </a:extLst>
          </p:cNvPr>
          <p:cNvSpPr>
            <a:spLocks noGrp="1"/>
          </p:cNvSpPr>
          <p:nvPr>
            <p:ph type="body" sz="quarter" idx="97" hasCustomPrompt="1"/>
          </p:nvPr>
        </p:nvSpPr>
        <p:spPr>
          <a:xfrm>
            <a:off x="2776864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21447B95-70B2-E5FD-E24A-FC67D4385B01}"/>
              </a:ext>
            </a:extLst>
          </p:cNvPr>
          <p:cNvSpPr>
            <a:spLocks noGrp="1"/>
          </p:cNvSpPr>
          <p:nvPr>
            <p:ph type="body" sz="quarter" idx="98" hasCustomPrompt="1"/>
          </p:nvPr>
        </p:nvSpPr>
        <p:spPr>
          <a:xfrm>
            <a:off x="2776863" y="3338608"/>
            <a:ext cx="1997740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38" name="Picture Placeholder 112">
            <a:extLst>
              <a:ext uri="{FF2B5EF4-FFF2-40B4-BE49-F238E27FC236}">
                <a16:creationId xmlns:a16="http://schemas.microsoft.com/office/drawing/2014/main" id="{9725F242-22D1-387E-1CEF-6BFE9A78FA5A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665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39" name="Picture Placeholder 112">
            <a:extLst>
              <a:ext uri="{FF2B5EF4-FFF2-40B4-BE49-F238E27FC236}">
                <a16:creationId xmlns:a16="http://schemas.microsoft.com/office/drawing/2014/main" id="{E384AB8E-6BD9-FF09-4073-A1FAF4A77E6F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2941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9636A67-51C5-7A83-C35B-88F45050439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665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61E875A4-B648-1039-EF17-648980A0A6D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2941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CF3E0D15-B00C-6931-2ECA-29D1EAE0835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2783370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0536C028-A154-D1F3-1B94-1D6C9CB55701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3629647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75EF1F6A-112A-3B2B-6CDF-59BF6EB4BC2C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2783370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10BDBBED-1442-5A27-AAFD-AA804B45752B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3629647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88AA171C-6D7D-16DD-C625-FD357EF52E9D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5090151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A129352-6C9F-86C0-B95F-3D3E42A9C237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5936429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914857E5-53CF-D040-A651-C41C6C01DE7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5090151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46F1550C-FEA2-AEA3-87ED-0707444F1AE0}"/>
              </a:ext>
            </a:extLst>
          </p:cNvPr>
          <p:cNvSpPr>
            <a:spLocks noGrp="1"/>
          </p:cNvSpPr>
          <p:nvPr>
            <p:ph type="pic" sz="quarter" idx="68" hasCustomPrompt="1"/>
          </p:nvPr>
        </p:nvSpPr>
        <p:spPr>
          <a:xfrm>
            <a:off x="5936429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902AE775-8DB5-9035-189C-7F1A39BC579A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7403771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E16E7B59-3B86-42B9-64FC-AD62C3DC672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8250048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2" name="Picture Placeholder 112">
            <a:extLst>
              <a:ext uri="{FF2B5EF4-FFF2-40B4-BE49-F238E27FC236}">
                <a16:creationId xmlns:a16="http://schemas.microsoft.com/office/drawing/2014/main" id="{83DC49ED-EDA8-E6EB-7A6F-D95390AA8CCD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7403771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3" name="Picture Placeholder 112">
            <a:extLst>
              <a:ext uri="{FF2B5EF4-FFF2-40B4-BE49-F238E27FC236}">
                <a16:creationId xmlns:a16="http://schemas.microsoft.com/office/drawing/2014/main" id="{26F60E47-19D1-BFC3-6C8F-749C4B12AAF6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8250048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4" name="Picture Placeholder 112">
            <a:extLst>
              <a:ext uri="{FF2B5EF4-FFF2-40B4-BE49-F238E27FC236}">
                <a16:creationId xmlns:a16="http://schemas.microsoft.com/office/drawing/2014/main" id="{42275787-A019-11AD-46FE-A7DDC6704D54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720477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5" name="Picture Placeholder 112">
            <a:extLst>
              <a:ext uri="{FF2B5EF4-FFF2-40B4-BE49-F238E27FC236}">
                <a16:creationId xmlns:a16="http://schemas.microsoft.com/office/drawing/2014/main" id="{5DF57175-AB66-192C-5CB7-93049ECC0CF1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0566753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060C51A-D08F-54FB-FCB0-EAB2C4861B82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9720477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E1F4FC93-69A8-3BD1-3329-13A5836424E9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10566753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8" name="Slide Number Placeholder 2">
            <a:extLst>
              <a:ext uri="{FF2B5EF4-FFF2-40B4-BE49-F238E27FC236}">
                <a16:creationId xmlns:a16="http://schemas.microsoft.com/office/drawing/2014/main" id="{13547A98-9145-52DB-0778-F0964B5909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9" name="Text Placeholder 32">
            <a:extLst>
              <a:ext uri="{FF2B5EF4-FFF2-40B4-BE49-F238E27FC236}">
                <a16:creationId xmlns:a16="http://schemas.microsoft.com/office/drawing/2014/main" id="{76CD81D2-BF90-68D8-E1AE-B8E0CF4C5A4A}"/>
              </a:ext>
            </a:extLst>
          </p:cNvPr>
          <p:cNvSpPr>
            <a:spLocks noGrp="1"/>
          </p:cNvSpPr>
          <p:nvPr>
            <p:ph type="body" sz="quarter" idx="103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50374A75-F50D-5070-A973-581B679CC4B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1624A0F-DB18-4583-6553-B7380C6BCA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1AE847BA-635A-59E4-30D3-6F045F2092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4" name="Text Placeholder 45">
            <a:extLst>
              <a:ext uri="{FF2B5EF4-FFF2-40B4-BE49-F238E27FC236}">
                <a16:creationId xmlns:a16="http://schemas.microsoft.com/office/drawing/2014/main" id="{89BC3310-EF60-69C0-3707-2C9B77B411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6664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35" name="Text Placeholder 45">
            <a:extLst>
              <a:ext uri="{FF2B5EF4-FFF2-40B4-BE49-F238E27FC236}">
                <a16:creationId xmlns:a16="http://schemas.microsoft.com/office/drawing/2014/main" id="{8FAFCE19-6536-97A8-08AE-68DC35A66E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6664" y="3338608"/>
            <a:ext cx="1638761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36" name="Text Placeholder 45">
            <a:extLst>
              <a:ext uri="{FF2B5EF4-FFF2-40B4-BE49-F238E27FC236}">
                <a16:creationId xmlns:a16="http://schemas.microsoft.com/office/drawing/2014/main" id="{27DE418C-1E9A-7C24-A28E-C30E5B7365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6664" y="3672236"/>
            <a:ext cx="1638761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9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Picture Placeholder 3">
            <a:extLst>
              <a:ext uri="{FF2B5EF4-FFF2-40B4-BE49-F238E27FC236}">
                <a16:creationId xmlns:a16="http://schemas.microsoft.com/office/drawing/2014/main" id="{C01BEAB5-0771-F15C-BA83-EFF62E18272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64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82" name="Picture Placeholder 3">
            <a:extLst>
              <a:ext uri="{FF2B5EF4-FFF2-40B4-BE49-F238E27FC236}">
                <a16:creationId xmlns:a16="http://schemas.microsoft.com/office/drawing/2014/main" id="{B7B2CDD9-20B4-A792-0865-2F1F48726D14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2781129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83" name="Picture Placeholder 3">
            <a:extLst>
              <a:ext uri="{FF2B5EF4-FFF2-40B4-BE49-F238E27FC236}">
                <a16:creationId xmlns:a16="http://schemas.microsoft.com/office/drawing/2014/main" id="{4A90DFAB-D24E-2600-E000-0F70F5A05CC0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5097999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84" name="Picture Placeholder 3">
            <a:extLst>
              <a:ext uri="{FF2B5EF4-FFF2-40B4-BE49-F238E27FC236}">
                <a16:creationId xmlns:a16="http://schemas.microsoft.com/office/drawing/2014/main" id="{D227A52C-BD35-961E-2984-AD74E25BC609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7404481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85" name="Picture Placeholder 3">
            <a:extLst>
              <a:ext uri="{FF2B5EF4-FFF2-40B4-BE49-F238E27FC236}">
                <a16:creationId xmlns:a16="http://schemas.microsoft.com/office/drawing/2014/main" id="{FD4D05F0-1624-0D4B-287B-C5C59F1C3E0F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9710962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93497770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DC65AB71-C922-A189-49ED-4BC9D2BBE859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3407602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F9251813-DD1D-2BFF-6D52-6830DDD47DAC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4253879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2" name="Picture Placeholder 112">
            <a:extLst>
              <a:ext uri="{FF2B5EF4-FFF2-40B4-BE49-F238E27FC236}">
                <a16:creationId xmlns:a16="http://schemas.microsoft.com/office/drawing/2014/main" id="{AF5B231E-3349-6127-B3CE-183B918215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407602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3" name="Picture Placeholder 112">
            <a:extLst>
              <a:ext uri="{FF2B5EF4-FFF2-40B4-BE49-F238E27FC236}">
                <a16:creationId xmlns:a16="http://schemas.microsoft.com/office/drawing/2014/main" id="{7030EC6E-69BD-46A3-BE79-C8117E139BAC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>
          <a:xfrm>
            <a:off x="4253879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BC53E746-7367-459A-6188-8E855A26030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333301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9" name="Picture Placeholder 112">
            <a:extLst>
              <a:ext uri="{FF2B5EF4-FFF2-40B4-BE49-F238E27FC236}">
                <a16:creationId xmlns:a16="http://schemas.microsoft.com/office/drawing/2014/main" id="{59914CBB-B775-F30B-9C2D-755D85E37108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7179577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0" name="Picture Placeholder 112">
            <a:extLst>
              <a:ext uri="{FF2B5EF4-FFF2-40B4-BE49-F238E27FC236}">
                <a16:creationId xmlns:a16="http://schemas.microsoft.com/office/drawing/2014/main" id="{2F2C4C2B-C205-0B8A-9CAC-4CE9C9488CD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6333301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1" name="Picture Placeholder 112">
            <a:extLst>
              <a:ext uri="{FF2B5EF4-FFF2-40B4-BE49-F238E27FC236}">
                <a16:creationId xmlns:a16="http://schemas.microsoft.com/office/drawing/2014/main" id="{940B2693-2B7A-51E1-6A78-E370410795E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7179577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6" name="Picture Placeholder 112">
            <a:extLst>
              <a:ext uri="{FF2B5EF4-FFF2-40B4-BE49-F238E27FC236}">
                <a16:creationId xmlns:a16="http://schemas.microsoft.com/office/drawing/2014/main" id="{FE53505D-F00A-91F9-EA4B-6EBAABB31912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9263446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7" name="Picture Placeholder 112">
            <a:extLst>
              <a:ext uri="{FF2B5EF4-FFF2-40B4-BE49-F238E27FC236}">
                <a16:creationId xmlns:a16="http://schemas.microsoft.com/office/drawing/2014/main" id="{6502E604-42FB-3F41-8347-55FF4DD22D10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0109723" y="5754583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8" name="Picture Placeholder 112">
            <a:extLst>
              <a:ext uri="{FF2B5EF4-FFF2-40B4-BE49-F238E27FC236}">
                <a16:creationId xmlns:a16="http://schemas.microsoft.com/office/drawing/2014/main" id="{7050719D-2D83-5090-F8F0-5940214BC72D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263446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9" name="Picture Placeholder 112">
            <a:extLst>
              <a:ext uri="{FF2B5EF4-FFF2-40B4-BE49-F238E27FC236}">
                <a16:creationId xmlns:a16="http://schemas.microsoft.com/office/drawing/2014/main" id="{132EAAD5-5480-8B4F-FF0A-C5501D3B90ED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0109723" y="6071978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4" name="Text Placeholder 45">
            <a:extLst>
              <a:ext uri="{FF2B5EF4-FFF2-40B4-BE49-F238E27FC236}">
                <a16:creationId xmlns:a16="http://schemas.microsoft.com/office/drawing/2014/main" id="{38FD6EB8-FA08-A0A4-D3E2-695547506E2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465532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45" name="Text Placeholder 45">
            <a:extLst>
              <a:ext uri="{FF2B5EF4-FFF2-40B4-BE49-F238E27FC236}">
                <a16:creationId xmlns:a16="http://schemas.microsoft.com/office/drawing/2014/main" id="{AD51EA36-41BD-B941-8FA7-859C36EB4CCC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465532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F86F3DB1-87B9-2F52-7DB3-B046A2E72BBC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465532" y="3672236"/>
            <a:ext cx="2461893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5E65EA7F-2CEE-19E0-B3BC-A3C2F8FBA263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3398393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1" name="Text Placeholder 45">
            <a:extLst>
              <a:ext uri="{FF2B5EF4-FFF2-40B4-BE49-F238E27FC236}">
                <a16:creationId xmlns:a16="http://schemas.microsoft.com/office/drawing/2014/main" id="{8B335C8B-C11C-039E-CA1A-594F6336AEDB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398393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2" name="Text Placeholder 45">
            <a:extLst>
              <a:ext uri="{FF2B5EF4-FFF2-40B4-BE49-F238E27FC236}">
                <a16:creationId xmlns:a16="http://schemas.microsoft.com/office/drawing/2014/main" id="{7A60940E-1A8B-585D-7E19-A1BAA4E4DCE0}"/>
              </a:ext>
            </a:extLst>
          </p:cNvPr>
          <p:cNvSpPr>
            <a:spLocks noGrp="1"/>
          </p:cNvSpPr>
          <p:nvPr>
            <p:ph type="body" sz="quarter" idx="70"/>
          </p:nvPr>
        </p:nvSpPr>
        <p:spPr>
          <a:xfrm>
            <a:off x="3398393" y="3672236"/>
            <a:ext cx="2461893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5">
            <a:extLst>
              <a:ext uri="{FF2B5EF4-FFF2-40B4-BE49-F238E27FC236}">
                <a16:creationId xmlns:a16="http://schemas.microsoft.com/office/drawing/2014/main" id="{82899622-523C-9AB1-337B-F8E074B574AB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6331634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4" name="Text Placeholder 45">
            <a:extLst>
              <a:ext uri="{FF2B5EF4-FFF2-40B4-BE49-F238E27FC236}">
                <a16:creationId xmlns:a16="http://schemas.microsoft.com/office/drawing/2014/main" id="{1F384043-12A3-0396-C1EC-A9142BEE14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331634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5" name="Text Placeholder 45">
            <a:extLst>
              <a:ext uri="{FF2B5EF4-FFF2-40B4-BE49-F238E27FC236}">
                <a16:creationId xmlns:a16="http://schemas.microsoft.com/office/drawing/2014/main" id="{15C72B9A-D508-4C61-FACC-2B9A80CE0807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6331634" y="3672236"/>
            <a:ext cx="2461893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5">
            <a:extLst>
              <a:ext uri="{FF2B5EF4-FFF2-40B4-BE49-F238E27FC236}">
                <a16:creationId xmlns:a16="http://schemas.microsoft.com/office/drawing/2014/main" id="{905FB018-5618-752D-8BFF-09903305D44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9267702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7" name="Text Placeholder 45">
            <a:extLst>
              <a:ext uri="{FF2B5EF4-FFF2-40B4-BE49-F238E27FC236}">
                <a16:creationId xmlns:a16="http://schemas.microsoft.com/office/drawing/2014/main" id="{7F361DBF-C125-FCED-FA60-5878757504E2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267701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8" name="Text Placeholder 45">
            <a:extLst>
              <a:ext uri="{FF2B5EF4-FFF2-40B4-BE49-F238E27FC236}">
                <a16:creationId xmlns:a16="http://schemas.microsoft.com/office/drawing/2014/main" id="{AEF9B4EF-C4C4-2D5A-764F-EFDA5A50F67D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>
          <a:xfrm>
            <a:off x="9267701" y="3672236"/>
            <a:ext cx="2461893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Slide Number Placeholder 2">
            <a:extLst>
              <a:ext uri="{FF2B5EF4-FFF2-40B4-BE49-F238E27FC236}">
                <a16:creationId xmlns:a16="http://schemas.microsoft.com/office/drawing/2014/main" id="{D5B949DC-8E4A-9477-F36F-55499BCF7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0" name="Text Placeholder 32">
            <a:extLst>
              <a:ext uri="{FF2B5EF4-FFF2-40B4-BE49-F238E27FC236}">
                <a16:creationId xmlns:a16="http://schemas.microsoft.com/office/drawing/2014/main" id="{6022A746-CC42-07BB-D855-3C1831AE2CEF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D98D070B-E010-4FEB-6F8B-E1AF05DFA6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35" name="Text Placeholder 13">
            <a:extLst>
              <a:ext uri="{FF2B5EF4-FFF2-40B4-BE49-F238E27FC236}">
                <a16:creationId xmlns:a16="http://schemas.microsoft.com/office/drawing/2014/main" id="{361E7177-5D27-5C74-2B13-71583190D77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6" name="Text Placeholder 43">
            <a:extLst>
              <a:ext uri="{FF2B5EF4-FFF2-40B4-BE49-F238E27FC236}">
                <a16:creationId xmlns:a16="http://schemas.microsoft.com/office/drawing/2014/main" id="{0AF116EC-BEF6-0A08-2CAD-8E48415BF4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8A5B360B-8334-6CCB-0A54-579E5AB43F5B}"/>
              </a:ext>
            </a:extLst>
          </p:cNvPr>
          <p:cNvSpPr>
            <a:spLocks noGrp="1"/>
          </p:cNvSpPr>
          <p:nvPr>
            <p:ph type="pic" sz="quarter" idx="78" hasCustomPrompt="1"/>
          </p:nvPr>
        </p:nvSpPr>
        <p:spPr>
          <a:xfrm>
            <a:off x="466665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A962791C-B85F-C7DA-9FB2-13C30147287A}"/>
              </a:ext>
            </a:extLst>
          </p:cNvPr>
          <p:cNvSpPr>
            <a:spLocks noGrp="1"/>
          </p:cNvSpPr>
          <p:nvPr>
            <p:ph type="pic" sz="quarter" idx="79" hasCustomPrompt="1"/>
          </p:nvPr>
        </p:nvSpPr>
        <p:spPr>
          <a:xfrm>
            <a:off x="1312941" y="575812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4E0516D7-C80C-49F8-B236-D18D99CB20AB}"/>
              </a:ext>
            </a:extLst>
          </p:cNvPr>
          <p:cNvSpPr>
            <a:spLocks noGrp="1"/>
          </p:cNvSpPr>
          <p:nvPr>
            <p:ph type="pic" sz="quarter" idx="80" hasCustomPrompt="1"/>
          </p:nvPr>
        </p:nvSpPr>
        <p:spPr>
          <a:xfrm>
            <a:off x="466665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4" name="Picture Placeholder 112">
            <a:extLst>
              <a:ext uri="{FF2B5EF4-FFF2-40B4-BE49-F238E27FC236}">
                <a16:creationId xmlns:a16="http://schemas.microsoft.com/office/drawing/2014/main" id="{D9650A1B-9E9D-E562-38D9-45BB0ECA5DD9}"/>
              </a:ext>
            </a:extLst>
          </p:cNvPr>
          <p:cNvSpPr>
            <a:spLocks noGrp="1"/>
          </p:cNvSpPr>
          <p:nvPr>
            <p:ph type="pic" sz="quarter" idx="81" hasCustomPrompt="1"/>
          </p:nvPr>
        </p:nvSpPr>
        <p:spPr>
          <a:xfrm>
            <a:off x="1312941" y="60755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5" name="Picture Placeholder 3">
            <a:extLst>
              <a:ext uri="{FF2B5EF4-FFF2-40B4-BE49-F238E27FC236}">
                <a16:creationId xmlns:a16="http://schemas.microsoft.com/office/drawing/2014/main" id="{FFFB0EF2-31FC-E8E6-33AE-A978ACAFADE7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64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66" name="Picture Placeholder 3">
            <a:extLst>
              <a:ext uri="{FF2B5EF4-FFF2-40B4-BE49-F238E27FC236}">
                <a16:creationId xmlns:a16="http://schemas.microsoft.com/office/drawing/2014/main" id="{1EA1AB80-0D8A-7B25-3D69-FB7EED69F625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3398393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72" name="Picture Placeholder 3">
            <a:extLst>
              <a:ext uri="{FF2B5EF4-FFF2-40B4-BE49-F238E27FC236}">
                <a16:creationId xmlns:a16="http://schemas.microsoft.com/office/drawing/2014/main" id="{4435D54C-D48F-8A80-6A94-A5D7B7ED0F2F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6331634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73" name="Picture Placeholder 3">
            <a:extLst>
              <a:ext uri="{FF2B5EF4-FFF2-40B4-BE49-F238E27FC236}">
                <a16:creationId xmlns:a16="http://schemas.microsoft.com/office/drawing/2014/main" id="{D4708B90-BFFC-AC2D-E8A6-239E07CB5C38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9267702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233558603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394A5B1B-1DB2-0FAB-F01F-7F3C9B484C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 Placeholder 45">
            <a:extLst>
              <a:ext uri="{FF2B5EF4-FFF2-40B4-BE49-F238E27FC236}">
                <a16:creationId xmlns:a16="http://schemas.microsoft.com/office/drawing/2014/main" id="{4FB47104-05AB-F959-CC2B-C55944736CA1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179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87" name="Text Placeholder 45">
            <a:extLst>
              <a:ext uri="{FF2B5EF4-FFF2-40B4-BE49-F238E27FC236}">
                <a16:creationId xmlns:a16="http://schemas.microsoft.com/office/drawing/2014/main" id="{FD9BDD92-6A6B-6575-FFB2-A083DA24942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178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88" name="Text Placeholder 45">
            <a:extLst>
              <a:ext uri="{FF2B5EF4-FFF2-40B4-BE49-F238E27FC236}">
                <a16:creationId xmlns:a16="http://schemas.microsoft.com/office/drawing/2014/main" id="{A3799709-E02F-EB91-5C64-E86F20212DF8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>
          <a:xfrm>
            <a:off x="468178" y="3672236"/>
            <a:ext cx="3400198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45">
            <a:extLst>
              <a:ext uri="{FF2B5EF4-FFF2-40B4-BE49-F238E27FC236}">
                <a16:creationId xmlns:a16="http://schemas.microsoft.com/office/drawing/2014/main" id="{8F8CF298-DF97-ED45-B093-56367D0C2AA9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4397493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90" name="Text Placeholder 45">
            <a:extLst>
              <a:ext uri="{FF2B5EF4-FFF2-40B4-BE49-F238E27FC236}">
                <a16:creationId xmlns:a16="http://schemas.microsoft.com/office/drawing/2014/main" id="{A0C6D49E-8B2E-11B4-DC60-2B4E3A9763E9}"/>
              </a:ext>
            </a:extLst>
          </p:cNvPr>
          <p:cNvSpPr>
            <a:spLocks noGrp="1"/>
          </p:cNvSpPr>
          <p:nvPr>
            <p:ph type="body" sz="quarter" idx="81" hasCustomPrompt="1"/>
          </p:nvPr>
        </p:nvSpPr>
        <p:spPr>
          <a:xfrm>
            <a:off x="4397492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91" name="Text Placeholder 45">
            <a:extLst>
              <a:ext uri="{FF2B5EF4-FFF2-40B4-BE49-F238E27FC236}">
                <a16:creationId xmlns:a16="http://schemas.microsoft.com/office/drawing/2014/main" id="{895A063C-E7F9-1644-609D-CD895FAB3867}"/>
              </a:ext>
            </a:extLst>
          </p:cNvPr>
          <p:cNvSpPr>
            <a:spLocks noGrp="1"/>
          </p:cNvSpPr>
          <p:nvPr>
            <p:ph type="body" sz="quarter" idx="82"/>
          </p:nvPr>
        </p:nvSpPr>
        <p:spPr>
          <a:xfrm>
            <a:off x="4397492" y="3672236"/>
            <a:ext cx="3400198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2" name="Text Placeholder 45">
            <a:extLst>
              <a:ext uri="{FF2B5EF4-FFF2-40B4-BE49-F238E27FC236}">
                <a16:creationId xmlns:a16="http://schemas.microsoft.com/office/drawing/2014/main" id="{737A549F-309E-E290-D495-3091A1CCDBB1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8326807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93" name="Text Placeholder 45">
            <a:extLst>
              <a:ext uri="{FF2B5EF4-FFF2-40B4-BE49-F238E27FC236}">
                <a16:creationId xmlns:a16="http://schemas.microsoft.com/office/drawing/2014/main" id="{517C5E15-6C1C-4465-2D55-385978071443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8326807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94" name="Text Placeholder 45">
            <a:extLst>
              <a:ext uri="{FF2B5EF4-FFF2-40B4-BE49-F238E27FC236}">
                <a16:creationId xmlns:a16="http://schemas.microsoft.com/office/drawing/2014/main" id="{691C9150-7ECF-93A2-6868-E1D1BC6EC186}"/>
              </a:ext>
            </a:extLst>
          </p:cNvPr>
          <p:cNvSpPr>
            <a:spLocks noGrp="1"/>
          </p:cNvSpPr>
          <p:nvPr>
            <p:ph type="body" sz="quarter" idx="85"/>
          </p:nvPr>
        </p:nvSpPr>
        <p:spPr>
          <a:xfrm>
            <a:off x="8326806" y="3672236"/>
            <a:ext cx="3400198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5" name="Slide Number Placeholder 2">
            <a:extLst>
              <a:ext uri="{FF2B5EF4-FFF2-40B4-BE49-F238E27FC236}">
                <a16:creationId xmlns:a16="http://schemas.microsoft.com/office/drawing/2014/main" id="{117322D5-038E-2FA7-9F29-EC97D89553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6" name="Text Placeholder 32">
            <a:extLst>
              <a:ext uri="{FF2B5EF4-FFF2-40B4-BE49-F238E27FC236}">
                <a16:creationId xmlns:a16="http://schemas.microsoft.com/office/drawing/2014/main" id="{B7A6DF6F-63E1-D210-CE01-59B350B9365A}"/>
              </a:ext>
            </a:extLst>
          </p:cNvPr>
          <p:cNvSpPr>
            <a:spLocks noGrp="1"/>
          </p:cNvSpPr>
          <p:nvPr>
            <p:ph type="body" sz="quarter" idx="86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234FC260-27B4-BBEC-33CB-B747888472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5C62E8DE-62BC-4B0F-802B-96F211FC098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E295935C-3475-1D0A-6612-639B74DBEF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2" name="Picture Placeholder 112">
            <a:extLst>
              <a:ext uri="{FF2B5EF4-FFF2-40B4-BE49-F238E27FC236}">
                <a16:creationId xmlns:a16="http://schemas.microsoft.com/office/drawing/2014/main" id="{9A56846C-3944-27A1-FB3E-2E39071B885E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665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3" name="Picture Placeholder 112">
            <a:extLst>
              <a:ext uri="{FF2B5EF4-FFF2-40B4-BE49-F238E27FC236}">
                <a16:creationId xmlns:a16="http://schemas.microsoft.com/office/drawing/2014/main" id="{E0B43B2E-D350-8DA8-B494-38CAF3B0CEBB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2941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4" name="Picture Placeholder 112">
            <a:extLst>
              <a:ext uri="{FF2B5EF4-FFF2-40B4-BE49-F238E27FC236}">
                <a16:creationId xmlns:a16="http://schemas.microsoft.com/office/drawing/2014/main" id="{E06D1F11-1B6A-63F8-D776-0CC786BC82D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665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6" name="Picture Placeholder 112">
            <a:extLst>
              <a:ext uri="{FF2B5EF4-FFF2-40B4-BE49-F238E27FC236}">
                <a16:creationId xmlns:a16="http://schemas.microsoft.com/office/drawing/2014/main" id="{48B2F433-F7C5-077F-E8E3-6A78FB8A32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2941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7" name="Picture Placeholder 112">
            <a:extLst>
              <a:ext uri="{FF2B5EF4-FFF2-40B4-BE49-F238E27FC236}">
                <a16:creationId xmlns:a16="http://schemas.microsoft.com/office/drawing/2014/main" id="{24D368B3-06EE-320F-A632-E201AC667073}"/>
              </a:ext>
            </a:extLst>
          </p:cNvPr>
          <p:cNvSpPr>
            <a:spLocks noGrp="1"/>
          </p:cNvSpPr>
          <p:nvPr>
            <p:ph type="pic" sz="quarter" idx="69" hasCustomPrompt="1"/>
          </p:nvPr>
        </p:nvSpPr>
        <p:spPr>
          <a:xfrm>
            <a:off x="4398073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8" name="Picture Placeholder 112">
            <a:extLst>
              <a:ext uri="{FF2B5EF4-FFF2-40B4-BE49-F238E27FC236}">
                <a16:creationId xmlns:a16="http://schemas.microsoft.com/office/drawing/2014/main" id="{CD644C02-AC36-F309-FBBE-25CBD3406D8A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5244349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49" name="Picture Placeholder 112">
            <a:extLst>
              <a:ext uri="{FF2B5EF4-FFF2-40B4-BE49-F238E27FC236}">
                <a16:creationId xmlns:a16="http://schemas.microsoft.com/office/drawing/2014/main" id="{358FC273-3BAB-3B7F-BFDA-58B0C2447F37}"/>
              </a:ext>
            </a:extLst>
          </p:cNvPr>
          <p:cNvSpPr>
            <a:spLocks noGrp="1"/>
          </p:cNvSpPr>
          <p:nvPr>
            <p:ph type="pic" sz="quarter" idx="71" hasCustomPrompt="1"/>
          </p:nvPr>
        </p:nvSpPr>
        <p:spPr>
          <a:xfrm>
            <a:off x="4398073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0" name="Picture Placeholder 112">
            <a:extLst>
              <a:ext uri="{FF2B5EF4-FFF2-40B4-BE49-F238E27FC236}">
                <a16:creationId xmlns:a16="http://schemas.microsoft.com/office/drawing/2014/main" id="{387999AB-EA53-7A44-25FF-C161955524AC}"/>
              </a:ext>
            </a:extLst>
          </p:cNvPr>
          <p:cNvSpPr>
            <a:spLocks noGrp="1"/>
          </p:cNvSpPr>
          <p:nvPr>
            <p:ph type="pic" sz="quarter" idx="72" hasCustomPrompt="1"/>
          </p:nvPr>
        </p:nvSpPr>
        <p:spPr>
          <a:xfrm>
            <a:off x="5244349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1" name="Picture Placeholder 112">
            <a:extLst>
              <a:ext uri="{FF2B5EF4-FFF2-40B4-BE49-F238E27FC236}">
                <a16:creationId xmlns:a16="http://schemas.microsoft.com/office/drawing/2014/main" id="{7D8118F4-491B-DB48-BF4E-05CEF3F970D0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8320338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2" name="Picture Placeholder 112">
            <a:extLst>
              <a:ext uri="{FF2B5EF4-FFF2-40B4-BE49-F238E27FC236}">
                <a16:creationId xmlns:a16="http://schemas.microsoft.com/office/drawing/2014/main" id="{16EE0C90-2BA6-0C41-48E3-265438620598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9166615" y="576422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3" name="Picture Placeholder 112">
            <a:extLst>
              <a:ext uri="{FF2B5EF4-FFF2-40B4-BE49-F238E27FC236}">
                <a16:creationId xmlns:a16="http://schemas.microsoft.com/office/drawing/2014/main" id="{C222AFDC-D942-D82C-A35D-EE2CAC98BEC7}"/>
              </a:ext>
            </a:extLst>
          </p:cNvPr>
          <p:cNvSpPr>
            <a:spLocks noGrp="1"/>
          </p:cNvSpPr>
          <p:nvPr>
            <p:ph type="pic" sz="quarter" idx="75" hasCustomPrompt="1"/>
          </p:nvPr>
        </p:nvSpPr>
        <p:spPr>
          <a:xfrm>
            <a:off x="8320338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C2F6A864-0DC7-D96C-350D-57A24353F64A}"/>
              </a:ext>
            </a:extLst>
          </p:cNvPr>
          <p:cNvSpPr>
            <a:spLocks noGrp="1"/>
          </p:cNvSpPr>
          <p:nvPr>
            <p:ph type="pic" sz="quarter" idx="76" hasCustomPrompt="1"/>
          </p:nvPr>
        </p:nvSpPr>
        <p:spPr>
          <a:xfrm>
            <a:off x="9166615" y="608161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5" name="Picture Placeholder 3">
            <a:extLst>
              <a:ext uri="{FF2B5EF4-FFF2-40B4-BE49-F238E27FC236}">
                <a16:creationId xmlns:a16="http://schemas.microsoft.com/office/drawing/2014/main" id="{A498B515-6E8A-7B62-FA93-36A2AE935AD1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64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57" name="Picture Placeholder 3">
            <a:extLst>
              <a:ext uri="{FF2B5EF4-FFF2-40B4-BE49-F238E27FC236}">
                <a16:creationId xmlns:a16="http://schemas.microsoft.com/office/drawing/2014/main" id="{BCD1BCE2-0464-ED5E-8BED-DBBBBE4A9338}"/>
              </a:ext>
            </a:extLst>
          </p:cNvPr>
          <p:cNvSpPr>
            <a:spLocks noGrp="1"/>
          </p:cNvSpPr>
          <p:nvPr>
            <p:ph type="pic" sz="quarter" idx="105" hasCustomPrompt="1"/>
          </p:nvPr>
        </p:nvSpPr>
        <p:spPr>
          <a:xfrm>
            <a:off x="4401901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58" name="Picture Placeholder 3">
            <a:extLst>
              <a:ext uri="{FF2B5EF4-FFF2-40B4-BE49-F238E27FC236}">
                <a16:creationId xmlns:a16="http://schemas.microsoft.com/office/drawing/2014/main" id="{36261CC2-6FA1-BEAD-AD50-1E8BF5149ECD}"/>
              </a:ext>
            </a:extLst>
          </p:cNvPr>
          <p:cNvSpPr>
            <a:spLocks noGrp="1"/>
          </p:cNvSpPr>
          <p:nvPr>
            <p:ph type="pic" sz="quarter" idx="106" hasCustomPrompt="1"/>
          </p:nvPr>
        </p:nvSpPr>
        <p:spPr>
          <a:xfrm>
            <a:off x="8318762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27543836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Freeform 80">
            <a:extLst>
              <a:ext uri="{FF2B5EF4-FFF2-40B4-BE49-F238E27FC236}">
                <a16:creationId xmlns:a16="http://schemas.microsoft.com/office/drawing/2014/main" id="{CAC1AD48-42E9-F9A8-69CF-369C6A88307D}"/>
              </a:ext>
            </a:extLst>
          </p:cNvPr>
          <p:cNvSpPr/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Picture Placeholder 112">
            <a:extLst>
              <a:ext uri="{FF2B5EF4-FFF2-40B4-BE49-F238E27FC236}">
                <a16:creationId xmlns:a16="http://schemas.microsoft.com/office/drawing/2014/main" id="{97AA01CA-292A-F8BE-32EB-FF5E7C064B5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66665" y="575358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5" name="Picture Placeholder 112">
            <a:extLst>
              <a:ext uri="{FF2B5EF4-FFF2-40B4-BE49-F238E27FC236}">
                <a16:creationId xmlns:a16="http://schemas.microsoft.com/office/drawing/2014/main" id="{1B696CCB-40AF-F338-6FD7-59BDD5AEB600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1312941" y="575358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6" name="Picture Placeholder 112">
            <a:extLst>
              <a:ext uri="{FF2B5EF4-FFF2-40B4-BE49-F238E27FC236}">
                <a16:creationId xmlns:a16="http://schemas.microsoft.com/office/drawing/2014/main" id="{F3841364-4E1B-24E4-BA35-7DBA4224680F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466665" y="607097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7" name="Picture Placeholder 112">
            <a:extLst>
              <a:ext uri="{FF2B5EF4-FFF2-40B4-BE49-F238E27FC236}">
                <a16:creationId xmlns:a16="http://schemas.microsoft.com/office/drawing/2014/main" id="{866F270C-D053-5181-935F-A9219FE6D39C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1312941" y="607097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5" name="Picture Placeholder 112">
            <a:extLst>
              <a:ext uri="{FF2B5EF4-FFF2-40B4-BE49-F238E27FC236}">
                <a16:creationId xmlns:a16="http://schemas.microsoft.com/office/drawing/2014/main" id="{9B2BE02F-B85D-5DB2-5797-EF405921DCED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6335759" y="575358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6" name="Picture Placeholder 112">
            <a:extLst>
              <a:ext uri="{FF2B5EF4-FFF2-40B4-BE49-F238E27FC236}">
                <a16:creationId xmlns:a16="http://schemas.microsoft.com/office/drawing/2014/main" id="{5B991AB5-B14A-8BB5-C049-259CF161535D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7182036" y="5753581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7" name="Picture Placeholder 112">
            <a:extLst>
              <a:ext uri="{FF2B5EF4-FFF2-40B4-BE49-F238E27FC236}">
                <a16:creationId xmlns:a16="http://schemas.microsoft.com/office/drawing/2014/main" id="{688F9D75-124C-EA17-DD50-B381E97653CD}"/>
              </a:ext>
            </a:extLst>
          </p:cNvPr>
          <p:cNvSpPr>
            <a:spLocks noGrp="1"/>
          </p:cNvSpPr>
          <p:nvPr>
            <p:ph type="pic" sz="quarter" idx="88" hasCustomPrompt="1"/>
          </p:nvPr>
        </p:nvSpPr>
        <p:spPr>
          <a:xfrm>
            <a:off x="6335759" y="607097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8" name="Picture Placeholder 112">
            <a:extLst>
              <a:ext uri="{FF2B5EF4-FFF2-40B4-BE49-F238E27FC236}">
                <a16:creationId xmlns:a16="http://schemas.microsoft.com/office/drawing/2014/main" id="{DBF140F7-2D02-2629-9675-8E8C8BD47CCA}"/>
              </a:ext>
            </a:extLst>
          </p:cNvPr>
          <p:cNvSpPr>
            <a:spLocks noGrp="1"/>
          </p:cNvSpPr>
          <p:nvPr>
            <p:ph type="pic" sz="quarter" idx="89" hasCustomPrompt="1"/>
          </p:nvPr>
        </p:nvSpPr>
        <p:spPr>
          <a:xfrm>
            <a:off x="7182036" y="607097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73" name="Text Placeholder 45">
            <a:extLst>
              <a:ext uri="{FF2B5EF4-FFF2-40B4-BE49-F238E27FC236}">
                <a16:creationId xmlns:a16="http://schemas.microsoft.com/office/drawing/2014/main" id="{6539CBD3-1DA4-A720-4494-A76BB8CA50AD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68179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74" name="Text Placeholder 45">
            <a:extLst>
              <a:ext uri="{FF2B5EF4-FFF2-40B4-BE49-F238E27FC236}">
                <a16:creationId xmlns:a16="http://schemas.microsoft.com/office/drawing/2014/main" id="{B9BEAAE2-AD37-E17E-377E-7BA811ACE377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68178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75" name="Text Placeholder 45">
            <a:extLst>
              <a:ext uri="{FF2B5EF4-FFF2-40B4-BE49-F238E27FC236}">
                <a16:creationId xmlns:a16="http://schemas.microsoft.com/office/drawing/2014/main" id="{1541C547-93D3-858D-BC61-538939400DDB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>
          <a:xfrm>
            <a:off x="468178" y="3672236"/>
            <a:ext cx="4923858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45">
            <a:extLst>
              <a:ext uri="{FF2B5EF4-FFF2-40B4-BE49-F238E27FC236}">
                <a16:creationId xmlns:a16="http://schemas.microsoft.com/office/drawing/2014/main" id="{20D77299-9F37-393B-0E25-FF4E0DA5634F}"/>
              </a:ext>
            </a:extLst>
          </p:cNvPr>
          <p:cNvSpPr>
            <a:spLocks noGrp="1"/>
          </p:cNvSpPr>
          <p:nvPr>
            <p:ph type="body" sz="quarter" idx="91" hasCustomPrompt="1"/>
          </p:nvPr>
        </p:nvSpPr>
        <p:spPr>
          <a:xfrm>
            <a:off x="6332948" y="2724596"/>
            <a:ext cx="1528814" cy="53839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6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79" name="Text Placeholder 45">
            <a:extLst>
              <a:ext uri="{FF2B5EF4-FFF2-40B4-BE49-F238E27FC236}">
                <a16:creationId xmlns:a16="http://schemas.microsoft.com/office/drawing/2014/main" id="{4796DE47-8C8F-F47D-F769-C8BB036265F1}"/>
              </a:ext>
            </a:extLst>
          </p:cNvPr>
          <p:cNvSpPr>
            <a:spLocks noGrp="1"/>
          </p:cNvSpPr>
          <p:nvPr>
            <p:ph type="body" sz="quarter" idx="92" hasCustomPrompt="1"/>
          </p:nvPr>
        </p:nvSpPr>
        <p:spPr>
          <a:xfrm>
            <a:off x="6332948" y="3338608"/>
            <a:ext cx="2461893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0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6332947" y="3672236"/>
            <a:ext cx="4923858" cy="10652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BA06D9F4-9E5A-4CE3-5516-40CA7044D02F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7464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83413F62-B916-6013-4BE5-5A54E9929835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6334358" y="1494952"/>
            <a:ext cx="1123803" cy="1123950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</p:spTree>
    <p:extLst>
      <p:ext uri="{BB962C8B-B14F-4D97-AF65-F5344CB8AC3E}">
        <p14:creationId xmlns:p14="http://schemas.microsoft.com/office/powerpoint/2010/main" val="17591274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Equipe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52">
            <a:extLst>
              <a:ext uri="{FF2B5EF4-FFF2-40B4-BE49-F238E27FC236}">
                <a16:creationId xmlns:a16="http://schemas.microsoft.com/office/drawing/2014/main" id="{EDBE913B-C502-F40B-9169-EE6267C41860}"/>
              </a:ext>
            </a:extLst>
          </p:cNvPr>
          <p:cNvSpPr/>
          <p:nvPr userDrawn="1"/>
        </p:nvSpPr>
        <p:spPr>
          <a:xfrm>
            <a:off x="1" y="1"/>
            <a:ext cx="10259143" cy="6857999"/>
          </a:xfrm>
          <a:custGeom>
            <a:avLst/>
            <a:gdLst>
              <a:gd name="connsiteX0" fmla="*/ 0 w 10260479"/>
              <a:gd name="connsiteY0" fmla="*/ 0 h 6857999"/>
              <a:gd name="connsiteX1" fmla="*/ 5632823 w 10260479"/>
              <a:gd name="connsiteY1" fmla="*/ 0 h 6857999"/>
              <a:gd name="connsiteX2" fmla="*/ 6097588 w 10260479"/>
              <a:gd name="connsiteY2" fmla="*/ 0 h 6857999"/>
              <a:gd name="connsiteX3" fmla="*/ 10260479 w 10260479"/>
              <a:gd name="connsiteY3" fmla="*/ 0 h 6857999"/>
              <a:gd name="connsiteX4" fmla="*/ 6376092 w 10260479"/>
              <a:gd name="connsiteY4" fmla="*/ 6857999 h 6857999"/>
              <a:gd name="connsiteX5" fmla="*/ 6097588 w 10260479"/>
              <a:gd name="connsiteY5" fmla="*/ 6857999 h 6857999"/>
              <a:gd name="connsiteX6" fmla="*/ 5632823 w 10260479"/>
              <a:gd name="connsiteY6" fmla="*/ 6857999 h 6857999"/>
              <a:gd name="connsiteX7" fmla="*/ 0 w 10260479"/>
              <a:gd name="connsiteY7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60479" h="6857999">
                <a:moveTo>
                  <a:pt x="0" y="0"/>
                </a:moveTo>
                <a:lnTo>
                  <a:pt x="5632823" y="0"/>
                </a:lnTo>
                <a:lnTo>
                  <a:pt x="6097588" y="0"/>
                </a:lnTo>
                <a:lnTo>
                  <a:pt x="10260479" y="0"/>
                </a:lnTo>
                <a:lnTo>
                  <a:pt x="6376092" y="6857999"/>
                </a:lnTo>
                <a:lnTo>
                  <a:pt x="6097588" y="6857999"/>
                </a:lnTo>
                <a:lnTo>
                  <a:pt x="5632823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 Placeholder 45">
            <a:extLst>
              <a:ext uri="{FF2B5EF4-FFF2-40B4-BE49-F238E27FC236}">
                <a16:creationId xmlns:a16="http://schemas.microsoft.com/office/drawing/2014/main" id="{9CE2676F-B739-440B-1A04-53A860B709E3}"/>
              </a:ext>
            </a:extLst>
          </p:cNvPr>
          <p:cNvSpPr>
            <a:spLocks noGrp="1"/>
          </p:cNvSpPr>
          <p:nvPr>
            <p:ph type="body" sz="quarter" idx="93"/>
          </p:nvPr>
        </p:nvSpPr>
        <p:spPr>
          <a:xfrm>
            <a:off x="4570804" y="2543076"/>
            <a:ext cx="5863461" cy="29667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buNone/>
              <a:defRPr sz="1600" b="0" i="0">
                <a:latin typeface="Arial Nova Cond" panose="020B0506020202020204" pitchFamily="34" charset="0"/>
                <a:cs typeface="Arial Nova Cond" panose="020B050602020202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800"/>
            </a:lvl2pPr>
            <a:lvl3pPr marL="914324" indent="0">
              <a:lnSpc>
                <a:spcPct val="90000"/>
              </a:lnSpc>
              <a:buNone/>
              <a:defRPr sz="800"/>
            </a:lvl3pPr>
            <a:lvl4pPr marL="1371486" indent="0">
              <a:lnSpc>
                <a:spcPct val="90000"/>
              </a:lnSpc>
              <a:buNone/>
              <a:defRPr sz="800"/>
            </a:lvl4pPr>
            <a:lvl5pPr marL="1828647" indent="0">
              <a:lnSpc>
                <a:spcPct val="90000"/>
              </a:lnSpc>
              <a:buNone/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C69A28D3-DD60-D554-AC12-917AEA74F2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84" name="Text Placeholder 32">
            <a:extLst>
              <a:ext uri="{FF2B5EF4-FFF2-40B4-BE49-F238E27FC236}">
                <a16:creationId xmlns:a16="http://schemas.microsoft.com/office/drawing/2014/main" id="{E0F88562-F96B-8609-4E1D-C001B3E7A371}"/>
              </a:ext>
            </a:extLst>
          </p:cNvPr>
          <p:cNvSpPr>
            <a:spLocks noGrp="1"/>
          </p:cNvSpPr>
          <p:nvPr>
            <p:ph type="body" sz="quarter" idx="94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8EC9C4EB-3828-05C5-2EE8-D791600CFC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FB7FCF10-2CF5-B0BB-A321-AF91D56BA2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69701" y="822257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32" name="Text Placeholder 43">
            <a:extLst>
              <a:ext uri="{FF2B5EF4-FFF2-40B4-BE49-F238E27FC236}">
                <a16:creationId xmlns:a16="http://schemas.microsoft.com/office/drawing/2014/main" id="{6CF63297-CAFC-A0CF-12CC-8C078F34D4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cxnSp>
        <p:nvCxnSpPr>
          <p:cNvPr id="45" name="Google Shape;3493;p411">
            <a:extLst>
              <a:ext uri="{FF2B5EF4-FFF2-40B4-BE49-F238E27FC236}">
                <a16:creationId xmlns:a16="http://schemas.microsoft.com/office/drawing/2014/main" id="{140DD431-E78B-5725-42B7-6F4CE2CDD3C7}"/>
              </a:ext>
            </a:extLst>
          </p:cNvPr>
          <p:cNvCxnSpPr>
            <a:cxnSpLocks noChangeAspect="1"/>
          </p:cNvCxnSpPr>
          <p:nvPr userDrawn="1"/>
        </p:nvCxnSpPr>
        <p:spPr>
          <a:xfrm flipV="1">
            <a:off x="10588256" y="3984690"/>
            <a:ext cx="1660757" cy="2966770"/>
          </a:xfrm>
          <a:prstGeom prst="straightConnector1">
            <a:avLst/>
          </a:prstGeom>
          <a:noFill/>
          <a:ln w="3810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9" name="Text Placeholder 45">
            <a:extLst>
              <a:ext uri="{FF2B5EF4-FFF2-40B4-BE49-F238E27FC236}">
                <a16:creationId xmlns:a16="http://schemas.microsoft.com/office/drawing/2014/main" id="{0F784DCA-9360-1C78-DC88-51D07E5BA468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4587555" y="1630844"/>
            <a:ext cx="4907106" cy="2916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699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/>
            </a:lvl2pPr>
            <a:lvl3pPr marL="914324" indent="0">
              <a:lnSpc>
                <a:spcPct val="90000"/>
              </a:lnSpc>
              <a:buNone/>
              <a:defRPr/>
            </a:lvl3pPr>
            <a:lvl4pPr marL="1371486" indent="0">
              <a:lnSpc>
                <a:spcPct val="90000"/>
              </a:lnSpc>
              <a:buNone/>
              <a:defRPr/>
            </a:lvl4pPr>
            <a:lvl5pPr marL="1828647" indent="0">
              <a:lnSpc>
                <a:spcPct val="90000"/>
              </a:lnSpc>
              <a:buNone/>
              <a:defRPr/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en-BR"/>
          </a:p>
        </p:txBody>
      </p:sp>
      <p:sp>
        <p:nvSpPr>
          <p:cNvPr id="50" name="Text Placeholder 45">
            <a:extLst>
              <a:ext uri="{FF2B5EF4-FFF2-40B4-BE49-F238E27FC236}">
                <a16:creationId xmlns:a16="http://schemas.microsoft.com/office/drawing/2014/main" id="{8B7C5652-0FC9-0AD4-5F6F-E2CA450601AE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4587555" y="2066575"/>
            <a:ext cx="4907105" cy="21187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accent4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  <a:lvl2pPr marL="457162" indent="0">
              <a:lnSpc>
                <a:spcPct val="90000"/>
              </a:lnSpc>
              <a:buNone/>
              <a:defRPr sz="1000"/>
            </a:lvl2pPr>
            <a:lvl3pPr marL="914324" indent="0">
              <a:lnSpc>
                <a:spcPct val="90000"/>
              </a:lnSpc>
              <a:buNone/>
              <a:defRPr sz="1000"/>
            </a:lvl3pPr>
            <a:lvl4pPr marL="1371486" indent="0">
              <a:lnSpc>
                <a:spcPct val="90000"/>
              </a:lnSpc>
              <a:buNone/>
              <a:defRPr sz="1000"/>
            </a:lvl4pPr>
            <a:lvl5pPr marL="1828647" indent="0">
              <a:lnSpc>
                <a:spcPct val="90000"/>
              </a:lnSpc>
              <a:buNone/>
              <a:defRPr sz="1000"/>
            </a:lvl5pPr>
          </a:lstStyle>
          <a:p>
            <a:pPr lvl="0"/>
            <a:r>
              <a:rPr lang="en-US"/>
              <a:t>Cargo</a:t>
            </a:r>
            <a:endParaRPr lang="en-BR"/>
          </a:p>
        </p:txBody>
      </p:sp>
      <p:sp>
        <p:nvSpPr>
          <p:cNvPr id="52" name="Picture Placeholder 3">
            <a:extLst>
              <a:ext uri="{FF2B5EF4-FFF2-40B4-BE49-F238E27FC236}">
                <a16:creationId xmlns:a16="http://schemas.microsoft.com/office/drawing/2014/main" id="{324BDB89-018E-698E-CBD4-CFAD6FDB6EA3}"/>
              </a:ext>
            </a:extLst>
          </p:cNvPr>
          <p:cNvSpPr>
            <a:spLocks noGrp="1"/>
          </p:cNvSpPr>
          <p:nvPr>
            <p:ph type="pic" sz="quarter" idx="104" hasCustomPrompt="1"/>
          </p:nvPr>
        </p:nvSpPr>
        <p:spPr>
          <a:xfrm>
            <a:off x="466664" y="2311634"/>
            <a:ext cx="2930145" cy="2930526"/>
          </a:xfrm>
          <a:prstGeom prst="ellipse">
            <a:avLst/>
          </a:prstGeom>
          <a:solidFill>
            <a:schemeClr val="tx1"/>
          </a:solidFill>
          <a:ln w="50800">
            <a:solidFill>
              <a:schemeClr val="accent4"/>
            </a:solidFill>
          </a:ln>
        </p:spPr>
        <p:txBody>
          <a:bodyPr anchor="ctr"/>
          <a:lstStyle>
            <a:lvl1pPr marL="0" indent="0" algn="ctr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BR"/>
              <a:t>Click para editar a imagem</a:t>
            </a:r>
          </a:p>
        </p:txBody>
      </p:sp>
      <p:sp>
        <p:nvSpPr>
          <p:cNvPr id="58" name="Picture Placeholder 112">
            <a:extLst>
              <a:ext uri="{FF2B5EF4-FFF2-40B4-BE49-F238E27FC236}">
                <a16:creationId xmlns:a16="http://schemas.microsoft.com/office/drawing/2014/main" id="{17219938-892C-015F-D864-74BEF4A6B268}"/>
              </a:ext>
            </a:extLst>
          </p:cNvPr>
          <p:cNvSpPr>
            <a:spLocks noGrp="1"/>
          </p:cNvSpPr>
          <p:nvPr>
            <p:ph type="pic" sz="quarter" idx="86" hasCustomPrompt="1"/>
          </p:nvPr>
        </p:nvSpPr>
        <p:spPr>
          <a:xfrm>
            <a:off x="4567188" y="566728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59" name="Picture Placeholder 112">
            <a:extLst>
              <a:ext uri="{FF2B5EF4-FFF2-40B4-BE49-F238E27FC236}">
                <a16:creationId xmlns:a16="http://schemas.microsoft.com/office/drawing/2014/main" id="{48773842-1770-4EA8-9525-C012110030B5}"/>
              </a:ext>
            </a:extLst>
          </p:cNvPr>
          <p:cNvSpPr>
            <a:spLocks noGrp="1"/>
          </p:cNvSpPr>
          <p:nvPr>
            <p:ph type="pic" sz="quarter" idx="87" hasCustomPrompt="1"/>
          </p:nvPr>
        </p:nvSpPr>
        <p:spPr>
          <a:xfrm>
            <a:off x="5413465" y="566728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0" name="Picture Placeholder 112">
            <a:extLst>
              <a:ext uri="{FF2B5EF4-FFF2-40B4-BE49-F238E27FC236}">
                <a16:creationId xmlns:a16="http://schemas.microsoft.com/office/drawing/2014/main" id="{8FB49647-C55A-2FE2-6AD7-DDE189395316}"/>
              </a:ext>
            </a:extLst>
          </p:cNvPr>
          <p:cNvSpPr>
            <a:spLocks noGrp="1"/>
          </p:cNvSpPr>
          <p:nvPr>
            <p:ph type="pic" sz="quarter" idx="107" hasCustomPrompt="1"/>
          </p:nvPr>
        </p:nvSpPr>
        <p:spPr>
          <a:xfrm>
            <a:off x="6259741" y="566728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  <p:sp>
        <p:nvSpPr>
          <p:cNvPr id="61" name="Picture Placeholder 112">
            <a:extLst>
              <a:ext uri="{FF2B5EF4-FFF2-40B4-BE49-F238E27FC236}">
                <a16:creationId xmlns:a16="http://schemas.microsoft.com/office/drawing/2014/main" id="{50B99053-DE49-32A9-D3CB-5A194CD43C84}"/>
              </a:ext>
            </a:extLst>
          </p:cNvPr>
          <p:cNvSpPr>
            <a:spLocks noGrp="1"/>
          </p:cNvSpPr>
          <p:nvPr>
            <p:ph type="pic" sz="quarter" idx="108" hasCustomPrompt="1"/>
          </p:nvPr>
        </p:nvSpPr>
        <p:spPr>
          <a:xfrm>
            <a:off x="7106018" y="5667286"/>
            <a:ext cx="682536" cy="234000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 algn="ctr">
              <a:buNone/>
              <a:defRPr sz="1000">
                <a:latin typeface="Arial Nova" panose="020B0504020202020204" pitchFamily="34" charset="0"/>
              </a:defRPr>
            </a:lvl1pPr>
          </a:lstStyle>
          <a:p>
            <a:r>
              <a:rPr lang="en-BR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93717770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Despedi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0190CD48-43C1-3122-5EB1-AF7BF51557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29764" y="3453158"/>
            <a:ext cx="3746478" cy="1332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3" name="Text Placeholder 43">
            <a:extLst>
              <a:ext uri="{FF2B5EF4-FFF2-40B4-BE49-F238E27FC236}">
                <a16:creationId xmlns:a16="http://schemas.microsoft.com/office/drawing/2014/main" id="{D17A222D-7D6C-D1FE-68BE-3CF57172C3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8539" y="2510756"/>
            <a:ext cx="3746479" cy="678546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699" b="0" i="0">
                <a:solidFill>
                  <a:schemeClr val="bg2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Mensagem</a:t>
            </a:r>
            <a:r>
              <a:rPr lang="en-US"/>
              <a:t> de despedida com </a:t>
            </a:r>
            <a:r>
              <a:rPr lang="en-US" err="1"/>
              <a:t>até</a:t>
            </a:r>
            <a:r>
              <a:rPr lang="en-US"/>
              <a:t> duas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35" name="Google Shape;4895;p463" descr="Image">
            <a:extLst>
              <a:ext uri="{FF2B5EF4-FFF2-40B4-BE49-F238E27FC236}">
                <a16:creationId xmlns:a16="http://schemas.microsoft.com/office/drawing/2014/main" id="{FB2A2C54-C0B5-CC83-2D1A-4308D61B1F1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r="4906" b="3809"/>
          <a:stretch/>
        </p:blipFill>
        <p:spPr>
          <a:xfrm>
            <a:off x="-1328356" y="-965730"/>
            <a:ext cx="7036615" cy="7894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8398FCF1-61E4-B37C-044F-27AB18FD45B8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6153439" y="1671306"/>
            <a:ext cx="2773464" cy="50232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6875BC9F-40E8-ECC5-D4AC-9C8CE7C69DE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9764" y="5830645"/>
            <a:ext cx="2463841" cy="5365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1200" b="0" i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06570093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4" y="1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6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3726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99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958CAD3D-53F0-C007-3B6F-487D8D4CF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02341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ontracapa">
    <p:bg>
      <p:bgPr>
        <a:solidFill>
          <a:srgbClr val="09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Padrão do plano de fundo&#10;&#10;Descrição gerada automaticamente">
            <a:extLst>
              <a:ext uri="{FF2B5EF4-FFF2-40B4-BE49-F238E27FC236}">
                <a16:creationId xmlns:a16="http://schemas.microsoft.com/office/drawing/2014/main" id="{B77785F6-E0A7-5BFB-CF16-2EF6CD2EF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m 2" descr="Texto&#10;&#10;Descrição gerada automaticamente">
            <a:extLst>
              <a:ext uri="{FF2B5EF4-FFF2-40B4-BE49-F238E27FC236}">
                <a16:creationId xmlns:a16="http://schemas.microsoft.com/office/drawing/2014/main" id="{E5017BE7-631F-71A0-4FD6-1B45DB32A3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91"/>
          <a:stretch>
            <a:fillRect/>
          </a:stretch>
        </p:blipFill>
        <p:spPr>
          <a:xfrm>
            <a:off x="5538747" y="5626928"/>
            <a:ext cx="1114507" cy="87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96840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apa Fo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F1C7151-5E98-DF5F-B7AC-78086A48919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41906" y="0"/>
            <a:ext cx="5850093" cy="6858000"/>
          </a:xfrm>
          <a:custGeom>
            <a:avLst/>
            <a:gdLst>
              <a:gd name="connsiteX0" fmla="*/ 0 w 5541366"/>
              <a:gd name="connsiteY0" fmla="*/ 0 h 6858000"/>
              <a:gd name="connsiteX1" fmla="*/ 5541366 w 5541366"/>
              <a:gd name="connsiteY1" fmla="*/ 0 h 6858000"/>
              <a:gd name="connsiteX2" fmla="*/ 5541366 w 5541366"/>
              <a:gd name="connsiteY2" fmla="*/ 6858000 h 6858000"/>
              <a:gd name="connsiteX3" fmla="*/ 0 w 5541366"/>
              <a:gd name="connsiteY3" fmla="*/ 6858000 h 6858000"/>
              <a:gd name="connsiteX4" fmla="*/ 0 w 5541366"/>
              <a:gd name="connsiteY4" fmla="*/ 0 h 6858000"/>
              <a:gd name="connsiteX0" fmla="*/ 3864990 w 5541366"/>
              <a:gd name="connsiteY0" fmla="*/ 0 h 6867427"/>
              <a:gd name="connsiteX1" fmla="*/ 5541366 w 5541366"/>
              <a:gd name="connsiteY1" fmla="*/ 9427 h 6867427"/>
              <a:gd name="connsiteX2" fmla="*/ 5541366 w 5541366"/>
              <a:gd name="connsiteY2" fmla="*/ 6867427 h 6867427"/>
              <a:gd name="connsiteX3" fmla="*/ 0 w 5541366"/>
              <a:gd name="connsiteY3" fmla="*/ 6867427 h 6867427"/>
              <a:gd name="connsiteX4" fmla="*/ 3864990 w 5541366"/>
              <a:gd name="connsiteY4" fmla="*/ 0 h 6867427"/>
              <a:gd name="connsiteX0" fmla="*/ 3583636 w 5541366"/>
              <a:gd name="connsiteY0" fmla="*/ 0 h 6874461"/>
              <a:gd name="connsiteX1" fmla="*/ 5541366 w 5541366"/>
              <a:gd name="connsiteY1" fmla="*/ 16461 h 6874461"/>
              <a:gd name="connsiteX2" fmla="*/ 5541366 w 5541366"/>
              <a:gd name="connsiteY2" fmla="*/ 6874461 h 6874461"/>
              <a:gd name="connsiteX3" fmla="*/ 0 w 5541366"/>
              <a:gd name="connsiteY3" fmla="*/ 6874461 h 6874461"/>
              <a:gd name="connsiteX4" fmla="*/ 3583636 w 5541366"/>
              <a:gd name="connsiteY4" fmla="*/ 0 h 6874461"/>
              <a:gd name="connsiteX0" fmla="*/ 3893125 w 5850855"/>
              <a:gd name="connsiteY0" fmla="*/ 0 h 6874461"/>
              <a:gd name="connsiteX1" fmla="*/ 5850855 w 5850855"/>
              <a:gd name="connsiteY1" fmla="*/ 16461 h 6874461"/>
              <a:gd name="connsiteX2" fmla="*/ 5850855 w 5850855"/>
              <a:gd name="connsiteY2" fmla="*/ 6874461 h 6874461"/>
              <a:gd name="connsiteX3" fmla="*/ 0 w 5850855"/>
              <a:gd name="connsiteY3" fmla="*/ 6874461 h 6874461"/>
              <a:gd name="connsiteX4" fmla="*/ 3893125 w 5850855"/>
              <a:gd name="connsiteY4" fmla="*/ 0 h 6874461"/>
              <a:gd name="connsiteX0" fmla="*/ 3914227 w 5850855"/>
              <a:gd name="connsiteY0" fmla="*/ 89047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14227 w 5850855"/>
              <a:gd name="connsiteY4" fmla="*/ 89047 h 6858000"/>
              <a:gd name="connsiteX0" fmla="*/ 3900159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900159 w 5850855"/>
              <a:gd name="connsiteY4" fmla="*/ 4641 h 6858000"/>
              <a:gd name="connsiteX0" fmla="*/ 3879057 w 5850855"/>
              <a:gd name="connsiteY0" fmla="*/ 4641 h 6858000"/>
              <a:gd name="connsiteX1" fmla="*/ 5850855 w 5850855"/>
              <a:gd name="connsiteY1" fmla="*/ 0 h 6858000"/>
              <a:gd name="connsiteX2" fmla="*/ 5850855 w 5850855"/>
              <a:gd name="connsiteY2" fmla="*/ 6858000 h 6858000"/>
              <a:gd name="connsiteX3" fmla="*/ 0 w 5850855"/>
              <a:gd name="connsiteY3" fmla="*/ 6858000 h 6858000"/>
              <a:gd name="connsiteX4" fmla="*/ 3879057 w 5850855"/>
              <a:gd name="connsiteY4" fmla="*/ 46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50855" h="6858000">
                <a:moveTo>
                  <a:pt x="3879057" y="4641"/>
                </a:moveTo>
                <a:lnTo>
                  <a:pt x="5850855" y="0"/>
                </a:lnTo>
                <a:lnTo>
                  <a:pt x="5850855" y="6858000"/>
                </a:lnTo>
                <a:lnTo>
                  <a:pt x="0" y="6858000"/>
                </a:lnTo>
                <a:lnTo>
                  <a:pt x="3879057" y="4641"/>
                </a:lnTo>
                <a:close/>
              </a:path>
            </a:pathLst>
          </a:custGeom>
          <a:solidFill>
            <a:schemeClr val="accent4"/>
          </a:solidFill>
        </p:spPr>
        <p:txBody>
          <a:bodyPr anchor="ctr"/>
          <a:lstStyle>
            <a:lvl1pPr algn="r">
              <a:defRPr/>
            </a:lvl1pPr>
          </a:lstStyle>
          <a:p>
            <a:r>
              <a:rPr lang="en-BR"/>
              <a:t>Inclua uma imagem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36" name="Google Shape;2192;p71">
            <a:extLst>
              <a:ext uri="{FF2B5EF4-FFF2-40B4-BE49-F238E27FC236}">
                <a16:creationId xmlns:a16="http://schemas.microsoft.com/office/drawing/2014/main" id="{6B29C221-5495-9FBB-7826-D3F8A5161ABE}"/>
              </a:ext>
            </a:extLst>
          </p:cNvPr>
          <p:cNvPicPr preferRelativeResize="0">
            <a:picLocks noChangeAspect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44768" y="378001"/>
            <a:ext cx="3397957" cy="61543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Text Placeholder 43">
            <a:extLst>
              <a:ext uri="{FF2B5EF4-FFF2-40B4-BE49-F238E27FC236}">
                <a16:creationId xmlns:a16="http://schemas.microsoft.com/office/drawing/2014/main" id="{7E4FDA93-8B68-2A03-418A-37DFE9D297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322E9E79-6045-FA6A-58CF-6EB6D9AFBE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solidFill>
                  <a:srgbClr val="99AAB6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ECAB87F8-1ACF-E19D-3CD4-E63CF8A3BE3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</p:spTree>
    <p:extLst>
      <p:ext uri="{BB962C8B-B14F-4D97-AF65-F5344CB8AC3E}">
        <p14:creationId xmlns:p14="http://schemas.microsoft.com/office/powerpoint/2010/main" val="353251868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03949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apa Grafism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0" name="Google Shape;2192;p71">
            <a:extLst>
              <a:ext uri="{FF2B5EF4-FFF2-40B4-BE49-F238E27FC236}">
                <a16:creationId xmlns:a16="http://schemas.microsoft.com/office/drawing/2014/main" id="{ADF6551C-FC8C-26FF-7D62-0464A07E0096}"/>
              </a:ext>
            </a:extLst>
          </p:cNvPr>
          <p:cNvPicPr preferRelativeResize="0"/>
          <p:nvPr userDrawn="1"/>
        </p:nvPicPr>
        <p:blipFill>
          <a:blip r:embed="rId2"/>
          <a:srcRect r="77805"/>
          <a:stretch>
            <a:fillRect/>
          </a:stretch>
        </p:blipFill>
        <p:spPr>
          <a:xfrm>
            <a:off x="243055" y="379285"/>
            <a:ext cx="753896" cy="615401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Text Placeholder 43">
            <a:extLst>
              <a:ext uri="{FF2B5EF4-FFF2-40B4-BE49-F238E27FC236}">
                <a16:creationId xmlns:a16="http://schemas.microsoft.com/office/drawing/2014/main" id="{3BB825E7-E693-CE59-F74B-7F92BD1587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5858977" cy="1624463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spcBef>
                <a:spcPts val="0"/>
              </a:spcBef>
              <a:buNone/>
              <a:defRPr sz="55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/>
              <a:t>Click to edit</a:t>
            </a:r>
            <a:endParaRPr lang="en-BR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9470320-04B6-E012-821E-C5810C6A60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5836631"/>
            <a:ext cx="5872344" cy="29857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20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/>
              <a:t>Nome do </a:t>
            </a:r>
            <a:r>
              <a:rPr lang="en-US" err="1"/>
              <a:t>Cliente</a:t>
            </a:r>
            <a:endParaRPr lang="en-US"/>
          </a:p>
        </p:txBody>
      </p:sp>
      <p:sp>
        <p:nvSpPr>
          <p:cNvPr id="53" name="Text Placeholder 51">
            <a:extLst>
              <a:ext uri="{FF2B5EF4-FFF2-40B4-BE49-F238E27FC236}">
                <a16:creationId xmlns:a16="http://schemas.microsoft.com/office/drawing/2014/main" id="{DB69DF21-0C32-BB89-2274-B336F28504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6222045"/>
            <a:ext cx="2458995" cy="202267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buNone/>
              <a:defRPr sz="1400" b="0" i="0">
                <a:latin typeface="Arial Nova Cond" panose="020F0502020204030204" pitchFamily="34" charset="0"/>
                <a:cs typeface="Arial Nova Cond" panose="020F0502020204030204" pitchFamily="34" charset="0"/>
              </a:defRPr>
            </a:lvl1pPr>
          </a:lstStyle>
          <a:p>
            <a:pPr lvl="0"/>
            <a:r>
              <a:rPr lang="en-US" err="1"/>
              <a:t>Mês</a:t>
            </a:r>
            <a:r>
              <a:rPr lang="en-US"/>
              <a:t> . Ano</a:t>
            </a:r>
          </a:p>
        </p:txBody>
      </p:sp>
      <p:pic>
        <p:nvPicPr>
          <p:cNvPr id="56" name="Google Shape;2191;p71" descr="Image">
            <a:extLst>
              <a:ext uri="{FF2B5EF4-FFF2-40B4-BE49-F238E27FC236}">
                <a16:creationId xmlns:a16="http://schemas.microsoft.com/office/drawing/2014/main" id="{607A6A54-8A59-8A76-D901-0041F97638F9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9998" r="12703" b="4392"/>
          <a:stretch/>
        </p:blipFill>
        <p:spPr>
          <a:xfrm>
            <a:off x="5887178" y="1"/>
            <a:ext cx="6304823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073162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3" y="469902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1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233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34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46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1" y="824403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16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233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349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465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3765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Texto 1 Coluna Diagonal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FF43FFF6-D612-30BD-B622-50E9EB7A463F}"/>
              </a:ext>
            </a:extLst>
          </p:cNvPr>
          <p:cNvSpPr/>
          <p:nvPr userDrawn="1"/>
        </p:nvSpPr>
        <p:spPr>
          <a:xfrm>
            <a:off x="10132013" y="3220555"/>
            <a:ext cx="2059991" cy="3637447"/>
          </a:xfrm>
          <a:custGeom>
            <a:avLst/>
            <a:gdLst>
              <a:gd name="connsiteX0" fmla="*/ 2060259 w 2060259"/>
              <a:gd name="connsiteY0" fmla="*/ 0 h 3637447"/>
              <a:gd name="connsiteX1" fmla="*/ 2060259 w 2060259"/>
              <a:gd name="connsiteY1" fmla="*/ 3637447 h 3637447"/>
              <a:gd name="connsiteX2" fmla="*/ 0 w 2060259"/>
              <a:gd name="connsiteY2" fmla="*/ 3637447 h 3637447"/>
              <a:gd name="connsiteX3" fmla="*/ 2060259 w 2060259"/>
              <a:gd name="connsiteY3" fmla="*/ 0 h 363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0259" h="3637447">
                <a:moveTo>
                  <a:pt x="2060259" y="0"/>
                </a:moveTo>
                <a:lnTo>
                  <a:pt x="2060259" y="3637447"/>
                </a:lnTo>
                <a:lnTo>
                  <a:pt x="0" y="3637447"/>
                </a:lnTo>
                <a:lnTo>
                  <a:pt x="2060259" y="0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BR" sz="1800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99F4A5D8-0F37-D502-4F32-A0C085F3E3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 flipH="1">
            <a:off x="795" y="2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D275052D-D27A-7447-8473-BC7C732ED008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41" name="Google Shape;4546;p456">
            <a:extLst>
              <a:ext uri="{FF2B5EF4-FFF2-40B4-BE49-F238E27FC236}">
                <a16:creationId xmlns:a16="http://schemas.microsoft.com/office/drawing/2014/main" id="{8077132B-F579-8A9E-2AEA-77F2FAC4E1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AE4C55B8-75B6-EEA2-A229-2197FB26F3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70787" y="1494952"/>
            <a:ext cx="11252960" cy="8166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500" b="0" i="0">
                <a:solidFill>
                  <a:schemeClr val="tx2"/>
                </a:solidFill>
                <a:latin typeface="Arial Nova Light" panose="020B0304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484F545C-CBBE-FB10-AD13-E61E2A5B0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787" y="2584875"/>
            <a:ext cx="11252961" cy="319931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10000"/>
              </a:lnSpc>
              <a:spcBef>
                <a:spcPts val="500"/>
              </a:spcBef>
              <a:buFontTx/>
              <a:buNone/>
              <a:defRPr sz="2000" b="0" i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>
              <a:defRPr sz="2699" b="0" i="0">
                <a:latin typeface="Arial Nova Light" panose="020B0304020202020204" pitchFamily="34" charset="0"/>
              </a:defRPr>
            </a:lvl2pPr>
            <a:lvl3pPr>
              <a:defRPr sz="2699" b="0" i="0">
                <a:latin typeface="Arial Nova Light" panose="020B0304020202020204" pitchFamily="34" charset="0"/>
              </a:defRPr>
            </a:lvl3pPr>
            <a:lvl4pPr>
              <a:defRPr sz="2699" b="0" i="0">
                <a:latin typeface="Arial Nova Light" panose="020B0304020202020204" pitchFamily="34" charset="0"/>
              </a:defRPr>
            </a:lvl4pPr>
            <a:lvl5pPr>
              <a:defRPr sz="2699" b="0" i="0"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BR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12F88417-41F8-BFDC-0692-5BBDD5ED91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43" name="Text Placeholder 13">
            <a:extLst>
              <a:ext uri="{FF2B5EF4-FFF2-40B4-BE49-F238E27FC236}">
                <a16:creationId xmlns:a16="http://schemas.microsoft.com/office/drawing/2014/main" id="{464B71BA-B0BD-5F6D-357A-F699BA5BDB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C2BF34B-1149-0C76-544C-C2AAC57066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563" y="469901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4" name="Text Placeholder 32">
            <a:extLst>
              <a:ext uri="{FF2B5EF4-FFF2-40B4-BE49-F238E27FC236}">
                <a16:creationId xmlns:a16="http://schemas.microsoft.com/office/drawing/2014/main" id="{92145FC3-824F-A0C4-DDBC-ACBC6E82A7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2666652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aixa de destaque 3">
            <a:extLst>
              <a:ext uri="{FF2B5EF4-FFF2-40B4-BE49-F238E27FC236}">
                <a16:creationId xmlns:a16="http://schemas.microsoft.com/office/drawing/2014/main" id="{E4AED356-6396-0A55-D780-BB62DAC9D8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26" name="Caixa de destaque 2">
            <a:extLst>
              <a:ext uri="{FF2B5EF4-FFF2-40B4-BE49-F238E27FC236}">
                <a16:creationId xmlns:a16="http://schemas.microsoft.com/office/drawing/2014/main" id="{65428F76-5BD0-E50D-6516-4FBF5B8B27F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25" name="Caixa de destaque 1">
            <a:extLst>
              <a:ext uri="{FF2B5EF4-FFF2-40B4-BE49-F238E27FC236}">
                <a16:creationId xmlns:a16="http://schemas.microsoft.com/office/drawing/2014/main" id="{0D025ACB-FB5C-D9E7-3C5D-0210A7B4F68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23" name="Legendas">
            <a:extLst>
              <a:ext uri="{FF2B5EF4-FFF2-40B4-BE49-F238E27FC236}">
                <a16:creationId xmlns:a16="http://schemas.microsoft.com/office/drawing/2014/main" id="{13802FB8-CB6A-E112-7368-9D4D4F06E39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22" name="16pt legendas">
            <a:extLst>
              <a:ext uri="{FF2B5EF4-FFF2-40B4-BE49-F238E27FC236}">
                <a16:creationId xmlns:a16="http://schemas.microsoft.com/office/drawing/2014/main" id="{F521E9BD-2D6D-5FB2-8451-9BDE347B86EA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20" name="Títulos legendas">
            <a:extLst>
              <a:ext uri="{FF2B5EF4-FFF2-40B4-BE49-F238E27FC236}">
                <a16:creationId xmlns:a16="http://schemas.microsoft.com/office/drawing/2014/main" id="{3C6C6772-745D-8DF7-DB34-AE3EB0BC610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21" name="20pt legenda">
            <a:extLst>
              <a:ext uri="{FF2B5EF4-FFF2-40B4-BE49-F238E27FC236}">
                <a16:creationId xmlns:a16="http://schemas.microsoft.com/office/drawing/2014/main" id="{905A4235-221C-9DAD-25B1-4E2D0991EEFB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24" name="Textos terciários">
            <a:extLst>
              <a:ext uri="{FF2B5EF4-FFF2-40B4-BE49-F238E27FC236}">
                <a16:creationId xmlns:a16="http://schemas.microsoft.com/office/drawing/2014/main" id="{070253B5-F4F1-149E-FDED-639D37E126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18" name="14pt">
            <a:extLst>
              <a:ext uri="{FF2B5EF4-FFF2-40B4-BE49-F238E27FC236}">
                <a16:creationId xmlns:a16="http://schemas.microsoft.com/office/drawing/2014/main" id="{6C6E807A-9AAF-7A57-62B5-7BB99CE53ECB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19" name="Textos secundários">
            <a:extLst>
              <a:ext uri="{FF2B5EF4-FFF2-40B4-BE49-F238E27FC236}">
                <a16:creationId xmlns:a16="http://schemas.microsoft.com/office/drawing/2014/main" id="{9A414E5E-F11F-058A-A852-B27BFBFAB30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17" name="16pt">
            <a:extLst>
              <a:ext uri="{FF2B5EF4-FFF2-40B4-BE49-F238E27FC236}">
                <a16:creationId xmlns:a16="http://schemas.microsoft.com/office/drawing/2014/main" id="{1C1C8A60-3738-8D69-4CE7-1016DCC7DAD1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15" name="Textos primários">
            <a:extLst>
              <a:ext uri="{FF2B5EF4-FFF2-40B4-BE49-F238E27FC236}">
                <a16:creationId xmlns:a16="http://schemas.microsoft.com/office/drawing/2014/main" id="{F8DB6831-2433-2A20-DC23-0E3215DE48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16" name="20pt">
            <a:extLst>
              <a:ext uri="{FF2B5EF4-FFF2-40B4-BE49-F238E27FC236}">
                <a16:creationId xmlns:a16="http://schemas.microsoft.com/office/drawing/2014/main" id="{4DB900E7-21B2-A92D-75F6-993490C44FEE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12" name="Títulos longos">
            <a:extLst>
              <a:ext uri="{FF2B5EF4-FFF2-40B4-BE49-F238E27FC236}">
                <a16:creationId xmlns:a16="http://schemas.microsoft.com/office/drawing/2014/main" id="{FB1210AD-E540-F2DF-371F-4587C72E40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14" name="40pt">
            <a:extLst>
              <a:ext uri="{FF2B5EF4-FFF2-40B4-BE49-F238E27FC236}">
                <a16:creationId xmlns:a16="http://schemas.microsoft.com/office/drawing/2014/main" id="{52440F1F-A92C-8365-9BF5-D109F8525025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10" name="Titulos curtos">
            <a:extLst>
              <a:ext uri="{FF2B5EF4-FFF2-40B4-BE49-F238E27FC236}">
                <a16:creationId xmlns:a16="http://schemas.microsoft.com/office/drawing/2014/main" id="{65A2147C-AF2F-D201-C5C6-9A8D2880FA0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13" name="60pt">
            <a:extLst>
              <a:ext uri="{FF2B5EF4-FFF2-40B4-BE49-F238E27FC236}">
                <a16:creationId xmlns:a16="http://schemas.microsoft.com/office/drawing/2014/main" id="{6052B099-B276-5E64-F957-F3A511875B4E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9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A5AE6A0A-4373-D28E-5DF8-4DAF198C2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7" name="Linha Superior">
            <a:extLst>
              <a:ext uri="{FF2B5EF4-FFF2-40B4-BE49-F238E27FC236}">
                <a16:creationId xmlns:a16="http://schemas.microsoft.com/office/drawing/2014/main" id="{B6346DEE-74C9-2FD5-2AEF-692718D896F9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onte das informações">
            <a:extLst>
              <a:ext uri="{FF2B5EF4-FFF2-40B4-BE49-F238E27FC236}">
                <a16:creationId xmlns:a16="http://schemas.microsoft.com/office/drawing/2014/main" id="{14A1FD7B-6A99-FEE2-8BBA-931F8591F72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3" name="Título da Seção">
            <a:extLst>
              <a:ext uri="{FF2B5EF4-FFF2-40B4-BE49-F238E27FC236}">
                <a16:creationId xmlns:a16="http://schemas.microsoft.com/office/drawing/2014/main" id="{8EC4A05F-5208-B7B1-2A85-76863426396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31" name="Título">
            <a:extLst>
              <a:ext uri="{FF2B5EF4-FFF2-40B4-BE49-F238E27FC236}">
                <a16:creationId xmlns:a16="http://schemas.microsoft.com/office/drawing/2014/main" id="{9E0AF422-03DC-AD77-4145-967BB8B26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117092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Sub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aixa de destaque 3">
            <a:extLst>
              <a:ext uri="{FF2B5EF4-FFF2-40B4-BE49-F238E27FC236}">
                <a16:creationId xmlns:a16="http://schemas.microsoft.com/office/drawing/2014/main" id="{F79E48BE-4BF4-A2F4-F5ED-61C42BF40A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6" name="Caixa de destaque 2">
            <a:extLst>
              <a:ext uri="{FF2B5EF4-FFF2-40B4-BE49-F238E27FC236}">
                <a16:creationId xmlns:a16="http://schemas.microsoft.com/office/drawing/2014/main" id="{BAA62861-E2B0-B4EA-2CF4-FA9C7B205A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7" name="Caixa de destaque 1">
            <a:extLst>
              <a:ext uri="{FF2B5EF4-FFF2-40B4-BE49-F238E27FC236}">
                <a16:creationId xmlns:a16="http://schemas.microsoft.com/office/drawing/2014/main" id="{C99D80F6-0A6C-4CC8-EA85-F6EA181FFFA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8" name="Legendas">
            <a:extLst>
              <a:ext uri="{FF2B5EF4-FFF2-40B4-BE49-F238E27FC236}">
                <a16:creationId xmlns:a16="http://schemas.microsoft.com/office/drawing/2014/main" id="{7DFD4BA4-F55F-E463-0B7B-7B6A343C272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69" name="16pt legendas">
            <a:extLst>
              <a:ext uri="{FF2B5EF4-FFF2-40B4-BE49-F238E27FC236}">
                <a16:creationId xmlns:a16="http://schemas.microsoft.com/office/drawing/2014/main" id="{6A67DD3B-A7ED-2B20-C112-CC60FB673EBA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0" name="Títulos legendas">
            <a:extLst>
              <a:ext uri="{FF2B5EF4-FFF2-40B4-BE49-F238E27FC236}">
                <a16:creationId xmlns:a16="http://schemas.microsoft.com/office/drawing/2014/main" id="{3D080851-E27D-298D-4FE3-91944293983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71" name="20pt legenda">
            <a:extLst>
              <a:ext uri="{FF2B5EF4-FFF2-40B4-BE49-F238E27FC236}">
                <a16:creationId xmlns:a16="http://schemas.microsoft.com/office/drawing/2014/main" id="{607B1A85-6ED2-FBA2-1E65-422FB5C3EA8C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2" name="Textos terciários">
            <a:extLst>
              <a:ext uri="{FF2B5EF4-FFF2-40B4-BE49-F238E27FC236}">
                <a16:creationId xmlns:a16="http://schemas.microsoft.com/office/drawing/2014/main" id="{69819E2B-951D-E22D-4967-398EDEEEF84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3" name="14pt">
            <a:extLst>
              <a:ext uri="{FF2B5EF4-FFF2-40B4-BE49-F238E27FC236}">
                <a16:creationId xmlns:a16="http://schemas.microsoft.com/office/drawing/2014/main" id="{687CDCC5-6D4F-503B-36B1-9A520BBE7666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4" name="Textos secundários">
            <a:extLst>
              <a:ext uri="{FF2B5EF4-FFF2-40B4-BE49-F238E27FC236}">
                <a16:creationId xmlns:a16="http://schemas.microsoft.com/office/drawing/2014/main" id="{2470371F-0F4C-1218-10BF-7D3A91D9191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5" name="16pt">
            <a:extLst>
              <a:ext uri="{FF2B5EF4-FFF2-40B4-BE49-F238E27FC236}">
                <a16:creationId xmlns:a16="http://schemas.microsoft.com/office/drawing/2014/main" id="{40CDEDA3-B68C-6064-6210-565F843AF592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6" name="Textos primários">
            <a:extLst>
              <a:ext uri="{FF2B5EF4-FFF2-40B4-BE49-F238E27FC236}">
                <a16:creationId xmlns:a16="http://schemas.microsoft.com/office/drawing/2014/main" id="{BCE6D4EE-8DE6-BF06-43E2-AAF55A44FE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77" name="20pt">
            <a:extLst>
              <a:ext uri="{FF2B5EF4-FFF2-40B4-BE49-F238E27FC236}">
                <a16:creationId xmlns:a16="http://schemas.microsoft.com/office/drawing/2014/main" id="{76F5B76F-474B-FC1F-2AE0-D37F05C1D520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78" name="Títulos longos">
            <a:extLst>
              <a:ext uri="{FF2B5EF4-FFF2-40B4-BE49-F238E27FC236}">
                <a16:creationId xmlns:a16="http://schemas.microsoft.com/office/drawing/2014/main" id="{2C09ABB0-A6A4-3CF1-9700-F762194A63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79" name="40pt">
            <a:extLst>
              <a:ext uri="{FF2B5EF4-FFF2-40B4-BE49-F238E27FC236}">
                <a16:creationId xmlns:a16="http://schemas.microsoft.com/office/drawing/2014/main" id="{ADE550F3-B27A-2BA7-6765-236874D21631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80" name="Titulos curtos">
            <a:extLst>
              <a:ext uri="{FF2B5EF4-FFF2-40B4-BE49-F238E27FC236}">
                <a16:creationId xmlns:a16="http://schemas.microsoft.com/office/drawing/2014/main" id="{B39F7548-9B47-0FAC-BAE8-CB9559D911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81" name="60pt">
            <a:extLst>
              <a:ext uri="{FF2B5EF4-FFF2-40B4-BE49-F238E27FC236}">
                <a16:creationId xmlns:a16="http://schemas.microsoft.com/office/drawing/2014/main" id="{4976F16D-853D-B18A-0B9B-7FD5F224ACAD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2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03666B90-3E52-A816-A960-971C57263D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4" name="Linha Superior">
            <a:extLst>
              <a:ext uri="{FF2B5EF4-FFF2-40B4-BE49-F238E27FC236}">
                <a16:creationId xmlns:a16="http://schemas.microsoft.com/office/drawing/2014/main" id="{3C2859F8-8BD5-C564-8C90-19D2BAB68429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ubtítulo">
            <a:extLst>
              <a:ext uri="{FF2B5EF4-FFF2-40B4-BE49-F238E27FC236}">
                <a16:creationId xmlns:a16="http://schemas.microsoft.com/office/drawing/2014/main" id="{B536DD2C-5775-0D43-C050-25DB2BF854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709" y="1054100"/>
            <a:ext cx="11717867" cy="283853"/>
          </a:xfrm>
        </p:spPr>
        <p:txBody>
          <a:bodyPr tIns="90000" anchor="t">
            <a:noAutofit/>
          </a:bodyPr>
          <a:lstStyle>
            <a:lvl1pPr>
              <a:defRPr sz="1333">
                <a:solidFill>
                  <a:srgbClr val="002B49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pt-BR"/>
              <a:t>Clique para editar o conteúdo do texto</a:t>
            </a:r>
          </a:p>
        </p:txBody>
      </p:sp>
      <p:sp>
        <p:nvSpPr>
          <p:cNvPr id="6" name="Fonte das informações">
            <a:extLst>
              <a:ext uri="{FF2B5EF4-FFF2-40B4-BE49-F238E27FC236}">
                <a16:creationId xmlns:a16="http://schemas.microsoft.com/office/drawing/2014/main" id="{07FEF86E-DD54-9779-6F8B-0DA7C7F97A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5" name="Título da Seção">
            <a:extLst>
              <a:ext uri="{FF2B5EF4-FFF2-40B4-BE49-F238E27FC236}">
                <a16:creationId xmlns:a16="http://schemas.microsoft.com/office/drawing/2014/main" id="{B44A1E56-D782-D5E5-4614-2EB1074CF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C70004DE-2F8B-319F-8E60-4E4CF343D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92105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Subtítulo+Take 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aixa de destaque 3">
            <a:extLst>
              <a:ext uri="{FF2B5EF4-FFF2-40B4-BE49-F238E27FC236}">
                <a16:creationId xmlns:a16="http://schemas.microsoft.com/office/drawing/2014/main" id="{84CB10E9-FD1A-5AD0-FFDD-5F039AB39E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1" name="Caixa de destaque 2">
            <a:extLst>
              <a:ext uri="{FF2B5EF4-FFF2-40B4-BE49-F238E27FC236}">
                <a16:creationId xmlns:a16="http://schemas.microsoft.com/office/drawing/2014/main" id="{797D5ACD-05B0-DE21-83F9-5E5128C8D6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2" name="Caixa de destaque 1">
            <a:extLst>
              <a:ext uri="{FF2B5EF4-FFF2-40B4-BE49-F238E27FC236}">
                <a16:creationId xmlns:a16="http://schemas.microsoft.com/office/drawing/2014/main" id="{24A63B6B-EE43-FBEE-1D2F-1807B4C49E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3" name="Legendas">
            <a:extLst>
              <a:ext uri="{FF2B5EF4-FFF2-40B4-BE49-F238E27FC236}">
                <a16:creationId xmlns:a16="http://schemas.microsoft.com/office/drawing/2014/main" id="{099E0D33-30CB-7A58-EBB4-151A25C20CF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4" name="16pt legendas">
            <a:extLst>
              <a:ext uri="{FF2B5EF4-FFF2-40B4-BE49-F238E27FC236}">
                <a16:creationId xmlns:a16="http://schemas.microsoft.com/office/drawing/2014/main" id="{4AD50503-D258-DACB-B430-542B1E95F771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5" name="Títulos legendas">
            <a:extLst>
              <a:ext uri="{FF2B5EF4-FFF2-40B4-BE49-F238E27FC236}">
                <a16:creationId xmlns:a16="http://schemas.microsoft.com/office/drawing/2014/main" id="{ED7665A8-D246-CAE4-8BA6-DB7A104938A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6" name="20pt legenda">
            <a:extLst>
              <a:ext uri="{FF2B5EF4-FFF2-40B4-BE49-F238E27FC236}">
                <a16:creationId xmlns:a16="http://schemas.microsoft.com/office/drawing/2014/main" id="{3949FD57-25CB-ADFC-DB19-1A9AE920241E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7" name="Textos terciários">
            <a:extLst>
              <a:ext uri="{FF2B5EF4-FFF2-40B4-BE49-F238E27FC236}">
                <a16:creationId xmlns:a16="http://schemas.microsoft.com/office/drawing/2014/main" id="{DCC603B4-207B-00D4-A68C-A2F0870061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8" name="14pt">
            <a:extLst>
              <a:ext uri="{FF2B5EF4-FFF2-40B4-BE49-F238E27FC236}">
                <a16:creationId xmlns:a16="http://schemas.microsoft.com/office/drawing/2014/main" id="{1F81510B-C0FF-4D33-9A7B-367459F3ABC8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9" name="Textos secundários">
            <a:extLst>
              <a:ext uri="{FF2B5EF4-FFF2-40B4-BE49-F238E27FC236}">
                <a16:creationId xmlns:a16="http://schemas.microsoft.com/office/drawing/2014/main" id="{7E6F5CF2-81C5-F1DE-2A26-2ABE552617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60" name="16pt">
            <a:extLst>
              <a:ext uri="{FF2B5EF4-FFF2-40B4-BE49-F238E27FC236}">
                <a16:creationId xmlns:a16="http://schemas.microsoft.com/office/drawing/2014/main" id="{8CA027BE-EF14-B1C9-130E-BF597E1A9BC3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1" name="Textos primários">
            <a:extLst>
              <a:ext uri="{FF2B5EF4-FFF2-40B4-BE49-F238E27FC236}">
                <a16:creationId xmlns:a16="http://schemas.microsoft.com/office/drawing/2014/main" id="{7D103446-4A07-94FA-3406-A9D4753E1C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62" name="20pt">
            <a:extLst>
              <a:ext uri="{FF2B5EF4-FFF2-40B4-BE49-F238E27FC236}">
                <a16:creationId xmlns:a16="http://schemas.microsoft.com/office/drawing/2014/main" id="{2EC6D469-6AB2-D6E7-7A9B-637565138849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63" name="Títulos longos">
            <a:extLst>
              <a:ext uri="{FF2B5EF4-FFF2-40B4-BE49-F238E27FC236}">
                <a16:creationId xmlns:a16="http://schemas.microsoft.com/office/drawing/2014/main" id="{5AEB2BE6-E6A4-6304-D2CC-884C4EB13B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4" name="40pt">
            <a:extLst>
              <a:ext uri="{FF2B5EF4-FFF2-40B4-BE49-F238E27FC236}">
                <a16:creationId xmlns:a16="http://schemas.microsoft.com/office/drawing/2014/main" id="{D697F1B9-7F70-26A2-9E86-1EC1A9898DB1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5" name="Titulos curtos">
            <a:extLst>
              <a:ext uri="{FF2B5EF4-FFF2-40B4-BE49-F238E27FC236}">
                <a16:creationId xmlns:a16="http://schemas.microsoft.com/office/drawing/2014/main" id="{406138BA-B020-26C3-AE6B-B5BDEB6B0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6" name="60pt">
            <a:extLst>
              <a:ext uri="{FF2B5EF4-FFF2-40B4-BE49-F238E27FC236}">
                <a16:creationId xmlns:a16="http://schemas.microsoft.com/office/drawing/2014/main" id="{9870F1A8-1E71-4E80-50DD-3900B4C6F483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6" name="Take Away">
            <a:extLst>
              <a:ext uri="{FF2B5EF4-FFF2-40B4-BE49-F238E27FC236}">
                <a16:creationId xmlns:a16="http://schemas.microsoft.com/office/drawing/2014/main" id="{D79EF950-B62B-9EAB-0591-42BFE5DAF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653" y="5844897"/>
            <a:ext cx="11716800" cy="649598"/>
          </a:xfrm>
          <a:solidFill>
            <a:srgbClr val="2C455D"/>
          </a:solidFill>
        </p:spPr>
        <p:txBody>
          <a:bodyPr lIns="360000" tIns="180000" rIns="360000" bIns="180000" anchor="ctr" anchorCtr="0">
            <a:noAutofit/>
          </a:bodyPr>
          <a:lstStyle>
            <a:lvl1pPr algn="ctr"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algn="ctr">
              <a:defRPr sz="1600" b="1">
                <a:latin typeface="Arial Nova Cond" panose="020B0506020202020204" pitchFamily="34" charset="0"/>
              </a:defRPr>
            </a:lvl3pPr>
            <a:lvl4pPr algn="ctr">
              <a:defRPr sz="1600" b="1">
                <a:latin typeface="Arial Nova Cond" panose="020B0506020202020204" pitchFamily="34" charset="0"/>
              </a:defRPr>
            </a:lvl4pPr>
            <a:lvl5pPr algn="ctr">
              <a:defRPr sz="1600" b="1">
                <a:latin typeface="Arial Nova Cond" panose="020B0506020202020204" pitchFamily="34" charset="0"/>
              </a:defRPr>
            </a:lvl5pPr>
            <a:lvl6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pt-BR"/>
              <a:t>Clique aqui para editar o texto da mensagem principal do slide</a:t>
            </a:r>
          </a:p>
        </p:txBody>
      </p:sp>
      <p:pic>
        <p:nvPicPr>
          <p:cNvPr id="26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3D2E227-6537-2904-BCD4-36A01A1CE3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27" name="Linha Superior">
            <a:extLst>
              <a:ext uri="{FF2B5EF4-FFF2-40B4-BE49-F238E27FC236}">
                <a16:creationId xmlns:a16="http://schemas.microsoft.com/office/drawing/2014/main" id="{BE9D1018-9984-4DCB-8889-6AF04C33AB83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ítulo">
            <a:extLst>
              <a:ext uri="{FF2B5EF4-FFF2-40B4-BE49-F238E27FC236}">
                <a16:creationId xmlns:a16="http://schemas.microsoft.com/office/drawing/2014/main" id="{1CF4E408-4610-1DCF-433C-A00D9959E8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8709" y="1054100"/>
            <a:ext cx="11717867" cy="283853"/>
          </a:xfrm>
        </p:spPr>
        <p:txBody>
          <a:bodyPr tIns="90000" anchor="t">
            <a:noAutofit/>
          </a:bodyPr>
          <a:lstStyle>
            <a:lvl1pPr>
              <a:defRPr sz="1333">
                <a:solidFill>
                  <a:srgbClr val="002B49"/>
                </a:solidFill>
              </a:defRPr>
            </a:lvl1pPr>
            <a:lvl2pPr>
              <a:defRPr sz="1333"/>
            </a:lvl2pPr>
            <a:lvl3pPr>
              <a:defRPr sz="1333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pt-BR"/>
              <a:t>Clique para editar o conteúdo do texto</a:t>
            </a:r>
          </a:p>
        </p:txBody>
      </p:sp>
      <p:sp>
        <p:nvSpPr>
          <p:cNvPr id="4" name="Fonte das informações">
            <a:extLst>
              <a:ext uri="{FF2B5EF4-FFF2-40B4-BE49-F238E27FC236}">
                <a16:creationId xmlns:a16="http://schemas.microsoft.com/office/drawing/2014/main" id="{C9406844-AA96-9E6A-48CB-278D99074AA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3" name="Título da Seção">
            <a:extLst>
              <a:ext uri="{FF2B5EF4-FFF2-40B4-BE49-F238E27FC236}">
                <a16:creationId xmlns:a16="http://schemas.microsoft.com/office/drawing/2014/main" id="{20C57C4B-3A61-5339-0301-5468FDC349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AEFB46F5-CA70-E69B-EACC-D6D853A89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02738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Take 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aixa de destaque 3">
            <a:extLst>
              <a:ext uri="{FF2B5EF4-FFF2-40B4-BE49-F238E27FC236}">
                <a16:creationId xmlns:a16="http://schemas.microsoft.com/office/drawing/2014/main" id="{84CB10E9-FD1A-5AD0-FFDD-5F039AB39E8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1" name="Caixa de destaque 2">
            <a:extLst>
              <a:ext uri="{FF2B5EF4-FFF2-40B4-BE49-F238E27FC236}">
                <a16:creationId xmlns:a16="http://schemas.microsoft.com/office/drawing/2014/main" id="{797D5ACD-05B0-DE21-83F9-5E5128C8D6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2" name="Caixa de destaque 1">
            <a:extLst>
              <a:ext uri="{FF2B5EF4-FFF2-40B4-BE49-F238E27FC236}">
                <a16:creationId xmlns:a16="http://schemas.microsoft.com/office/drawing/2014/main" id="{24A63B6B-EE43-FBEE-1D2F-1807B4C49E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3" name="Legendas">
            <a:extLst>
              <a:ext uri="{FF2B5EF4-FFF2-40B4-BE49-F238E27FC236}">
                <a16:creationId xmlns:a16="http://schemas.microsoft.com/office/drawing/2014/main" id="{099E0D33-30CB-7A58-EBB4-151A25C20CF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4" name="16pt legendas">
            <a:extLst>
              <a:ext uri="{FF2B5EF4-FFF2-40B4-BE49-F238E27FC236}">
                <a16:creationId xmlns:a16="http://schemas.microsoft.com/office/drawing/2014/main" id="{4AD50503-D258-DACB-B430-542B1E95F771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5" name="Títulos legendas">
            <a:extLst>
              <a:ext uri="{FF2B5EF4-FFF2-40B4-BE49-F238E27FC236}">
                <a16:creationId xmlns:a16="http://schemas.microsoft.com/office/drawing/2014/main" id="{ED7665A8-D246-CAE4-8BA6-DB7A104938A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6" name="20pt legenda">
            <a:extLst>
              <a:ext uri="{FF2B5EF4-FFF2-40B4-BE49-F238E27FC236}">
                <a16:creationId xmlns:a16="http://schemas.microsoft.com/office/drawing/2014/main" id="{3949FD57-25CB-ADFC-DB19-1A9AE920241E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7" name="Textos terciários">
            <a:extLst>
              <a:ext uri="{FF2B5EF4-FFF2-40B4-BE49-F238E27FC236}">
                <a16:creationId xmlns:a16="http://schemas.microsoft.com/office/drawing/2014/main" id="{DCC603B4-207B-00D4-A68C-A2F0870061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8" name="14pt">
            <a:extLst>
              <a:ext uri="{FF2B5EF4-FFF2-40B4-BE49-F238E27FC236}">
                <a16:creationId xmlns:a16="http://schemas.microsoft.com/office/drawing/2014/main" id="{1F81510B-C0FF-4D33-9A7B-367459F3ABC8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9" name="Textos secundários">
            <a:extLst>
              <a:ext uri="{FF2B5EF4-FFF2-40B4-BE49-F238E27FC236}">
                <a16:creationId xmlns:a16="http://schemas.microsoft.com/office/drawing/2014/main" id="{7E6F5CF2-81C5-F1DE-2A26-2ABE552617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60" name="16pt">
            <a:extLst>
              <a:ext uri="{FF2B5EF4-FFF2-40B4-BE49-F238E27FC236}">
                <a16:creationId xmlns:a16="http://schemas.microsoft.com/office/drawing/2014/main" id="{8CA027BE-EF14-B1C9-130E-BF597E1A9BC3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1" name="Textos primários">
            <a:extLst>
              <a:ext uri="{FF2B5EF4-FFF2-40B4-BE49-F238E27FC236}">
                <a16:creationId xmlns:a16="http://schemas.microsoft.com/office/drawing/2014/main" id="{7D103446-4A07-94FA-3406-A9D4753E1C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62" name="20pt">
            <a:extLst>
              <a:ext uri="{FF2B5EF4-FFF2-40B4-BE49-F238E27FC236}">
                <a16:creationId xmlns:a16="http://schemas.microsoft.com/office/drawing/2014/main" id="{2EC6D469-6AB2-D6E7-7A9B-637565138849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63" name="Títulos longos">
            <a:extLst>
              <a:ext uri="{FF2B5EF4-FFF2-40B4-BE49-F238E27FC236}">
                <a16:creationId xmlns:a16="http://schemas.microsoft.com/office/drawing/2014/main" id="{5AEB2BE6-E6A4-6304-D2CC-884C4EB13B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4" name="40pt">
            <a:extLst>
              <a:ext uri="{FF2B5EF4-FFF2-40B4-BE49-F238E27FC236}">
                <a16:creationId xmlns:a16="http://schemas.microsoft.com/office/drawing/2014/main" id="{D697F1B9-7F70-26A2-9E86-1EC1A9898DB1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5" name="Titulos curtos">
            <a:extLst>
              <a:ext uri="{FF2B5EF4-FFF2-40B4-BE49-F238E27FC236}">
                <a16:creationId xmlns:a16="http://schemas.microsoft.com/office/drawing/2014/main" id="{406138BA-B020-26C3-AE6B-B5BDEB6B0E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6" name="60pt">
            <a:extLst>
              <a:ext uri="{FF2B5EF4-FFF2-40B4-BE49-F238E27FC236}">
                <a16:creationId xmlns:a16="http://schemas.microsoft.com/office/drawing/2014/main" id="{9870F1A8-1E71-4E80-50DD-3900B4C6F483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6" name="Take Away">
            <a:extLst>
              <a:ext uri="{FF2B5EF4-FFF2-40B4-BE49-F238E27FC236}">
                <a16:creationId xmlns:a16="http://schemas.microsoft.com/office/drawing/2014/main" id="{D79EF950-B62B-9EAB-0591-42BFE5DAF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653" y="5844897"/>
            <a:ext cx="11716800" cy="649598"/>
          </a:xfrm>
          <a:solidFill>
            <a:srgbClr val="2C455D"/>
          </a:solidFill>
        </p:spPr>
        <p:txBody>
          <a:bodyPr lIns="360000" tIns="180000" rIns="360000" bIns="180000" anchor="ctr" anchorCtr="0">
            <a:noAutofit/>
          </a:bodyPr>
          <a:lstStyle>
            <a:lvl1pPr algn="ctr"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algn="ctr">
              <a:defRPr sz="1600" b="1">
                <a:latin typeface="Arial Nova Cond" panose="020B0506020202020204" pitchFamily="34" charset="0"/>
              </a:defRPr>
            </a:lvl3pPr>
            <a:lvl4pPr algn="ctr">
              <a:defRPr sz="1600" b="1">
                <a:latin typeface="Arial Nova Cond" panose="020B0506020202020204" pitchFamily="34" charset="0"/>
              </a:defRPr>
            </a:lvl4pPr>
            <a:lvl5pPr algn="ctr">
              <a:defRPr sz="1600" b="1">
                <a:latin typeface="Arial Nova Cond" panose="020B0506020202020204" pitchFamily="34" charset="0"/>
              </a:defRPr>
            </a:lvl5pPr>
            <a:lvl6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pt-BR"/>
              <a:t>Clique aqui para editar o texto da mensagem principal do slide</a:t>
            </a:r>
          </a:p>
        </p:txBody>
      </p:sp>
      <p:pic>
        <p:nvPicPr>
          <p:cNvPr id="26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3D2E227-6537-2904-BCD4-36A01A1CE3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27" name="Linha Superior">
            <a:extLst>
              <a:ext uri="{FF2B5EF4-FFF2-40B4-BE49-F238E27FC236}">
                <a16:creationId xmlns:a16="http://schemas.microsoft.com/office/drawing/2014/main" id="{BE9D1018-9984-4DCB-8889-6AF04C33AB83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nte das informações">
            <a:extLst>
              <a:ext uri="{FF2B5EF4-FFF2-40B4-BE49-F238E27FC236}">
                <a16:creationId xmlns:a16="http://schemas.microsoft.com/office/drawing/2014/main" id="{E5F396C4-E4CF-CFDF-4A6F-6FDBB7DE94A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3" name="Título da Seção">
            <a:extLst>
              <a:ext uri="{FF2B5EF4-FFF2-40B4-BE49-F238E27FC236}">
                <a16:creationId xmlns:a16="http://schemas.microsoft.com/office/drawing/2014/main" id="{052F53D2-D693-CD9B-CA03-7EF0B377FD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1525CC60-6A65-A155-828A-F93A15BC9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403670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ake 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aixa de destaque 3">
            <a:extLst>
              <a:ext uri="{FF2B5EF4-FFF2-40B4-BE49-F238E27FC236}">
                <a16:creationId xmlns:a16="http://schemas.microsoft.com/office/drawing/2014/main" id="{0EC4AED8-B606-1FEF-110A-E73EC094159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0" name="Caixa de destaque 2">
            <a:extLst>
              <a:ext uri="{FF2B5EF4-FFF2-40B4-BE49-F238E27FC236}">
                <a16:creationId xmlns:a16="http://schemas.microsoft.com/office/drawing/2014/main" id="{2CE1CFDC-C67E-D86E-26E8-E01811F71B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1" name="Caixa de destaque 1">
            <a:extLst>
              <a:ext uri="{FF2B5EF4-FFF2-40B4-BE49-F238E27FC236}">
                <a16:creationId xmlns:a16="http://schemas.microsoft.com/office/drawing/2014/main" id="{CC285837-69E1-3A4A-2547-F6D29D402C9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2" name="Legendas">
            <a:extLst>
              <a:ext uri="{FF2B5EF4-FFF2-40B4-BE49-F238E27FC236}">
                <a16:creationId xmlns:a16="http://schemas.microsoft.com/office/drawing/2014/main" id="{F6AB4BD2-6F62-A19D-9078-2A584C17CD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3" name="16pt legendas">
            <a:extLst>
              <a:ext uri="{FF2B5EF4-FFF2-40B4-BE49-F238E27FC236}">
                <a16:creationId xmlns:a16="http://schemas.microsoft.com/office/drawing/2014/main" id="{DDDFDC56-C948-1917-35BA-E93311F314A2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4" name="Títulos legendas">
            <a:extLst>
              <a:ext uri="{FF2B5EF4-FFF2-40B4-BE49-F238E27FC236}">
                <a16:creationId xmlns:a16="http://schemas.microsoft.com/office/drawing/2014/main" id="{942D3F6E-0311-CBC0-7F6F-C25D18E8EF4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5" name="20pt legenda">
            <a:extLst>
              <a:ext uri="{FF2B5EF4-FFF2-40B4-BE49-F238E27FC236}">
                <a16:creationId xmlns:a16="http://schemas.microsoft.com/office/drawing/2014/main" id="{AFB5D095-E706-5487-DD68-E7FA1F96BFA7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6" name="Textos terciários">
            <a:extLst>
              <a:ext uri="{FF2B5EF4-FFF2-40B4-BE49-F238E27FC236}">
                <a16:creationId xmlns:a16="http://schemas.microsoft.com/office/drawing/2014/main" id="{E38D63C8-E50E-AAD4-7DD4-F80121D2F22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7" name="14pt">
            <a:extLst>
              <a:ext uri="{FF2B5EF4-FFF2-40B4-BE49-F238E27FC236}">
                <a16:creationId xmlns:a16="http://schemas.microsoft.com/office/drawing/2014/main" id="{0B9AB94F-85F8-B266-5C9D-72ED142DA039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8" name="Textos secundários">
            <a:extLst>
              <a:ext uri="{FF2B5EF4-FFF2-40B4-BE49-F238E27FC236}">
                <a16:creationId xmlns:a16="http://schemas.microsoft.com/office/drawing/2014/main" id="{06A90767-559F-F9EC-75D5-3C4FC62E7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9" name="16pt">
            <a:extLst>
              <a:ext uri="{FF2B5EF4-FFF2-40B4-BE49-F238E27FC236}">
                <a16:creationId xmlns:a16="http://schemas.microsoft.com/office/drawing/2014/main" id="{B667AFEF-113F-7EF3-6C73-42C31FDB8281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0" name="Textos primários">
            <a:extLst>
              <a:ext uri="{FF2B5EF4-FFF2-40B4-BE49-F238E27FC236}">
                <a16:creationId xmlns:a16="http://schemas.microsoft.com/office/drawing/2014/main" id="{2290E8BF-D520-FDA5-6FF5-70B69CFEA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61" name="20pt">
            <a:extLst>
              <a:ext uri="{FF2B5EF4-FFF2-40B4-BE49-F238E27FC236}">
                <a16:creationId xmlns:a16="http://schemas.microsoft.com/office/drawing/2014/main" id="{9F8E189A-20D8-045B-E01C-55F9F8631BBD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62" name="Títulos longos">
            <a:extLst>
              <a:ext uri="{FF2B5EF4-FFF2-40B4-BE49-F238E27FC236}">
                <a16:creationId xmlns:a16="http://schemas.microsoft.com/office/drawing/2014/main" id="{DC85F76A-45B7-1078-C7F3-769287BE7B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3" name="40pt">
            <a:extLst>
              <a:ext uri="{FF2B5EF4-FFF2-40B4-BE49-F238E27FC236}">
                <a16:creationId xmlns:a16="http://schemas.microsoft.com/office/drawing/2014/main" id="{B51B6C6F-0B1C-6549-86FB-09C45B39E141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4" name="Titulos curtos">
            <a:extLst>
              <a:ext uri="{FF2B5EF4-FFF2-40B4-BE49-F238E27FC236}">
                <a16:creationId xmlns:a16="http://schemas.microsoft.com/office/drawing/2014/main" id="{C0423A5F-035A-2689-7AB4-1EACCE6E7E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5" name="60pt">
            <a:extLst>
              <a:ext uri="{FF2B5EF4-FFF2-40B4-BE49-F238E27FC236}">
                <a16:creationId xmlns:a16="http://schemas.microsoft.com/office/drawing/2014/main" id="{6A2E47DF-2176-BAFB-0380-2253A8D8939E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42" name="Take Away">
            <a:extLst>
              <a:ext uri="{FF2B5EF4-FFF2-40B4-BE49-F238E27FC236}">
                <a16:creationId xmlns:a16="http://schemas.microsoft.com/office/drawing/2014/main" id="{D8DCF2EA-4D4E-627E-C842-BAC5B513C7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8653" y="5844897"/>
            <a:ext cx="11716800" cy="649598"/>
          </a:xfrm>
          <a:solidFill>
            <a:srgbClr val="2C455D"/>
          </a:solidFill>
        </p:spPr>
        <p:txBody>
          <a:bodyPr lIns="360000" tIns="180000" rIns="360000" bIns="180000" anchor="ctr" anchorCtr="0">
            <a:noAutofit/>
          </a:bodyPr>
          <a:lstStyle>
            <a:lvl1pPr algn="ctr"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algn="ctr">
              <a:defRPr sz="1600" b="1">
                <a:latin typeface="Arial Nova Cond" panose="020B0506020202020204" pitchFamily="34" charset="0"/>
              </a:defRPr>
            </a:lvl3pPr>
            <a:lvl4pPr algn="ctr">
              <a:defRPr sz="1600" b="1">
                <a:latin typeface="Arial Nova Cond" panose="020B0506020202020204" pitchFamily="34" charset="0"/>
              </a:defRPr>
            </a:lvl4pPr>
            <a:lvl5pPr algn="ctr">
              <a:defRPr sz="1600" b="1">
                <a:latin typeface="Arial Nova Cond" panose="020B0506020202020204" pitchFamily="34" charset="0"/>
              </a:defRPr>
            </a:lvl5pPr>
            <a:lvl6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pt-BR"/>
              <a:t>Clique aqui para editar o texto da mensagem principal do slide</a:t>
            </a:r>
          </a:p>
        </p:txBody>
      </p:sp>
      <p:pic>
        <p:nvPicPr>
          <p:cNvPr id="43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DD364EC2-58D5-5212-17B4-14C4FD863D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44" name="Linha Superior">
            <a:extLst>
              <a:ext uri="{FF2B5EF4-FFF2-40B4-BE49-F238E27FC236}">
                <a16:creationId xmlns:a16="http://schemas.microsoft.com/office/drawing/2014/main" id="{91DD1D31-8673-4900-53E0-34D9CDAB27BE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nte das informações">
            <a:extLst>
              <a:ext uri="{FF2B5EF4-FFF2-40B4-BE49-F238E27FC236}">
                <a16:creationId xmlns:a16="http://schemas.microsoft.com/office/drawing/2014/main" id="{6B1133D9-9FCC-44C7-2ABF-B7AF161DBD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2" name="Título da Seção">
            <a:extLst>
              <a:ext uri="{FF2B5EF4-FFF2-40B4-BE49-F238E27FC236}">
                <a16:creationId xmlns:a16="http://schemas.microsoft.com/office/drawing/2014/main" id="{1BC6F1E7-1633-408B-6368-643EA7BDDE8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</p:spTree>
    <p:extLst>
      <p:ext uri="{BB962C8B-B14F-4D97-AF65-F5344CB8AC3E}">
        <p14:creationId xmlns:p14="http://schemas.microsoft.com/office/powerpoint/2010/main" val="344966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aixa de destaque 3">
            <a:extLst>
              <a:ext uri="{FF2B5EF4-FFF2-40B4-BE49-F238E27FC236}">
                <a16:creationId xmlns:a16="http://schemas.microsoft.com/office/drawing/2014/main" id="{D6547D5B-6BE9-5398-B423-50718960C8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7" name="Caixa de destaque 2">
            <a:extLst>
              <a:ext uri="{FF2B5EF4-FFF2-40B4-BE49-F238E27FC236}">
                <a16:creationId xmlns:a16="http://schemas.microsoft.com/office/drawing/2014/main" id="{5A250C36-0D6C-3ABF-7244-15D1052D8B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8" name="Caixa de destaque 1">
            <a:extLst>
              <a:ext uri="{FF2B5EF4-FFF2-40B4-BE49-F238E27FC236}">
                <a16:creationId xmlns:a16="http://schemas.microsoft.com/office/drawing/2014/main" id="{27E704A1-CA32-D20A-3C3A-6572E10D5F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9" name="Legendas">
            <a:extLst>
              <a:ext uri="{FF2B5EF4-FFF2-40B4-BE49-F238E27FC236}">
                <a16:creationId xmlns:a16="http://schemas.microsoft.com/office/drawing/2014/main" id="{BD8CF5E1-0DD2-EBEE-9607-736C84BEC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70" name="16pt legendas">
            <a:extLst>
              <a:ext uri="{FF2B5EF4-FFF2-40B4-BE49-F238E27FC236}">
                <a16:creationId xmlns:a16="http://schemas.microsoft.com/office/drawing/2014/main" id="{3108C31F-2A2C-9EDE-FF90-E715E2F0CB3B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1" name="Títulos legendas">
            <a:extLst>
              <a:ext uri="{FF2B5EF4-FFF2-40B4-BE49-F238E27FC236}">
                <a16:creationId xmlns:a16="http://schemas.microsoft.com/office/drawing/2014/main" id="{8E16FA06-32ED-2AD6-9CED-AC6D655B0C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72" name="20pt legenda">
            <a:extLst>
              <a:ext uri="{FF2B5EF4-FFF2-40B4-BE49-F238E27FC236}">
                <a16:creationId xmlns:a16="http://schemas.microsoft.com/office/drawing/2014/main" id="{3510885A-2E29-11DC-6A06-AEBF60365360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3" name="Textos terciários">
            <a:extLst>
              <a:ext uri="{FF2B5EF4-FFF2-40B4-BE49-F238E27FC236}">
                <a16:creationId xmlns:a16="http://schemas.microsoft.com/office/drawing/2014/main" id="{50BA013C-9B76-BE82-721C-FE2AF17FF8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4" name="14pt">
            <a:extLst>
              <a:ext uri="{FF2B5EF4-FFF2-40B4-BE49-F238E27FC236}">
                <a16:creationId xmlns:a16="http://schemas.microsoft.com/office/drawing/2014/main" id="{2122C570-B394-3817-9BB4-FCC56432B34B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5" name="Textos secundários">
            <a:extLst>
              <a:ext uri="{FF2B5EF4-FFF2-40B4-BE49-F238E27FC236}">
                <a16:creationId xmlns:a16="http://schemas.microsoft.com/office/drawing/2014/main" id="{ED1BD6E5-A61A-0347-1115-2FDBABC697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6" name="16pt">
            <a:extLst>
              <a:ext uri="{FF2B5EF4-FFF2-40B4-BE49-F238E27FC236}">
                <a16:creationId xmlns:a16="http://schemas.microsoft.com/office/drawing/2014/main" id="{B81FF2F4-C35C-E412-3439-59C9662FFC7E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7" name="Textos primários">
            <a:extLst>
              <a:ext uri="{FF2B5EF4-FFF2-40B4-BE49-F238E27FC236}">
                <a16:creationId xmlns:a16="http://schemas.microsoft.com/office/drawing/2014/main" id="{846B5C53-30DD-21CA-B931-A824F99EB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78" name="20pt">
            <a:extLst>
              <a:ext uri="{FF2B5EF4-FFF2-40B4-BE49-F238E27FC236}">
                <a16:creationId xmlns:a16="http://schemas.microsoft.com/office/drawing/2014/main" id="{ADCF5062-355C-93EE-4D51-11B518C79CA4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79" name="Títulos longos">
            <a:extLst>
              <a:ext uri="{FF2B5EF4-FFF2-40B4-BE49-F238E27FC236}">
                <a16:creationId xmlns:a16="http://schemas.microsoft.com/office/drawing/2014/main" id="{A8A59283-B10B-84CB-80AD-5C85304936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80" name="40pt">
            <a:extLst>
              <a:ext uri="{FF2B5EF4-FFF2-40B4-BE49-F238E27FC236}">
                <a16:creationId xmlns:a16="http://schemas.microsoft.com/office/drawing/2014/main" id="{A72056D6-F373-1AA9-6D7A-62F298FB708D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81" name="Titulos curtos">
            <a:extLst>
              <a:ext uri="{FF2B5EF4-FFF2-40B4-BE49-F238E27FC236}">
                <a16:creationId xmlns:a16="http://schemas.microsoft.com/office/drawing/2014/main" id="{CFC3ACF1-5D1D-FEB9-AFDF-2934892448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82" name="60pt">
            <a:extLst>
              <a:ext uri="{FF2B5EF4-FFF2-40B4-BE49-F238E27FC236}">
                <a16:creationId xmlns:a16="http://schemas.microsoft.com/office/drawing/2014/main" id="{62C05A82-A437-4464-8AD1-B57B92A94FB2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5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632DB07F-0488-1AB4-6870-7BB544153B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26" name="Linha Superior">
            <a:extLst>
              <a:ext uri="{FF2B5EF4-FFF2-40B4-BE49-F238E27FC236}">
                <a16:creationId xmlns:a16="http://schemas.microsoft.com/office/drawing/2014/main" id="{8860A742-8E36-B911-F725-6E88E0FD191F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o principal">
            <a:extLst>
              <a:ext uri="{FF2B5EF4-FFF2-40B4-BE49-F238E27FC236}">
                <a16:creationId xmlns:a16="http://schemas.microsoft.com/office/drawing/2014/main" id="{077FF7E5-C3D5-A5FE-326D-76206E9B73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684" y="1039200"/>
            <a:ext cx="4314599" cy="283680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lang="pt-BR" dirty="0" smtClean="0"/>
            </a:lvl1pPr>
            <a:lvl2pPr>
              <a:lnSpc>
                <a:spcPct val="120000"/>
              </a:lnSpc>
              <a:spcAft>
                <a:spcPts val="0"/>
              </a:spcAft>
              <a:defRPr lang="pt-BR" dirty="0" smtClean="0"/>
            </a:lvl2pPr>
            <a:lvl5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5pPr>
            <a:lvl6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6pPr>
            <a:lvl7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7pPr>
            <a:lvl8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 smtClean="0"/>
            </a:lvl8pPr>
            <a:lvl9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/>
            </a:lvl9pPr>
          </a:lstStyle>
          <a:p>
            <a:pPr lvl="0">
              <a:spcAft>
                <a:spcPts val="0"/>
              </a:spcAft>
            </a:pPr>
            <a:r>
              <a:rPr lang="pt-BR"/>
              <a:t>Clique para editar os estilos de texto Mestres</a:t>
            </a:r>
          </a:p>
          <a:p>
            <a:pPr lvl="0">
              <a:spcAft>
                <a:spcPts val="0"/>
              </a:spcAft>
            </a:pPr>
            <a:r>
              <a:rPr lang="pt-BR"/>
              <a:t>Primeiro nível</a:t>
            </a:r>
          </a:p>
          <a:p>
            <a:pPr marL="0" lvl="1" indent="0">
              <a:spcAft>
                <a:spcPts val="0"/>
              </a:spcAft>
              <a:buNone/>
            </a:pPr>
            <a:r>
              <a:rPr lang="pt-BR"/>
              <a:t>Segundo nível</a:t>
            </a:r>
          </a:p>
          <a:p>
            <a:pPr marL="912046" lvl="4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Terceiro nível</a:t>
            </a:r>
          </a:p>
          <a:p>
            <a:pPr marL="1152058" lvl="5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Quarto nível</a:t>
            </a:r>
          </a:p>
          <a:p>
            <a:pPr marL="1392070" lvl="6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Quinto nível</a:t>
            </a:r>
          </a:p>
          <a:p>
            <a:pPr marL="1584079" lvl="7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Sexto nível</a:t>
            </a:r>
          </a:p>
          <a:p>
            <a:pPr marL="1800090" lvl="8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Sétimo nível</a:t>
            </a:r>
          </a:p>
        </p:txBody>
      </p:sp>
      <p:sp>
        <p:nvSpPr>
          <p:cNvPr id="4" name="Fonte das informações">
            <a:extLst>
              <a:ext uri="{FF2B5EF4-FFF2-40B4-BE49-F238E27FC236}">
                <a16:creationId xmlns:a16="http://schemas.microsoft.com/office/drawing/2014/main" id="{BD1ECEF4-BA2A-FA1B-4BA8-9E932788C1C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3" name="Título da Seção">
            <a:extLst>
              <a:ext uri="{FF2B5EF4-FFF2-40B4-BE49-F238E27FC236}">
                <a16:creationId xmlns:a16="http://schemas.microsoft.com/office/drawing/2014/main" id="{671149A4-F3A3-32CC-EE1D-9E509BBD18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BA85F691-D766-EC6E-7891-DA9A164E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313434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Texto+Take away lat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aixa de destaque 3">
            <a:extLst>
              <a:ext uri="{FF2B5EF4-FFF2-40B4-BE49-F238E27FC236}">
                <a16:creationId xmlns:a16="http://schemas.microsoft.com/office/drawing/2014/main" id="{6BA2A77C-E5FB-5786-998B-BF897375AA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2" name="Caixa de destaque 2">
            <a:extLst>
              <a:ext uri="{FF2B5EF4-FFF2-40B4-BE49-F238E27FC236}">
                <a16:creationId xmlns:a16="http://schemas.microsoft.com/office/drawing/2014/main" id="{B7B2C7E2-CC83-F0C2-B002-5548EA81A9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3" name="Caixa de destaque 1">
            <a:extLst>
              <a:ext uri="{FF2B5EF4-FFF2-40B4-BE49-F238E27FC236}">
                <a16:creationId xmlns:a16="http://schemas.microsoft.com/office/drawing/2014/main" id="{C9490613-9A8B-7EA8-DF78-09EEAEE806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4" name="Legendas">
            <a:extLst>
              <a:ext uri="{FF2B5EF4-FFF2-40B4-BE49-F238E27FC236}">
                <a16:creationId xmlns:a16="http://schemas.microsoft.com/office/drawing/2014/main" id="{51AE1EF1-67F8-0981-D1FD-5BD3301FD7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5" name="16pt legendas">
            <a:extLst>
              <a:ext uri="{FF2B5EF4-FFF2-40B4-BE49-F238E27FC236}">
                <a16:creationId xmlns:a16="http://schemas.microsoft.com/office/drawing/2014/main" id="{56CFFA96-68F6-9688-B831-D1A74C6387FF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6" name="Títulos legendas">
            <a:extLst>
              <a:ext uri="{FF2B5EF4-FFF2-40B4-BE49-F238E27FC236}">
                <a16:creationId xmlns:a16="http://schemas.microsoft.com/office/drawing/2014/main" id="{1BA6E514-9C25-B9AF-1EEC-9067EF532B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7" name="20pt legenda">
            <a:extLst>
              <a:ext uri="{FF2B5EF4-FFF2-40B4-BE49-F238E27FC236}">
                <a16:creationId xmlns:a16="http://schemas.microsoft.com/office/drawing/2014/main" id="{B4A4112C-67C3-5978-29D3-1D82EFA40B26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8" name="Textos terciários">
            <a:extLst>
              <a:ext uri="{FF2B5EF4-FFF2-40B4-BE49-F238E27FC236}">
                <a16:creationId xmlns:a16="http://schemas.microsoft.com/office/drawing/2014/main" id="{5B9AB459-A50B-73D6-EDCF-D40B416F10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9" name="14pt">
            <a:extLst>
              <a:ext uri="{FF2B5EF4-FFF2-40B4-BE49-F238E27FC236}">
                <a16:creationId xmlns:a16="http://schemas.microsoft.com/office/drawing/2014/main" id="{3C8E8713-F1B2-0713-18A2-BCF69D6F7C13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0" name="Textos secundários">
            <a:extLst>
              <a:ext uri="{FF2B5EF4-FFF2-40B4-BE49-F238E27FC236}">
                <a16:creationId xmlns:a16="http://schemas.microsoft.com/office/drawing/2014/main" id="{232EA2CB-04BC-1CDA-980C-6390FA3B47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61" name="16pt">
            <a:extLst>
              <a:ext uri="{FF2B5EF4-FFF2-40B4-BE49-F238E27FC236}">
                <a16:creationId xmlns:a16="http://schemas.microsoft.com/office/drawing/2014/main" id="{AA4902BA-BF72-E741-0FEB-C92966BA582A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2" name="Textos primários">
            <a:extLst>
              <a:ext uri="{FF2B5EF4-FFF2-40B4-BE49-F238E27FC236}">
                <a16:creationId xmlns:a16="http://schemas.microsoft.com/office/drawing/2014/main" id="{ED4749B9-FB54-6043-07A0-1D54DDA47E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63" name="20pt">
            <a:extLst>
              <a:ext uri="{FF2B5EF4-FFF2-40B4-BE49-F238E27FC236}">
                <a16:creationId xmlns:a16="http://schemas.microsoft.com/office/drawing/2014/main" id="{47384989-7D3C-9799-0BB3-C367513C1F95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64" name="Títulos longos">
            <a:extLst>
              <a:ext uri="{FF2B5EF4-FFF2-40B4-BE49-F238E27FC236}">
                <a16:creationId xmlns:a16="http://schemas.microsoft.com/office/drawing/2014/main" id="{F2E4DC57-510D-C56B-3118-2293BA25A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5" name="40pt">
            <a:extLst>
              <a:ext uri="{FF2B5EF4-FFF2-40B4-BE49-F238E27FC236}">
                <a16:creationId xmlns:a16="http://schemas.microsoft.com/office/drawing/2014/main" id="{C4F739FF-86C8-2C74-C607-8F313AACCF9D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6" name="Titulos curtos">
            <a:extLst>
              <a:ext uri="{FF2B5EF4-FFF2-40B4-BE49-F238E27FC236}">
                <a16:creationId xmlns:a16="http://schemas.microsoft.com/office/drawing/2014/main" id="{A85D4BBF-B7EA-A243-C8D1-37CD03212C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7" name="60pt">
            <a:extLst>
              <a:ext uri="{FF2B5EF4-FFF2-40B4-BE49-F238E27FC236}">
                <a16:creationId xmlns:a16="http://schemas.microsoft.com/office/drawing/2014/main" id="{83D1E2A5-D989-BDC3-C2ED-78334C515DDC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4" name="Take Away">
            <a:extLst>
              <a:ext uri="{FF2B5EF4-FFF2-40B4-BE49-F238E27FC236}">
                <a16:creationId xmlns:a16="http://schemas.microsoft.com/office/drawing/2014/main" id="{E395D583-4FD3-B8CD-6BAC-4A06986B20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81091" y="360068"/>
            <a:ext cx="2610909" cy="6497933"/>
          </a:xfrm>
          <a:solidFill>
            <a:srgbClr val="2C455D"/>
          </a:solidFill>
        </p:spPr>
        <p:txBody>
          <a:bodyPr lIns="360000" tIns="180000" rIns="360000" bIns="180000" anchor="ctr" anchorCtr="0">
            <a:noAutofit/>
          </a:bodyPr>
          <a:lstStyle>
            <a:lvl1pPr algn="ctr">
              <a:lnSpc>
                <a:spcPct val="110000"/>
              </a:lnSpc>
              <a:defRPr sz="1600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algn="ctr">
              <a:defRPr sz="1600" b="1">
                <a:latin typeface="Arial Nova Cond" panose="020B0506020202020204" pitchFamily="34" charset="0"/>
              </a:defRPr>
            </a:lvl3pPr>
            <a:lvl4pPr algn="ctr">
              <a:defRPr sz="1600" b="1">
                <a:latin typeface="Arial Nova Cond" panose="020B0506020202020204" pitchFamily="34" charset="0"/>
              </a:defRPr>
            </a:lvl4pPr>
            <a:lvl5pPr algn="ctr">
              <a:defRPr sz="1600" b="1">
                <a:latin typeface="Arial Nova Cond" panose="020B0506020202020204" pitchFamily="34" charset="0"/>
              </a:defRPr>
            </a:lvl5pPr>
            <a:lvl6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pt-BR"/>
              <a:t>Clique aqui para editar o texto da mensagem principal do slide</a:t>
            </a:r>
          </a:p>
        </p:txBody>
      </p:sp>
      <p:pic>
        <p:nvPicPr>
          <p:cNvPr id="8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74FBE2A9-3F5B-0479-CAC1-BD2E29284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11" name="Linha Superior">
            <a:extLst>
              <a:ext uri="{FF2B5EF4-FFF2-40B4-BE49-F238E27FC236}">
                <a16:creationId xmlns:a16="http://schemas.microsoft.com/office/drawing/2014/main" id="{563F8472-7751-BB52-822B-E0C72CCF925D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úmero do Slide">
            <a:extLst>
              <a:ext uri="{FF2B5EF4-FFF2-40B4-BE49-F238E27FC236}">
                <a16:creationId xmlns:a16="http://schemas.microsoft.com/office/drawing/2014/main" id="{3EF07FEE-10C6-4D2B-65C7-146574F46A60}"/>
              </a:ext>
            </a:extLst>
          </p:cNvPr>
          <p:cNvSpPr txBox="1">
            <a:spLocks/>
          </p:cNvSpPr>
          <p:nvPr userDrawn="1"/>
        </p:nvSpPr>
        <p:spPr>
          <a:xfrm>
            <a:off x="11334538" y="6592211"/>
            <a:ext cx="617221" cy="171579"/>
          </a:xfrm>
          <a:prstGeom prst="rect">
            <a:avLst/>
          </a:prstGeom>
        </p:spPr>
        <p:txBody>
          <a:bodyPr wrap="square" lIns="48000" tIns="24000" rIns="48000" bIns="2400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pt-BR" sz="1200" kern="1200" spc="100" smtClean="0">
                <a:solidFill>
                  <a:srgbClr val="002B49"/>
                </a:solidFill>
                <a:latin typeface="Arial Nova Light" panose="020F050202020403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79097A-DA66-4AFA-A858-50890353C321}" type="slidenum">
              <a:rPr lang="pt-BR" sz="800" smtClean="0">
                <a:solidFill>
                  <a:schemeClr val="bg1"/>
                </a:solidFill>
              </a:rPr>
              <a:pPr/>
              <a:t>‹#›</a:t>
            </a:fld>
            <a:endParaRPr lang="pt-BR" sz="800">
              <a:solidFill>
                <a:schemeClr val="bg1"/>
              </a:solidFill>
            </a:endParaRPr>
          </a:p>
        </p:txBody>
      </p:sp>
      <p:sp>
        <p:nvSpPr>
          <p:cNvPr id="9" name="Texto principal">
            <a:extLst>
              <a:ext uri="{FF2B5EF4-FFF2-40B4-BE49-F238E27FC236}">
                <a16:creationId xmlns:a16="http://schemas.microsoft.com/office/drawing/2014/main" id="{6C9D9340-9E27-F1DD-67FC-020C3DDF19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684" y="1039200"/>
            <a:ext cx="4314599" cy="283680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lang="pt-BR" dirty="0" smtClean="0"/>
            </a:lvl1pPr>
            <a:lvl2pPr>
              <a:lnSpc>
                <a:spcPct val="120000"/>
              </a:lnSpc>
              <a:spcAft>
                <a:spcPts val="0"/>
              </a:spcAft>
              <a:defRPr lang="pt-BR" dirty="0" smtClean="0"/>
            </a:lvl2pPr>
            <a:lvl5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5pPr>
            <a:lvl6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6pPr>
            <a:lvl7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7pPr>
            <a:lvl8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 smtClean="0"/>
            </a:lvl8pPr>
            <a:lvl9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/>
            </a:lvl9pPr>
          </a:lstStyle>
          <a:p>
            <a:pPr lvl="0">
              <a:spcAft>
                <a:spcPts val="0"/>
              </a:spcAft>
            </a:pPr>
            <a:r>
              <a:rPr lang="pt-BR"/>
              <a:t>Clique para editar os estilos de texto Mestres</a:t>
            </a:r>
          </a:p>
          <a:p>
            <a:pPr lvl="0">
              <a:spcAft>
                <a:spcPts val="0"/>
              </a:spcAft>
            </a:pPr>
            <a:r>
              <a:rPr lang="pt-BR"/>
              <a:t>Primeiro nível</a:t>
            </a:r>
          </a:p>
          <a:p>
            <a:pPr marL="0" lvl="1" indent="0">
              <a:spcAft>
                <a:spcPts val="0"/>
              </a:spcAft>
              <a:buNone/>
            </a:pPr>
            <a:r>
              <a:rPr lang="pt-BR"/>
              <a:t>Segundo nível</a:t>
            </a:r>
          </a:p>
          <a:p>
            <a:pPr marL="912046" lvl="4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Terceiro nível</a:t>
            </a:r>
          </a:p>
          <a:p>
            <a:pPr marL="1152058" lvl="5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Quarto nível</a:t>
            </a:r>
          </a:p>
          <a:p>
            <a:pPr marL="1392070" lvl="6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Quinto nível</a:t>
            </a:r>
          </a:p>
          <a:p>
            <a:pPr marL="1584079" lvl="7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Sexto nível</a:t>
            </a:r>
          </a:p>
          <a:p>
            <a:pPr marL="1800090" lvl="8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Sétimo nível</a:t>
            </a:r>
          </a:p>
        </p:txBody>
      </p:sp>
      <p:sp>
        <p:nvSpPr>
          <p:cNvPr id="7" name="Fonte das informações">
            <a:extLst>
              <a:ext uri="{FF2B5EF4-FFF2-40B4-BE49-F238E27FC236}">
                <a16:creationId xmlns:a16="http://schemas.microsoft.com/office/drawing/2014/main" id="{C3BD0A2C-5AE2-BBB6-0B9C-FEB1033850F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6" name="Título da Seção">
            <a:extLst>
              <a:ext uri="{FF2B5EF4-FFF2-40B4-BE49-F238E27FC236}">
                <a16:creationId xmlns:a16="http://schemas.microsoft.com/office/drawing/2014/main" id="{72D7F027-8524-B0D4-95D3-FD320D22C1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3" name="Título">
            <a:extLst>
              <a:ext uri="{FF2B5EF4-FFF2-40B4-BE49-F238E27FC236}">
                <a16:creationId xmlns:a16="http://schemas.microsoft.com/office/drawing/2014/main" id="{F6E3FA71-9BB9-5A8C-9AFB-766D3899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92400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602119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+Título+Take away lat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Caixa de destaque 3">
            <a:extLst>
              <a:ext uri="{FF2B5EF4-FFF2-40B4-BE49-F238E27FC236}">
                <a16:creationId xmlns:a16="http://schemas.microsoft.com/office/drawing/2014/main" id="{6BA2A77C-E5FB-5786-998B-BF897375AA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2" name="Caixa de destaque 2">
            <a:extLst>
              <a:ext uri="{FF2B5EF4-FFF2-40B4-BE49-F238E27FC236}">
                <a16:creationId xmlns:a16="http://schemas.microsoft.com/office/drawing/2014/main" id="{B7B2C7E2-CC83-F0C2-B002-5548EA81A9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3" name="Caixa de destaque 1">
            <a:extLst>
              <a:ext uri="{FF2B5EF4-FFF2-40B4-BE49-F238E27FC236}">
                <a16:creationId xmlns:a16="http://schemas.microsoft.com/office/drawing/2014/main" id="{C9490613-9A8B-7EA8-DF78-09EEAEE806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54" name="Legendas">
            <a:extLst>
              <a:ext uri="{FF2B5EF4-FFF2-40B4-BE49-F238E27FC236}">
                <a16:creationId xmlns:a16="http://schemas.microsoft.com/office/drawing/2014/main" id="{51AE1EF1-67F8-0981-D1FD-5BD3301FD76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5" name="16pt legendas">
            <a:extLst>
              <a:ext uri="{FF2B5EF4-FFF2-40B4-BE49-F238E27FC236}">
                <a16:creationId xmlns:a16="http://schemas.microsoft.com/office/drawing/2014/main" id="{56CFFA96-68F6-9688-B831-D1A74C6387FF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6" name="Títulos legendas">
            <a:extLst>
              <a:ext uri="{FF2B5EF4-FFF2-40B4-BE49-F238E27FC236}">
                <a16:creationId xmlns:a16="http://schemas.microsoft.com/office/drawing/2014/main" id="{1BA6E514-9C25-B9AF-1EEC-9067EF532B2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7" name="20pt legenda">
            <a:extLst>
              <a:ext uri="{FF2B5EF4-FFF2-40B4-BE49-F238E27FC236}">
                <a16:creationId xmlns:a16="http://schemas.microsoft.com/office/drawing/2014/main" id="{B4A4112C-67C3-5978-29D3-1D82EFA40B26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8" name="Textos terciários">
            <a:extLst>
              <a:ext uri="{FF2B5EF4-FFF2-40B4-BE49-F238E27FC236}">
                <a16:creationId xmlns:a16="http://schemas.microsoft.com/office/drawing/2014/main" id="{5B9AB459-A50B-73D6-EDCF-D40B416F10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9" name="14pt">
            <a:extLst>
              <a:ext uri="{FF2B5EF4-FFF2-40B4-BE49-F238E27FC236}">
                <a16:creationId xmlns:a16="http://schemas.microsoft.com/office/drawing/2014/main" id="{3C8E8713-F1B2-0713-18A2-BCF69D6F7C13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0" name="Textos secundários">
            <a:extLst>
              <a:ext uri="{FF2B5EF4-FFF2-40B4-BE49-F238E27FC236}">
                <a16:creationId xmlns:a16="http://schemas.microsoft.com/office/drawing/2014/main" id="{232EA2CB-04BC-1CDA-980C-6390FA3B47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61" name="16pt">
            <a:extLst>
              <a:ext uri="{FF2B5EF4-FFF2-40B4-BE49-F238E27FC236}">
                <a16:creationId xmlns:a16="http://schemas.microsoft.com/office/drawing/2014/main" id="{AA4902BA-BF72-E741-0FEB-C92966BA582A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62" name="Textos primários">
            <a:extLst>
              <a:ext uri="{FF2B5EF4-FFF2-40B4-BE49-F238E27FC236}">
                <a16:creationId xmlns:a16="http://schemas.microsoft.com/office/drawing/2014/main" id="{ED4749B9-FB54-6043-07A0-1D54DDA47E8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63" name="20pt">
            <a:extLst>
              <a:ext uri="{FF2B5EF4-FFF2-40B4-BE49-F238E27FC236}">
                <a16:creationId xmlns:a16="http://schemas.microsoft.com/office/drawing/2014/main" id="{47384989-7D3C-9799-0BB3-C367513C1F95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64" name="Títulos longos">
            <a:extLst>
              <a:ext uri="{FF2B5EF4-FFF2-40B4-BE49-F238E27FC236}">
                <a16:creationId xmlns:a16="http://schemas.microsoft.com/office/drawing/2014/main" id="{F2E4DC57-510D-C56B-3118-2293BA25A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5" name="40pt">
            <a:extLst>
              <a:ext uri="{FF2B5EF4-FFF2-40B4-BE49-F238E27FC236}">
                <a16:creationId xmlns:a16="http://schemas.microsoft.com/office/drawing/2014/main" id="{C4F739FF-86C8-2C74-C607-8F313AACCF9D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6" name="Titulos curtos">
            <a:extLst>
              <a:ext uri="{FF2B5EF4-FFF2-40B4-BE49-F238E27FC236}">
                <a16:creationId xmlns:a16="http://schemas.microsoft.com/office/drawing/2014/main" id="{A85D4BBF-B7EA-A243-C8D1-37CD03212C4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7" name="60pt">
            <a:extLst>
              <a:ext uri="{FF2B5EF4-FFF2-40B4-BE49-F238E27FC236}">
                <a16:creationId xmlns:a16="http://schemas.microsoft.com/office/drawing/2014/main" id="{83D1E2A5-D989-BDC3-C2ED-78334C515DDC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4" name="Take Away">
            <a:extLst>
              <a:ext uri="{FF2B5EF4-FFF2-40B4-BE49-F238E27FC236}">
                <a16:creationId xmlns:a16="http://schemas.microsoft.com/office/drawing/2014/main" id="{E395D583-4FD3-B8CD-6BAC-4A06986B20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81091" y="360068"/>
            <a:ext cx="2610909" cy="6497933"/>
          </a:xfrm>
          <a:solidFill>
            <a:srgbClr val="2C455D"/>
          </a:solidFill>
        </p:spPr>
        <p:txBody>
          <a:bodyPr lIns="360000" tIns="180000" rIns="360000" bIns="180000" anchor="ctr" anchorCtr="0">
            <a:noAutofit/>
          </a:bodyPr>
          <a:lstStyle>
            <a:lvl1pPr algn="ctr">
              <a:lnSpc>
                <a:spcPct val="110000"/>
              </a:lnSpc>
              <a:defRPr sz="1600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algn="ctr">
              <a:defRPr sz="1600" b="1">
                <a:latin typeface="Arial Nova Cond" panose="020B0506020202020204" pitchFamily="34" charset="0"/>
              </a:defRPr>
            </a:lvl3pPr>
            <a:lvl4pPr algn="ctr">
              <a:defRPr sz="1600" b="1">
                <a:latin typeface="Arial Nova Cond" panose="020B0506020202020204" pitchFamily="34" charset="0"/>
              </a:defRPr>
            </a:lvl4pPr>
            <a:lvl5pPr algn="ctr">
              <a:defRPr sz="1600" b="1">
                <a:latin typeface="Arial Nova Cond" panose="020B0506020202020204" pitchFamily="34" charset="0"/>
              </a:defRPr>
            </a:lvl5pPr>
            <a:lvl6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algn="ctr">
              <a:defRPr lang="pt-BR" sz="1600" b="1" kern="1200" spc="67" dirty="0">
                <a:solidFill>
                  <a:srgbClr val="002B49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/>
            <a:r>
              <a:rPr lang="pt-BR"/>
              <a:t>Clique aqui para editar o texto da mensagem principal do slide</a:t>
            </a:r>
          </a:p>
        </p:txBody>
      </p:sp>
      <p:pic>
        <p:nvPicPr>
          <p:cNvPr id="8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74FBE2A9-3F5B-0479-CAC1-BD2E29284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11" name="Linha Superior">
            <a:extLst>
              <a:ext uri="{FF2B5EF4-FFF2-40B4-BE49-F238E27FC236}">
                <a16:creationId xmlns:a16="http://schemas.microsoft.com/office/drawing/2014/main" id="{563F8472-7751-BB52-822B-E0C72CCF925D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Número do Slide">
            <a:extLst>
              <a:ext uri="{FF2B5EF4-FFF2-40B4-BE49-F238E27FC236}">
                <a16:creationId xmlns:a16="http://schemas.microsoft.com/office/drawing/2014/main" id="{3EF07FEE-10C6-4D2B-65C7-146574F46A60}"/>
              </a:ext>
            </a:extLst>
          </p:cNvPr>
          <p:cNvSpPr txBox="1">
            <a:spLocks/>
          </p:cNvSpPr>
          <p:nvPr userDrawn="1"/>
        </p:nvSpPr>
        <p:spPr>
          <a:xfrm>
            <a:off x="11334538" y="6592211"/>
            <a:ext cx="617221" cy="171579"/>
          </a:xfrm>
          <a:prstGeom prst="rect">
            <a:avLst/>
          </a:prstGeom>
        </p:spPr>
        <p:txBody>
          <a:bodyPr wrap="square" lIns="48000" tIns="24000" rIns="48000" bIns="2400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pt-BR" sz="1200" kern="1200" spc="100" smtClean="0">
                <a:solidFill>
                  <a:srgbClr val="002B49"/>
                </a:solidFill>
                <a:latin typeface="Arial Nova Light" panose="020F050202020403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79097A-DA66-4AFA-A858-50890353C321}" type="slidenum">
              <a:rPr lang="pt-BR" sz="800" smtClean="0">
                <a:solidFill>
                  <a:schemeClr val="bg1"/>
                </a:solidFill>
              </a:rPr>
              <a:pPr/>
              <a:t>‹#›</a:t>
            </a:fld>
            <a:endParaRPr lang="pt-BR" sz="800">
              <a:solidFill>
                <a:schemeClr val="bg1"/>
              </a:solidFill>
            </a:endParaRPr>
          </a:p>
        </p:txBody>
      </p:sp>
      <p:sp>
        <p:nvSpPr>
          <p:cNvPr id="6" name="Fonte das informações">
            <a:extLst>
              <a:ext uri="{FF2B5EF4-FFF2-40B4-BE49-F238E27FC236}">
                <a16:creationId xmlns:a16="http://schemas.microsoft.com/office/drawing/2014/main" id="{DF4CB38C-9942-B575-3BA7-82D86D27C30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92456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3" name="Título da Seção">
            <a:extLst>
              <a:ext uri="{FF2B5EF4-FFF2-40B4-BE49-F238E27FC236}">
                <a16:creationId xmlns:a16="http://schemas.microsoft.com/office/drawing/2014/main" id="{74B0932A-1A04-6D1C-EE89-07EF9A55D3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0BF28285-2304-8003-F751-81B1B21A6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096604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aixa de destaque 3">
            <a:extLst>
              <a:ext uri="{FF2B5EF4-FFF2-40B4-BE49-F238E27FC236}">
                <a16:creationId xmlns:a16="http://schemas.microsoft.com/office/drawing/2014/main" id="{C8E20F14-0327-FF41-B07D-5AA8BDE4B9C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7" name="Caixa de destaque 2">
            <a:extLst>
              <a:ext uri="{FF2B5EF4-FFF2-40B4-BE49-F238E27FC236}">
                <a16:creationId xmlns:a16="http://schemas.microsoft.com/office/drawing/2014/main" id="{43515BE7-DDE1-739F-DF93-FDE2B08142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8" name="Caixa de destaque 1">
            <a:extLst>
              <a:ext uri="{FF2B5EF4-FFF2-40B4-BE49-F238E27FC236}">
                <a16:creationId xmlns:a16="http://schemas.microsoft.com/office/drawing/2014/main" id="{F3F1C369-EF59-EB04-6130-578FC686FC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9" name="Legendas">
            <a:extLst>
              <a:ext uri="{FF2B5EF4-FFF2-40B4-BE49-F238E27FC236}">
                <a16:creationId xmlns:a16="http://schemas.microsoft.com/office/drawing/2014/main" id="{F1C83D47-B1AF-E4D9-25A8-2748FD0EE4C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50" name="16pt legendas">
            <a:extLst>
              <a:ext uri="{FF2B5EF4-FFF2-40B4-BE49-F238E27FC236}">
                <a16:creationId xmlns:a16="http://schemas.microsoft.com/office/drawing/2014/main" id="{0A097FD7-81BF-AA0D-0D36-BE8E5491B175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1" name="Títulos legendas">
            <a:extLst>
              <a:ext uri="{FF2B5EF4-FFF2-40B4-BE49-F238E27FC236}">
                <a16:creationId xmlns:a16="http://schemas.microsoft.com/office/drawing/2014/main" id="{C89F4CC1-0B9B-94CF-5918-9FD3C30C188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52" name="20pt legenda">
            <a:extLst>
              <a:ext uri="{FF2B5EF4-FFF2-40B4-BE49-F238E27FC236}">
                <a16:creationId xmlns:a16="http://schemas.microsoft.com/office/drawing/2014/main" id="{30F8DA46-CFAB-CA8E-A156-F3C352DED079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53" name="Textos terciários">
            <a:extLst>
              <a:ext uri="{FF2B5EF4-FFF2-40B4-BE49-F238E27FC236}">
                <a16:creationId xmlns:a16="http://schemas.microsoft.com/office/drawing/2014/main" id="{2FF48CF7-D152-76F3-8C12-2C96CE0590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4" name="14pt">
            <a:extLst>
              <a:ext uri="{FF2B5EF4-FFF2-40B4-BE49-F238E27FC236}">
                <a16:creationId xmlns:a16="http://schemas.microsoft.com/office/drawing/2014/main" id="{BD1A76C7-8A58-C604-BC09-E9747FB03AF2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5" name="Textos secundários">
            <a:extLst>
              <a:ext uri="{FF2B5EF4-FFF2-40B4-BE49-F238E27FC236}">
                <a16:creationId xmlns:a16="http://schemas.microsoft.com/office/drawing/2014/main" id="{98337ED0-5579-965C-36C3-C33CD8B1A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6" name="16pt">
            <a:extLst>
              <a:ext uri="{FF2B5EF4-FFF2-40B4-BE49-F238E27FC236}">
                <a16:creationId xmlns:a16="http://schemas.microsoft.com/office/drawing/2014/main" id="{E5DD9FF0-5040-5B47-C982-0A1266036678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7" name="Textos primários">
            <a:extLst>
              <a:ext uri="{FF2B5EF4-FFF2-40B4-BE49-F238E27FC236}">
                <a16:creationId xmlns:a16="http://schemas.microsoft.com/office/drawing/2014/main" id="{B7BF5679-AEDB-320C-3520-8AF2F3BC40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58" name="20pt">
            <a:extLst>
              <a:ext uri="{FF2B5EF4-FFF2-40B4-BE49-F238E27FC236}">
                <a16:creationId xmlns:a16="http://schemas.microsoft.com/office/drawing/2014/main" id="{37D6880E-E243-DF5B-C620-E651CF57D5E7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59" name="Títulos longos">
            <a:extLst>
              <a:ext uri="{FF2B5EF4-FFF2-40B4-BE49-F238E27FC236}">
                <a16:creationId xmlns:a16="http://schemas.microsoft.com/office/drawing/2014/main" id="{ABFB6E4C-72A7-F1DA-2E2E-B3C91D17AA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60" name="40pt">
            <a:extLst>
              <a:ext uri="{FF2B5EF4-FFF2-40B4-BE49-F238E27FC236}">
                <a16:creationId xmlns:a16="http://schemas.microsoft.com/office/drawing/2014/main" id="{20E2247B-8F7F-77F1-4B10-C4CD6D2580C9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61" name="Titulos curtos">
            <a:extLst>
              <a:ext uri="{FF2B5EF4-FFF2-40B4-BE49-F238E27FC236}">
                <a16:creationId xmlns:a16="http://schemas.microsoft.com/office/drawing/2014/main" id="{49E793AA-F850-230A-82F4-499D0D75078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62" name="60pt">
            <a:extLst>
              <a:ext uri="{FF2B5EF4-FFF2-40B4-BE49-F238E27FC236}">
                <a16:creationId xmlns:a16="http://schemas.microsoft.com/office/drawing/2014/main" id="{EFFA7E08-486B-245C-0977-58B38A28E668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42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36059F09-BEEF-A71F-7FCE-59075D8833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43" name="Linha Superior">
            <a:extLst>
              <a:ext uri="{FF2B5EF4-FFF2-40B4-BE49-F238E27FC236}">
                <a16:creationId xmlns:a16="http://schemas.microsoft.com/office/drawing/2014/main" id="{08D1E4B3-0A60-4B72-7926-CACCCFEFDEC9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nte das informações">
            <a:extLst>
              <a:ext uri="{FF2B5EF4-FFF2-40B4-BE49-F238E27FC236}">
                <a16:creationId xmlns:a16="http://schemas.microsoft.com/office/drawing/2014/main" id="{447CE037-A1FD-023E-C64C-F11E167518C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2" name="Título da Seção">
            <a:extLst>
              <a:ext uri="{FF2B5EF4-FFF2-40B4-BE49-F238E27FC236}">
                <a16:creationId xmlns:a16="http://schemas.microsoft.com/office/drawing/2014/main" id="{461369A2-BF6E-9289-5655-2576C3BC92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</p:spTree>
    <p:extLst>
      <p:ext uri="{BB962C8B-B14F-4D97-AF65-F5344CB8AC3E}">
        <p14:creationId xmlns:p14="http://schemas.microsoft.com/office/powerpoint/2010/main" val="417723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zio co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aixa de destaque 3">
            <a:extLst>
              <a:ext uri="{FF2B5EF4-FFF2-40B4-BE49-F238E27FC236}">
                <a16:creationId xmlns:a16="http://schemas.microsoft.com/office/drawing/2014/main" id="{15D37064-6BD1-9AC9-991D-40F9DE917C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7" name="Caixa de destaque 2">
            <a:extLst>
              <a:ext uri="{FF2B5EF4-FFF2-40B4-BE49-F238E27FC236}">
                <a16:creationId xmlns:a16="http://schemas.microsoft.com/office/drawing/2014/main" id="{C0714BBF-952E-6ACD-0653-4FEA5F61F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8" name="Caixa de destaque 1">
            <a:extLst>
              <a:ext uri="{FF2B5EF4-FFF2-40B4-BE49-F238E27FC236}">
                <a16:creationId xmlns:a16="http://schemas.microsoft.com/office/drawing/2014/main" id="{7BD302EF-2F81-E848-0457-43E7C74348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9" name="Legendas">
            <a:extLst>
              <a:ext uri="{FF2B5EF4-FFF2-40B4-BE49-F238E27FC236}">
                <a16:creationId xmlns:a16="http://schemas.microsoft.com/office/drawing/2014/main" id="{9BC3775C-F081-8A28-0932-D29A9AC8319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70" name="16pt legendas">
            <a:extLst>
              <a:ext uri="{FF2B5EF4-FFF2-40B4-BE49-F238E27FC236}">
                <a16:creationId xmlns:a16="http://schemas.microsoft.com/office/drawing/2014/main" id="{B345AD1E-D352-ABEE-AEFD-2C56D3627E91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1" name="Títulos legendas">
            <a:extLst>
              <a:ext uri="{FF2B5EF4-FFF2-40B4-BE49-F238E27FC236}">
                <a16:creationId xmlns:a16="http://schemas.microsoft.com/office/drawing/2014/main" id="{30758417-AC69-0755-FC81-DB03C34978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72" name="20pt legenda">
            <a:extLst>
              <a:ext uri="{FF2B5EF4-FFF2-40B4-BE49-F238E27FC236}">
                <a16:creationId xmlns:a16="http://schemas.microsoft.com/office/drawing/2014/main" id="{E01CEAAC-1BB1-D02E-D4D2-943AAC6E6C9C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3" name="Textos terciários">
            <a:extLst>
              <a:ext uri="{FF2B5EF4-FFF2-40B4-BE49-F238E27FC236}">
                <a16:creationId xmlns:a16="http://schemas.microsoft.com/office/drawing/2014/main" id="{690ADE4A-6C71-CE6E-17C8-4A813191C3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4" name="14pt">
            <a:extLst>
              <a:ext uri="{FF2B5EF4-FFF2-40B4-BE49-F238E27FC236}">
                <a16:creationId xmlns:a16="http://schemas.microsoft.com/office/drawing/2014/main" id="{0BD82669-2991-2201-EACC-BE1373B607D0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5" name="Textos secundários">
            <a:extLst>
              <a:ext uri="{FF2B5EF4-FFF2-40B4-BE49-F238E27FC236}">
                <a16:creationId xmlns:a16="http://schemas.microsoft.com/office/drawing/2014/main" id="{BE652D1C-51BA-E879-E6FD-7ED4EBD858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6" name="16pt">
            <a:extLst>
              <a:ext uri="{FF2B5EF4-FFF2-40B4-BE49-F238E27FC236}">
                <a16:creationId xmlns:a16="http://schemas.microsoft.com/office/drawing/2014/main" id="{C3356913-31DA-2462-1120-0080F65F6BCF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7" name="Textos primários">
            <a:extLst>
              <a:ext uri="{FF2B5EF4-FFF2-40B4-BE49-F238E27FC236}">
                <a16:creationId xmlns:a16="http://schemas.microsoft.com/office/drawing/2014/main" id="{AD5CE93E-464C-912F-3B30-D3169EB3B7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78" name="20pt">
            <a:extLst>
              <a:ext uri="{FF2B5EF4-FFF2-40B4-BE49-F238E27FC236}">
                <a16:creationId xmlns:a16="http://schemas.microsoft.com/office/drawing/2014/main" id="{93305C73-0E75-65F4-86EA-839EBE59A5E6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79" name="Títulos longos">
            <a:extLst>
              <a:ext uri="{FF2B5EF4-FFF2-40B4-BE49-F238E27FC236}">
                <a16:creationId xmlns:a16="http://schemas.microsoft.com/office/drawing/2014/main" id="{69419E6B-1F56-11D0-D673-20A3983E80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80" name="40pt">
            <a:extLst>
              <a:ext uri="{FF2B5EF4-FFF2-40B4-BE49-F238E27FC236}">
                <a16:creationId xmlns:a16="http://schemas.microsoft.com/office/drawing/2014/main" id="{56414144-783D-79EB-D3D8-E881480203C6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81" name="Titulos curtos">
            <a:extLst>
              <a:ext uri="{FF2B5EF4-FFF2-40B4-BE49-F238E27FC236}">
                <a16:creationId xmlns:a16="http://schemas.microsoft.com/office/drawing/2014/main" id="{B5649433-EB0A-73F6-538B-8E450CE20D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82" name="60pt">
            <a:extLst>
              <a:ext uri="{FF2B5EF4-FFF2-40B4-BE49-F238E27FC236}">
                <a16:creationId xmlns:a16="http://schemas.microsoft.com/office/drawing/2014/main" id="{0C278555-2DD9-26F2-0DF8-9D32D2D95EAD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62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88FD940B-54AA-601F-42B7-5E49DC5F62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63" name="Linha Superior">
            <a:extLst>
              <a:ext uri="{FF2B5EF4-FFF2-40B4-BE49-F238E27FC236}">
                <a16:creationId xmlns:a16="http://schemas.microsoft.com/office/drawing/2014/main" id="{8AFF54A6-DB2B-613E-3A92-DFCDA76C0677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nte das informações">
            <a:extLst>
              <a:ext uri="{FF2B5EF4-FFF2-40B4-BE49-F238E27FC236}">
                <a16:creationId xmlns:a16="http://schemas.microsoft.com/office/drawing/2014/main" id="{D9D1D64B-1A33-BE69-2C43-42D8727605A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</p:spTree>
    <p:extLst>
      <p:ext uri="{BB962C8B-B14F-4D97-AF65-F5344CB8AC3E}">
        <p14:creationId xmlns:p14="http://schemas.microsoft.com/office/powerpoint/2010/main" val="2533671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z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aixa de destaque 3">
            <a:extLst>
              <a:ext uri="{FF2B5EF4-FFF2-40B4-BE49-F238E27FC236}">
                <a16:creationId xmlns:a16="http://schemas.microsoft.com/office/drawing/2014/main" id="{8A8BFDFA-35A4-326E-E35F-4D44BBCFBE2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1" name="Caixa de destaque 2">
            <a:extLst>
              <a:ext uri="{FF2B5EF4-FFF2-40B4-BE49-F238E27FC236}">
                <a16:creationId xmlns:a16="http://schemas.microsoft.com/office/drawing/2014/main" id="{8C8720DE-609D-D011-8F76-232B15F8BB4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2" name="Caixa de destaque 1">
            <a:extLst>
              <a:ext uri="{FF2B5EF4-FFF2-40B4-BE49-F238E27FC236}">
                <a16:creationId xmlns:a16="http://schemas.microsoft.com/office/drawing/2014/main" id="{AAC2E95A-E94A-3E68-9C98-0D953942EE0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43" name="Legendas">
            <a:extLst>
              <a:ext uri="{FF2B5EF4-FFF2-40B4-BE49-F238E27FC236}">
                <a16:creationId xmlns:a16="http://schemas.microsoft.com/office/drawing/2014/main" id="{C2B635AC-5628-284B-29BB-429E4B08F1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44" name="16pt legendas">
            <a:extLst>
              <a:ext uri="{FF2B5EF4-FFF2-40B4-BE49-F238E27FC236}">
                <a16:creationId xmlns:a16="http://schemas.microsoft.com/office/drawing/2014/main" id="{8F17D377-02DE-5DE9-CB5C-C63327B3CB89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45" name="Títulos legendas">
            <a:extLst>
              <a:ext uri="{FF2B5EF4-FFF2-40B4-BE49-F238E27FC236}">
                <a16:creationId xmlns:a16="http://schemas.microsoft.com/office/drawing/2014/main" id="{440FD113-1FBF-D9FD-A2A9-30967B261F3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46" name="20pt legenda">
            <a:extLst>
              <a:ext uri="{FF2B5EF4-FFF2-40B4-BE49-F238E27FC236}">
                <a16:creationId xmlns:a16="http://schemas.microsoft.com/office/drawing/2014/main" id="{19ED1BB4-DC2A-5EC3-525A-E0BEA8ED2C57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47" name="Textos terciários">
            <a:extLst>
              <a:ext uri="{FF2B5EF4-FFF2-40B4-BE49-F238E27FC236}">
                <a16:creationId xmlns:a16="http://schemas.microsoft.com/office/drawing/2014/main" id="{5115EE64-C187-B5EB-4C2A-65BE37C50E1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48" name="14pt">
            <a:extLst>
              <a:ext uri="{FF2B5EF4-FFF2-40B4-BE49-F238E27FC236}">
                <a16:creationId xmlns:a16="http://schemas.microsoft.com/office/drawing/2014/main" id="{CC8E390C-855B-FDDB-6125-28B007B0715F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49" name="Textos secundários">
            <a:extLst>
              <a:ext uri="{FF2B5EF4-FFF2-40B4-BE49-F238E27FC236}">
                <a16:creationId xmlns:a16="http://schemas.microsoft.com/office/drawing/2014/main" id="{3A2225FB-4B8E-4951-DD8A-AFCD2DC221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50" name="16pt">
            <a:extLst>
              <a:ext uri="{FF2B5EF4-FFF2-40B4-BE49-F238E27FC236}">
                <a16:creationId xmlns:a16="http://schemas.microsoft.com/office/drawing/2014/main" id="{D39EE2BC-EFBD-CF21-4FE7-E3CF4D79408B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51" name="Textos primários">
            <a:extLst>
              <a:ext uri="{FF2B5EF4-FFF2-40B4-BE49-F238E27FC236}">
                <a16:creationId xmlns:a16="http://schemas.microsoft.com/office/drawing/2014/main" id="{9276EC8D-8BB4-902F-B305-C19E9235B4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52" name="20pt">
            <a:extLst>
              <a:ext uri="{FF2B5EF4-FFF2-40B4-BE49-F238E27FC236}">
                <a16:creationId xmlns:a16="http://schemas.microsoft.com/office/drawing/2014/main" id="{E21C8CD4-8DFC-A633-9C36-541CD2A3E03C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53" name="Títulos longos">
            <a:extLst>
              <a:ext uri="{FF2B5EF4-FFF2-40B4-BE49-F238E27FC236}">
                <a16:creationId xmlns:a16="http://schemas.microsoft.com/office/drawing/2014/main" id="{EC6574A3-E562-C788-BAE4-FCF92BFA38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54" name="40pt">
            <a:extLst>
              <a:ext uri="{FF2B5EF4-FFF2-40B4-BE49-F238E27FC236}">
                <a16:creationId xmlns:a16="http://schemas.microsoft.com/office/drawing/2014/main" id="{CEC9A87B-680F-9D34-A484-AC9FC3C0D867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55" name="Titulos curtos">
            <a:extLst>
              <a:ext uri="{FF2B5EF4-FFF2-40B4-BE49-F238E27FC236}">
                <a16:creationId xmlns:a16="http://schemas.microsoft.com/office/drawing/2014/main" id="{D3A8B977-C16E-E36C-C064-95B859B6B7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56" name="60pt">
            <a:extLst>
              <a:ext uri="{FF2B5EF4-FFF2-40B4-BE49-F238E27FC236}">
                <a16:creationId xmlns:a16="http://schemas.microsoft.com/office/drawing/2014/main" id="{6CE79EFF-5185-C510-B31A-CD3F2DDB5308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sp>
        <p:nvSpPr>
          <p:cNvPr id="2" name="Fonte das informações">
            <a:extLst>
              <a:ext uri="{FF2B5EF4-FFF2-40B4-BE49-F238E27FC236}">
                <a16:creationId xmlns:a16="http://schemas.microsoft.com/office/drawing/2014/main" id="{3471F4C5-99A6-34C6-6C1D-0A706D32E7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</p:spTree>
    <p:extLst>
      <p:ext uri="{BB962C8B-B14F-4D97-AF65-F5344CB8AC3E}">
        <p14:creationId xmlns:p14="http://schemas.microsoft.com/office/powerpoint/2010/main" val="3062696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_Seção+Título Central+Rodapé+Logo+Lin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de fundo" descr="Padrão do plano de fundo&#10;&#10;Descrição gerada automaticamente">
            <a:extLst>
              <a:ext uri="{FF2B5EF4-FFF2-40B4-BE49-F238E27FC236}">
                <a16:creationId xmlns:a16="http://schemas.microsoft.com/office/drawing/2014/main" id="{6D5C7934-E469-1836-3754-5A90E5A8C5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3" name="Caixa de destaque 3">
            <a:extLst>
              <a:ext uri="{FF2B5EF4-FFF2-40B4-BE49-F238E27FC236}">
                <a16:creationId xmlns:a16="http://schemas.microsoft.com/office/drawing/2014/main" id="{C03CC7BC-68BE-EB6E-5735-1D194F81488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4" name="Caixa de destaque 2">
            <a:extLst>
              <a:ext uri="{FF2B5EF4-FFF2-40B4-BE49-F238E27FC236}">
                <a16:creationId xmlns:a16="http://schemas.microsoft.com/office/drawing/2014/main" id="{88FB4899-352A-7DF5-0F67-8094A8D27F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5" name="Caixa de destaque 1">
            <a:extLst>
              <a:ext uri="{FF2B5EF4-FFF2-40B4-BE49-F238E27FC236}">
                <a16:creationId xmlns:a16="http://schemas.microsoft.com/office/drawing/2014/main" id="{39B0773C-2A3A-C94A-333E-BAEF89144B6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6" name="Legendas">
            <a:extLst>
              <a:ext uri="{FF2B5EF4-FFF2-40B4-BE49-F238E27FC236}">
                <a16:creationId xmlns:a16="http://schemas.microsoft.com/office/drawing/2014/main" id="{042359B4-3804-1822-F736-666A051FCE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67" name="16pt legendas">
            <a:extLst>
              <a:ext uri="{FF2B5EF4-FFF2-40B4-BE49-F238E27FC236}">
                <a16:creationId xmlns:a16="http://schemas.microsoft.com/office/drawing/2014/main" id="{BF085A20-F6BC-6C4B-F247-5AA57A7C12B4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68" name="Títulos legendas">
            <a:extLst>
              <a:ext uri="{FF2B5EF4-FFF2-40B4-BE49-F238E27FC236}">
                <a16:creationId xmlns:a16="http://schemas.microsoft.com/office/drawing/2014/main" id="{8BC4AAB8-3B67-1C01-9F0A-C1A24E2B5D3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69" name="20pt legenda">
            <a:extLst>
              <a:ext uri="{FF2B5EF4-FFF2-40B4-BE49-F238E27FC236}">
                <a16:creationId xmlns:a16="http://schemas.microsoft.com/office/drawing/2014/main" id="{162E00AF-91F2-A9F9-7E86-00B3121E99EA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0" name="Textos terciários">
            <a:extLst>
              <a:ext uri="{FF2B5EF4-FFF2-40B4-BE49-F238E27FC236}">
                <a16:creationId xmlns:a16="http://schemas.microsoft.com/office/drawing/2014/main" id="{D6BB4EC2-4314-FB89-1F03-70BD64AC14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1" name="14pt">
            <a:extLst>
              <a:ext uri="{FF2B5EF4-FFF2-40B4-BE49-F238E27FC236}">
                <a16:creationId xmlns:a16="http://schemas.microsoft.com/office/drawing/2014/main" id="{2A22D9D4-8743-04EE-B814-D9B7F4F0AC3F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2" name="Textos secundários">
            <a:extLst>
              <a:ext uri="{FF2B5EF4-FFF2-40B4-BE49-F238E27FC236}">
                <a16:creationId xmlns:a16="http://schemas.microsoft.com/office/drawing/2014/main" id="{28A872D5-746D-8142-A220-FCD2A7391A8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3" name="16pt">
            <a:extLst>
              <a:ext uri="{FF2B5EF4-FFF2-40B4-BE49-F238E27FC236}">
                <a16:creationId xmlns:a16="http://schemas.microsoft.com/office/drawing/2014/main" id="{31B966FD-010E-F6B8-3967-A59EB9131644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4" name="Textos primários">
            <a:extLst>
              <a:ext uri="{FF2B5EF4-FFF2-40B4-BE49-F238E27FC236}">
                <a16:creationId xmlns:a16="http://schemas.microsoft.com/office/drawing/2014/main" id="{2F9143FA-CB33-BDD1-AA51-3F27E1054BE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75" name="20pt">
            <a:extLst>
              <a:ext uri="{FF2B5EF4-FFF2-40B4-BE49-F238E27FC236}">
                <a16:creationId xmlns:a16="http://schemas.microsoft.com/office/drawing/2014/main" id="{CD65E581-1E41-2910-6A34-F01D28A6B007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76" name="Títulos longos">
            <a:extLst>
              <a:ext uri="{FF2B5EF4-FFF2-40B4-BE49-F238E27FC236}">
                <a16:creationId xmlns:a16="http://schemas.microsoft.com/office/drawing/2014/main" id="{FC66ABF5-ACF3-9635-F762-19B4EEAC69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77" name="40pt">
            <a:extLst>
              <a:ext uri="{FF2B5EF4-FFF2-40B4-BE49-F238E27FC236}">
                <a16:creationId xmlns:a16="http://schemas.microsoft.com/office/drawing/2014/main" id="{6FA73E4E-94BD-CD22-B3DC-32D2D0EFF912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78" name="Titulos curtos">
            <a:extLst>
              <a:ext uri="{FF2B5EF4-FFF2-40B4-BE49-F238E27FC236}">
                <a16:creationId xmlns:a16="http://schemas.microsoft.com/office/drawing/2014/main" id="{228112EB-AF3A-31D6-96FC-99862F5898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79" name="60pt">
            <a:extLst>
              <a:ext uri="{FF2B5EF4-FFF2-40B4-BE49-F238E27FC236}">
                <a16:creationId xmlns:a16="http://schemas.microsoft.com/office/drawing/2014/main" id="{5E3B3DFB-54BF-0BBE-EA21-6D1439969FC5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42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F116FAA7-E9A0-0461-E71B-C40317F139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43" name="Linha Superior">
            <a:extLst>
              <a:ext uri="{FF2B5EF4-FFF2-40B4-BE49-F238E27FC236}">
                <a16:creationId xmlns:a16="http://schemas.microsoft.com/office/drawing/2014/main" id="{AE2E2BF2-2A75-738C-576E-DDC18EDECDF7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nte das informações">
            <a:extLst>
              <a:ext uri="{FF2B5EF4-FFF2-40B4-BE49-F238E27FC236}">
                <a16:creationId xmlns:a16="http://schemas.microsoft.com/office/drawing/2014/main" id="{1DF77010-865C-97C8-4553-03CB51B4A12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2" name="Título da Seção">
            <a:extLst>
              <a:ext uri="{FF2B5EF4-FFF2-40B4-BE49-F238E27FC236}">
                <a16:creationId xmlns:a16="http://schemas.microsoft.com/office/drawing/2014/main" id="{9ED2EAFB-5C0B-234F-FDFA-F4F2C99FDE3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31" name="Título">
            <a:extLst>
              <a:ext uri="{FF2B5EF4-FFF2-40B4-BE49-F238E27FC236}">
                <a16:creationId xmlns:a16="http://schemas.microsoft.com/office/drawing/2014/main" id="{9E0AF422-03DC-AD77-4145-967BB8B26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079642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4242953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ENCIAIS &lt;APENAS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74FBE2A9-3F5B-0479-CAC1-BD2E29284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11" name="Linha Superior">
            <a:extLst>
              <a:ext uri="{FF2B5EF4-FFF2-40B4-BE49-F238E27FC236}">
                <a16:creationId xmlns:a16="http://schemas.microsoft.com/office/drawing/2014/main" id="{563F8472-7751-BB52-822B-E0C72CCF925D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5DF40E90-D01C-44BA-D1DD-0BF5D3C4B7C8}"/>
              </a:ext>
            </a:extLst>
          </p:cNvPr>
          <p:cNvSpPr/>
          <p:nvPr userDrawn="1"/>
        </p:nvSpPr>
        <p:spPr>
          <a:xfrm>
            <a:off x="-4786009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0CB046B-5F9D-DDD7-0214-6C8443BEF60E}"/>
              </a:ext>
            </a:extLst>
          </p:cNvPr>
          <p:cNvSpPr/>
          <p:nvPr userDrawn="1"/>
        </p:nvSpPr>
        <p:spPr>
          <a:xfrm>
            <a:off x="12684868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230668C-4A6D-19A4-02CC-6C32EEFC3987}"/>
              </a:ext>
            </a:extLst>
          </p:cNvPr>
          <p:cNvSpPr/>
          <p:nvPr userDrawn="1"/>
        </p:nvSpPr>
        <p:spPr>
          <a:xfrm>
            <a:off x="-2933" y="0"/>
            <a:ext cx="240000" cy="6859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vert="vert270" lIns="0" tIns="456000" rIns="0" bIns="0" anchor="ctr"/>
          <a:lstStyle/>
          <a:p>
            <a:pPr lvl="0" indent="0" algn="r" defTabSz="91444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pt-BR" sz="1067" spc="67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214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ITUCIONAL &lt;APENAS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74FBE2A9-3F5B-0479-CAC1-BD2E292845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11" name="Linha Superior">
            <a:extLst>
              <a:ext uri="{FF2B5EF4-FFF2-40B4-BE49-F238E27FC236}">
                <a16:creationId xmlns:a16="http://schemas.microsoft.com/office/drawing/2014/main" id="{563F8472-7751-BB52-822B-E0C72CCF925D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id="{5DF40E90-D01C-44BA-D1DD-0BF5D3C4B7C8}"/>
              </a:ext>
            </a:extLst>
          </p:cNvPr>
          <p:cNvSpPr/>
          <p:nvPr userDrawn="1"/>
        </p:nvSpPr>
        <p:spPr>
          <a:xfrm>
            <a:off x="-4786009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0CB046B-5F9D-DDD7-0214-6C8443BEF60E}"/>
              </a:ext>
            </a:extLst>
          </p:cNvPr>
          <p:cNvSpPr/>
          <p:nvPr userDrawn="1"/>
        </p:nvSpPr>
        <p:spPr>
          <a:xfrm>
            <a:off x="12684868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26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ITUCIONAL Serviços &lt;APENAS&g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Fundo Azul Claro" descr="Pássaro voando no céu&#10;&#10;Descrição gerada automaticamente com confiança média">
            <a:extLst>
              <a:ext uri="{FF2B5EF4-FFF2-40B4-BE49-F238E27FC236}">
                <a16:creationId xmlns:a16="http://schemas.microsoft.com/office/drawing/2014/main" id="{42DC824F-6714-042F-D1C4-5A5C72B70A5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Logo A&amp;M Azul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A5AE6A0A-4373-D28E-5DF8-4DAF198C2F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01A89BD-11E2-2050-9879-5BDF0307947A}"/>
              </a:ext>
            </a:extLst>
          </p:cNvPr>
          <p:cNvSpPr txBox="1"/>
          <p:nvPr userDrawn="1"/>
        </p:nvSpPr>
        <p:spPr>
          <a:xfrm>
            <a:off x="7514184" y="1024467"/>
            <a:ext cx="1014665" cy="293753"/>
          </a:xfrm>
          <a:prstGeom prst="roundRect">
            <a:avLst>
              <a:gd name="adj" fmla="val 50000"/>
            </a:avLst>
          </a:prstGeom>
          <a:solidFill>
            <a:srgbClr val="5E8AB4"/>
          </a:solidFill>
          <a:ln>
            <a:noFill/>
          </a:ln>
        </p:spPr>
        <p:txBody>
          <a:bodyPr wrap="square" lIns="0" tIns="12000" rIns="0" bIns="12000" rtlCol="0">
            <a:spAutoFit/>
          </a:bodyPr>
          <a:lstStyle/>
          <a:p>
            <a:pPr algn="ctr"/>
            <a:r>
              <a:rPr lang="pt-BR" sz="1200" spc="67">
                <a:solidFill>
                  <a:schemeClr val="bg1"/>
                </a:solidFill>
                <a:latin typeface="Arial Nova Cond" panose="020B0506020202020204" pitchFamily="34" charset="0"/>
              </a:rPr>
              <a:t>PRODUTOS</a:t>
            </a:r>
          </a:p>
        </p:txBody>
      </p: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BE59CC37-074E-D74E-123E-D9C85A1081A3}"/>
              </a:ext>
            </a:extLst>
          </p:cNvPr>
          <p:cNvCxnSpPr>
            <a:cxnSpLocks/>
          </p:cNvCxnSpPr>
          <p:nvPr userDrawn="1"/>
        </p:nvCxnSpPr>
        <p:spPr>
          <a:xfrm flipH="1">
            <a:off x="221393" y="5052483"/>
            <a:ext cx="68796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A15B9070-B71F-215C-E084-849C231BD47B}"/>
              </a:ext>
            </a:extLst>
          </p:cNvPr>
          <p:cNvCxnSpPr>
            <a:cxnSpLocks/>
          </p:cNvCxnSpPr>
          <p:nvPr userDrawn="1"/>
        </p:nvCxnSpPr>
        <p:spPr>
          <a:xfrm>
            <a:off x="7307600" y="1024467"/>
            <a:ext cx="0" cy="547264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spaço Reservado para Texto 45">
            <a:extLst>
              <a:ext uri="{FF2B5EF4-FFF2-40B4-BE49-F238E27FC236}">
                <a16:creationId xmlns:a16="http://schemas.microsoft.com/office/drawing/2014/main" id="{3B5D04B6-10B8-7329-3B5B-5D47ED8D15F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514184" y="1449982"/>
            <a:ext cx="2097600" cy="5047006"/>
          </a:xfrm>
        </p:spPr>
        <p:txBody>
          <a:bodyPr anchor="t">
            <a:noAutofit/>
          </a:bodyPr>
          <a:lstStyle>
            <a:lvl1pPr algn="l" defTabSz="914446" rtl="0" eaLnBrk="1" latinLnBrk="0" hangingPunct="1">
              <a:lnSpc>
                <a:spcPct val="110000"/>
              </a:lnSpc>
              <a:spcBef>
                <a:spcPts val="1333"/>
              </a:spcBef>
              <a:buFont typeface="Arial" panose="020B0604020202020204" pitchFamily="34" charset="0"/>
              <a:defRPr lang="pt-BR" sz="12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7" name="Espaço Reservado para Texto 45">
            <a:extLst>
              <a:ext uri="{FF2B5EF4-FFF2-40B4-BE49-F238E27FC236}">
                <a16:creationId xmlns:a16="http://schemas.microsoft.com/office/drawing/2014/main" id="{B05FEDD3-AAE5-FA68-6CC0-BBE15210446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853085" y="1449766"/>
            <a:ext cx="2097600" cy="5047006"/>
          </a:xfrm>
        </p:spPr>
        <p:txBody>
          <a:bodyPr anchor="t">
            <a:noAutofit/>
          </a:bodyPr>
          <a:lstStyle>
            <a:lvl1pPr algn="l" defTabSz="914446" rtl="0" eaLnBrk="1" latinLnBrk="0" hangingPunct="1">
              <a:lnSpc>
                <a:spcPct val="110000"/>
              </a:lnSpc>
              <a:spcBef>
                <a:spcPts val="1333"/>
              </a:spcBef>
              <a:buFont typeface="Arial" panose="020B0604020202020204" pitchFamily="34" charset="0"/>
              <a:defRPr lang="pt-BR" sz="12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algn="l" defTabSz="914446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defRPr lang="pt-BR" sz="933" kern="1200" spc="67" dirty="0" smtClean="0">
                <a:solidFill>
                  <a:srgbClr val="595959"/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9" name="Espaço Reservado para Texto 48">
            <a:extLst>
              <a:ext uri="{FF2B5EF4-FFF2-40B4-BE49-F238E27FC236}">
                <a16:creationId xmlns:a16="http://schemas.microsoft.com/office/drawing/2014/main" id="{70A1EFF7-F54B-AA37-2C27-89CC54E3FA4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240909" y="2443568"/>
            <a:ext cx="3366913" cy="2490041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dirty="0"/>
            </a:lvl1pPr>
            <a:lvl5pPr>
              <a:buClr>
                <a:srgbClr val="5E8AB4"/>
              </a:buClr>
              <a:defRPr/>
            </a:lvl5pPr>
            <a:lvl6pPr>
              <a:buClr>
                <a:srgbClr val="5E8AB4"/>
              </a:buClr>
              <a:defRPr/>
            </a:lvl6pPr>
            <a:lvl7pPr>
              <a:buClr>
                <a:srgbClr val="5E8AB4"/>
              </a:buClr>
              <a:defRPr/>
            </a:lvl7pPr>
            <a:lvl8pPr>
              <a:buClr>
                <a:srgbClr val="BFD0E1"/>
              </a:buClr>
              <a:defRPr/>
            </a:lvl8pPr>
          </a:lstStyle>
          <a:p>
            <a:pPr lvl="0"/>
            <a:r>
              <a:rPr lang="pt-BR"/>
              <a:t>Clique para editar os estilos de texto Mestres</a:t>
            </a:r>
          </a:p>
          <a:p>
            <a:pPr lvl="0"/>
            <a:r>
              <a:rPr lang="pt-BR"/>
              <a:t>Primeiro nível</a:t>
            </a:r>
          </a:p>
          <a:p>
            <a:pPr lvl="1"/>
            <a:r>
              <a:rPr lang="pt-BR"/>
              <a:t>Segundo nível</a:t>
            </a:r>
          </a:p>
          <a:p>
            <a:pPr marL="912046" lvl="4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Terceiro nível</a:t>
            </a:r>
          </a:p>
          <a:p>
            <a:pPr marL="1152058" lvl="5" indent="-304815">
              <a:spcAft>
                <a:spcPts val="400"/>
              </a:spcAft>
              <a:buClr>
                <a:schemeClr val="tx2"/>
              </a:buClr>
              <a:buChar char="•"/>
            </a:pPr>
            <a:r>
              <a:rPr lang="pt-BR"/>
              <a:t>Quarto nível</a:t>
            </a:r>
          </a:p>
          <a:p>
            <a:pPr marL="1392070" lvl="6" indent="-304815">
              <a:spcAft>
                <a:spcPts val="400"/>
              </a:spcAft>
              <a:buClr>
                <a:schemeClr val="tx2"/>
              </a:buClr>
              <a:buChar char="•"/>
            </a:pPr>
            <a:r>
              <a:rPr lang="pt-BR"/>
              <a:t>Quinto nível</a:t>
            </a:r>
          </a:p>
          <a:p>
            <a:pPr marL="1584079" lvl="7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Char char="•"/>
            </a:pPr>
            <a:r>
              <a:rPr lang="pt-BR"/>
              <a:t>Sexto nível</a:t>
            </a:r>
          </a:p>
        </p:txBody>
      </p:sp>
      <p:sp>
        <p:nvSpPr>
          <p:cNvPr id="51" name="Espaço Reservado para Texto 50">
            <a:extLst>
              <a:ext uri="{FF2B5EF4-FFF2-40B4-BE49-F238E27FC236}">
                <a16:creationId xmlns:a16="http://schemas.microsoft.com/office/drawing/2014/main" id="{6F4ED2B5-8E17-4EF4-5A2A-34418400B75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7066" y="5211377"/>
            <a:ext cx="1612800" cy="637226"/>
          </a:xfrm>
        </p:spPr>
        <p:txBody>
          <a:bodyPr anchor="t">
            <a:spAutoFit/>
          </a:bodyPr>
          <a:lstStyle>
            <a:lvl1pPr>
              <a:defRPr sz="2000" b="1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sz="1600">
                <a:latin typeface="Arial Nova Light" panose="020B0304020202020204" pitchFamily="34" charset="0"/>
              </a:defRPr>
            </a:lvl2pPr>
            <a:lvl3pPr>
              <a:defRPr sz="1600">
                <a:latin typeface="Arial Nova Light" panose="020B0304020202020204" pitchFamily="34" charset="0"/>
              </a:defRPr>
            </a:lvl3pPr>
            <a:lvl4pPr>
              <a:defRPr sz="1600"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Editar texto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55" name="Espaço Reservado para Texto 50">
            <a:extLst>
              <a:ext uri="{FF2B5EF4-FFF2-40B4-BE49-F238E27FC236}">
                <a16:creationId xmlns:a16="http://schemas.microsoft.com/office/drawing/2014/main" id="{CC09B505-7690-F3FF-9F4C-DD94CCE369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5024" y="5211377"/>
            <a:ext cx="1612800" cy="637226"/>
          </a:xfrm>
        </p:spPr>
        <p:txBody>
          <a:bodyPr anchor="t">
            <a:spAutoFit/>
          </a:bodyPr>
          <a:lstStyle>
            <a:lvl1pPr>
              <a:defRPr sz="2000" b="1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sz="1600">
                <a:latin typeface="Arial Nova Light" panose="020B0304020202020204" pitchFamily="34" charset="0"/>
              </a:defRPr>
            </a:lvl2pPr>
            <a:lvl3pPr>
              <a:defRPr sz="1600">
                <a:latin typeface="Arial Nova Light" panose="020B0304020202020204" pitchFamily="34" charset="0"/>
              </a:defRPr>
            </a:lvl3pPr>
            <a:lvl4pPr>
              <a:defRPr sz="1600"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Editar texto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56" name="Espaço Reservado para Texto 50">
            <a:extLst>
              <a:ext uri="{FF2B5EF4-FFF2-40B4-BE49-F238E27FC236}">
                <a16:creationId xmlns:a16="http://schemas.microsoft.com/office/drawing/2014/main" id="{CA141B18-FDF4-7B9F-0F95-27EB82191F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52982" y="5211377"/>
            <a:ext cx="1612800" cy="637226"/>
          </a:xfrm>
        </p:spPr>
        <p:txBody>
          <a:bodyPr anchor="t">
            <a:spAutoFit/>
          </a:bodyPr>
          <a:lstStyle>
            <a:lvl1pPr>
              <a:defRPr sz="2000" b="1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sz="1600">
                <a:latin typeface="Arial Nova Light" panose="020B0304020202020204" pitchFamily="34" charset="0"/>
              </a:defRPr>
            </a:lvl2pPr>
            <a:lvl3pPr>
              <a:defRPr sz="1600">
                <a:latin typeface="Arial Nova Light" panose="020B0304020202020204" pitchFamily="34" charset="0"/>
              </a:defRPr>
            </a:lvl3pPr>
            <a:lvl4pPr>
              <a:defRPr sz="1600"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Editar texto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57" name="Espaço Reservado para Texto 50">
            <a:extLst>
              <a:ext uri="{FF2B5EF4-FFF2-40B4-BE49-F238E27FC236}">
                <a16:creationId xmlns:a16="http://schemas.microsoft.com/office/drawing/2014/main" id="{5CCD794E-5533-7E27-156E-76D08163B11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510940" y="5211377"/>
            <a:ext cx="1612800" cy="637226"/>
          </a:xfrm>
        </p:spPr>
        <p:txBody>
          <a:bodyPr anchor="t">
            <a:spAutoFit/>
          </a:bodyPr>
          <a:lstStyle>
            <a:lvl1pPr>
              <a:defRPr sz="2000" b="1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sz="1600">
                <a:latin typeface="Arial Nova Light" panose="020B0304020202020204" pitchFamily="34" charset="0"/>
              </a:defRPr>
            </a:lvl2pPr>
            <a:lvl3pPr>
              <a:defRPr sz="1600">
                <a:latin typeface="Arial Nova Light" panose="020B0304020202020204" pitchFamily="34" charset="0"/>
              </a:defRPr>
            </a:lvl3pPr>
            <a:lvl4pPr>
              <a:defRPr sz="1600">
                <a:latin typeface="Arial Nova Light" panose="020B0304020202020204" pitchFamily="34" charset="0"/>
              </a:defRPr>
            </a:lvl4pPr>
            <a:lvl5pPr>
              <a:defRPr>
                <a:latin typeface="Arial Nova Light" panose="020B0304020202020204" pitchFamily="34" charset="0"/>
              </a:defRPr>
            </a:lvl5pPr>
          </a:lstStyle>
          <a:p>
            <a:pPr lvl="0"/>
            <a:r>
              <a:rPr lang="pt-BR"/>
              <a:t>Editar texto</a:t>
            </a:r>
          </a:p>
          <a:p>
            <a:pPr lvl="1"/>
            <a:r>
              <a:rPr lang="pt-BR"/>
              <a:t>Segundo nível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81BA63-B0F9-6F44-DE80-4263192842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1828" y="1026325"/>
            <a:ext cx="5777170" cy="1193899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pt-BR" sz="4000" dirty="0"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N</a:t>
            </a:r>
            <a:r>
              <a:rPr lang="pt-BR" err="1"/>
              <a:t>ome</a:t>
            </a:r>
            <a:r>
              <a:rPr lang="pt-BR"/>
              <a:t> da </a:t>
            </a:r>
            <a:br>
              <a:rPr lang="pt-BR"/>
            </a:br>
            <a:r>
              <a:rPr lang="pt-BR"/>
              <a:t>competência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EAA290E-47EF-E3DD-898B-0D8DB69F72FE}"/>
              </a:ext>
            </a:extLst>
          </p:cNvPr>
          <p:cNvSpPr/>
          <p:nvPr userDrawn="1"/>
        </p:nvSpPr>
        <p:spPr>
          <a:xfrm>
            <a:off x="-4786009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76A22A0-6B05-C6C1-44C4-8FA252A5A844}"/>
              </a:ext>
            </a:extLst>
          </p:cNvPr>
          <p:cNvSpPr/>
          <p:nvPr userDrawn="1"/>
        </p:nvSpPr>
        <p:spPr>
          <a:xfrm>
            <a:off x="12684868" y="-1439694"/>
            <a:ext cx="4656307" cy="8528191"/>
          </a:xfrm>
          <a:prstGeom prst="rect">
            <a:avLst/>
          </a:prstGeom>
          <a:solidFill>
            <a:srgbClr val="F0F0F0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l" defTabSz="914446">
              <a:lnSpc>
                <a:spcPct val="120000"/>
              </a:lnSpc>
            </a:pPr>
            <a:endParaRPr lang="pt-BR" sz="1333" spc="67">
              <a:solidFill>
                <a:schemeClr val="bg2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126019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az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E14F0A99-20DB-BB01-888A-0421F86A51B6}"/>
              </a:ext>
            </a:extLst>
          </p:cNvPr>
          <p:cNvSpPr/>
          <p:nvPr userDrawn="1"/>
        </p:nvSpPr>
        <p:spPr>
          <a:xfrm>
            <a:off x="7899575" y="4809319"/>
            <a:ext cx="1747991" cy="8480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50"/>
          </a:p>
        </p:txBody>
      </p:sp>
      <p:pic>
        <p:nvPicPr>
          <p:cNvPr id="2" name="Imagem 1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718ACCB0-152E-DDFF-3466-CCB5887F77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8488989" y="5233329"/>
            <a:ext cx="1028742" cy="119639"/>
          </a:xfrm>
          <a:prstGeom prst="rect">
            <a:avLst/>
          </a:prstGeom>
        </p:spPr>
      </p:pic>
      <p:pic>
        <p:nvPicPr>
          <p:cNvPr id="3" name="Picture 2" descr="EDP Espírito Santo - Wikiwand">
            <a:extLst>
              <a:ext uri="{FF2B5EF4-FFF2-40B4-BE49-F238E27FC236}">
                <a16:creationId xmlns:a16="http://schemas.microsoft.com/office/drawing/2014/main" id="{519A4731-ECC1-DA09-C19B-5B673D2440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482" y="5211998"/>
            <a:ext cx="338389" cy="126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8B5B4F7-699C-22E2-A351-E613A1B190CC}"/>
              </a:ext>
            </a:extLst>
          </p:cNvPr>
          <p:cNvSpPr txBox="1"/>
          <p:nvPr userDrawn="1"/>
        </p:nvSpPr>
        <p:spPr>
          <a:xfrm>
            <a:off x="8844074" y="5035645"/>
            <a:ext cx="731290" cy="204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729">
                <a:solidFill>
                  <a:schemeClr val="bg1">
                    <a:lumMod val="65000"/>
                  </a:schemeClr>
                </a:solidFill>
              </a:rPr>
              <a:t>Supported By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A18BECAF-97F3-F7C5-516F-FE09DB7F102A}"/>
              </a:ext>
            </a:extLst>
          </p:cNvPr>
          <p:cNvCxnSpPr>
            <a:cxnSpLocks/>
          </p:cNvCxnSpPr>
          <p:nvPr userDrawn="1"/>
        </p:nvCxnSpPr>
        <p:spPr>
          <a:xfrm>
            <a:off x="8441367" y="5196121"/>
            <a:ext cx="0" cy="1313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92708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1" y="469900"/>
            <a:ext cx="11254186" cy="36837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29605"/>
            <a:ext cx="10116659" cy="200952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743330"/>
            <a:ext cx="11254186" cy="2678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618414"/>
            <a:ext cx="10119558" cy="110800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1166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ção+Título+Texto Supeior+Rodapé+Logo+Linh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aixa de destaque 3">
            <a:extLst>
              <a:ext uri="{FF2B5EF4-FFF2-40B4-BE49-F238E27FC236}">
                <a16:creationId xmlns:a16="http://schemas.microsoft.com/office/drawing/2014/main" id="{D6547D5B-6BE9-5398-B423-50718960C8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149769" y="1534309"/>
            <a:ext cx="1780647" cy="277824"/>
          </a:xfrm>
          <a:prstGeom prst="rect">
            <a:avLst/>
          </a:prstGeom>
          <a:noFill/>
          <a:ln>
            <a:solidFill>
              <a:srgbClr val="5E8AB4"/>
            </a:solidFill>
          </a:ln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7" name="Caixa de destaque 2">
            <a:extLst>
              <a:ext uri="{FF2B5EF4-FFF2-40B4-BE49-F238E27FC236}">
                <a16:creationId xmlns:a16="http://schemas.microsoft.com/office/drawing/2014/main" id="{5A250C36-0D6C-3ABF-7244-15D1052D8B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9149769" y="1174607"/>
            <a:ext cx="1780647" cy="277824"/>
          </a:xfrm>
          <a:prstGeom prst="rect">
            <a:avLst/>
          </a:prstGeom>
          <a:solidFill>
            <a:srgbClr val="5E8AB4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0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8" name="Caixa de destaque 1">
            <a:extLst>
              <a:ext uri="{FF2B5EF4-FFF2-40B4-BE49-F238E27FC236}">
                <a16:creationId xmlns:a16="http://schemas.microsoft.com/office/drawing/2014/main" id="{27E704A1-CA32-D20A-3C3A-6572E10D5F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149769" y="814906"/>
            <a:ext cx="1780647" cy="277824"/>
          </a:xfrm>
          <a:prstGeom prst="rect">
            <a:avLst/>
          </a:prstGeom>
          <a:solidFill>
            <a:srgbClr val="002B49"/>
          </a:solidFill>
        </p:spPr>
        <p:txBody>
          <a:bodyPr wrap="square" lIns="108000" tIns="36000" rIns="108000" bIns="36000">
            <a:spAutoFit/>
          </a:bodyPr>
          <a:lstStyle>
            <a:lvl1pPr algn="l">
              <a:lnSpc>
                <a:spcPct val="100000"/>
              </a:lnSpc>
              <a:spcAft>
                <a:spcPts val="0"/>
              </a:spcAft>
              <a:defRPr sz="1333" b="1">
                <a:solidFill>
                  <a:schemeClr val="bg1"/>
                </a:solidFill>
                <a:latin typeface="Arial Nova Cond" panose="020B0506020202020204" pitchFamily="34" charset="0"/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2pPr>
            <a:lvl3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3pPr>
            <a:lvl4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4pPr>
            <a:lvl5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5pPr>
            <a:lvl6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6pPr>
            <a:lvl7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7pPr>
            <a:lvl8pPr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8pPr>
            <a:lvl9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chemeClr val="bg1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Caixa de destaque</a:t>
            </a:r>
          </a:p>
        </p:txBody>
      </p:sp>
      <p:sp>
        <p:nvSpPr>
          <p:cNvPr id="69" name="Legendas">
            <a:extLst>
              <a:ext uri="{FF2B5EF4-FFF2-40B4-BE49-F238E27FC236}">
                <a16:creationId xmlns:a16="http://schemas.microsoft.com/office/drawing/2014/main" id="{BD8CF5E1-0DD2-EBEE-9607-736C84BEC44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690388" y="6491405"/>
            <a:ext cx="5967506" cy="178596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Legendas, numeração de gráficos, imagens ou tabelas, escolha esse tamanho de fonte. </a:t>
            </a:r>
          </a:p>
        </p:txBody>
      </p:sp>
      <p:sp>
        <p:nvSpPr>
          <p:cNvPr id="70" name="16pt legendas">
            <a:extLst>
              <a:ext uri="{FF2B5EF4-FFF2-40B4-BE49-F238E27FC236}">
                <a16:creationId xmlns:a16="http://schemas.microsoft.com/office/drawing/2014/main" id="{3108C31F-2A2C-9EDE-FF90-E715E2F0CB3B}"/>
              </a:ext>
            </a:extLst>
          </p:cNvPr>
          <p:cNvSpPr txBox="1"/>
          <p:nvPr userDrawn="1"/>
        </p:nvSpPr>
        <p:spPr>
          <a:xfrm>
            <a:off x="12690388" y="6121960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1" name="Títulos legendas">
            <a:extLst>
              <a:ext uri="{FF2B5EF4-FFF2-40B4-BE49-F238E27FC236}">
                <a16:creationId xmlns:a16="http://schemas.microsoft.com/office/drawing/2014/main" id="{8E16FA06-32ED-2AD6-9CED-AC6D655B0C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90388" y="549396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0">
                <a:solidFill>
                  <a:srgbClr val="002B49"/>
                </a:solidFill>
                <a:latin typeface="Arial Nova Cond" panose="020B0506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 b="1">
                <a:solidFill>
                  <a:schemeClr val="bg2"/>
                </a:solidFill>
                <a:latin typeface="Arial Nova Cond" panose="020B0506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Cond" panose="020B0506020202020204" pitchFamily="34" charset="0"/>
              </a:defRPr>
            </a:lvl9pPr>
          </a:lstStyle>
          <a:p>
            <a:pPr lvl="0"/>
            <a:r>
              <a:rPr lang="pt-BR"/>
              <a:t>Título de legendas, numeração de gráficos, imagens ou tabelas, escolha esse tamanho de fonte. </a:t>
            </a:r>
          </a:p>
        </p:txBody>
      </p:sp>
      <p:sp>
        <p:nvSpPr>
          <p:cNvPr id="72" name="20pt legenda">
            <a:extLst>
              <a:ext uri="{FF2B5EF4-FFF2-40B4-BE49-F238E27FC236}">
                <a16:creationId xmlns:a16="http://schemas.microsoft.com/office/drawing/2014/main" id="{3510885A-2E29-11DC-6A06-AEBF60365360}"/>
              </a:ext>
            </a:extLst>
          </p:cNvPr>
          <p:cNvSpPr txBox="1"/>
          <p:nvPr userDrawn="1"/>
        </p:nvSpPr>
        <p:spPr>
          <a:xfrm>
            <a:off x="12690388" y="514239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condensado</a:t>
            </a:r>
          </a:p>
        </p:txBody>
      </p:sp>
      <p:sp>
        <p:nvSpPr>
          <p:cNvPr id="73" name="Textos terciários">
            <a:extLst>
              <a:ext uri="{FF2B5EF4-FFF2-40B4-BE49-F238E27FC236}">
                <a16:creationId xmlns:a16="http://schemas.microsoft.com/office/drawing/2014/main" id="{50BA013C-9B76-BE82-721C-FE2AF17FF8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690388" y="4604256"/>
            <a:ext cx="5967506" cy="328637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9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9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4" name="14pt">
            <a:extLst>
              <a:ext uri="{FF2B5EF4-FFF2-40B4-BE49-F238E27FC236}">
                <a16:creationId xmlns:a16="http://schemas.microsoft.com/office/drawing/2014/main" id="{2122C570-B394-3817-9BB4-FCC56432B34B}"/>
              </a:ext>
            </a:extLst>
          </p:cNvPr>
          <p:cNvSpPr txBox="1"/>
          <p:nvPr userDrawn="1"/>
        </p:nvSpPr>
        <p:spPr>
          <a:xfrm>
            <a:off x="12690388" y="4264979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14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5" name="Textos secundários">
            <a:extLst>
              <a:ext uri="{FF2B5EF4-FFF2-40B4-BE49-F238E27FC236}">
                <a16:creationId xmlns:a16="http://schemas.microsoft.com/office/drawing/2014/main" id="{ED1BD6E5-A61A-0347-1115-2FDBABC697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90388" y="3752750"/>
            <a:ext cx="5967506" cy="375573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067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067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 que contenham informações adicionais ou relevantes para o conteúdo apresentado. Também utilizado como título da seção, quando está com texto de peso 14pt</a:t>
            </a:r>
          </a:p>
        </p:txBody>
      </p:sp>
      <p:sp>
        <p:nvSpPr>
          <p:cNvPr id="76" name="16pt">
            <a:extLst>
              <a:ext uri="{FF2B5EF4-FFF2-40B4-BE49-F238E27FC236}">
                <a16:creationId xmlns:a16="http://schemas.microsoft.com/office/drawing/2014/main" id="{B81FF2F4-C35C-E412-3439-59C9662FFC7E}"/>
              </a:ext>
            </a:extLst>
          </p:cNvPr>
          <p:cNvSpPr txBox="1"/>
          <p:nvPr userDrawn="1"/>
        </p:nvSpPr>
        <p:spPr>
          <a:xfrm>
            <a:off x="12690388" y="3424915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16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1,2 / regular</a:t>
            </a:r>
          </a:p>
        </p:txBody>
      </p:sp>
      <p:sp>
        <p:nvSpPr>
          <p:cNvPr id="77" name="Textos primários">
            <a:extLst>
              <a:ext uri="{FF2B5EF4-FFF2-40B4-BE49-F238E27FC236}">
                <a16:creationId xmlns:a16="http://schemas.microsoft.com/office/drawing/2014/main" id="{846B5C53-30DD-21CA-B931-A824F99EBB9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90388" y="2729457"/>
            <a:ext cx="5967506" cy="469488"/>
          </a:xfrm>
          <a:prstGeom prst="rect">
            <a:avLst/>
          </a:prstGeom>
        </p:spPr>
        <p:txBody>
          <a:bodyPr lIns="0" tIns="0" rIns="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rgbClr val="002B49"/>
                </a:solidFill>
                <a:latin typeface="Arial Nova Light" panose="020B0304020202020204" pitchFamily="34" charset="0"/>
              </a:defRPr>
            </a:lvl1pPr>
            <a:lvl2pPr marL="0" indent="0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None/>
              <a:defRPr sz="1333">
                <a:solidFill>
                  <a:schemeClr val="bg2"/>
                </a:solidFill>
                <a:latin typeface="Arial Nova" panose="020B0504020202020204" pitchFamily="34" charset="0"/>
              </a:defRPr>
            </a:lvl2pPr>
            <a:lvl3pPr marL="480024" indent="-240012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3pPr>
            <a:lvl4pPr marL="720036" indent="-304815">
              <a:lnSpc>
                <a:spcPct val="120000"/>
              </a:lnSpc>
              <a:spcAft>
                <a:spcPts val="40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4pPr>
            <a:lvl5pPr marL="912046" indent="-304815">
              <a:lnSpc>
                <a:spcPct val="120000"/>
              </a:lnSpc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5pPr>
            <a:lvl6pPr marL="1152058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6pPr>
            <a:lvl7pPr marL="139207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7pPr>
            <a:lvl8pPr marL="1584079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8pPr>
            <a:lvl9pPr marL="1800090" indent="-304815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  <a:defRPr sz="1333">
                <a:solidFill>
                  <a:schemeClr val="bg2"/>
                </a:solidFill>
                <a:latin typeface="Arial Nova Light" panose="020B0304020202020204" pitchFamily="34" charset="0"/>
              </a:defRPr>
            </a:lvl9pPr>
          </a:lstStyle>
          <a:p>
            <a:pPr lvl="0"/>
            <a:r>
              <a:rPr lang="pt-BR"/>
              <a:t>Textos de destaque incluem informações essenciais, citações notáveis ou pontos chave que você deseja enfatizar. </a:t>
            </a:r>
          </a:p>
        </p:txBody>
      </p:sp>
      <p:sp>
        <p:nvSpPr>
          <p:cNvPr id="78" name="20pt">
            <a:extLst>
              <a:ext uri="{FF2B5EF4-FFF2-40B4-BE49-F238E27FC236}">
                <a16:creationId xmlns:a16="http://schemas.microsoft.com/office/drawing/2014/main" id="{ADCF5062-355C-93EE-4D51-11B518C79CA4}"/>
              </a:ext>
            </a:extLst>
          </p:cNvPr>
          <p:cNvSpPr txBox="1"/>
          <p:nvPr userDrawn="1"/>
        </p:nvSpPr>
        <p:spPr>
          <a:xfrm>
            <a:off x="12690388" y="2408658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20 pt / múltiplo 1,2 / regular</a:t>
            </a:r>
          </a:p>
        </p:txBody>
      </p:sp>
      <p:sp>
        <p:nvSpPr>
          <p:cNvPr id="79" name="Títulos longos">
            <a:extLst>
              <a:ext uri="{FF2B5EF4-FFF2-40B4-BE49-F238E27FC236}">
                <a16:creationId xmlns:a16="http://schemas.microsoft.com/office/drawing/2014/main" id="{A8A59283-B10B-84CB-80AD-5C85304936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90388" y="1816439"/>
            <a:ext cx="5967506" cy="400239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" panose="020B05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chemeClr val="bg2"/>
                </a:solidFill>
                <a:latin typeface="Arial Nova Cond" panose="020B0506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2667" kern="1200" spc="67" dirty="0" smtClean="0">
                <a:solidFill>
                  <a:srgbClr val="002B49"/>
                </a:solidFill>
                <a:latin typeface="Arial Nova Cond" panose="020B0506020202020204" pitchFamily="34" charset="0"/>
                <a:ea typeface="+mj-ea"/>
                <a:cs typeface="+mj-cs"/>
              </a:defRPr>
            </a:lvl9pPr>
          </a:lstStyle>
          <a:p>
            <a:pPr lvl="8"/>
            <a:r>
              <a:rPr lang="pt-BR"/>
              <a:t>Títulos longos</a:t>
            </a:r>
          </a:p>
        </p:txBody>
      </p:sp>
      <p:sp>
        <p:nvSpPr>
          <p:cNvPr id="80" name="40pt">
            <a:extLst>
              <a:ext uri="{FF2B5EF4-FFF2-40B4-BE49-F238E27FC236}">
                <a16:creationId xmlns:a16="http://schemas.microsoft.com/office/drawing/2014/main" id="{A72056D6-F373-1AA9-6D7A-62F298FB708D}"/>
              </a:ext>
            </a:extLst>
          </p:cNvPr>
          <p:cNvSpPr txBox="1"/>
          <p:nvPr userDrawn="1"/>
        </p:nvSpPr>
        <p:spPr>
          <a:xfrm>
            <a:off x="12690388" y="1506696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40 </a:t>
            </a:r>
            <a:r>
              <a:rPr lang="pt-BR" sz="1200" spc="67" err="1">
                <a:solidFill>
                  <a:srgbClr val="7F7F7F"/>
                </a:solidFill>
                <a:latin typeface="Arial Nova Light" panose="020B0304020202020204" pitchFamily="34" charset="0"/>
              </a:rPr>
              <a:t>pt</a:t>
            </a: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 / múltiplo 0,9</a:t>
            </a:r>
          </a:p>
        </p:txBody>
      </p:sp>
      <p:sp>
        <p:nvSpPr>
          <p:cNvPr id="81" name="Titulos curtos">
            <a:extLst>
              <a:ext uri="{FF2B5EF4-FFF2-40B4-BE49-F238E27FC236}">
                <a16:creationId xmlns:a16="http://schemas.microsoft.com/office/drawing/2014/main" id="{CFC3ACF1-5D1D-FEB9-AFDF-2934892448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690388" y="823325"/>
            <a:ext cx="5967506" cy="576633"/>
          </a:xfrm>
          <a:prstGeom prst="rect">
            <a:avLst/>
          </a:prstGeom>
        </p:spPr>
        <p:txBody>
          <a:bodyPr lIns="0" tIns="0" rIns="0" bIns="46800">
            <a:spAutoFit/>
          </a:bodyPr>
          <a:lstStyle>
            <a:lvl1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rgbClr val="002B49"/>
                </a:solidFill>
                <a:latin typeface="Arial Nova Light" panose="020B0304020202020204" pitchFamily="34" charset="0"/>
                <a:ea typeface="+mj-ea"/>
                <a:cs typeface="+mj-cs"/>
              </a:defRPr>
            </a:lvl1pPr>
            <a:lvl2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2pPr>
            <a:lvl3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3pPr>
            <a:lvl4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4pPr>
            <a:lvl5pPr marL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5pPr>
            <a:lvl6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6pPr>
            <a:lvl7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7pPr>
            <a:lvl8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8pPr>
            <a:lvl9pPr marL="0" indent="0" algn="l" defTabSz="914446" rtl="0" eaLnBrk="1" latinLnBrk="0" hangingPunct="1">
              <a:lnSpc>
                <a:spcPct val="85714"/>
              </a:lnSpc>
              <a:spcBef>
                <a:spcPct val="0"/>
              </a:spcBef>
              <a:buNone/>
              <a:defRPr lang="pt-BR" sz="4000" kern="1200" spc="67" dirty="0" smtClean="0">
                <a:solidFill>
                  <a:schemeClr val="bg2"/>
                </a:solidFill>
                <a:latin typeface="Arial Nova Light" panose="020B0304020202020204" pitchFamily="34" charset="0"/>
                <a:ea typeface="+mj-ea"/>
                <a:cs typeface="+mj-cs"/>
              </a:defRPr>
            </a:lvl9pPr>
          </a:lstStyle>
          <a:p>
            <a:pPr lvl="0"/>
            <a:r>
              <a:rPr lang="pt-BR"/>
              <a:t>Títulos curtos e </a:t>
            </a:r>
            <a:r>
              <a:rPr lang="pt-BR" err="1"/>
              <a:t>Highlights</a:t>
            </a:r>
            <a:endParaRPr lang="pt-BR"/>
          </a:p>
        </p:txBody>
      </p:sp>
      <p:sp>
        <p:nvSpPr>
          <p:cNvPr id="82" name="60pt">
            <a:extLst>
              <a:ext uri="{FF2B5EF4-FFF2-40B4-BE49-F238E27FC236}">
                <a16:creationId xmlns:a16="http://schemas.microsoft.com/office/drawing/2014/main" id="{62C05A82-A437-4464-8AD1-B57B92A94FB2}"/>
              </a:ext>
            </a:extLst>
          </p:cNvPr>
          <p:cNvSpPr txBox="1"/>
          <p:nvPr userDrawn="1"/>
        </p:nvSpPr>
        <p:spPr>
          <a:xfrm>
            <a:off x="12690388" y="522651"/>
            <a:ext cx="335597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7F7F7F"/>
                </a:solidFill>
                <a:latin typeface="Arial Nova Light" panose="020B0304020202020204" pitchFamily="34" charset="0"/>
              </a:rPr>
              <a:t>60 pt / múltiplo 0,9</a:t>
            </a:r>
          </a:p>
        </p:txBody>
      </p:sp>
      <p:pic>
        <p:nvPicPr>
          <p:cNvPr id="5" name="Logo A&amp;M" descr="Placa vermelha com letras brancas em fundo preto&#10;&#10;Descrição gerada automaticamente com confiança média">
            <a:extLst>
              <a:ext uri="{FF2B5EF4-FFF2-40B4-BE49-F238E27FC236}">
                <a16:creationId xmlns:a16="http://schemas.microsoft.com/office/drawing/2014/main" id="{632DB07F-0488-1AB4-6870-7BB544153B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885"/>
          <a:stretch/>
        </p:blipFill>
        <p:spPr>
          <a:xfrm>
            <a:off x="10868758" y="122574"/>
            <a:ext cx="1086175" cy="126318"/>
          </a:xfrm>
          <a:prstGeom prst="rect">
            <a:avLst/>
          </a:prstGeom>
        </p:spPr>
      </p:pic>
      <p:cxnSp>
        <p:nvCxnSpPr>
          <p:cNvPr id="26" name="Linha Superior">
            <a:extLst>
              <a:ext uri="{FF2B5EF4-FFF2-40B4-BE49-F238E27FC236}">
                <a16:creationId xmlns:a16="http://schemas.microsoft.com/office/drawing/2014/main" id="{8860A742-8E36-B911-F725-6E88E0FD191F}"/>
              </a:ext>
            </a:extLst>
          </p:cNvPr>
          <p:cNvCxnSpPr>
            <a:cxnSpLocks/>
          </p:cNvCxnSpPr>
          <p:nvPr userDrawn="1"/>
        </p:nvCxnSpPr>
        <p:spPr>
          <a:xfrm>
            <a:off x="0" y="361009"/>
            <a:ext cx="12192000" cy="0"/>
          </a:xfrm>
          <a:prstGeom prst="line">
            <a:avLst/>
          </a:prstGeom>
          <a:ln w="12700">
            <a:solidFill>
              <a:srgbClr val="5E8A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onte das informações">
            <a:extLst>
              <a:ext uri="{FF2B5EF4-FFF2-40B4-BE49-F238E27FC236}">
                <a16:creationId xmlns:a16="http://schemas.microsoft.com/office/drawing/2014/main" id="{ACFEC2BB-B253-8CCD-935D-E8B2101FD8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48709" y="6634185"/>
            <a:ext cx="11280000" cy="110799"/>
          </a:xfrm>
        </p:spPr>
        <p:txBody>
          <a:bodyPr vert="horz" wrap="square" lIns="0" tIns="0" rIns="0" bIns="0" rtlCol="0" anchor="b">
            <a:spAutoFit/>
          </a:bodyPr>
          <a:lstStyle>
            <a:lvl1pPr>
              <a:defRPr lang="pt-BR" sz="800">
                <a:solidFill>
                  <a:srgbClr val="7F7F7F"/>
                </a:solidFill>
              </a:defRPr>
            </a:lvl1pPr>
          </a:lstStyle>
          <a:p>
            <a:pPr lvl="0">
              <a:lnSpc>
                <a:spcPct val="90000"/>
              </a:lnSpc>
            </a:pPr>
            <a:r>
              <a:rPr lang="pt-BR"/>
              <a:t>Clique para editar fonte das informações</a:t>
            </a:r>
          </a:p>
        </p:txBody>
      </p:sp>
      <p:sp>
        <p:nvSpPr>
          <p:cNvPr id="46" name="Texto principal">
            <a:extLst>
              <a:ext uri="{FF2B5EF4-FFF2-40B4-BE49-F238E27FC236}">
                <a16:creationId xmlns:a16="http://schemas.microsoft.com/office/drawing/2014/main" id="{077FF7E5-C3D5-A5FE-326D-76206E9B73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1684" y="1039200"/>
            <a:ext cx="4314599" cy="2836802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 lang="pt-BR" dirty="0" smtClean="0"/>
            </a:lvl1pPr>
            <a:lvl2pPr>
              <a:lnSpc>
                <a:spcPct val="120000"/>
              </a:lnSpc>
              <a:spcAft>
                <a:spcPts val="0"/>
              </a:spcAft>
              <a:defRPr lang="pt-BR" dirty="0" smtClean="0"/>
            </a:lvl2pPr>
            <a:lvl5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5pPr>
            <a:lvl6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6pPr>
            <a:lvl7pPr>
              <a:lnSpc>
                <a:spcPct val="120000"/>
              </a:lnSpc>
              <a:spcAft>
                <a:spcPts val="0"/>
              </a:spcAft>
              <a:buClr>
                <a:srgbClr val="5E8AB4"/>
              </a:buClr>
              <a:defRPr lang="pt-BR" dirty="0" smtClean="0"/>
            </a:lvl7pPr>
            <a:lvl8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 smtClean="0"/>
            </a:lvl8pPr>
            <a:lvl9pPr>
              <a:lnSpc>
                <a:spcPct val="120000"/>
              </a:lnSpc>
              <a:spcAft>
                <a:spcPts val="0"/>
              </a:spcAft>
              <a:buClr>
                <a:srgbClr val="BFD0E1"/>
              </a:buClr>
              <a:defRPr lang="pt-BR" dirty="0"/>
            </a:lvl9pPr>
          </a:lstStyle>
          <a:p>
            <a:pPr lvl="0">
              <a:spcAft>
                <a:spcPts val="0"/>
              </a:spcAft>
            </a:pPr>
            <a:r>
              <a:rPr lang="pt-BR"/>
              <a:t>Clique para editar os estilos de texto Mestres</a:t>
            </a:r>
          </a:p>
          <a:p>
            <a:pPr lvl="0">
              <a:spcAft>
                <a:spcPts val="0"/>
              </a:spcAft>
            </a:pPr>
            <a:r>
              <a:rPr lang="pt-BR"/>
              <a:t>Primeiro nível</a:t>
            </a:r>
          </a:p>
          <a:p>
            <a:pPr marL="0" lvl="1" indent="0">
              <a:spcAft>
                <a:spcPts val="0"/>
              </a:spcAft>
              <a:buNone/>
            </a:pPr>
            <a:r>
              <a:rPr lang="pt-BR"/>
              <a:t>Segundo nível</a:t>
            </a:r>
          </a:p>
          <a:p>
            <a:pPr marL="912046" lvl="4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Terceiro nível</a:t>
            </a:r>
          </a:p>
          <a:p>
            <a:pPr marL="1152058" lvl="5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Quarto nível</a:t>
            </a:r>
          </a:p>
          <a:p>
            <a:pPr marL="1392070" lvl="6" indent="-304815">
              <a:spcAft>
                <a:spcPts val="400"/>
              </a:spcAft>
              <a:buClr>
                <a:schemeClr val="tx2"/>
              </a:buClr>
            </a:pPr>
            <a:r>
              <a:rPr lang="pt-BR"/>
              <a:t>Quinto nível</a:t>
            </a:r>
          </a:p>
          <a:p>
            <a:pPr marL="1584079" lvl="7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Sexto nível</a:t>
            </a:r>
          </a:p>
          <a:p>
            <a:pPr marL="1800090" lvl="8" indent="-304815"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Sétimo nível</a:t>
            </a:r>
          </a:p>
        </p:txBody>
      </p:sp>
      <p:sp>
        <p:nvSpPr>
          <p:cNvPr id="47" name="Título da Seção">
            <a:extLst>
              <a:ext uri="{FF2B5EF4-FFF2-40B4-BE49-F238E27FC236}">
                <a16:creationId xmlns:a16="http://schemas.microsoft.com/office/drawing/2014/main" id="{1C0FF19C-0F98-CF84-A393-10EB2D1C76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8653" y="57450"/>
            <a:ext cx="10320000" cy="247501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8000" rIns="0" bIns="18000" rtlCol="0" anchor="ctr" anchorCtr="0">
            <a:noAutofit/>
          </a:bodyPr>
          <a:lstStyle>
            <a:lvl1pPr>
              <a:lnSpc>
                <a:spcPct val="100000"/>
              </a:lnSpc>
              <a:defRPr lang="pt-BR" sz="1200" b="0" cap="all" baseline="0" dirty="0" smtClean="0">
                <a:solidFill>
                  <a:srgbClr val="5E8AB4"/>
                </a:solidFill>
                <a:latin typeface="Arial Nova Cond" panose="020B0506020202020204" pitchFamily="34" charset="0"/>
              </a:defRPr>
            </a:lvl1pPr>
            <a:lvl2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>
              <a:defRPr lang="pt-BR" sz="1333" b="0" kern="1200" cap="small" spc="67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lvl="0">
              <a:lnSpc>
                <a:spcPct val="120000"/>
              </a:lnSpc>
              <a:spcBef>
                <a:spcPts val="0"/>
              </a:spcBef>
            </a:pPr>
            <a:r>
              <a:rPr lang="pt-BR"/>
              <a:t>clique para editar seção</a:t>
            </a:r>
          </a:p>
        </p:txBody>
      </p:sp>
      <p:sp>
        <p:nvSpPr>
          <p:cNvPr id="48" name="Título">
            <a:extLst>
              <a:ext uri="{FF2B5EF4-FFF2-40B4-BE49-F238E27FC236}">
                <a16:creationId xmlns:a16="http://schemas.microsoft.com/office/drawing/2014/main" id="{7C7BD260-73AE-4B73-2D79-DD46FB8D9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828" y="361951"/>
            <a:ext cx="11716800" cy="61167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603395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>
          <p15:clr>
            <a:srgbClr val="D7D7D7"/>
          </p15:clr>
        </p15:guide>
        <p15:guide id="2" pos="11520">
          <p15:clr>
            <a:srgbClr val="D7D7D7"/>
          </p15:clr>
        </p15:guide>
        <p15:guide id="3" pos="226">
          <p15:clr>
            <a:srgbClr val="D7D7D7"/>
          </p15:clr>
        </p15:guide>
        <p15:guide id="4" pos="611">
          <p15:clr>
            <a:srgbClr val="D7D7D7"/>
          </p15:clr>
        </p15:guide>
        <p15:guide id="5" pos="691">
          <p15:clr>
            <a:srgbClr val="D7D7D7"/>
          </p15:clr>
        </p15:guide>
        <p15:guide id="6" pos="1076">
          <p15:clr>
            <a:srgbClr val="D7D7D7"/>
          </p15:clr>
        </p15:guide>
        <p15:guide id="7" pos="1155">
          <p15:clr>
            <a:srgbClr val="D7D7D7"/>
          </p15:clr>
        </p15:guide>
        <p15:guide id="8" pos="1540">
          <p15:clr>
            <a:srgbClr val="D7D7D7"/>
          </p15:clr>
        </p15:guide>
        <p15:guide id="9" pos="1620">
          <p15:clr>
            <a:srgbClr val="D7D7D7"/>
          </p15:clr>
        </p15:guide>
        <p15:guide id="10" pos="2005">
          <p15:clr>
            <a:srgbClr val="D7D7D7"/>
          </p15:clr>
        </p15:guide>
        <p15:guide id="11" pos="2084">
          <p15:clr>
            <a:srgbClr val="D7D7D7"/>
          </p15:clr>
        </p15:guide>
        <p15:guide id="12" pos="2469">
          <p15:clr>
            <a:srgbClr val="D7D7D7"/>
          </p15:clr>
        </p15:guide>
        <p15:guide id="13" pos="2548">
          <p15:clr>
            <a:srgbClr val="D7D7D7"/>
          </p15:clr>
        </p15:guide>
        <p15:guide id="14" pos="2933">
          <p15:clr>
            <a:srgbClr val="D7D7D7"/>
          </p15:clr>
        </p15:guide>
        <p15:guide id="15" pos="3013">
          <p15:clr>
            <a:srgbClr val="D7D7D7"/>
          </p15:clr>
        </p15:guide>
        <p15:guide id="16" pos="3398">
          <p15:clr>
            <a:srgbClr val="D7D7D7"/>
          </p15:clr>
        </p15:guide>
        <p15:guide id="17" pos="3477">
          <p15:clr>
            <a:srgbClr val="D7D7D7"/>
          </p15:clr>
        </p15:guide>
        <p15:guide id="18" pos="3862">
          <p15:clr>
            <a:srgbClr val="D7D7D7"/>
          </p15:clr>
        </p15:guide>
        <p15:guide id="19" pos="3942">
          <p15:clr>
            <a:srgbClr val="D7D7D7"/>
          </p15:clr>
        </p15:guide>
        <p15:guide id="20" pos="4327">
          <p15:clr>
            <a:srgbClr val="D7D7D7"/>
          </p15:clr>
        </p15:guide>
        <p15:guide id="21" pos="4406">
          <p15:clr>
            <a:srgbClr val="D7D7D7"/>
          </p15:clr>
        </p15:guide>
        <p15:guide id="22" pos="4791">
          <p15:clr>
            <a:srgbClr val="D7D7D7"/>
          </p15:clr>
        </p15:guide>
        <p15:guide id="23" pos="4870">
          <p15:clr>
            <a:srgbClr val="D7D7D7"/>
          </p15:clr>
        </p15:guide>
        <p15:guide id="24" pos="5255">
          <p15:clr>
            <a:srgbClr val="D7D7D7"/>
          </p15:clr>
        </p15:guide>
        <p15:guide id="25" pos="5335">
          <p15:clr>
            <a:srgbClr val="D7D7D7"/>
          </p15:clr>
        </p15:guide>
        <p15:guide id="26" pos="5720">
          <p15:clr>
            <a:srgbClr val="D7D7D7"/>
          </p15:clr>
        </p15:guide>
        <p15:guide id="27" pos="5799">
          <p15:clr>
            <a:srgbClr val="D7D7D7"/>
          </p15:clr>
        </p15:guide>
        <p15:guide id="28" pos="6184">
          <p15:clr>
            <a:srgbClr val="D7D7D7"/>
          </p15:clr>
        </p15:guide>
        <p15:guide id="29" pos="6264">
          <p15:clr>
            <a:srgbClr val="D7D7D7"/>
          </p15:clr>
        </p15:guide>
        <p15:guide id="30" pos="6649">
          <p15:clr>
            <a:srgbClr val="D7D7D7"/>
          </p15:clr>
        </p15:guide>
        <p15:guide id="31" pos="6728">
          <p15:clr>
            <a:srgbClr val="D7D7D7"/>
          </p15:clr>
        </p15:guide>
        <p15:guide id="32" pos="7113">
          <p15:clr>
            <a:srgbClr val="D7D7D7"/>
          </p15:clr>
        </p15:guide>
        <p15:guide id="33" pos="7192">
          <p15:clr>
            <a:srgbClr val="D7D7D7"/>
          </p15:clr>
        </p15:guide>
        <p15:guide id="34" pos="7577">
          <p15:clr>
            <a:srgbClr val="D7D7D7"/>
          </p15:clr>
        </p15:guide>
        <p15:guide id="35" pos="7657">
          <p15:clr>
            <a:srgbClr val="D7D7D7"/>
          </p15:clr>
        </p15:guide>
        <p15:guide id="36" pos="8042">
          <p15:clr>
            <a:srgbClr val="D7D7D7"/>
          </p15:clr>
        </p15:guide>
        <p15:guide id="37" pos="8121">
          <p15:clr>
            <a:srgbClr val="D7D7D7"/>
          </p15:clr>
        </p15:guide>
        <p15:guide id="38" pos="8506">
          <p15:clr>
            <a:srgbClr val="D7D7D7"/>
          </p15:clr>
        </p15:guide>
        <p15:guide id="39" pos="8586">
          <p15:clr>
            <a:srgbClr val="D7D7D7"/>
          </p15:clr>
        </p15:guide>
        <p15:guide id="40" pos="8971">
          <p15:clr>
            <a:srgbClr val="D7D7D7"/>
          </p15:clr>
        </p15:guide>
        <p15:guide id="41" pos="9050">
          <p15:clr>
            <a:srgbClr val="D7D7D7"/>
          </p15:clr>
        </p15:guide>
        <p15:guide id="42" pos="9435">
          <p15:clr>
            <a:srgbClr val="D7D7D7"/>
          </p15:clr>
        </p15:guide>
        <p15:guide id="43" pos="9514">
          <p15:clr>
            <a:srgbClr val="D7D7D7"/>
          </p15:clr>
        </p15:guide>
        <p15:guide id="44" pos="9900">
          <p15:clr>
            <a:srgbClr val="D7D7D7"/>
          </p15:clr>
        </p15:guide>
        <p15:guide id="45" pos="9979">
          <p15:clr>
            <a:srgbClr val="D7D7D7"/>
          </p15:clr>
        </p15:guide>
        <p15:guide id="46" pos="10364">
          <p15:clr>
            <a:srgbClr val="D7D7D7"/>
          </p15:clr>
        </p15:guide>
        <p15:guide id="47" pos="10443">
          <p15:clr>
            <a:srgbClr val="D7D7D7"/>
          </p15:clr>
        </p15:guide>
        <p15:guide id="48" pos="10828">
          <p15:clr>
            <a:srgbClr val="D7D7D7"/>
          </p15:clr>
        </p15:guide>
        <p15:guide id="49" pos="10908">
          <p15:clr>
            <a:srgbClr val="D7D7D7"/>
          </p15:clr>
        </p15:guide>
        <p15:guide id="50" pos="11293">
          <p15:clr>
            <a:srgbClr val="D7D7D7"/>
          </p15:clr>
        </p15:guide>
        <p15:guide id="51" orient="horz">
          <p15:clr>
            <a:srgbClr val="D7D7D7"/>
          </p15:clr>
        </p15:guide>
        <p15:guide id="52" orient="horz" pos="6480">
          <p15:clr>
            <a:srgbClr val="D7D7D7"/>
          </p15:clr>
        </p15:guide>
        <p15:guide id="53" orient="horz" pos="648">
          <p15:clr>
            <a:srgbClr val="D7D7D7"/>
          </p15:clr>
        </p15:guide>
        <p15:guide id="54" orient="horz" pos="917">
          <p15:clr>
            <a:srgbClr val="D7D7D7"/>
          </p15:clr>
        </p15:guide>
        <p15:guide id="55" orient="horz" pos="996">
          <p15:clr>
            <a:srgbClr val="D7D7D7"/>
          </p15:clr>
        </p15:guide>
        <p15:guide id="56" orient="horz" pos="1265">
          <p15:clr>
            <a:srgbClr val="D7D7D7"/>
          </p15:clr>
        </p15:guide>
        <p15:guide id="57" orient="horz" pos="1344">
          <p15:clr>
            <a:srgbClr val="D7D7D7"/>
          </p15:clr>
        </p15:guide>
        <p15:guide id="58" orient="horz" pos="1613">
          <p15:clr>
            <a:srgbClr val="D7D7D7"/>
          </p15:clr>
        </p15:guide>
        <p15:guide id="59" orient="horz" pos="1693">
          <p15:clr>
            <a:srgbClr val="D7D7D7"/>
          </p15:clr>
        </p15:guide>
        <p15:guide id="60" orient="horz" pos="1961">
          <p15:clr>
            <a:srgbClr val="D7D7D7"/>
          </p15:clr>
        </p15:guide>
        <p15:guide id="61" orient="horz" pos="2041">
          <p15:clr>
            <a:srgbClr val="D7D7D7"/>
          </p15:clr>
        </p15:guide>
        <p15:guide id="62" orient="horz" pos="2310">
          <p15:clr>
            <a:srgbClr val="D7D7D7"/>
          </p15:clr>
        </p15:guide>
        <p15:guide id="63" orient="horz" pos="2389">
          <p15:clr>
            <a:srgbClr val="D7D7D7"/>
          </p15:clr>
        </p15:guide>
        <p15:guide id="64" orient="horz" pos="2658">
          <p15:clr>
            <a:srgbClr val="D7D7D7"/>
          </p15:clr>
        </p15:guide>
        <p15:guide id="65" orient="horz" pos="2737">
          <p15:clr>
            <a:srgbClr val="D7D7D7"/>
          </p15:clr>
        </p15:guide>
        <p15:guide id="66" orient="horz" pos="3006">
          <p15:clr>
            <a:srgbClr val="D7D7D7"/>
          </p15:clr>
        </p15:guide>
        <p15:guide id="67" orient="horz" pos="3085">
          <p15:clr>
            <a:srgbClr val="D7D7D7"/>
          </p15:clr>
        </p15:guide>
        <p15:guide id="68" orient="horz" pos="3354">
          <p15:clr>
            <a:srgbClr val="D7D7D7"/>
          </p15:clr>
        </p15:guide>
        <p15:guide id="69" orient="horz" pos="3433">
          <p15:clr>
            <a:srgbClr val="D7D7D7"/>
          </p15:clr>
        </p15:guide>
        <p15:guide id="70" orient="horz" pos="3702">
          <p15:clr>
            <a:srgbClr val="D7D7D7"/>
          </p15:clr>
        </p15:guide>
        <p15:guide id="71" orient="horz" pos="3782">
          <p15:clr>
            <a:srgbClr val="D7D7D7"/>
          </p15:clr>
        </p15:guide>
        <p15:guide id="72" orient="horz" pos="4050">
          <p15:clr>
            <a:srgbClr val="D7D7D7"/>
          </p15:clr>
        </p15:guide>
        <p15:guide id="73" orient="horz" pos="4130">
          <p15:clr>
            <a:srgbClr val="D7D7D7"/>
          </p15:clr>
        </p15:guide>
        <p15:guide id="74" orient="horz" pos="4399">
          <p15:clr>
            <a:srgbClr val="D7D7D7"/>
          </p15:clr>
        </p15:guide>
        <p15:guide id="75" orient="horz" pos="4478">
          <p15:clr>
            <a:srgbClr val="D7D7D7"/>
          </p15:clr>
        </p15:guide>
        <p15:guide id="76" orient="horz" pos="4747">
          <p15:clr>
            <a:srgbClr val="D7D7D7"/>
          </p15:clr>
        </p15:guide>
        <p15:guide id="77" orient="horz" pos="4826">
          <p15:clr>
            <a:srgbClr val="D7D7D7"/>
          </p15:clr>
        </p15:guide>
        <p15:guide id="78" orient="horz" pos="5095">
          <p15:clr>
            <a:srgbClr val="D7D7D7"/>
          </p15:clr>
        </p15:guide>
        <p15:guide id="79" orient="horz" pos="5174">
          <p15:clr>
            <a:srgbClr val="D7D7D7"/>
          </p15:clr>
        </p15:guide>
        <p15:guide id="80" orient="horz" pos="5443">
          <p15:clr>
            <a:srgbClr val="D7D7D7"/>
          </p15:clr>
        </p15:guide>
        <p15:guide id="81" orient="horz" pos="5522">
          <p15:clr>
            <a:srgbClr val="D7D7D7"/>
          </p15:clr>
        </p15:guide>
        <p15:guide id="82" orient="horz" pos="5791">
          <p15:clr>
            <a:srgbClr val="D7D7D7"/>
          </p15:clr>
        </p15:guide>
        <p15:guide id="83" orient="horz" pos="5871">
          <p15:clr>
            <a:srgbClr val="D7D7D7"/>
          </p15:clr>
        </p15:guide>
        <p15:guide id="84" orient="horz" pos="6139">
          <p15:clr>
            <a:srgbClr val="D7D7D7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3" y="469901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04944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3" y="469899"/>
            <a:ext cx="11251289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1207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3" y="469901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3300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1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63370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1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6090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1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3087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0802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AB875278-B419-1E51-4369-FB108532154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0548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2" name="Google Shape;4546;p456">
            <a:extLst>
              <a:ext uri="{FF2B5EF4-FFF2-40B4-BE49-F238E27FC236}">
                <a16:creationId xmlns:a16="http://schemas.microsoft.com/office/drawing/2014/main" id="{499FBED8-5F9A-A94D-62C5-BBF67123A90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1484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72606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5" name="Google Shape;2417;p84">
            <a:extLst>
              <a:ext uri="{FF2B5EF4-FFF2-40B4-BE49-F238E27FC236}">
                <a16:creationId xmlns:a16="http://schemas.microsoft.com/office/drawing/2014/main" id="{3483C205-41BC-8066-AB0F-E5AE79AF8EC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050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9AB55B-401A-D4CA-5A1D-41465DBADFC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579396" y="3177076"/>
            <a:ext cx="3677914" cy="3762567"/>
            <a:chOff x="7010044" y="4122122"/>
            <a:chExt cx="1834117" cy="1876088"/>
          </a:xfrm>
        </p:grpSpPr>
        <p:grpSp>
          <p:nvGrpSpPr>
            <p:cNvPr id="2" name="Google Shape;2118;p66">
              <a:extLst>
                <a:ext uri="{FF2B5EF4-FFF2-40B4-BE49-F238E27FC236}">
                  <a16:creationId xmlns:a16="http://schemas.microsoft.com/office/drawing/2014/main" id="{FFE20AE6-C44E-348F-EFF6-7050AAB2DF3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5" name="Google Shape;2119;p66">
                <a:extLst>
                  <a:ext uri="{FF2B5EF4-FFF2-40B4-BE49-F238E27FC236}">
                    <a16:creationId xmlns:a16="http://schemas.microsoft.com/office/drawing/2014/main" id="{A61D8A30-1F7B-1F1B-3FDA-5535300C7EE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7" name="Google Shape;2120;p66">
                <a:extLst>
                  <a:ext uri="{FF2B5EF4-FFF2-40B4-BE49-F238E27FC236}">
                    <a16:creationId xmlns:a16="http://schemas.microsoft.com/office/drawing/2014/main" id="{FBDB020F-6E4A-0A1E-BBE3-E77FC0C5CA0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8" name="Google Shape;2121;p66">
                <a:extLst>
                  <a:ext uri="{FF2B5EF4-FFF2-40B4-BE49-F238E27FC236}">
                    <a16:creationId xmlns:a16="http://schemas.microsoft.com/office/drawing/2014/main" id="{9FC6460B-AC12-85DA-A9B8-8436144C625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9" name="Google Shape;2122;p66">
              <a:extLst>
                <a:ext uri="{FF2B5EF4-FFF2-40B4-BE49-F238E27FC236}">
                  <a16:creationId xmlns:a16="http://schemas.microsoft.com/office/drawing/2014/main" id="{DE18A382-67FF-7B99-CCDC-B8414AC9276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0" name="Google Shape;2123;p66">
                <a:extLst>
                  <a:ext uri="{FF2B5EF4-FFF2-40B4-BE49-F238E27FC236}">
                    <a16:creationId xmlns:a16="http://schemas.microsoft.com/office/drawing/2014/main" id="{D4C3B40E-E6BF-124D-C26E-3102274D052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1" name="Google Shape;2124;p66">
                <a:extLst>
                  <a:ext uri="{FF2B5EF4-FFF2-40B4-BE49-F238E27FC236}">
                    <a16:creationId xmlns:a16="http://schemas.microsoft.com/office/drawing/2014/main" id="{4EE8307A-B472-B391-0142-8EBB3945D0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3" y="469901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6162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oogle Shape;2119;p66">
            <a:extLst>
              <a:ext uri="{FF2B5EF4-FFF2-40B4-BE49-F238E27FC236}">
                <a16:creationId xmlns:a16="http://schemas.microsoft.com/office/drawing/2014/main" id="{A61D8A30-1F7B-1F1B-3FDA-5535300C7EE8}"/>
              </a:ext>
            </a:extLst>
          </p:cNvPr>
          <p:cNvCxnSpPr>
            <a:cxnSpLocks/>
          </p:cNvCxnSpPr>
          <p:nvPr/>
        </p:nvCxnSpPr>
        <p:spPr>
          <a:xfrm rot="10800000" flipH="1">
            <a:off x="8932370" y="3967643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" name="Google Shape;2120;p66">
            <a:extLst>
              <a:ext uri="{FF2B5EF4-FFF2-40B4-BE49-F238E27FC236}">
                <a16:creationId xmlns:a16="http://schemas.microsoft.com/office/drawing/2014/main" id="{FBDB020F-6E4A-0A1E-BBE3-E77FC0C5CA09}"/>
              </a:ext>
            </a:extLst>
          </p:cNvPr>
          <p:cNvCxnSpPr>
            <a:cxnSpLocks/>
          </p:cNvCxnSpPr>
          <p:nvPr/>
        </p:nvCxnSpPr>
        <p:spPr>
          <a:xfrm rot="10800000">
            <a:off x="10651379" y="3967736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" name="Google Shape;2121;p66">
            <a:extLst>
              <a:ext uri="{FF2B5EF4-FFF2-40B4-BE49-F238E27FC236}">
                <a16:creationId xmlns:a16="http://schemas.microsoft.com/office/drawing/2014/main" id="{9FC6460B-AC12-85DA-A9B8-8436144C62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060704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9" name="Google Shape;2122;p66">
            <a:extLst>
              <a:ext uri="{FF2B5EF4-FFF2-40B4-BE49-F238E27FC236}">
                <a16:creationId xmlns:a16="http://schemas.microsoft.com/office/drawing/2014/main" id="{DE18A382-67FF-7B99-CCDC-B8414AC92761}"/>
              </a:ext>
            </a:extLst>
          </p:cNvPr>
          <p:cNvGrpSpPr>
            <a:grpSpLocks/>
          </p:cNvGrpSpPr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0" name="Google Shape;2123;p66">
              <a:extLst>
                <a:ext uri="{FF2B5EF4-FFF2-40B4-BE49-F238E27FC236}">
                  <a16:creationId xmlns:a16="http://schemas.microsoft.com/office/drawing/2014/main" id="{D4C3B40E-E6BF-124D-C26E-3102274D052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1" name="Google Shape;2124;p66">
              <a:extLst>
                <a:ext uri="{FF2B5EF4-FFF2-40B4-BE49-F238E27FC236}">
                  <a16:creationId xmlns:a16="http://schemas.microsoft.com/office/drawing/2014/main" id="{4EE8307A-B472-B391-0142-8EBB3945D0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3" y="469901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2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75287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D986611-5E48-AF11-4E58-E6F43C89DC2A}"/>
              </a:ext>
            </a:extLst>
          </p:cNvPr>
          <p:cNvGrpSpPr/>
          <p:nvPr userDrawn="1"/>
        </p:nvGrpSpPr>
        <p:grpSpPr>
          <a:xfrm>
            <a:off x="8579396" y="3177076"/>
            <a:ext cx="3677914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0CFAFF82-0833-7B06-407E-83EB6FA0D145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1307548B-F888-D84C-C666-938BA97A75EF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443A687C-99A0-1F27-511D-E93BCD8A1D4C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25EEA323-0843-0D75-C6B1-0CD1A21CCBEB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10" name="Google Shape;2122;p66">
              <a:extLst>
                <a:ext uri="{FF2B5EF4-FFF2-40B4-BE49-F238E27FC236}">
                  <a16:creationId xmlns:a16="http://schemas.microsoft.com/office/drawing/2014/main" id="{180348D1-09CA-C73D-D939-2319683C0188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1" name="Google Shape;2123;p66">
                <a:extLst>
                  <a:ext uri="{FF2B5EF4-FFF2-40B4-BE49-F238E27FC236}">
                    <a16:creationId xmlns:a16="http://schemas.microsoft.com/office/drawing/2014/main" id="{383805C0-32C3-3526-464F-807F1BC651F9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2124;p66">
                <a:extLst>
                  <a:ext uri="{FF2B5EF4-FFF2-40B4-BE49-F238E27FC236}">
                    <a16:creationId xmlns:a16="http://schemas.microsoft.com/office/drawing/2014/main" id="{6BCEA8B0-4E62-C1FC-13E7-C53D4A4378EB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1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2811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2119;p66">
            <a:extLst>
              <a:ext uri="{FF2B5EF4-FFF2-40B4-BE49-F238E27FC236}">
                <a16:creationId xmlns:a16="http://schemas.microsoft.com/office/drawing/2014/main" id="{1307548B-F888-D84C-C666-938BA97A75EF}"/>
              </a:ext>
            </a:extLst>
          </p:cNvPr>
          <p:cNvCxnSpPr/>
          <p:nvPr/>
        </p:nvCxnSpPr>
        <p:spPr>
          <a:xfrm rot="10800000" flipH="1">
            <a:off x="8932370" y="3967643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4" name="Google Shape;2120;p66">
            <a:extLst>
              <a:ext uri="{FF2B5EF4-FFF2-40B4-BE49-F238E27FC236}">
                <a16:creationId xmlns:a16="http://schemas.microsoft.com/office/drawing/2014/main" id="{443A687C-99A0-1F27-511D-E93BCD8A1D4C}"/>
              </a:ext>
            </a:extLst>
          </p:cNvPr>
          <p:cNvCxnSpPr/>
          <p:nvPr/>
        </p:nvCxnSpPr>
        <p:spPr>
          <a:xfrm rot="10800000">
            <a:off x="10651379" y="3967736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5" name="Google Shape;2121;p66">
            <a:extLst>
              <a:ext uri="{FF2B5EF4-FFF2-40B4-BE49-F238E27FC236}">
                <a16:creationId xmlns:a16="http://schemas.microsoft.com/office/drawing/2014/main" id="{25EEA323-0843-0D75-C6B1-0CD1A21CCBEB}"/>
              </a:ext>
            </a:extLst>
          </p:cNvPr>
          <p:cNvCxnSpPr/>
          <p:nvPr/>
        </p:nvCxnSpPr>
        <p:spPr>
          <a:xfrm rot="10800000" flipH="1">
            <a:off x="10060704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10" name="Google Shape;2122;p66">
            <a:extLst>
              <a:ext uri="{FF2B5EF4-FFF2-40B4-BE49-F238E27FC236}">
                <a16:creationId xmlns:a16="http://schemas.microsoft.com/office/drawing/2014/main" id="{180348D1-09CA-C73D-D939-2319683C0188}"/>
              </a:ext>
            </a:extLst>
          </p:cNvPr>
          <p:cNvGrpSpPr/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1" name="Google Shape;2123;p66">
              <a:extLst>
                <a:ext uri="{FF2B5EF4-FFF2-40B4-BE49-F238E27FC236}">
                  <a16:creationId xmlns:a16="http://schemas.microsoft.com/office/drawing/2014/main" id="{383805C0-32C3-3526-464F-807F1BC651F9}"/>
                </a:ext>
              </a:extLst>
            </p:cNvPr>
            <p:cNvCxnSpPr/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2" name="Google Shape;2124;p66">
              <a:extLst>
                <a:ext uri="{FF2B5EF4-FFF2-40B4-BE49-F238E27FC236}">
                  <a16:creationId xmlns:a16="http://schemas.microsoft.com/office/drawing/2014/main" id="{6BCEA8B0-4E62-C1FC-13E7-C53D4A4378EB}"/>
                </a:ext>
              </a:extLst>
            </p:cNvPr>
            <p:cNvCxnSpPr/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2" y="469901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3" y="134944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564" y="165546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7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555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7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9702" y="824402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85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70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555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739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9410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8">
            <a:extLst>
              <a:ext uri="{FF2B5EF4-FFF2-40B4-BE49-F238E27FC236}">
                <a16:creationId xmlns:a16="http://schemas.microsoft.com/office/drawing/2014/main" id="{254E525B-B477-5E7F-DC71-A18BCB8F76C5}"/>
              </a:ext>
            </a:extLst>
          </p:cNvPr>
          <p:cNvSpPr/>
          <p:nvPr userDrawn="1"/>
        </p:nvSpPr>
        <p:spPr>
          <a:xfrm rot="10800000" flipH="1">
            <a:off x="795" y="2"/>
            <a:ext cx="4627053" cy="6857999"/>
          </a:xfrm>
          <a:custGeom>
            <a:avLst/>
            <a:gdLst>
              <a:gd name="connsiteX0" fmla="*/ 0 w 4627656"/>
              <a:gd name="connsiteY0" fmla="*/ 6857999 h 6857999"/>
              <a:gd name="connsiteX1" fmla="*/ 4627656 w 4627656"/>
              <a:gd name="connsiteY1" fmla="*/ 6857999 h 6857999"/>
              <a:gd name="connsiteX2" fmla="*/ 743269 w 4627656"/>
              <a:gd name="connsiteY2" fmla="*/ 0 h 6857999"/>
              <a:gd name="connsiteX3" fmla="*/ 0 w 4627656"/>
              <a:gd name="connsiteY3" fmla="*/ 0 h 6857999"/>
              <a:gd name="connsiteX4" fmla="*/ 0 w 4627656"/>
              <a:gd name="connsiteY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27656" h="6857999">
                <a:moveTo>
                  <a:pt x="0" y="6857999"/>
                </a:moveTo>
                <a:lnTo>
                  <a:pt x="4627656" y="6857999"/>
                </a:lnTo>
                <a:lnTo>
                  <a:pt x="74326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1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2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4" y="469903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3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5" y="165547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3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279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18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55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2" y="824404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39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279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18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55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6605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905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2 linhas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899"/>
            <a:ext cx="11251289" cy="531128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r>
              <a:rPr lang="en-US"/>
              <a:t> - </a:t>
            </a:r>
            <a:r>
              <a:rPr lang="en-US" err="1"/>
              <a:t>Título</a:t>
            </a:r>
            <a:r>
              <a:rPr lang="en-US"/>
              <a:t> de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149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7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92547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Cinz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75CB6DF1-632B-DAB1-29F5-AEC5B2E605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4476892-009D-24A4-F7F7-42E87D6A95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F6FA1ABE-9DC5-8FF6-39B6-29D66144FC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29603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4984434-7A1D-7CDF-D681-37A99AF191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6B9E8F8-919C-3971-93A9-82E1B6C38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8" name="Text Placeholder 32">
            <a:extLst>
              <a:ext uri="{FF2B5EF4-FFF2-40B4-BE49-F238E27FC236}">
                <a16:creationId xmlns:a16="http://schemas.microsoft.com/office/drawing/2014/main" id="{6554AAFF-C395-2035-E271-806791E5AE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7081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adrão Complet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35333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6FFBF6FE-7949-5C4A-7543-6E77D9D64B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BE271676-4442-1054-6203-40B9D4DD41E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76001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 Claro">
    <p:bg>
      <p:bgPr>
        <a:solidFill>
          <a:srgbClr val="EBEE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6" name="Google Shape;4546;p456">
            <a:extLst>
              <a:ext uri="{FF2B5EF4-FFF2-40B4-BE49-F238E27FC236}">
                <a16:creationId xmlns:a16="http://schemas.microsoft.com/office/drawing/2014/main" id="{AB875278-B419-1E51-4369-FB108532154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257063A-81C8-6751-6622-58637AD0AF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7921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Cinza">
    <p:bg>
      <p:bgPr>
        <a:solidFill>
          <a:srgbClr val="D7D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/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2" name="Google Shape;4546;p456">
            <a:extLst>
              <a:ext uri="{FF2B5EF4-FFF2-40B4-BE49-F238E27FC236}">
                <a16:creationId xmlns:a16="http://schemas.microsoft.com/office/drawing/2014/main" id="{499FBED8-5F9A-A94D-62C5-BBF67123A90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06FC8AF5-82C3-EAD1-2B87-483779D92D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01682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Azu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A949D54C-85DA-DDF7-B3BF-AA3490F6C8B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1ED28277-C797-016B-FA7D-94004CF44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3849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adrã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5" name="Google Shape;2417;p84">
            <a:extLst>
              <a:ext uri="{FF2B5EF4-FFF2-40B4-BE49-F238E27FC236}">
                <a16:creationId xmlns:a16="http://schemas.microsoft.com/office/drawing/2014/main" id="{3483C205-41BC-8066-AB0F-E5AE79AF8EC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2">
            <a:extLst>
              <a:ext uri="{FF2B5EF4-FFF2-40B4-BE49-F238E27FC236}">
                <a16:creationId xmlns:a16="http://schemas.microsoft.com/office/drawing/2014/main" id="{9A7938FC-6001-9AF2-3CC3-BDD6FA7B02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8363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C9AB55B-401A-D4CA-5A1D-41465DBADFC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2" name="Google Shape;2118;p66">
              <a:extLst>
                <a:ext uri="{FF2B5EF4-FFF2-40B4-BE49-F238E27FC236}">
                  <a16:creationId xmlns:a16="http://schemas.microsoft.com/office/drawing/2014/main" id="{FFE20AE6-C44E-348F-EFF6-7050AAB2DF3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5" name="Google Shape;2119;p66">
                <a:extLst>
                  <a:ext uri="{FF2B5EF4-FFF2-40B4-BE49-F238E27FC236}">
                    <a16:creationId xmlns:a16="http://schemas.microsoft.com/office/drawing/2014/main" id="{A61D8A30-1F7B-1F1B-3FDA-5535300C7EE8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7" name="Google Shape;2120;p66">
                <a:extLst>
                  <a:ext uri="{FF2B5EF4-FFF2-40B4-BE49-F238E27FC236}">
                    <a16:creationId xmlns:a16="http://schemas.microsoft.com/office/drawing/2014/main" id="{FBDB020F-6E4A-0A1E-BBE3-E77FC0C5CA09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8" name="Google Shape;2121;p66">
                <a:extLst>
                  <a:ext uri="{FF2B5EF4-FFF2-40B4-BE49-F238E27FC236}">
                    <a16:creationId xmlns:a16="http://schemas.microsoft.com/office/drawing/2014/main" id="{9FC6460B-AC12-85DA-A9B8-8436144C625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rgbClr val="002B49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9" name="Google Shape;2122;p66">
              <a:extLst>
                <a:ext uri="{FF2B5EF4-FFF2-40B4-BE49-F238E27FC236}">
                  <a16:creationId xmlns:a16="http://schemas.microsoft.com/office/drawing/2014/main" id="{DE18A382-67FF-7B99-CCDC-B8414AC92761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0" name="Google Shape;2123;p66">
                <a:extLst>
                  <a:ext uri="{FF2B5EF4-FFF2-40B4-BE49-F238E27FC236}">
                    <a16:creationId xmlns:a16="http://schemas.microsoft.com/office/drawing/2014/main" id="{D4C3B40E-E6BF-124D-C26E-3102274D0523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1" name="Google Shape;2124;p66">
                <a:extLst>
                  <a:ext uri="{FF2B5EF4-FFF2-40B4-BE49-F238E27FC236}">
                    <a16:creationId xmlns:a16="http://schemas.microsoft.com/office/drawing/2014/main" id="{4EE8307A-B472-B391-0142-8EBB3945D0BA}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CDD5DB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82582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oogle Shape;2119;p66">
            <a:extLst>
              <a:ext uri="{FF2B5EF4-FFF2-40B4-BE49-F238E27FC236}">
                <a16:creationId xmlns:a16="http://schemas.microsoft.com/office/drawing/2014/main" id="{A61D8A30-1F7B-1F1B-3FDA-5535300C7EE8}"/>
              </a:ext>
            </a:extLst>
          </p:cNvPr>
          <p:cNvCxnSpPr>
            <a:cxnSpLocks/>
          </p:cNvCxnSpPr>
          <p:nvPr/>
        </p:nvCxnSpPr>
        <p:spPr>
          <a:xfrm rot="10800000" flipH="1">
            <a:off x="8932369" y="3967642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7" name="Google Shape;2120;p66">
            <a:extLst>
              <a:ext uri="{FF2B5EF4-FFF2-40B4-BE49-F238E27FC236}">
                <a16:creationId xmlns:a16="http://schemas.microsoft.com/office/drawing/2014/main" id="{FBDB020F-6E4A-0A1E-BBE3-E77FC0C5CA09}"/>
              </a:ext>
            </a:extLst>
          </p:cNvPr>
          <p:cNvCxnSpPr>
            <a:cxnSpLocks/>
          </p:cNvCxnSpPr>
          <p:nvPr/>
        </p:nvCxnSpPr>
        <p:spPr>
          <a:xfrm rot="10800000">
            <a:off x="10651379" y="3967735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8" name="Google Shape;2121;p66">
            <a:extLst>
              <a:ext uri="{FF2B5EF4-FFF2-40B4-BE49-F238E27FC236}">
                <a16:creationId xmlns:a16="http://schemas.microsoft.com/office/drawing/2014/main" id="{9FC6460B-AC12-85DA-A9B8-8436144C6253}"/>
              </a:ext>
            </a:extLst>
          </p:cNvPr>
          <p:cNvCxnSpPr>
            <a:cxnSpLocks/>
          </p:cNvCxnSpPr>
          <p:nvPr/>
        </p:nvCxnSpPr>
        <p:spPr>
          <a:xfrm rot="10800000" flipH="1">
            <a:off x="10060703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9" name="Google Shape;2122;p66">
            <a:extLst>
              <a:ext uri="{FF2B5EF4-FFF2-40B4-BE49-F238E27FC236}">
                <a16:creationId xmlns:a16="http://schemas.microsoft.com/office/drawing/2014/main" id="{DE18A382-67FF-7B99-CCDC-B8414AC92761}"/>
              </a:ext>
            </a:extLst>
          </p:cNvPr>
          <p:cNvGrpSpPr>
            <a:grpSpLocks/>
          </p:cNvGrpSpPr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0" name="Google Shape;2123;p66">
              <a:extLst>
                <a:ext uri="{FF2B5EF4-FFF2-40B4-BE49-F238E27FC236}">
                  <a16:creationId xmlns:a16="http://schemas.microsoft.com/office/drawing/2014/main" id="{D4C3B40E-E6BF-124D-C26E-3102274D0523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1" name="Google Shape;2124;p66">
              <a:extLst>
                <a:ext uri="{FF2B5EF4-FFF2-40B4-BE49-F238E27FC236}">
                  <a16:creationId xmlns:a16="http://schemas.microsoft.com/office/drawing/2014/main" id="{4EE8307A-B472-B391-0142-8EBB3945D0B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2" y="469900"/>
            <a:ext cx="11251289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pic>
        <p:nvPicPr>
          <p:cNvPr id="4" name="Google Shape;4546;p456">
            <a:extLst>
              <a:ext uri="{FF2B5EF4-FFF2-40B4-BE49-F238E27FC236}">
                <a16:creationId xmlns:a16="http://schemas.microsoft.com/office/drawing/2014/main" id="{8179ABA7-890A-B898-6E7C-ACF197EFCA0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0586222" y="133201"/>
            <a:ext cx="1199954" cy="193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C39F078-3B96-AB36-B0EF-10CA3CA1216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7DA186-86D5-48CD-049C-893665E73A1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72E413E4-16C0-984D-D5D5-047A528CA61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36870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D986611-5E48-AF11-4E58-E6F43C89DC2A}"/>
              </a:ext>
            </a:extLst>
          </p:cNvPr>
          <p:cNvGrpSpPr/>
          <p:nvPr userDrawn="1"/>
        </p:nvGrpSpPr>
        <p:grpSpPr>
          <a:xfrm>
            <a:off x="8579396" y="3177075"/>
            <a:ext cx="3677914" cy="3762567"/>
            <a:chOff x="7010044" y="4122122"/>
            <a:chExt cx="1834117" cy="1876088"/>
          </a:xfrm>
        </p:grpSpPr>
        <p:grpSp>
          <p:nvGrpSpPr>
            <p:cNvPr id="5" name="Google Shape;2118;p66">
              <a:extLst>
                <a:ext uri="{FF2B5EF4-FFF2-40B4-BE49-F238E27FC236}">
                  <a16:creationId xmlns:a16="http://schemas.microsoft.com/office/drawing/2014/main" id="{0CFAFF82-0833-7B06-407E-83EB6FA0D145}"/>
                </a:ext>
              </a:extLst>
            </p:cNvPr>
            <p:cNvGrpSpPr/>
            <p:nvPr userDrawn="1"/>
          </p:nvGrpSpPr>
          <p:grpSpPr>
            <a:xfrm>
              <a:off x="7186066" y="4122122"/>
              <a:ext cx="1658095" cy="1876088"/>
              <a:chOff x="2272184" y="-142533"/>
              <a:chExt cx="4717661" cy="5398287"/>
            </a:xfrm>
          </p:grpSpPr>
          <p:cxnSp>
            <p:nvCxnSpPr>
              <p:cNvPr id="13" name="Google Shape;2119;p66">
                <a:extLst>
                  <a:ext uri="{FF2B5EF4-FFF2-40B4-BE49-F238E27FC236}">
                    <a16:creationId xmlns:a16="http://schemas.microsoft.com/office/drawing/2014/main" id="{1307548B-F888-D84C-C666-938BA97A75EF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4" name="Google Shape;2120;p66">
                <a:extLst>
                  <a:ext uri="{FF2B5EF4-FFF2-40B4-BE49-F238E27FC236}">
                    <a16:creationId xmlns:a16="http://schemas.microsoft.com/office/drawing/2014/main" id="{443A687C-99A0-1F27-511D-E93BCD8A1D4C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5" name="Google Shape;2121;p66">
                <a:extLst>
                  <a:ext uri="{FF2B5EF4-FFF2-40B4-BE49-F238E27FC236}">
                    <a16:creationId xmlns:a16="http://schemas.microsoft.com/office/drawing/2014/main" id="{25EEA323-0843-0D75-C6B1-0CD1A21CCBEB}"/>
                  </a:ext>
                </a:extLst>
              </p:cNvPr>
              <p:cNvCxnSpPr/>
              <p:nvPr/>
            </p:nvCxnSpPr>
            <p:spPr>
              <a:xfrm rot="10800000" flipH="1">
                <a:off x="3873145" y="-142533"/>
                <a:ext cx="3116700" cy="539820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  <p:grpSp>
          <p:nvGrpSpPr>
            <p:cNvPr id="10" name="Google Shape;2122;p66">
              <a:extLst>
                <a:ext uri="{FF2B5EF4-FFF2-40B4-BE49-F238E27FC236}">
                  <a16:creationId xmlns:a16="http://schemas.microsoft.com/office/drawing/2014/main" id="{180348D1-09CA-C73D-D939-2319683C0188}"/>
                </a:ext>
              </a:extLst>
            </p:cNvPr>
            <p:cNvGrpSpPr/>
            <p:nvPr userDrawn="1"/>
          </p:nvGrpSpPr>
          <p:grpSpPr>
            <a:xfrm>
              <a:off x="7010044" y="5276810"/>
              <a:ext cx="417241" cy="721024"/>
              <a:chOff x="2272184" y="991721"/>
              <a:chExt cx="2439900" cy="4264033"/>
            </a:xfrm>
          </p:grpSpPr>
          <p:cxnSp>
            <p:nvCxnSpPr>
              <p:cNvPr id="11" name="Google Shape;2123;p66">
                <a:extLst>
                  <a:ext uri="{FF2B5EF4-FFF2-40B4-BE49-F238E27FC236}">
                    <a16:creationId xmlns:a16="http://schemas.microsoft.com/office/drawing/2014/main" id="{383805C0-32C3-3526-464F-807F1BC651F9}"/>
                  </a:ext>
                </a:extLst>
              </p:cNvPr>
              <p:cNvCxnSpPr/>
              <p:nvPr/>
            </p:nvCxnSpPr>
            <p:spPr>
              <a:xfrm rot="10800000" flipH="1">
                <a:off x="2272184" y="991721"/>
                <a:ext cx="2439900" cy="422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  <p:cxnSp>
            <p:nvCxnSpPr>
              <p:cNvPr id="12" name="Google Shape;2124;p66">
                <a:extLst>
                  <a:ext uri="{FF2B5EF4-FFF2-40B4-BE49-F238E27FC236}">
                    <a16:creationId xmlns:a16="http://schemas.microsoft.com/office/drawing/2014/main" id="{6BCEA8B0-4E62-C1FC-13E7-C53D4A4378EB}"/>
                  </a:ext>
                </a:extLst>
              </p:cNvPr>
              <p:cNvCxnSpPr/>
              <p:nvPr/>
            </p:nvCxnSpPr>
            <p:spPr>
              <a:xfrm rot="10800000">
                <a:off x="4711238" y="991854"/>
                <a:ext cx="0" cy="42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bg2"/>
                </a:solidFill>
                <a:prstDash val="solid"/>
                <a:miter lim="4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58291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Padrão Completo Grafismo Marinh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2119;p66">
            <a:extLst>
              <a:ext uri="{FF2B5EF4-FFF2-40B4-BE49-F238E27FC236}">
                <a16:creationId xmlns:a16="http://schemas.microsoft.com/office/drawing/2014/main" id="{1307548B-F888-D84C-C666-938BA97A75EF}"/>
              </a:ext>
            </a:extLst>
          </p:cNvPr>
          <p:cNvCxnSpPr/>
          <p:nvPr/>
        </p:nvCxnSpPr>
        <p:spPr>
          <a:xfrm rot="10800000" flipH="1">
            <a:off x="8932369" y="3967642"/>
            <a:ext cx="1719607" cy="2945561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4" name="Google Shape;2120;p66">
            <a:extLst>
              <a:ext uri="{FF2B5EF4-FFF2-40B4-BE49-F238E27FC236}">
                <a16:creationId xmlns:a16="http://schemas.microsoft.com/office/drawing/2014/main" id="{443A687C-99A0-1F27-511D-E93BCD8A1D4C}"/>
              </a:ext>
            </a:extLst>
          </p:cNvPr>
          <p:cNvCxnSpPr/>
          <p:nvPr/>
        </p:nvCxnSpPr>
        <p:spPr>
          <a:xfrm rot="10800000">
            <a:off x="10651379" y="3967735"/>
            <a:ext cx="0" cy="2971907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5" name="Google Shape;2121;p66">
            <a:extLst>
              <a:ext uri="{FF2B5EF4-FFF2-40B4-BE49-F238E27FC236}">
                <a16:creationId xmlns:a16="http://schemas.microsoft.com/office/drawing/2014/main" id="{25EEA323-0843-0D75-C6B1-0CD1A21CCBEB}"/>
              </a:ext>
            </a:extLst>
          </p:cNvPr>
          <p:cNvCxnSpPr/>
          <p:nvPr/>
        </p:nvCxnSpPr>
        <p:spPr>
          <a:xfrm rot="10800000" flipH="1">
            <a:off x="10060703" y="3177074"/>
            <a:ext cx="2196606" cy="3762506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miter lim="400000"/>
            <a:headEnd type="none" w="sm" len="sm"/>
            <a:tailEnd type="none" w="sm" len="sm"/>
          </a:ln>
        </p:spPr>
      </p:cxnSp>
      <p:grpSp>
        <p:nvGrpSpPr>
          <p:cNvPr id="10" name="Google Shape;2122;p66">
            <a:extLst>
              <a:ext uri="{FF2B5EF4-FFF2-40B4-BE49-F238E27FC236}">
                <a16:creationId xmlns:a16="http://schemas.microsoft.com/office/drawing/2014/main" id="{180348D1-09CA-C73D-D939-2319683C0188}"/>
              </a:ext>
            </a:extLst>
          </p:cNvPr>
          <p:cNvGrpSpPr/>
          <p:nvPr userDrawn="1"/>
        </p:nvGrpSpPr>
        <p:grpSpPr>
          <a:xfrm>
            <a:off x="8579395" y="5492846"/>
            <a:ext cx="836684" cy="1446042"/>
            <a:chOff x="2272184" y="991721"/>
            <a:chExt cx="2439900" cy="4264033"/>
          </a:xfrm>
        </p:grpSpPr>
        <p:cxnSp>
          <p:nvCxnSpPr>
            <p:cNvPr id="11" name="Google Shape;2123;p66">
              <a:extLst>
                <a:ext uri="{FF2B5EF4-FFF2-40B4-BE49-F238E27FC236}">
                  <a16:creationId xmlns:a16="http://schemas.microsoft.com/office/drawing/2014/main" id="{383805C0-32C3-3526-464F-807F1BC651F9}"/>
                </a:ext>
              </a:extLst>
            </p:cNvPr>
            <p:cNvCxnSpPr/>
            <p:nvPr/>
          </p:nvCxnSpPr>
          <p:spPr>
            <a:xfrm rot="10800000" flipH="1">
              <a:off x="2272184" y="991721"/>
              <a:ext cx="2439900" cy="42261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  <p:cxnSp>
          <p:nvCxnSpPr>
            <p:cNvPr id="12" name="Google Shape;2124;p66">
              <a:extLst>
                <a:ext uri="{FF2B5EF4-FFF2-40B4-BE49-F238E27FC236}">
                  <a16:creationId xmlns:a16="http://schemas.microsoft.com/office/drawing/2014/main" id="{6BCEA8B0-4E62-C1FC-13E7-C53D4A4378EB}"/>
                </a:ext>
              </a:extLst>
            </p:cNvPr>
            <p:cNvCxnSpPr/>
            <p:nvPr/>
          </p:nvCxnSpPr>
          <p:spPr>
            <a:xfrm rot="10800000">
              <a:off x="4711238" y="991854"/>
              <a:ext cx="0" cy="42639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miter lim="400000"/>
              <a:headEnd type="none" w="sm" len="sm"/>
              <a:tailEnd type="none" w="sm" len="sm"/>
            </a:ln>
          </p:spPr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DB46E8-1935-B878-65E3-D56BA9EE4508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A4A75A-82B3-7F4B-B4EA-AD1D685CA36E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7CEC2134-250F-0186-F7EC-A0A91EB1211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9561" y="469900"/>
            <a:ext cx="11254186" cy="242369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spcBef>
                <a:spcPts val="0"/>
              </a:spcBef>
              <a:buNone/>
              <a:defRPr sz="2200" b="0" i="0">
                <a:solidFill>
                  <a:schemeClr val="bg1"/>
                </a:solidFill>
                <a:latin typeface="Arial Nova Light" panose="020F0302020204030204" pitchFamily="34" charset="0"/>
                <a:cs typeface="Arial Nova Light" panose="020F0302020204030204" pitchFamily="34" charset="0"/>
              </a:defRPr>
            </a:lvl1pPr>
          </a:lstStyle>
          <a:p>
            <a:pPr lvl="0"/>
            <a:r>
              <a:rPr lang="en-US" err="1"/>
              <a:t>Linha</a:t>
            </a:r>
            <a:r>
              <a:rPr lang="en-US"/>
              <a:t> 2 – </a:t>
            </a:r>
            <a:r>
              <a:rPr lang="en-US" err="1"/>
              <a:t>Título</a:t>
            </a:r>
            <a:r>
              <a:rPr lang="en-US"/>
              <a:t> de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r>
              <a:rPr lang="en-US"/>
              <a:t> </a:t>
            </a:r>
            <a:endParaRPr lang="en-BR"/>
          </a:p>
        </p:txBody>
      </p:sp>
      <p:pic>
        <p:nvPicPr>
          <p:cNvPr id="2" name="Google Shape;2417;p84">
            <a:extLst>
              <a:ext uri="{FF2B5EF4-FFF2-40B4-BE49-F238E27FC236}">
                <a16:creationId xmlns:a16="http://schemas.microsoft.com/office/drawing/2014/main" id="{404E9459-5E52-FA97-275F-28844811128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159" b="159"/>
          <a:stretch/>
        </p:blipFill>
        <p:spPr>
          <a:xfrm>
            <a:off x="10586222" y="134943"/>
            <a:ext cx="1199313" cy="1936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76FED0AB-DC9B-D7FE-6134-56DC7C0409F7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69563" y="165545"/>
            <a:ext cx="10116659" cy="129071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buNone/>
              <a:defRPr sz="12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2pPr>
            <a:lvl3pPr marL="914324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3pPr>
            <a:lvl4pPr marL="1371486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4pPr>
            <a:lvl5pPr marL="1828647" indent="0">
              <a:buNone/>
              <a:defRPr sz="1200" b="0" i="0">
                <a:solidFill>
                  <a:schemeClr val="tx2"/>
                </a:solidFill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1 – </a:t>
            </a:r>
            <a:r>
              <a:rPr lang="en-US" err="1"/>
              <a:t>Pode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não</a:t>
            </a:r>
            <a:r>
              <a:rPr lang="en-US"/>
              <a:t> ser </a:t>
            </a:r>
            <a:r>
              <a:rPr lang="en-US" err="1"/>
              <a:t>aplicável</a:t>
            </a:r>
            <a:endParaRPr lang="en-US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3AF22281-93D6-7A92-500C-99C42476131C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 i="0">
                <a:solidFill>
                  <a:srgbClr val="CCD5DB"/>
                </a:solidFill>
                <a:latin typeface="Arial Nova Cond" panose="020B0506020202020204" pitchFamily="34" charset="0"/>
              </a:defRPr>
            </a:lvl1pPr>
            <a:lvl2pPr marL="457162" indent="0">
              <a:buNone/>
              <a:defRPr sz="1800" b="0" i="0">
                <a:latin typeface="Arial Nova Cond" panose="020B0506020202020204" pitchFamily="34" charset="0"/>
              </a:defRPr>
            </a:lvl2pPr>
            <a:lvl3pPr marL="914324" indent="0">
              <a:buNone/>
              <a:defRPr sz="1800" b="0" i="0">
                <a:latin typeface="Arial Nova Cond" panose="020B0506020202020204" pitchFamily="34" charset="0"/>
              </a:defRPr>
            </a:lvl3pPr>
            <a:lvl4pPr marL="1371486" indent="0">
              <a:buNone/>
              <a:defRPr sz="1800" b="0" i="0">
                <a:latin typeface="Arial Nova Cond" panose="020B0506020202020204" pitchFamily="34" charset="0"/>
              </a:defRPr>
            </a:lvl4pPr>
            <a:lvl5pPr marL="1828647" indent="0">
              <a:buNone/>
              <a:defRPr sz="1800" b="0" i="0">
                <a:latin typeface="Arial Nova Cond" panose="020B0506020202020204" pitchFamily="34" charset="0"/>
              </a:defRPr>
            </a:lvl5pPr>
          </a:lstStyle>
          <a:p>
            <a:pPr lvl="0"/>
            <a:r>
              <a:rPr lang="en-US" err="1"/>
              <a:t>Linha</a:t>
            </a:r>
            <a:r>
              <a:rPr lang="en-US"/>
              <a:t> 3 – </a:t>
            </a:r>
            <a:r>
              <a:rPr lang="en-US" err="1"/>
              <a:t>Subtítulo</a:t>
            </a:r>
            <a:r>
              <a:rPr lang="en-US"/>
              <a:t> com 1 </a:t>
            </a:r>
            <a:r>
              <a:rPr lang="en-US" err="1"/>
              <a:t>ou</a:t>
            </a:r>
            <a:r>
              <a:rPr lang="en-US"/>
              <a:t> 2 </a:t>
            </a:r>
            <a:r>
              <a:rPr lang="en-US" err="1"/>
              <a:t>linhas</a:t>
            </a:r>
            <a:endParaRPr lang="en-BR"/>
          </a:p>
        </p:txBody>
      </p:sp>
      <p:sp>
        <p:nvSpPr>
          <p:cNvPr id="9" name="Text Placeholder 32">
            <a:extLst>
              <a:ext uri="{FF2B5EF4-FFF2-40B4-BE49-F238E27FC236}">
                <a16:creationId xmlns:a16="http://schemas.microsoft.com/office/drawing/2014/main" id="{77671B78-7246-7993-D5A2-3028AEB3DEFF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66664" y="6381750"/>
            <a:ext cx="10119558" cy="347464"/>
          </a:xfrm>
          <a:prstGeom prst="rect">
            <a:avLst/>
          </a:prstGeom>
        </p:spPr>
        <p:txBody>
          <a:bodyPr lIns="0" tIns="0" rIns="0" bIns="0"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800" b="0" i="0">
                <a:solidFill>
                  <a:schemeClr val="bg1"/>
                </a:solidFill>
                <a:latin typeface="Arial Nova" panose="020B0504020202020204" pitchFamily="34" charset="0"/>
              </a:defRPr>
            </a:lvl1pPr>
            <a:lvl2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2pPr>
            <a:lvl3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3pPr>
            <a:lvl4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4pPr>
            <a:lvl5pPr indent="0">
              <a:lnSpc>
                <a:spcPct val="90000"/>
              </a:lnSpc>
              <a:buNone/>
              <a:defRPr sz="800" b="0" i="0">
                <a:latin typeface="Arial Nova" panose="020B0504020202020204" pitchFamily="34" charset="0"/>
              </a:defRPr>
            </a:lvl5pPr>
          </a:lstStyle>
          <a:p>
            <a:pPr lvl="0"/>
            <a:r>
              <a:rPr lang="en-US"/>
              <a:t>Nota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fonte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82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tags" Target="../tags/tag2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91" Type="http://schemas.openxmlformats.org/officeDocument/2006/relationships/slideLayout" Target="../slideLayouts/slideLayout91.xml"/><Relationship Id="rId9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slideLayout" Target="../slideLayouts/slideLayout106.xml"/><Relationship Id="rId18" Type="http://schemas.openxmlformats.org/officeDocument/2006/relationships/slideLayout" Target="../slideLayouts/slideLayout111.xml"/><Relationship Id="rId3" Type="http://schemas.openxmlformats.org/officeDocument/2006/relationships/slideLayout" Target="../slideLayouts/slideLayout96.xml"/><Relationship Id="rId21" Type="http://schemas.openxmlformats.org/officeDocument/2006/relationships/oleObject" Target="../embeddings/oleObject2.bin"/><Relationship Id="rId7" Type="http://schemas.openxmlformats.org/officeDocument/2006/relationships/slideLayout" Target="../slideLayouts/slideLayout100.xml"/><Relationship Id="rId12" Type="http://schemas.openxmlformats.org/officeDocument/2006/relationships/slideLayout" Target="../slideLayouts/slideLayout105.xml"/><Relationship Id="rId17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95.xml"/><Relationship Id="rId16" Type="http://schemas.openxmlformats.org/officeDocument/2006/relationships/slideLayout" Target="../slideLayouts/slideLayout109.xml"/><Relationship Id="rId20" Type="http://schemas.openxmlformats.org/officeDocument/2006/relationships/tags" Target="../tags/tag3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108.xml"/><Relationship Id="rId10" Type="http://schemas.openxmlformats.org/officeDocument/2006/relationships/slideLayout" Target="../slideLayouts/slideLayout10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Relationship Id="rId14" Type="http://schemas.openxmlformats.org/officeDocument/2006/relationships/slideLayout" Target="../slideLayouts/slideLayout107.xml"/><Relationship Id="rId22" Type="http://schemas.openxmlformats.org/officeDocument/2006/relationships/image" Target="../media/image9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4.xml"/><Relationship Id="rId18" Type="http://schemas.openxmlformats.org/officeDocument/2006/relationships/tags" Target="../tags/tag4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23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113.xml"/><Relationship Id="rId16" Type="http://schemas.openxmlformats.org/officeDocument/2006/relationships/slideLayout" Target="../slideLayouts/slideLayout127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21.xml"/><Relationship Id="rId19" Type="http://schemas.openxmlformats.org/officeDocument/2006/relationships/oleObject" Target="../embeddings/oleObject1.bin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1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5.xml"/><Relationship Id="rId13" Type="http://schemas.openxmlformats.org/officeDocument/2006/relationships/slideLayout" Target="../slideLayouts/slideLayout140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130.xml"/><Relationship Id="rId7" Type="http://schemas.openxmlformats.org/officeDocument/2006/relationships/slideLayout" Target="../slideLayouts/slideLayout134.xml"/><Relationship Id="rId12" Type="http://schemas.openxmlformats.org/officeDocument/2006/relationships/slideLayout" Target="../slideLayouts/slideLayout139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129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33.xml"/><Relationship Id="rId11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2.xml"/><Relationship Id="rId15" Type="http://schemas.openxmlformats.org/officeDocument/2006/relationships/slideLayout" Target="../slideLayouts/slideLayout142.xml"/><Relationship Id="rId10" Type="http://schemas.openxmlformats.org/officeDocument/2006/relationships/slideLayout" Target="../slideLayouts/slideLayout137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131.xml"/><Relationship Id="rId9" Type="http://schemas.openxmlformats.org/officeDocument/2006/relationships/slideLayout" Target="../slideLayouts/slideLayout136.xml"/><Relationship Id="rId14" Type="http://schemas.openxmlformats.org/officeDocument/2006/relationships/slideLayout" Target="../slideLayouts/slideLayout1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5EC6A90-AD4F-88C1-DCE0-E897E933218C}"/>
              </a:ext>
            </a:extLst>
          </p:cNvPr>
          <p:cNvGraphicFramePr>
            <a:graphicFrameLocks/>
          </p:cNvGraphicFramePr>
          <p:nvPr userDrawn="1">
            <p:custDataLst>
              <p:tags r:id="rId95"/>
            </p:custDataLst>
            <p:extLst>
              <p:ext uri="{D42A27DB-BD31-4B8C-83A1-F6EECF244321}">
                <p14:modId xmlns:p14="http://schemas.microsoft.com/office/powerpoint/2010/main" val="2194054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6" imgW="473" imgH="473" progId="TCLayout.ActiveDocument.1">
                  <p:embed/>
                </p:oleObj>
              </mc:Choice>
              <mc:Fallback>
                <p:oleObj name="think-cell Slide" r:id="rId96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EC6A90-AD4F-88C1-DCE0-E897E93321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2" name="Google Shape;4367;p121">
            <a:extLst>
              <a:ext uri="{FF2B5EF4-FFF2-40B4-BE49-F238E27FC236}">
                <a16:creationId xmlns:a16="http://schemas.microsoft.com/office/drawing/2014/main" id="{FE810585-07FC-BE92-3AF2-AD0631107C94}"/>
              </a:ext>
            </a:extLst>
          </p:cNvPr>
          <p:cNvSpPr/>
          <p:nvPr userDrawn="1"/>
        </p:nvSpPr>
        <p:spPr>
          <a:xfrm>
            <a:off x="-1434312" y="169682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3" name="Google Shape;4368;p121">
            <a:extLst>
              <a:ext uri="{FF2B5EF4-FFF2-40B4-BE49-F238E27FC236}">
                <a16:creationId xmlns:a16="http://schemas.microsoft.com/office/drawing/2014/main" id="{854743A6-45A7-9448-8AC6-7BEA3AF2182A}"/>
              </a:ext>
            </a:extLst>
          </p:cNvPr>
          <p:cNvSpPr/>
          <p:nvPr userDrawn="1"/>
        </p:nvSpPr>
        <p:spPr>
          <a:xfrm>
            <a:off x="-1134509" y="169682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4" name="Google Shape;4369;p121">
            <a:extLst>
              <a:ext uri="{FF2B5EF4-FFF2-40B4-BE49-F238E27FC236}">
                <a16:creationId xmlns:a16="http://schemas.microsoft.com/office/drawing/2014/main" id="{EFB01E3E-752D-5652-902F-B73252BAFAD0}"/>
              </a:ext>
            </a:extLst>
          </p:cNvPr>
          <p:cNvSpPr/>
          <p:nvPr userDrawn="1"/>
        </p:nvSpPr>
        <p:spPr>
          <a:xfrm>
            <a:off x="-834709" y="169682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5" name="Google Shape;4370;p121">
            <a:extLst>
              <a:ext uri="{FF2B5EF4-FFF2-40B4-BE49-F238E27FC236}">
                <a16:creationId xmlns:a16="http://schemas.microsoft.com/office/drawing/2014/main" id="{92FC9490-856F-D91C-4E68-08BCACA2BEE5}"/>
              </a:ext>
            </a:extLst>
          </p:cNvPr>
          <p:cNvSpPr/>
          <p:nvPr userDrawn="1"/>
        </p:nvSpPr>
        <p:spPr>
          <a:xfrm>
            <a:off x="-534913" y="169682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6" name="Google Shape;4371;p121">
            <a:extLst>
              <a:ext uri="{FF2B5EF4-FFF2-40B4-BE49-F238E27FC236}">
                <a16:creationId xmlns:a16="http://schemas.microsoft.com/office/drawing/2014/main" id="{BA7396C0-A750-D353-4B07-0542D6F2D9B0}"/>
              </a:ext>
            </a:extLst>
          </p:cNvPr>
          <p:cNvSpPr txBox="1"/>
          <p:nvPr userDrawn="1"/>
        </p:nvSpPr>
        <p:spPr>
          <a:xfrm>
            <a:off x="-1434312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Principais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Google Shape;4372;p121">
            <a:extLst>
              <a:ext uri="{FF2B5EF4-FFF2-40B4-BE49-F238E27FC236}">
                <a16:creationId xmlns:a16="http://schemas.microsoft.com/office/drawing/2014/main" id="{9C76A9F2-B02C-3E56-C41D-29AC1A391DD8}"/>
              </a:ext>
            </a:extLst>
          </p:cNvPr>
          <p:cNvSpPr txBox="1"/>
          <p:nvPr userDrawn="1"/>
        </p:nvSpPr>
        <p:spPr>
          <a:xfrm>
            <a:off x="-1434312" y="446172"/>
            <a:ext cx="59404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Proporções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373;p121">
            <a:extLst>
              <a:ext uri="{FF2B5EF4-FFF2-40B4-BE49-F238E27FC236}">
                <a16:creationId xmlns:a16="http://schemas.microsoft.com/office/drawing/2014/main" id="{7F452239-FE36-4A03-144C-936A6CCE095F}"/>
              </a:ext>
            </a:extLst>
          </p:cNvPr>
          <p:cNvSpPr/>
          <p:nvPr userDrawn="1"/>
        </p:nvSpPr>
        <p:spPr>
          <a:xfrm>
            <a:off x="-945064" y="620410"/>
            <a:ext cx="489370" cy="2496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8" name="Google Shape;4374;p121">
            <a:extLst>
              <a:ext uri="{FF2B5EF4-FFF2-40B4-BE49-F238E27FC236}">
                <a16:creationId xmlns:a16="http://schemas.microsoft.com/office/drawing/2014/main" id="{1EF79436-5367-6CBF-107A-0EE0A06A33AD}"/>
              </a:ext>
            </a:extLst>
          </p:cNvPr>
          <p:cNvSpPr/>
          <p:nvPr userDrawn="1"/>
        </p:nvSpPr>
        <p:spPr>
          <a:xfrm>
            <a:off x="-345467" y="620410"/>
            <a:ext cx="110341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9" name="Google Shape;4375;p121">
            <a:extLst>
              <a:ext uri="{FF2B5EF4-FFF2-40B4-BE49-F238E27FC236}">
                <a16:creationId xmlns:a16="http://schemas.microsoft.com/office/drawing/2014/main" id="{168917C0-50B8-9811-E0DD-13995F38E5CB}"/>
              </a:ext>
            </a:extLst>
          </p:cNvPr>
          <p:cNvSpPr/>
          <p:nvPr userDrawn="1"/>
        </p:nvSpPr>
        <p:spPr>
          <a:xfrm>
            <a:off x="-1434312" y="620410"/>
            <a:ext cx="489370" cy="249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0" name="Google Shape;4376;p121">
            <a:extLst>
              <a:ext uri="{FF2B5EF4-FFF2-40B4-BE49-F238E27FC236}">
                <a16:creationId xmlns:a16="http://schemas.microsoft.com/office/drawing/2014/main" id="{3AFFA7AA-471B-9C77-D9AA-9E48CFD5CB49}"/>
              </a:ext>
            </a:extLst>
          </p:cNvPr>
          <p:cNvSpPr/>
          <p:nvPr userDrawn="1"/>
        </p:nvSpPr>
        <p:spPr>
          <a:xfrm>
            <a:off x="-455807" y="620410"/>
            <a:ext cx="110341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1" name="Google Shape;4377;p121">
            <a:extLst>
              <a:ext uri="{FF2B5EF4-FFF2-40B4-BE49-F238E27FC236}">
                <a16:creationId xmlns:a16="http://schemas.microsoft.com/office/drawing/2014/main" id="{5841B82D-DBEE-DBF3-1F36-13CBD46FCDA1}"/>
              </a:ext>
            </a:extLst>
          </p:cNvPr>
          <p:cNvSpPr txBox="1"/>
          <p:nvPr userDrawn="1"/>
        </p:nvSpPr>
        <p:spPr>
          <a:xfrm>
            <a:off x="-1439858" y="1088230"/>
            <a:ext cx="41391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Variações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4378;p121">
            <a:extLst>
              <a:ext uri="{FF2B5EF4-FFF2-40B4-BE49-F238E27FC236}">
                <a16:creationId xmlns:a16="http://schemas.microsoft.com/office/drawing/2014/main" id="{1A70D242-FFAF-8431-5312-EAFE0C4283BD}"/>
              </a:ext>
            </a:extLst>
          </p:cNvPr>
          <p:cNvSpPr/>
          <p:nvPr userDrawn="1"/>
        </p:nvSpPr>
        <p:spPr>
          <a:xfrm>
            <a:off x="-1439858" y="1264247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4" name="Google Shape;4379;p121">
            <a:extLst>
              <a:ext uri="{FF2B5EF4-FFF2-40B4-BE49-F238E27FC236}">
                <a16:creationId xmlns:a16="http://schemas.microsoft.com/office/drawing/2014/main" id="{A75AA34B-5065-2830-268C-36813808B0A5}"/>
              </a:ext>
            </a:extLst>
          </p:cNvPr>
          <p:cNvSpPr/>
          <p:nvPr userDrawn="1"/>
        </p:nvSpPr>
        <p:spPr>
          <a:xfrm>
            <a:off x="-1140055" y="1264247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5" name="Google Shape;4380;p121">
            <a:extLst>
              <a:ext uri="{FF2B5EF4-FFF2-40B4-BE49-F238E27FC236}">
                <a16:creationId xmlns:a16="http://schemas.microsoft.com/office/drawing/2014/main" id="{CCCC5D51-7F0E-C90E-5F8F-61D1D0FF847B}"/>
              </a:ext>
            </a:extLst>
          </p:cNvPr>
          <p:cNvSpPr/>
          <p:nvPr userDrawn="1"/>
        </p:nvSpPr>
        <p:spPr>
          <a:xfrm>
            <a:off x="-840255" y="1264247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6" name="Google Shape;4381;p121">
            <a:extLst>
              <a:ext uri="{FF2B5EF4-FFF2-40B4-BE49-F238E27FC236}">
                <a16:creationId xmlns:a16="http://schemas.microsoft.com/office/drawing/2014/main" id="{682B05DA-CFE2-CA72-15A8-9D23227C4A48}"/>
              </a:ext>
            </a:extLst>
          </p:cNvPr>
          <p:cNvSpPr/>
          <p:nvPr userDrawn="1"/>
        </p:nvSpPr>
        <p:spPr>
          <a:xfrm>
            <a:off x="-540459" y="1264247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7" name="Google Shape;4382;p121">
            <a:extLst>
              <a:ext uri="{FF2B5EF4-FFF2-40B4-BE49-F238E27FC236}">
                <a16:creationId xmlns:a16="http://schemas.microsoft.com/office/drawing/2014/main" id="{269E5A4B-4987-87D6-F3C7-09A4D13E5F82}"/>
              </a:ext>
            </a:extLst>
          </p:cNvPr>
          <p:cNvSpPr/>
          <p:nvPr userDrawn="1"/>
        </p:nvSpPr>
        <p:spPr>
          <a:xfrm>
            <a:off x="-1439858" y="1513870"/>
            <a:ext cx="299788" cy="249624"/>
          </a:xfrm>
          <a:prstGeom prst="rect">
            <a:avLst/>
          </a:pr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8" name="Google Shape;4383;p121">
            <a:extLst>
              <a:ext uri="{FF2B5EF4-FFF2-40B4-BE49-F238E27FC236}">
                <a16:creationId xmlns:a16="http://schemas.microsoft.com/office/drawing/2014/main" id="{C4A46A8F-6D46-293C-2668-96AC3622C0FD}"/>
              </a:ext>
            </a:extLst>
          </p:cNvPr>
          <p:cNvSpPr/>
          <p:nvPr userDrawn="1"/>
        </p:nvSpPr>
        <p:spPr>
          <a:xfrm>
            <a:off x="-1140055" y="1513870"/>
            <a:ext cx="299788" cy="249624"/>
          </a:xfrm>
          <a:prstGeom prst="rect">
            <a:avLst/>
          </a:prstGeom>
          <a:solidFill>
            <a:srgbClr val="F9A345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9" name="Google Shape;4384;p121">
            <a:extLst>
              <a:ext uri="{FF2B5EF4-FFF2-40B4-BE49-F238E27FC236}">
                <a16:creationId xmlns:a16="http://schemas.microsoft.com/office/drawing/2014/main" id="{C7BA8B61-C87E-67B0-2BEF-3ADF9253D023}"/>
              </a:ext>
            </a:extLst>
          </p:cNvPr>
          <p:cNvSpPr/>
          <p:nvPr userDrawn="1"/>
        </p:nvSpPr>
        <p:spPr>
          <a:xfrm>
            <a:off x="-840255" y="1513870"/>
            <a:ext cx="299788" cy="249624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0" name="Google Shape;4385;p121">
            <a:extLst>
              <a:ext uri="{FF2B5EF4-FFF2-40B4-BE49-F238E27FC236}">
                <a16:creationId xmlns:a16="http://schemas.microsoft.com/office/drawing/2014/main" id="{7911BC70-8779-BD36-DBD4-DE20EF566EB1}"/>
              </a:ext>
            </a:extLst>
          </p:cNvPr>
          <p:cNvSpPr/>
          <p:nvPr userDrawn="1"/>
        </p:nvSpPr>
        <p:spPr>
          <a:xfrm>
            <a:off x="-540459" y="1513870"/>
            <a:ext cx="299788" cy="249624"/>
          </a:xfrm>
          <a:prstGeom prst="rect">
            <a:avLst/>
          </a:prstGeom>
          <a:solidFill>
            <a:srgbClr val="7EA1C3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1" name="Google Shape;4386;p121">
            <a:extLst>
              <a:ext uri="{FF2B5EF4-FFF2-40B4-BE49-F238E27FC236}">
                <a16:creationId xmlns:a16="http://schemas.microsoft.com/office/drawing/2014/main" id="{BAF59EAE-D911-E743-3794-80C4F0006ACB}"/>
              </a:ext>
            </a:extLst>
          </p:cNvPr>
          <p:cNvSpPr/>
          <p:nvPr userDrawn="1"/>
        </p:nvSpPr>
        <p:spPr>
          <a:xfrm>
            <a:off x="-1439858" y="1763494"/>
            <a:ext cx="299788" cy="249624"/>
          </a:xfrm>
          <a:prstGeom prst="rect">
            <a:avLst/>
          </a:prstGeom>
          <a:solidFill>
            <a:srgbClr val="99AAB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2" name="Google Shape;4387;p121">
            <a:extLst>
              <a:ext uri="{FF2B5EF4-FFF2-40B4-BE49-F238E27FC236}">
                <a16:creationId xmlns:a16="http://schemas.microsoft.com/office/drawing/2014/main" id="{E8C00F2D-3D93-EE4A-4E2A-F4D1D89A2A8F}"/>
              </a:ext>
            </a:extLst>
          </p:cNvPr>
          <p:cNvSpPr/>
          <p:nvPr userDrawn="1"/>
        </p:nvSpPr>
        <p:spPr>
          <a:xfrm>
            <a:off x="-1140055" y="1763494"/>
            <a:ext cx="299788" cy="249624"/>
          </a:xfrm>
          <a:prstGeom prst="rect">
            <a:avLst/>
          </a:prstGeom>
          <a:solidFill>
            <a:srgbClr val="FCD1A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3" name="Google Shape;4388;p121">
            <a:extLst>
              <a:ext uri="{FF2B5EF4-FFF2-40B4-BE49-F238E27FC236}">
                <a16:creationId xmlns:a16="http://schemas.microsoft.com/office/drawing/2014/main" id="{347D4EF6-95A7-FEAD-0498-BC60C3F50976}"/>
              </a:ext>
            </a:extLst>
          </p:cNvPr>
          <p:cNvSpPr/>
          <p:nvPr userDrawn="1"/>
        </p:nvSpPr>
        <p:spPr>
          <a:xfrm>
            <a:off x="-840255" y="1763494"/>
            <a:ext cx="299788" cy="249624"/>
          </a:xfrm>
          <a:prstGeom prst="rect">
            <a:avLst/>
          </a:prstGeom>
          <a:solidFill>
            <a:srgbClr val="EBEEF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5" name="Google Shape;4389;p121">
            <a:extLst>
              <a:ext uri="{FF2B5EF4-FFF2-40B4-BE49-F238E27FC236}">
                <a16:creationId xmlns:a16="http://schemas.microsoft.com/office/drawing/2014/main" id="{20AF84BE-A3F3-CB35-7298-FE23F0B45FF7}"/>
              </a:ext>
            </a:extLst>
          </p:cNvPr>
          <p:cNvSpPr/>
          <p:nvPr userDrawn="1"/>
        </p:nvSpPr>
        <p:spPr>
          <a:xfrm>
            <a:off x="-540459" y="1763494"/>
            <a:ext cx="299788" cy="249624"/>
          </a:xfrm>
          <a:prstGeom prst="rect">
            <a:avLst/>
          </a:prstGeom>
          <a:solidFill>
            <a:srgbClr val="BFD0E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0" name="Google Shape;4390;p121">
            <a:extLst>
              <a:ext uri="{FF2B5EF4-FFF2-40B4-BE49-F238E27FC236}">
                <a16:creationId xmlns:a16="http://schemas.microsoft.com/office/drawing/2014/main" id="{B937DDB2-ACFF-ADDD-00E8-3F1AD9DDF82D}"/>
              </a:ext>
            </a:extLst>
          </p:cNvPr>
          <p:cNvSpPr/>
          <p:nvPr userDrawn="1"/>
        </p:nvSpPr>
        <p:spPr>
          <a:xfrm>
            <a:off x="-1439858" y="2013117"/>
            <a:ext cx="299788" cy="249624"/>
          </a:xfrm>
          <a:prstGeom prst="rect">
            <a:avLst/>
          </a:prstGeom>
          <a:solidFill>
            <a:srgbClr val="CC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1" name="Google Shape;4391;p121">
            <a:extLst>
              <a:ext uri="{FF2B5EF4-FFF2-40B4-BE49-F238E27FC236}">
                <a16:creationId xmlns:a16="http://schemas.microsoft.com/office/drawing/2014/main" id="{69950CF1-ABBA-A5A5-780D-DD1D145DC0BD}"/>
              </a:ext>
            </a:extLst>
          </p:cNvPr>
          <p:cNvSpPr/>
          <p:nvPr userDrawn="1"/>
        </p:nvSpPr>
        <p:spPr>
          <a:xfrm>
            <a:off x="-1140055" y="2013117"/>
            <a:ext cx="299788" cy="249624"/>
          </a:xfrm>
          <a:prstGeom prst="rect">
            <a:avLst/>
          </a:prstGeom>
          <a:solidFill>
            <a:srgbClr val="FDE8D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2" name="Google Shape;4392;p121">
            <a:extLst>
              <a:ext uri="{FF2B5EF4-FFF2-40B4-BE49-F238E27FC236}">
                <a16:creationId xmlns:a16="http://schemas.microsoft.com/office/drawing/2014/main" id="{61D5226B-30EC-1360-429D-5428ACD8C482}"/>
              </a:ext>
            </a:extLst>
          </p:cNvPr>
          <p:cNvSpPr/>
          <p:nvPr userDrawn="1"/>
        </p:nvSpPr>
        <p:spPr>
          <a:xfrm>
            <a:off x="-840255" y="2013117"/>
            <a:ext cx="299788" cy="249624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4" name="Google Shape;4393;p121">
            <a:extLst>
              <a:ext uri="{FF2B5EF4-FFF2-40B4-BE49-F238E27FC236}">
                <a16:creationId xmlns:a16="http://schemas.microsoft.com/office/drawing/2014/main" id="{F6C16A75-EB5D-1F55-43FE-DBB82E1C8089}"/>
              </a:ext>
            </a:extLst>
          </p:cNvPr>
          <p:cNvSpPr/>
          <p:nvPr userDrawn="1"/>
        </p:nvSpPr>
        <p:spPr>
          <a:xfrm>
            <a:off x="-540459" y="2013117"/>
            <a:ext cx="299788" cy="249624"/>
          </a:xfrm>
          <a:prstGeom prst="rect">
            <a:avLst/>
          </a:prstGeom>
          <a:solidFill>
            <a:srgbClr val="DFE8F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5" name="Google Shape;2062;p65">
            <a:extLst>
              <a:ext uri="{FF2B5EF4-FFF2-40B4-BE49-F238E27FC236}">
                <a16:creationId xmlns:a16="http://schemas.microsoft.com/office/drawing/2014/main" id="{39D42F55-4466-D7C7-282A-CB51BC30FD14}"/>
              </a:ext>
            </a:extLst>
          </p:cNvPr>
          <p:cNvSpPr txBox="1"/>
          <p:nvPr userDrawn="1"/>
        </p:nvSpPr>
        <p:spPr>
          <a:xfrm>
            <a:off x="12403512" y="150422"/>
            <a:ext cx="5175642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35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</a:t>
            </a:r>
            <a:r>
              <a:rPr lang="en-US" sz="3333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35pt</a:t>
            </a:r>
            <a:endParaRPr sz="3333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6" name="Google Shape;2068;p65">
            <a:extLst>
              <a:ext uri="{FF2B5EF4-FFF2-40B4-BE49-F238E27FC236}">
                <a16:creationId xmlns:a16="http://schemas.microsoft.com/office/drawing/2014/main" id="{28A1DBAB-BA08-F098-A239-60F872A81BB8}"/>
              </a:ext>
            </a:extLst>
          </p:cNvPr>
          <p:cNvSpPr txBox="1"/>
          <p:nvPr userDrawn="1"/>
        </p:nvSpPr>
        <p:spPr>
          <a:xfrm>
            <a:off x="12403513" y="1064894"/>
            <a:ext cx="43557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20pt</a:t>
            </a:r>
            <a:endParaRPr sz="20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17" name="Google Shape;2068;p65">
            <a:extLst>
              <a:ext uri="{FF2B5EF4-FFF2-40B4-BE49-F238E27FC236}">
                <a16:creationId xmlns:a16="http://schemas.microsoft.com/office/drawing/2014/main" id="{A6EFA59F-C44C-8BBC-BEA4-A129146396F8}"/>
              </a:ext>
            </a:extLst>
          </p:cNvPr>
          <p:cNvSpPr txBox="1"/>
          <p:nvPr userDrawn="1"/>
        </p:nvSpPr>
        <p:spPr>
          <a:xfrm>
            <a:off x="12403513" y="715222"/>
            <a:ext cx="44157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20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20pt</a:t>
            </a:r>
          </a:p>
        </p:txBody>
      </p:sp>
      <p:sp>
        <p:nvSpPr>
          <p:cNvPr id="118" name="Google Shape;2062;p65">
            <a:extLst>
              <a:ext uri="{FF2B5EF4-FFF2-40B4-BE49-F238E27FC236}">
                <a16:creationId xmlns:a16="http://schemas.microsoft.com/office/drawing/2014/main" id="{9B6C5713-5253-4045-6E11-A3143E96C780}"/>
              </a:ext>
            </a:extLst>
          </p:cNvPr>
          <p:cNvSpPr txBox="1"/>
          <p:nvPr userDrawn="1"/>
        </p:nvSpPr>
        <p:spPr>
          <a:xfrm>
            <a:off x="12403512" y="1514820"/>
            <a:ext cx="5175642" cy="41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699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699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27pt</a:t>
            </a:r>
            <a:endParaRPr sz="2699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9" name="Google Shape;2068;p65">
            <a:extLst>
              <a:ext uri="{FF2B5EF4-FFF2-40B4-BE49-F238E27FC236}">
                <a16:creationId xmlns:a16="http://schemas.microsoft.com/office/drawing/2014/main" id="{2C6AA656-6276-D39D-4551-B4231F6A7AC4}"/>
              </a:ext>
            </a:extLst>
          </p:cNvPr>
          <p:cNvSpPr txBox="1"/>
          <p:nvPr userDrawn="1"/>
        </p:nvSpPr>
        <p:spPr>
          <a:xfrm>
            <a:off x="12403513" y="2252208"/>
            <a:ext cx="43557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0" name="Google Shape;2068;p65">
            <a:extLst>
              <a:ext uri="{FF2B5EF4-FFF2-40B4-BE49-F238E27FC236}">
                <a16:creationId xmlns:a16="http://schemas.microsoft.com/office/drawing/2014/main" id="{B8730A42-B106-9932-4F2D-BBD55C9C016A}"/>
              </a:ext>
            </a:extLst>
          </p:cNvPr>
          <p:cNvSpPr txBox="1"/>
          <p:nvPr userDrawn="1"/>
        </p:nvSpPr>
        <p:spPr>
          <a:xfrm>
            <a:off x="12403513" y="1961152"/>
            <a:ext cx="441576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6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1" name="Google Shape;2062;p65">
            <a:extLst>
              <a:ext uri="{FF2B5EF4-FFF2-40B4-BE49-F238E27FC236}">
                <a16:creationId xmlns:a16="http://schemas.microsoft.com/office/drawing/2014/main" id="{E76C5E89-4A29-1376-0BD9-4C31CEDF3064}"/>
              </a:ext>
            </a:extLst>
          </p:cNvPr>
          <p:cNvSpPr txBox="1"/>
          <p:nvPr userDrawn="1"/>
        </p:nvSpPr>
        <p:spPr>
          <a:xfrm>
            <a:off x="12403512" y="2646371"/>
            <a:ext cx="517564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22pt</a:t>
            </a:r>
            <a:endParaRPr sz="2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2" name="Google Shape;2068;p65">
            <a:extLst>
              <a:ext uri="{FF2B5EF4-FFF2-40B4-BE49-F238E27FC236}">
                <a16:creationId xmlns:a16="http://schemas.microsoft.com/office/drawing/2014/main" id="{DB27386A-1FEB-8A30-5E84-242AC3735680}"/>
              </a:ext>
            </a:extLst>
          </p:cNvPr>
          <p:cNvSpPr txBox="1"/>
          <p:nvPr userDrawn="1"/>
        </p:nvSpPr>
        <p:spPr>
          <a:xfrm>
            <a:off x="12403513" y="3326801"/>
            <a:ext cx="435574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4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3" name="Google Shape;2068;p65">
            <a:extLst>
              <a:ext uri="{FF2B5EF4-FFF2-40B4-BE49-F238E27FC236}">
                <a16:creationId xmlns:a16="http://schemas.microsoft.com/office/drawing/2014/main" id="{957ED22D-1758-B780-D473-EF03930FA042}"/>
              </a:ext>
            </a:extLst>
          </p:cNvPr>
          <p:cNvSpPr txBox="1"/>
          <p:nvPr userDrawn="1"/>
        </p:nvSpPr>
        <p:spPr>
          <a:xfrm>
            <a:off x="12403513" y="3035745"/>
            <a:ext cx="44157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4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4" name="Google Shape;2062;p65">
            <a:extLst>
              <a:ext uri="{FF2B5EF4-FFF2-40B4-BE49-F238E27FC236}">
                <a16:creationId xmlns:a16="http://schemas.microsoft.com/office/drawing/2014/main" id="{21A875F6-7246-6F95-7FFE-CB71EEE7A64B}"/>
              </a:ext>
            </a:extLst>
          </p:cNvPr>
          <p:cNvSpPr txBox="1"/>
          <p:nvPr userDrawn="1"/>
        </p:nvSpPr>
        <p:spPr>
          <a:xfrm>
            <a:off x="12403512" y="3736962"/>
            <a:ext cx="51756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6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16pt</a:t>
            </a:r>
            <a:endParaRPr sz="16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5" name="Google Shape;2068;p65">
            <a:extLst>
              <a:ext uri="{FF2B5EF4-FFF2-40B4-BE49-F238E27FC236}">
                <a16:creationId xmlns:a16="http://schemas.microsoft.com/office/drawing/2014/main" id="{ED140737-905D-E4B6-4288-2847AB66FCC4}"/>
              </a:ext>
            </a:extLst>
          </p:cNvPr>
          <p:cNvSpPr txBox="1"/>
          <p:nvPr userDrawn="1"/>
        </p:nvSpPr>
        <p:spPr>
          <a:xfrm>
            <a:off x="12403513" y="4251503"/>
            <a:ext cx="43557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12pt</a:t>
            </a:r>
            <a:endParaRPr sz="12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6" name="Google Shape;2068;p65">
            <a:extLst>
              <a:ext uri="{FF2B5EF4-FFF2-40B4-BE49-F238E27FC236}">
                <a16:creationId xmlns:a16="http://schemas.microsoft.com/office/drawing/2014/main" id="{DC621893-8680-358B-3673-1C909F0C0295}"/>
              </a:ext>
            </a:extLst>
          </p:cNvPr>
          <p:cNvSpPr txBox="1"/>
          <p:nvPr userDrawn="1"/>
        </p:nvSpPr>
        <p:spPr>
          <a:xfrm>
            <a:off x="12403513" y="4020249"/>
            <a:ext cx="441576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2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12pt</a:t>
            </a:r>
          </a:p>
        </p:txBody>
      </p:sp>
      <p:sp>
        <p:nvSpPr>
          <p:cNvPr id="127" name="Google Shape;2062;p65">
            <a:extLst>
              <a:ext uri="{FF2B5EF4-FFF2-40B4-BE49-F238E27FC236}">
                <a16:creationId xmlns:a16="http://schemas.microsoft.com/office/drawing/2014/main" id="{BC6670A3-07F4-2829-F07C-F6E301B390AF}"/>
              </a:ext>
            </a:extLst>
          </p:cNvPr>
          <p:cNvSpPr txBox="1"/>
          <p:nvPr userDrawn="1"/>
        </p:nvSpPr>
        <p:spPr>
          <a:xfrm>
            <a:off x="12403512" y="4642887"/>
            <a:ext cx="51756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12pt</a:t>
            </a:r>
            <a:endParaRPr sz="1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8" name="Google Shape;2068;p65">
            <a:extLst>
              <a:ext uri="{FF2B5EF4-FFF2-40B4-BE49-F238E27FC236}">
                <a16:creationId xmlns:a16="http://schemas.microsoft.com/office/drawing/2014/main" id="{6FE56504-C1BF-7D39-FA96-09749FD3479B}"/>
              </a:ext>
            </a:extLst>
          </p:cNvPr>
          <p:cNvSpPr txBox="1"/>
          <p:nvPr userDrawn="1"/>
        </p:nvSpPr>
        <p:spPr>
          <a:xfrm>
            <a:off x="12403513" y="5085065"/>
            <a:ext cx="435574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9pt</a:t>
            </a:r>
            <a:endParaRPr sz="9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9" name="Google Shape;2068;p65">
            <a:extLst>
              <a:ext uri="{FF2B5EF4-FFF2-40B4-BE49-F238E27FC236}">
                <a16:creationId xmlns:a16="http://schemas.microsoft.com/office/drawing/2014/main" id="{A6D90263-FBBE-EB49-475E-F0A25181EA61}"/>
              </a:ext>
            </a:extLst>
          </p:cNvPr>
          <p:cNvSpPr txBox="1"/>
          <p:nvPr userDrawn="1"/>
        </p:nvSpPr>
        <p:spPr>
          <a:xfrm>
            <a:off x="12403513" y="4901852"/>
            <a:ext cx="441576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9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9pt</a:t>
            </a:r>
          </a:p>
        </p:txBody>
      </p:sp>
      <p:sp>
        <p:nvSpPr>
          <p:cNvPr id="130" name="Google Shape;2079;p65">
            <a:extLst>
              <a:ext uri="{FF2B5EF4-FFF2-40B4-BE49-F238E27FC236}">
                <a16:creationId xmlns:a16="http://schemas.microsoft.com/office/drawing/2014/main" id="{311FBA4B-64D9-949E-C84E-05357B4C52CF}"/>
              </a:ext>
            </a:extLst>
          </p:cNvPr>
          <p:cNvSpPr txBox="1"/>
          <p:nvPr userDrawn="1"/>
        </p:nvSpPr>
        <p:spPr>
          <a:xfrm>
            <a:off x="-1444600" y="2687499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Mensagem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positiva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1" name="Google Shape;2080;p65">
            <a:extLst>
              <a:ext uri="{FF2B5EF4-FFF2-40B4-BE49-F238E27FC236}">
                <a16:creationId xmlns:a16="http://schemas.microsoft.com/office/drawing/2014/main" id="{13C8AD58-4788-D3BE-65D7-6F9E5395836F}"/>
              </a:ext>
            </a:extLst>
          </p:cNvPr>
          <p:cNvSpPr txBox="1"/>
          <p:nvPr userDrawn="1"/>
        </p:nvSpPr>
        <p:spPr>
          <a:xfrm>
            <a:off x="-630925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negativa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7BE2326-221B-5378-9255-0AAA6E586BC8}"/>
              </a:ext>
            </a:extLst>
          </p:cNvPr>
          <p:cNvGrpSpPr/>
          <p:nvPr userDrawn="1"/>
        </p:nvGrpSpPr>
        <p:grpSpPr>
          <a:xfrm>
            <a:off x="-1439859" y="2398327"/>
            <a:ext cx="1199187" cy="245918"/>
            <a:chOff x="-2710109" y="2381849"/>
            <a:chExt cx="2469406" cy="317600"/>
          </a:xfrm>
        </p:grpSpPr>
        <p:sp>
          <p:nvSpPr>
            <p:cNvPr id="133" name="Google Shape;2077;p65">
              <a:extLst>
                <a:ext uri="{FF2B5EF4-FFF2-40B4-BE49-F238E27FC236}">
                  <a16:creationId xmlns:a16="http://schemas.microsoft.com/office/drawing/2014/main" id="{58ADFA13-969F-48B7-5DDF-8EBD97A6664B}"/>
                </a:ext>
              </a:extLst>
            </p:cNvPr>
            <p:cNvSpPr/>
            <p:nvPr userDrawn="1"/>
          </p:nvSpPr>
          <p:spPr>
            <a:xfrm>
              <a:off x="-2710109" y="2381849"/>
              <a:ext cx="823135" cy="317600"/>
            </a:xfrm>
            <a:prstGeom prst="rect">
              <a:avLst/>
            </a:prstGeom>
            <a:solidFill>
              <a:srgbClr val="9ACC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Google Shape;2078;p65">
              <a:extLst>
                <a:ext uri="{FF2B5EF4-FFF2-40B4-BE49-F238E27FC236}">
                  <a16:creationId xmlns:a16="http://schemas.microsoft.com/office/drawing/2014/main" id="{0D7EC73A-274B-02A6-74D5-ED794C567839}"/>
                </a:ext>
              </a:extLst>
            </p:cNvPr>
            <p:cNvSpPr/>
            <p:nvPr userDrawn="1"/>
          </p:nvSpPr>
          <p:spPr>
            <a:xfrm>
              <a:off x="-1063838" y="2381849"/>
              <a:ext cx="823135" cy="317600"/>
            </a:xfrm>
            <a:prstGeom prst="rect">
              <a:avLst/>
            </a:prstGeom>
            <a:solidFill>
              <a:srgbClr val="CF3D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Google Shape;2078;p65">
              <a:extLst>
                <a:ext uri="{FF2B5EF4-FFF2-40B4-BE49-F238E27FC236}">
                  <a16:creationId xmlns:a16="http://schemas.microsoft.com/office/drawing/2014/main" id="{2E346C85-EB7E-0E05-BD64-2CF60AA7B02C}"/>
                </a:ext>
              </a:extLst>
            </p:cNvPr>
            <p:cNvSpPr/>
            <p:nvPr userDrawn="1"/>
          </p:nvSpPr>
          <p:spPr>
            <a:xfrm>
              <a:off x="-1886974" y="2381849"/>
              <a:ext cx="823135" cy="317600"/>
            </a:xfrm>
            <a:prstGeom prst="rect">
              <a:avLst/>
            </a:prstGeom>
            <a:solidFill>
              <a:srgbClr val="F9C2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6" name="Google Shape;2080;p65">
            <a:extLst>
              <a:ext uri="{FF2B5EF4-FFF2-40B4-BE49-F238E27FC236}">
                <a16:creationId xmlns:a16="http://schemas.microsoft.com/office/drawing/2014/main" id="{4294608B-1C43-6119-3039-9903D5800B6C}"/>
              </a:ext>
            </a:extLst>
          </p:cNvPr>
          <p:cNvSpPr txBox="1"/>
          <p:nvPr userDrawn="1"/>
        </p:nvSpPr>
        <p:spPr>
          <a:xfrm>
            <a:off x="-1040132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atenção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7" name="Google Shape;2079;p65">
            <a:extLst>
              <a:ext uri="{FF2B5EF4-FFF2-40B4-BE49-F238E27FC236}">
                <a16:creationId xmlns:a16="http://schemas.microsoft.com/office/drawing/2014/main" id="{52093951-F01B-6C82-AE31-35A91C513E93}"/>
              </a:ext>
            </a:extLst>
          </p:cNvPr>
          <p:cNvSpPr txBox="1"/>
          <p:nvPr userDrawn="1"/>
        </p:nvSpPr>
        <p:spPr>
          <a:xfrm>
            <a:off x="-1439858" y="921490"/>
            <a:ext cx="128175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Laranja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é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usado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apenas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para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os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detalhes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.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685AF82-57B5-8D84-F2AE-D7E1FA9EF387}"/>
              </a:ext>
            </a:extLst>
          </p:cNvPr>
          <p:cNvGrpSpPr/>
          <p:nvPr userDrawn="1"/>
        </p:nvGrpSpPr>
        <p:grpSpPr>
          <a:xfrm>
            <a:off x="-1444596" y="3206792"/>
            <a:ext cx="1213400" cy="1751766"/>
            <a:chOff x="-1444785" y="2466243"/>
            <a:chExt cx="1259273" cy="1751766"/>
          </a:xfrm>
        </p:grpSpPr>
        <p:sp>
          <p:nvSpPr>
            <p:cNvPr id="139" name="Google Shape;2044;p65">
              <a:extLst>
                <a:ext uri="{FF2B5EF4-FFF2-40B4-BE49-F238E27FC236}">
                  <a16:creationId xmlns:a16="http://schemas.microsoft.com/office/drawing/2014/main" id="{61BA2172-E0BC-E8F7-D981-96D6486F3314}"/>
                </a:ext>
              </a:extLst>
            </p:cNvPr>
            <p:cNvSpPr/>
            <p:nvPr userDrawn="1"/>
          </p:nvSpPr>
          <p:spPr>
            <a:xfrm>
              <a:off x="-1444785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Google Shape;2046;p65">
              <a:extLst>
                <a:ext uri="{FF2B5EF4-FFF2-40B4-BE49-F238E27FC236}">
                  <a16:creationId xmlns:a16="http://schemas.microsoft.com/office/drawing/2014/main" id="{2851AD25-31B9-8510-0E47-4B7FB99C4EC1}"/>
                </a:ext>
              </a:extLst>
            </p:cNvPr>
            <p:cNvSpPr/>
            <p:nvPr userDrawn="1"/>
          </p:nvSpPr>
          <p:spPr>
            <a:xfrm>
              <a:off x="-1158117" y="2643765"/>
              <a:ext cx="283847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Google Shape;2044;p65">
              <a:extLst>
                <a:ext uri="{FF2B5EF4-FFF2-40B4-BE49-F238E27FC236}">
                  <a16:creationId xmlns:a16="http://schemas.microsoft.com/office/drawing/2014/main" id="{C7B2946F-1D70-A896-0AFF-FB293D5ACB24}"/>
                </a:ext>
              </a:extLst>
            </p:cNvPr>
            <p:cNvSpPr/>
            <p:nvPr userDrawn="1"/>
          </p:nvSpPr>
          <p:spPr>
            <a:xfrm>
              <a:off x="-1444785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Google Shape;2046;p65">
              <a:extLst>
                <a:ext uri="{FF2B5EF4-FFF2-40B4-BE49-F238E27FC236}">
                  <a16:creationId xmlns:a16="http://schemas.microsoft.com/office/drawing/2014/main" id="{F9621CF3-0D94-5A57-97C3-1C9E5B7B3C44}"/>
                </a:ext>
              </a:extLst>
            </p:cNvPr>
            <p:cNvSpPr/>
            <p:nvPr userDrawn="1"/>
          </p:nvSpPr>
          <p:spPr>
            <a:xfrm>
              <a:off x="-1158117" y="2466243"/>
              <a:ext cx="283847" cy="178002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Google Shape;2044;p65">
              <a:extLst>
                <a:ext uri="{FF2B5EF4-FFF2-40B4-BE49-F238E27FC236}">
                  <a16:creationId xmlns:a16="http://schemas.microsoft.com/office/drawing/2014/main" id="{B2E0E65B-21FC-6DFA-676B-1305060856A9}"/>
                </a:ext>
              </a:extLst>
            </p:cNvPr>
            <p:cNvSpPr/>
            <p:nvPr userDrawn="1"/>
          </p:nvSpPr>
          <p:spPr>
            <a:xfrm>
              <a:off x="-766670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Google Shape;2046;p65">
              <a:extLst>
                <a:ext uri="{FF2B5EF4-FFF2-40B4-BE49-F238E27FC236}">
                  <a16:creationId xmlns:a16="http://schemas.microsoft.com/office/drawing/2014/main" id="{43B42479-24C1-FF3E-D6DD-24C97FEC8596}"/>
                </a:ext>
              </a:extLst>
            </p:cNvPr>
            <p:cNvSpPr/>
            <p:nvPr userDrawn="1"/>
          </p:nvSpPr>
          <p:spPr>
            <a:xfrm>
              <a:off x="-480002" y="2643765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Google Shape;2044;p65">
              <a:extLst>
                <a:ext uri="{FF2B5EF4-FFF2-40B4-BE49-F238E27FC236}">
                  <a16:creationId xmlns:a16="http://schemas.microsoft.com/office/drawing/2014/main" id="{F91FF434-C34F-A97B-71D6-7DB206C7B070}"/>
                </a:ext>
              </a:extLst>
            </p:cNvPr>
            <p:cNvSpPr/>
            <p:nvPr userDrawn="1"/>
          </p:nvSpPr>
          <p:spPr>
            <a:xfrm>
              <a:off x="-766670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Google Shape;2046;p65">
              <a:extLst>
                <a:ext uri="{FF2B5EF4-FFF2-40B4-BE49-F238E27FC236}">
                  <a16:creationId xmlns:a16="http://schemas.microsoft.com/office/drawing/2014/main" id="{CEFB54E8-01BA-475E-6616-ADC8422D1333}"/>
                </a:ext>
              </a:extLst>
            </p:cNvPr>
            <p:cNvSpPr/>
            <p:nvPr userDrawn="1"/>
          </p:nvSpPr>
          <p:spPr>
            <a:xfrm>
              <a:off x="-480002" y="2466243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Google Shape;2044;p65">
              <a:extLst>
                <a:ext uri="{FF2B5EF4-FFF2-40B4-BE49-F238E27FC236}">
                  <a16:creationId xmlns:a16="http://schemas.microsoft.com/office/drawing/2014/main" id="{9E8947A3-CD33-08E6-551F-DBABC6EC775B}"/>
                </a:ext>
              </a:extLst>
            </p:cNvPr>
            <p:cNvSpPr/>
            <p:nvPr userDrawn="1"/>
          </p:nvSpPr>
          <p:spPr>
            <a:xfrm>
              <a:off x="-1434711" y="3574913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Google Shape;2046;p65">
              <a:extLst>
                <a:ext uri="{FF2B5EF4-FFF2-40B4-BE49-F238E27FC236}">
                  <a16:creationId xmlns:a16="http://schemas.microsoft.com/office/drawing/2014/main" id="{031CE37B-8FC4-FCA1-E4E6-4969AE26EF50}"/>
                </a:ext>
              </a:extLst>
            </p:cNvPr>
            <p:cNvSpPr/>
            <p:nvPr userDrawn="1"/>
          </p:nvSpPr>
          <p:spPr>
            <a:xfrm>
              <a:off x="-1148043" y="3574913"/>
              <a:ext cx="283847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Google Shape;2044;p65">
              <a:extLst>
                <a:ext uri="{FF2B5EF4-FFF2-40B4-BE49-F238E27FC236}">
                  <a16:creationId xmlns:a16="http://schemas.microsoft.com/office/drawing/2014/main" id="{3E5993F7-47F6-8956-74EE-31397D322DBC}"/>
                </a:ext>
              </a:extLst>
            </p:cNvPr>
            <p:cNvSpPr/>
            <p:nvPr userDrawn="1"/>
          </p:nvSpPr>
          <p:spPr>
            <a:xfrm>
              <a:off x="-1434711" y="3397391"/>
              <a:ext cx="288176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Google Shape;2046;p65">
              <a:extLst>
                <a:ext uri="{FF2B5EF4-FFF2-40B4-BE49-F238E27FC236}">
                  <a16:creationId xmlns:a16="http://schemas.microsoft.com/office/drawing/2014/main" id="{E2B38AE2-89B5-585C-05E6-8B36F97C2C27}"/>
                </a:ext>
              </a:extLst>
            </p:cNvPr>
            <p:cNvSpPr/>
            <p:nvPr userDrawn="1"/>
          </p:nvSpPr>
          <p:spPr>
            <a:xfrm>
              <a:off x="-1148043" y="3397391"/>
              <a:ext cx="283847" cy="178002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Google Shape;2044;p65">
              <a:extLst>
                <a:ext uri="{FF2B5EF4-FFF2-40B4-BE49-F238E27FC236}">
                  <a16:creationId xmlns:a16="http://schemas.microsoft.com/office/drawing/2014/main" id="{5E3BA80B-1F79-A0E5-99B3-CD3483B541F1}"/>
                </a:ext>
              </a:extLst>
            </p:cNvPr>
            <p:cNvSpPr/>
            <p:nvPr userDrawn="1"/>
          </p:nvSpPr>
          <p:spPr>
            <a:xfrm>
              <a:off x="-757276" y="3574913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Google Shape;2046;p65">
              <a:extLst>
                <a:ext uri="{FF2B5EF4-FFF2-40B4-BE49-F238E27FC236}">
                  <a16:creationId xmlns:a16="http://schemas.microsoft.com/office/drawing/2014/main" id="{27E3083C-8BAD-A9E4-ABC8-B172A4D11BDE}"/>
                </a:ext>
              </a:extLst>
            </p:cNvPr>
            <p:cNvSpPr/>
            <p:nvPr userDrawn="1"/>
          </p:nvSpPr>
          <p:spPr>
            <a:xfrm>
              <a:off x="-470608" y="3574913"/>
              <a:ext cx="283847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Google Shape;2044;p65">
              <a:extLst>
                <a:ext uri="{FF2B5EF4-FFF2-40B4-BE49-F238E27FC236}">
                  <a16:creationId xmlns:a16="http://schemas.microsoft.com/office/drawing/2014/main" id="{6EE9E18F-C701-B314-854D-3C3E43F04FC4}"/>
                </a:ext>
              </a:extLst>
            </p:cNvPr>
            <p:cNvSpPr/>
            <p:nvPr userDrawn="1"/>
          </p:nvSpPr>
          <p:spPr>
            <a:xfrm>
              <a:off x="-757276" y="3397391"/>
              <a:ext cx="288176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Google Shape;2046;p65">
              <a:extLst>
                <a:ext uri="{FF2B5EF4-FFF2-40B4-BE49-F238E27FC236}">
                  <a16:creationId xmlns:a16="http://schemas.microsoft.com/office/drawing/2014/main" id="{4597C2A6-F09A-1CC4-21BC-9BEA35CFB4BE}"/>
                </a:ext>
              </a:extLst>
            </p:cNvPr>
            <p:cNvSpPr/>
            <p:nvPr userDrawn="1"/>
          </p:nvSpPr>
          <p:spPr>
            <a:xfrm>
              <a:off x="-470608" y="3397391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Google Shape;2044;p65">
              <a:extLst>
                <a:ext uri="{FF2B5EF4-FFF2-40B4-BE49-F238E27FC236}">
                  <a16:creationId xmlns:a16="http://schemas.microsoft.com/office/drawing/2014/main" id="{0F6DFE9B-DBB4-E3E7-CCDF-935A9FF28336}"/>
                </a:ext>
              </a:extLst>
            </p:cNvPr>
            <p:cNvSpPr/>
            <p:nvPr userDrawn="1"/>
          </p:nvSpPr>
          <p:spPr>
            <a:xfrm>
              <a:off x="-1444785" y="3108859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Google Shape;2046;p65">
              <a:extLst>
                <a:ext uri="{FF2B5EF4-FFF2-40B4-BE49-F238E27FC236}">
                  <a16:creationId xmlns:a16="http://schemas.microsoft.com/office/drawing/2014/main" id="{DA0D66D5-1E52-D2DE-C3D7-04133A587CFA}"/>
                </a:ext>
              </a:extLst>
            </p:cNvPr>
            <p:cNvSpPr/>
            <p:nvPr userDrawn="1"/>
          </p:nvSpPr>
          <p:spPr>
            <a:xfrm>
              <a:off x="-1158117" y="3108859"/>
              <a:ext cx="283847" cy="17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Google Shape;2044;p65">
              <a:extLst>
                <a:ext uri="{FF2B5EF4-FFF2-40B4-BE49-F238E27FC236}">
                  <a16:creationId xmlns:a16="http://schemas.microsoft.com/office/drawing/2014/main" id="{43396D54-FA55-2839-2C5B-75C418920C2D}"/>
                </a:ext>
              </a:extLst>
            </p:cNvPr>
            <p:cNvSpPr/>
            <p:nvPr userDrawn="1"/>
          </p:nvSpPr>
          <p:spPr>
            <a:xfrm>
              <a:off x="-1444785" y="2931337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Google Shape;2046;p65">
              <a:extLst>
                <a:ext uri="{FF2B5EF4-FFF2-40B4-BE49-F238E27FC236}">
                  <a16:creationId xmlns:a16="http://schemas.microsoft.com/office/drawing/2014/main" id="{FA627806-B77D-326A-E1B7-1C2BE4991142}"/>
                </a:ext>
              </a:extLst>
            </p:cNvPr>
            <p:cNvSpPr/>
            <p:nvPr userDrawn="1"/>
          </p:nvSpPr>
          <p:spPr>
            <a:xfrm>
              <a:off x="-1158117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Google Shape;2044;p65">
              <a:extLst>
                <a:ext uri="{FF2B5EF4-FFF2-40B4-BE49-F238E27FC236}">
                  <a16:creationId xmlns:a16="http://schemas.microsoft.com/office/drawing/2014/main" id="{D5B279CD-8810-F776-840C-06A366CBE950}"/>
                </a:ext>
              </a:extLst>
            </p:cNvPr>
            <p:cNvSpPr/>
            <p:nvPr userDrawn="1"/>
          </p:nvSpPr>
          <p:spPr>
            <a:xfrm>
              <a:off x="-763261" y="3108859"/>
              <a:ext cx="288176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Google Shape;2046;p65">
              <a:extLst>
                <a:ext uri="{FF2B5EF4-FFF2-40B4-BE49-F238E27FC236}">
                  <a16:creationId xmlns:a16="http://schemas.microsoft.com/office/drawing/2014/main" id="{BDBA4FCA-0466-1A8E-8F04-F30441809382}"/>
                </a:ext>
              </a:extLst>
            </p:cNvPr>
            <p:cNvSpPr/>
            <p:nvPr userDrawn="1"/>
          </p:nvSpPr>
          <p:spPr>
            <a:xfrm>
              <a:off x="-476593" y="3108859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Google Shape;2044;p65">
              <a:extLst>
                <a:ext uri="{FF2B5EF4-FFF2-40B4-BE49-F238E27FC236}">
                  <a16:creationId xmlns:a16="http://schemas.microsoft.com/office/drawing/2014/main" id="{DEAAF9F3-AF0F-73E6-B3C4-AF4B33D9D6A9}"/>
                </a:ext>
              </a:extLst>
            </p:cNvPr>
            <p:cNvSpPr/>
            <p:nvPr userDrawn="1"/>
          </p:nvSpPr>
          <p:spPr>
            <a:xfrm>
              <a:off x="-763261" y="2931337"/>
              <a:ext cx="288176" cy="178002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Google Shape;2046;p65">
              <a:extLst>
                <a:ext uri="{FF2B5EF4-FFF2-40B4-BE49-F238E27FC236}">
                  <a16:creationId xmlns:a16="http://schemas.microsoft.com/office/drawing/2014/main" id="{83FA1228-403F-038F-31EF-4EBB214C54BD}"/>
                </a:ext>
              </a:extLst>
            </p:cNvPr>
            <p:cNvSpPr/>
            <p:nvPr userDrawn="1"/>
          </p:nvSpPr>
          <p:spPr>
            <a:xfrm>
              <a:off x="-476593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Google Shape;2044;p65">
              <a:extLst>
                <a:ext uri="{FF2B5EF4-FFF2-40B4-BE49-F238E27FC236}">
                  <a16:creationId xmlns:a16="http://schemas.microsoft.com/office/drawing/2014/main" id="{B6C961CD-0B0B-0251-2502-95693D13EDB5}"/>
                </a:ext>
              </a:extLst>
            </p:cNvPr>
            <p:cNvSpPr/>
            <p:nvPr userDrawn="1"/>
          </p:nvSpPr>
          <p:spPr>
            <a:xfrm>
              <a:off x="-1432947" y="4040007"/>
              <a:ext cx="288176" cy="178002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Google Shape;2046;p65">
              <a:extLst>
                <a:ext uri="{FF2B5EF4-FFF2-40B4-BE49-F238E27FC236}">
                  <a16:creationId xmlns:a16="http://schemas.microsoft.com/office/drawing/2014/main" id="{477B1E57-8694-E576-0DC9-698A1559CFD6}"/>
                </a:ext>
              </a:extLst>
            </p:cNvPr>
            <p:cNvSpPr/>
            <p:nvPr userDrawn="1"/>
          </p:nvSpPr>
          <p:spPr>
            <a:xfrm>
              <a:off x="-1146278" y="4040007"/>
              <a:ext cx="283847" cy="178002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Google Shape;2044;p65">
              <a:extLst>
                <a:ext uri="{FF2B5EF4-FFF2-40B4-BE49-F238E27FC236}">
                  <a16:creationId xmlns:a16="http://schemas.microsoft.com/office/drawing/2014/main" id="{FA1957F1-8B6C-F3C5-728F-722B33DAEB50}"/>
                </a:ext>
              </a:extLst>
            </p:cNvPr>
            <p:cNvSpPr/>
            <p:nvPr userDrawn="1"/>
          </p:nvSpPr>
          <p:spPr>
            <a:xfrm>
              <a:off x="-1432947" y="3862485"/>
              <a:ext cx="288176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Google Shape;2046;p65">
              <a:extLst>
                <a:ext uri="{FF2B5EF4-FFF2-40B4-BE49-F238E27FC236}">
                  <a16:creationId xmlns:a16="http://schemas.microsoft.com/office/drawing/2014/main" id="{DB7A707D-2BA5-1F9D-9B5A-9351EBBEC44F}"/>
                </a:ext>
              </a:extLst>
            </p:cNvPr>
            <p:cNvSpPr/>
            <p:nvPr userDrawn="1"/>
          </p:nvSpPr>
          <p:spPr>
            <a:xfrm>
              <a:off x="-1146278" y="3862485"/>
              <a:ext cx="283847" cy="1780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Google Shape;2044;p65">
              <a:extLst>
                <a:ext uri="{FF2B5EF4-FFF2-40B4-BE49-F238E27FC236}">
                  <a16:creationId xmlns:a16="http://schemas.microsoft.com/office/drawing/2014/main" id="{3253B3C4-D520-A0A3-18C1-81AC802AF831}"/>
                </a:ext>
              </a:extLst>
            </p:cNvPr>
            <p:cNvSpPr/>
            <p:nvPr userDrawn="1"/>
          </p:nvSpPr>
          <p:spPr>
            <a:xfrm>
              <a:off x="-756028" y="4040007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Google Shape;2046;p65">
              <a:extLst>
                <a:ext uri="{FF2B5EF4-FFF2-40B4-BE49-F238E27FC236}">
                  <a16:creationId xmlns:a16="http://schemas.microsoft.com/office/drawing/2014/main" id="{F0CF77E9-D22B-DE68-B07B-BD01079E50C7}"/>
                </a:ext>
              </a:extLst>
            </p:cNvPr>
            <p:cNvSpPr/>
            <p:nvPr userDrawn="1"/>
          </p:nvSpPr>
          <p:spPr>
            <a:xfrm>
              <a:off x="-469359" y="4040007"/>
              <a:ext cx="283847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Google Shape;2044;p65">
              <a:extLst>
                <a:ext uri="{FF2B5EF4-FFF2-40B4-BE49-F238E27FC236}">
                  <a16:creationId xmlns:a16="http://schemas.microsoft.com/office/drawing/2014/main" id="{A95FD43C-A7FF-6F21-6AAA-F801C2023470}"/>
                </a:ext>
              </a:extLst>
            </p:cNvPr>
            <p:cNvSpPr/>
            <p:nvPr userDrawn="1"/>
          </p:nvSpPr>
          <p:spPr>
            <a:xfrm>
              <a:off x="-756028" y="3862485"/>
              <a:ext cx="288176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Google Shape;2046;p65">
              <a:extLst>
                <a:ext uri="{FF2B5EF4-FFF2-40B4-BE49-F238E27FC236}">
                  <a16:creationId xmlns:a16="http://schemas.microsoft.com/office/drawing/2014/main" id="{9B5E832F-E96B-9209-82E4-97327B4B8198}"/>
                </a:ext>
              </a:extLst>
            </p:cNvPr>
            <p:cNvSpPr/>
            <p:nvPr userDrawn="1"/>
          </p:nvSpPr>
          <p:spPr>
            <a:xfrm>
              <a:off x="-469359" y="3862485"/>
              <a:ext cx="283847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1" name="Google Shape;4377;p121">
            <a:extLst>
              <a:ext uri="{FF2B5EF4-FFF2-40B4-BE49-F238E27FC236}">
                <a16:creationId xmlns:a16="http://schemas.microsoft.com/office/drawing/2014/main" id="{279768DA-882A-D823-C1B8-21856075E79C}"/>
              </a:ext>
            </a:extLst>
          </p:cNvPr>
          <p:cNvSpPr txBox="1"/>
          <p:nvPr userDrawn="1"/>
        </p:nvSpPr>
        <p:spPr>
          <a:xfrm>
            <a:off x="-1439858" y="3006240"/>
            <a:ext cx="1094391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Combinações</a:t>
            </a:r>
            <a:r>
              <a:rPr lang="en-US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 de cores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4371;p121">
            <a:extLst>
              <a:ext uri="{FF2B5EF4-FFF2-40B4-BE49-F238E27FC236}">
                <a16:creationId xmlns:a16="http://schemas.microsoft.com/office/drawing/2014/main" id="{E1C751E9-E367-B7A2-DA93-24D620B2CFE4}"/>
              </a:ext>
            </a:extLst>
          </p:cNvPr>
          <p:cNvSpPr txBox="1"/>
          <p:nvPr userDrawn="1"/>
        </p:nvSpPr>
        <p:spPr>
          <a:xfrm>
            <a:off x="12403519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Tipografia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01488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6" r:id="rId85"/>
    <p:sldLayoutId id="2147483747" r:id="rId86"/>
    <p:sldLayoutId id="2147483748" r:id="rId87"/>
    <p:sldLayoutId id="2147483749" r:id="rId88"/>
    <p:sldLayoutId id="2147484845" r:id="rId89"/>
    <p:sldLayoutId id="2147484847" r:id="rId90"/>
    <p:sldLayoutId id="2147484913" r:id="rId91"/>
    <p:sldLayoutId id="2147484964" r:id="rId92"/>
    <p:sldLayoutId id="2147484965" r:id="rId93"/>
  </p:sldLayoutIdLst>
  <p:hf hdr="0" ftr="0" dt="0"/>
  <p:txStyles>
    <p:titleStyle>
      <a:lvl1pPr algn="l" defTabSz="91432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1" indent="-228581" algn="l" defTabSz="91432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74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0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67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29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0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6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7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1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3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5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36">
          <p15:clr>
            <a:srgbClr val="F26B43"/>
          </p15:clr>
        </p15:guide>
        <p15:guide id="2" pos="294">
          <p15:clr>
            <a:srgbClr val="F26B43"/>
          </p15:clr>
        </p15:guide>
        <p15:guide id="3">
          <p15:clr>
            <a:srgbClr val="F26B43"/>
          </p15:clr>
        </p15:guide>
        <p15:guide id="4" orient="horz" pos="4020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2024">
          <p15:clr>
            <a:srgbClr val="F26B43"/>
          </p15:clr>
        </p15:guide>
        <p15:guide id="9" pos="7386">
          <p15:clr>
            <a:srgbClr val="F26B43"/>
          </p15:clr>
        </p15:guide>
        <p15:guide id="11" pos="3987">
          <p15:clr>
            <a:srgbClr val="F26B43"/>
          </p15:clr>
        </p15:guide>
        <p15:guide id="12" pos="5540">
          <p15:clr>
            <a:srgbClr val="F26B43"/>
          </p15:clr>
        </p15:guide>
        <p15:guide id="13" orient="horz">
          <p15:clr>
            <a:srgbClr val="F26B43"/>
          </p15:clr>
        </p15:guide>
        <p15:guide id="14" pos="3692">
          <p15:clr>
            <a:srgbClr val="F26B43"/>
          </p15:clr>
        </p15:guide>
        <p15:guide id="15" pos="5688">
          <p15:clr>
            <a:srgbClr val="F26B43"/>
          </p15:clr>
        </p15:guide>
        <p15:guide id="17" pos="2140">
          <p15:clr>
            <a:srgbClr val="F26B43"/>
          </p15:clr>
        </p15:guide>
        <p15:guide id="19" pos="1845">
          <p15:clr>
            <a:srgbClr val="F26B43"/>
          </p15:clr>
        </p15:guide>
        <p15:guide id="20" pos="1992">
          <p15:clr>
            <a:srgbClr val="F26B43"/>
          </p15:clr>
        </p15:guide>
        <p15:guide id="21" pos="3840">
          <p15:clr>
            <a:srgbClr val="F26B43"/>
          </p15:clr>
        </p15:guide>
        <p15:guide id="22" orient="horz" pos="2296">
          <p15:clr>
            <a:srgbClr val="F26B43"/>
          </p15:clr>
        </p15:guide>
        <p15:guide id="23" orient="horz" pos="1071">
          <p15:clr>
            <a:srgbClr val="F26B43"/>
          </p15:clr>
        </p15:guide>
        <p15:guide id="24" orient="horz" pos="29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B7D8D25-FD7D-BE48-4B6E-01F4AEA86C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3679959783"/>
              </p:ext>
            </p:extLst>
          </p:nvPr>
        </p:nvGraphicFramePr>
        <p:xfrm>
          <a:off x="1059" y="1059"/>
          <a:ext cx="1059" cy="1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404" imgH="403" progId="TCLayout.ActiveDocument.1">
                  <p:embed/>
                </p:oleObj>
              </mc:Choice>
              <mc:Fallback>
                <p:oleObj name="think-cell Slide" r:id="rId21" imgW="404" imgH="40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B7D8D25-FD7D-BE48-4B6E-01F4AEA86C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059" y="1059"/>
                        <a:ext cx="1059" cy="10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7F2CE8A7-78DB-C67E-C01E-FD4DB7D10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4960" y="6590989"/>
            <a:ext cx="616800" cy="172800"/>
          </a:xfrm>
          <a:prstGeom prst="rect">
            <a:avLst/>
          </a:prstGeom>
          <a:noFill/>
        </p:spPr>
        <p:txBody>
          <a:bodyPr wrap="square" lIns="72000" tIns="36000" rIns="72000" bIns="36000" anchor="ctr">
            <a:noAutofit/>
          </a:bodyPr>
          <a:lstStyle>
            <a:lvl1pPr>
              <a:defRPr lang="pt-BR" sz="800" spc="67" smtClean="0">
                <a:solidFill>
                  <a:schemeClr val="accent2"/>
                </a:solidFill>
                <a:latin typeface="Arial Nova Light" panose="020F0502020204030204" pitchFamily="34" charset="0"/>
              </a:defRPr>
            </a:lvl1pPr>
          </a:lstStyle>
          <a:p>
            <a:pPr algn="r"/>
            <a:fld id="{FF1217F4-5966-428D-A130-D956CF815196}" type="slidenum">
              <a:rPr lang="pt-BR" smtClean="0"/>
              <a:pPr algn="r"/>
              <a:t>‹#›</a:t>
            </a:fld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D66EF08-4304-3A68-AE40-CACA62C41BB5}"/>
              </a:ext>
            </a:extLst>
          </p:cNvPr>
          <p:cNvSpPr/>
          <p:nvPr userDrawn="1"/>
        </p:nvSpPr>
        <p:spPr>
          <a:xfrm>
            <a:off x="5765800" y="-9713621"/>
            <a:ext cx="660400" cy="6604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latin typeface="Arial Nova Light" panose="020F0502020204030204" pitchFamily="34" charset="0"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05619B26-54DC-AF9E-B89B-A7BF47F2B4D4}"/>
              </a:ext>
            </a:extLst>
          </p:cNvPr>
          <p:cNvSpPr/>
          <p:nvPr userDrawn="1"/>
        </p:nvSpPr>
        <p:spPr>
          <a:xfrm>
            <a:off x="5765800" y="17994021"/>
            <a:ext cx="660400" cy="6604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latin typeface="Arial Nova Light" panose="020F050202020403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05C8EE-1B60-A1F4-127A-69BEABEA8EB5}"/>
              </a:ext>
            </a:extLst>
          </p:cNvPr>
          <p:cNvSpPr txBox="1"/>
          <p:nvPr userDrawn="1"/>
        </p:nvSpPr>
        <p:spPr>
          <a:xfrm>
            <a:off x="0" y="-422322"/>
            <a:ext cx="3355975" cy="344439"/>
          </a:xfrm>
          <a:prstGeom prst="rect">
            <a:avLst/>
          </a:prstGeom>
          <a:noFill/>
        </p:spPr>
        <p:txBody>
          <a:bodyPr wrap="square" lIns="0" tIns="0" rIns="0" bIns="12000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pt-BR" sz="1333" spc="67">
                <a:solidFill>
                  <a:schemeClr val="bg1"/>
                </a:solidFill>
                <a:highlight>
                  <a:srgbClr val="0000FF"/>
                </a:highlight>
                <a:latin typeface="Arial Nova Light" panose="020B0304020202020204" pitchFamily="34" charset="0"/>
              </a:rPr>
              <a:t>Versão 12.04.2024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06A9E5-639A-B61F-7A78-67DA01AE3EA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241828" y="361951"/>
            <a:ext cx="11716800" cy="611675"/>
          </a:xfrm>
          <a:prstGeom prst="rect">
            <a:avLst/>
          </a:prstGeom>
        </p:spPr>
        <p:txBody>
          <a:bodyPr vert="horz" wrap="square" lIns="0" tIns="360000" rIns="0" bIns="0" rtlCol="0" anchor="t">
            <a:noAutofit/>
          </a:bodyPr>
          <a:lstStyle/>
          <a:p>
            <a:pPr lvl="0"/>
            <a:r>
              <a:rPr lang="pt-BR"/>
              <a:t>Clique para editar o título Mestre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0820D445-ED17-7642-1235-494A2E122A9D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241829" y="6592211"/>
            <a:ext cx="7392988" cy="171579"/>
          </a:xfrm>
          <a:prstGeom prst="rect">
            <a:avLst/>
          </a:prstGeom>
        </p:spPr>
        <p:txBody>
          <a:bodyPr vert="horz" wrap="square" lIns="72000" tIns="36000" rIns="72000" bIns="36000" rtlCol="0" anchor="ctr">
            <a:noAutofit/>
          </a:bodyPr>
          <a:lstStyle>
            <a:lvl1pPr algn="l">
              <a:defRPr sz="800">
                <a:solidFill>
                  <a:srgbClr val="7F7F7F"/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5083FE6-5455-5A21-8DF3-401637042275}"/>
              </a:ext>
            </a:extLst>
          </p:cNvPr>
          <p:cNvSpPr txBox="1">
            <a:spLocks/>
          </p:cNvSpPr>
          <p:nvPr userDrawn="1"/>
        </p:nvSpPr>
        <p:spPr>
          <a:xfrm>
            <a:off x="11334540" y="6592211"/>
            <a:ext cx="617221" cy="171579"/>
          </a:xfrm>
          <a:prstGeom prst="rect">
            <a:avLst/>
          </a:prstGeom>
          <a:noFill/>
        </p:spPr>
        <p:txBody>
          <a:bodyPr wrap="square" lIns="48000" tIns="24000" rIns="48000" bIns="2400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lang="pt-BR" sz="1200" kern="1200" spc="100" smtClean="0">
                <a:solidFill>
                  <a:srgbClr val="002B49"/>
                </a:solidFill>
                <a:latin typeface="Arial Nova Light" panose="020F050202020403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79097A-DA66-4AFA-A858-50890353C321}" type="slidenum">
              <a:rPr lang="pt-BR" sz="800" smtClean="0">
                <a:solidFill>
                  <a:srgbClr val="7F7F7F"/>
                </a:solidFill>
              </a:rPr>
              <a:pPr/>
              <a:t>‹#›</a:t>
            </a:fld>
            <a:endParaRPr lang="pt-BR" sz="800">
              <a:solidFill>
                <a:srgbClr val="7F7F7F"/>
              </a:solidFill>
            </a:endParaRPr>
          </a:p>
        </p:txBody>
      </p:sp>
      <p:sp>
        <p:nvSpPr>
          <p:cNvPr id="14" name="Espaço Reservado para Texto 3">
            <a:extLst>
              <a:ext uri="{FF2B5EF4-FFF2-40B4-BE49-F238E27FC236}">
                <a16:creationId xmlns:a16="http://schemas.microsoft.com/office/drawing/2014/main" id="{FBAD4B16-0CAA-ECEF-1D3B-331EEA3F0A9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239184" y="2007285"/>
            <a:ext cx="4316942" cy="2621359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pt-BR"/>
              <a:t>Clique para editar os estilos de texto Mestres</a:t>
            </a:r>
          </a:p>
          <a:p>
            <a:pPr lvl="0">
              <a:lnSpc>
                <a:spcPct val="110000"/>
              </a:lnSpc>
              <a:spcAft>
                <a:spcPts val="0"/>
              </a:spcAft>
            </a:pPr>
            <a:r>
              <a:rPr lang="pt-BR"/>
              <a:t>Primeiro nível</a:t>
            </a:r>
          </a:p>
          <a:p>
            <a:pPr marL="190510" lvl="1" indent="-190510">
              <a:lnSpc>
                <a:spcPct val="110000"/>
              </a:lnSpc>
              <a:spcAft>
                <a:spcPts val="0"/>
              </a:spcAft>
            </a:pPr>
            <a:r>
              <a:rPr lang="pt-BR"/>
              <a:t>Segundo nível</a:t>
            </a:r>
          </a:p>
          <a:p>
            <a:pPr marL="912046" lvl="4" indent="-304815">
              <a:lnSpc>
                <a:spcPct val="110000"/>
              </a:lnSpc>
              <a:spcAft>
                <a:spcPts val="400"/>
              </a:spcAft>
              <a:buClr>
                <a:schemeClr val="tx2"/>
              </a:buClr>
            </a:pPr>
            <a:r>
              <a:rPr lang="pt-BR"/>
              <a:t>Terceiro nível</a:t>
            </a:r>
          </a:p>
          <a:p>
            <a:pPr marL="1152058" lvl="5" indent="-304815">
              <a:lnSpc>
                <a:spcPct val="110000"/>
              </a:lnSpc>
              <a:spcAft>
                <a:spcPts val="400"/>
              </a:spcAft>
              <a:buClr>
                <a:schemeClr val="tx2"/>
              </a:buClr>
            </a:pPr>
            <a:r>
              <a:rPr lang="pt-BR"/>
              <a:t>Quarto nível</a:t>
            </a:r>
          </a:p>
          <a:p>
            <a:pPr marL="1392070" lvl="6" indent="-304815">
              <a:lnSpc>
                <a:spcPct val="110000"/>
              </a:lnSpc>
              <a:spcAft>
                <a:spcPts val="400"/>
              </a:spcAft>
              <a:buClr>
                <a:schemeClr val="tx2"/>
              </a:buClr>
            </a:pPr>
            <a:r>
              <a:rPr lang="pt-BR"/>
              <a:t>Quinto nível</a:t>
            </a:r>
          </a:p>
          <a:p>
            <a:pPr marL="1584079" lvl="7" indent="-304815">
              <a:lnSpc>
                <a:spcPct val="110000"/>
              </a:lnSpc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Sexto nível</a:t>
            </a:r>
          </a:p>
          <a:p>
            <a:pPr marL="1800090" lvl="8" indent="-304815">
              <a:lnSpc>
                <a:spcPct val="110000"/>
              </a:lnSpc>
              <a:spcAft>
                <a:spcPts val="400"/>
              </a:spcAft>
              <a:buClr>
                <a:schemeClr val="tx2">
                  <a:lumMod val="40000"/>
                  <a:lumOff val="60000"/>
                </a:schemeClr>
              </a:buClr>
            </a:pPr>
            <a:r>
              <a:rPr lang="pt-BR"/>
              <a:t>Sétimo nível</a:t>
            </a:r>
          </a:p>
        </p:txBody>
      </p:sp>
      <p:sp>
        <p:nvSpPr>
          <p:cNvPr id="4" name="Forma Livre: Forma 3">
            <a:extLst>
              <a:ext uri="{FF2B5EF4-FFF2-40B4-BE49-F238E27FC236}">
                <a16:creationId xmlns:a16="http://schemas.microsoft.com/office/drawing/2014/main" id="{74BA1ABA-F463-EA28-3600-9152454B82F3}"/>
              </a:ext>
            </a:extLst>
          </p:cNvPr>
          <p:cNvSpPr/>
          <p:nvPr userDrawn="1"/>
        </p:nvSpPr>
        <p:spPr>
          <a:xfrm rot="5400000">
            <a:off x="-1370056" y="3594204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9" name="Forma Livre: Forma 8">
            <a:extLst>
              <a:ext uri="{FF2B5EF4-FFF2-40B4-BE49-F238E27FC236}">
                <a16:creationId xmlns:a16="http://schemas.microsoft.com/office/drawing/2014/main" id="{A56DC891-5B20-0D38-B430-5D4EAFC2849C}"/>
              </a:ext>
            </a:extLst>
          </p:cNvPr>
          <p:cNvSpPr/>
          <p:nvPr userDrawn="1"/>
        </p:nvSpPr>
        <p:spPr>
          <a:xfrm rot="5400000">
            <a:off x="-1063351" y="3594204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CBF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15" name="Forma Livre: Forma 14">
            <a:extLst>
              <a:ext uri="{FF2B5EF4-FFF2-40B4-BE49-F238E27FC236}">
                <a16:creationId xmlns:a16="http://schemas.microsoft.com/office/drawing/2014/main" id="{326513FE-E626-BD8C-A194-F82C144CD2E5}"/>
              </a:ext>
            </a:extLst>
          </p:cNvPr>
          <p:cNvSpPr/>
          <p:nvPr userDrawn="1"/>
        </p:nvSpPr>
        <p:spPr>
          <a:xfrm rot="5400000">
            <a:off x="-764266" y="3594204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DE95E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16" name="Forma Livre: Forma 15">
            <a:extLst>
              <a:ext uri="{FF2B5EF4-FFF2-40B4-BE49-F238E27FC236}">
                <a16:creationId xmlns:a16="http://schemas.microsoft.com/office/drawing/2014/main" id="{7D8C6774-3128-6FA3-7312-D475C3E9CF1E}"/>
              </a:ext>
            </a:extLst>
          </p:cNvPr>
          <p:cNvSpPr/>
          <p:nvPr userDrawn="1"/>
        </p:nvSpPr>
        <p:spPr>
          <a:xfrm rot="5400000">
            <a:off x="-1063351" y="4611320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B744B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17" name="Forma Livre: Forma 16">
            <a:extLst>
              <a:ext uri="{FF2B5EF4-FFF2-40B4-BE49-F238E27FC236}">
                <a16:creationId xmlns:a16="http://schemas.microsoft.com/office/drawing/2014/main" id="{DDD90DD1-3942-931C-C528-0983E73EC1B2}"/>
              </a:ext>
            </a:extLst>
          </p:cNvPr>
          <p:cNvSpPr/>
          <p:nvPr userDrawn="1"/>
        </p:nvSpPr>
        <p:spPr>
          <a:xfrm rot="5400000">
            <a:off x="-764266" y="4611320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DBA1D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18" name="Forma Livre: Forma 17">
            <a:extLst>
              <a:ext uri="{FF2B5EF4-FFF2-40B4-BE49-F238E27FC236}">
                <a16:creationId xmlns:a16="http://schemas.microsoft.com/office/drawing/2014/main" id="{4F8A416D-291C-8C19-B79E-788CF8909785}"/>
              </a:ext>
            </a:extLst>
          </p:cNvPr>
          <p:cNvSpPr/>
          <p:nvPr userDrawn="1"/>
        </p:nvSpPr>
        <p:spPr>
          <a:xfrm rot="5400000">
            <a:off x="-1370055" y="4611320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id="{9F91A305-3E99-6722-887F-39ED2802EEDA}"/>
              </a:ext>
            </a:extLst>
          </p:cNvPr>
          <p:cNvSpPr/>
          <p:nvPr userDrawn="1"/>
        </p:nvSpPr>
        <p:spPr>
          <a:xfrm rot="5400000">
            <a:off x="-1370055" y="4272281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0" name="Forma Livre: Forma 19">
            <a:extLst>
              <a:ext uri="{FF2B5EF4-FFF2-40B4-BE49-F238E27FC236}">
                <a16:creationId xmlns:a16="http://schemas.microsoft.com/office/drawing/2014/main" id="{5A0771B5-B9D1-A53F-F073-F935227689E3}"/>
              </a:ext>
            </a:extLst>
          </p:cNvPr>
          <p:cNvSpPr/>
          <p:nvPr userDrawn="1"/>
        </p:nvSpPr>
        <p:spPr>
          <a:xfrm rot="5400000">
            <a:off x="-1063351" y="4272281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50D8B4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21" name="Forma Livre: Forma 20">
            <a:extLst>
              <a:ext uri="{FF2B5EF4-FFF2-40B4-BE49-F238E27FC236}">
                <a16:creationId xmlns:a16="http://schemas.microsoft.com/office/drawing/2014/main" id="{D5C1C2A4-1CD7-EC91-4A70-73C08F487425}"/>
              </a:ext>
            </a:extLst>
          </p:cNvPr>
          <p:cNvSpPr/>
          <p:nvPr userDrawn="1"/>
        </p:nvSpPr>
        <p:spPr>
          <a:xfrm rot="5400000">
            <a:off x="-764266" y="4272281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9BE9D4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22" name="Forma Livre: Forma 21">
            <a:extLst>
              <a:ext uri="{FF2B5EF4-FFF2-40B4-BE49-F238E27FC236}">
                <a16:creationId xmlns:a16="http://schemas.microsoft.com/office/drawing/2014/main" id="{99C8B491-8965-50CB-5861-136C16ADC6EC}"/>
              </a:ext>
            </a:extLst>
          </p:cNvPr>
          <p:cNvSpPr/>
          <p:nvPr userDrawn="1"/>
        </p:nvSpPr>
        <p:spPr>
          <a:xfrm rot="5400000">
            <a:off x="-1370055" y="4950359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BC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3" name="Forma Livre: Forma 22">
            <a:extLst>
              <a:ext uri="{FF2B5EF4-FFF2-40B4-BE49-F238E27FC236}">
                <a16:creationId xmlns:a16="http://schemas.microsoft.com/office/drawing/2014/main" id="{FB3EFE30-92ED-7437-E24A-82B54E27CBE9}"/>
              </a:ext>
            </a:extLst>
          </p:cNvPr>
          <p:cNvSpPr/>
          <p:nvPr userDrawn="1"/>
        </p:nvSpPr>
        <p:spPr>
          <a:xfrm rot="5400000">
            <a:off x="-1063351" y="4950359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F121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4" name="Forma Livre: Forma 23">
            <a:extLst>
              <a:ext uri="{FF2B5EF4-FFF2-40B4-BE49-F238E27FC236}">
                <a16:creationId xmlns:a16="http://schemas.microsoft.com/office/drawing/2014/main" id="{5D65AFDC-0938-A5BD-AC1C-867CE7A9E865}"/>
              </a:ext>
            </a:extLst>
          </p:cNvPr>
          <p:cNvSpPr/>
          <p:nvPr userDrawn="1"/>
        </p:nvSpPr>
        <p:spPr>
          <a:xfrm rot="5400000">
            <a:off x="-764266" y="4950359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FA0A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5" name="Forma Livre: Forma 24">
            <a:extLst>
              <a:ext uri="{FF2B5EF4-FFF2-40B4-BE49-F238E27FC236}">
                <a16:creationId xmlns:a16="http://schemas.microsoft.com/office/drawing/2014/main" id="{462831A9-F9FB-267E-F083-A74760FC3225}"/>
              </a:ext>
            </a:extLst>
          </p:cNvPr>
          <p:cNvSpPr/>
          <p:nvPr userDrawn="1"/>
        </p:nvSpPr>
        <p:spPr>
          <a:xfrm rot="5400000">
            <a:off x="-764266" y="3933243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FB07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6" name="Forma Livre: Forma 25">
            <a:extLst>
              <a:ext uri="{FF2B5EF4-FFF2-40B4-BE49-F238E27FC236}">
                <a16:creationId xmlns:a16="http://schemas.microsoft.com/office/drawing/2014/main" id="{1FF43827-3DBF-DB49-84BF-2C1C4C2FF258}"/>
              </a:ext>
            </a:extLst>
          </p:cNvPr>
          <p:cNvSpPr/>
          <p:nvPr userDrawn="1"/>
        </p:nvSpPr>
        <p:spPr>
          <a:xfrm rot="5400000">
            <a:off x="-1063351" y="3933243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F6D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7" name="Forma Livre: Forma 26">
            <a:extLst>
              <a:ext uri="{FF2B5EF4-FFF2-40B4-BE49-F238E27FC236}">
                <a16:creationId xmlns:a16="http://schemas.microsoft.com/office/drawing/2014/main" id="{3EF02F6A-6A58-26E8-7F7A-EBB9AEF4531D}"/>
              </a:ext>
            </a:extLst>
          </p:cNvPr>
          <p:cNvSpPr/>
          <p:nvPr userDrawn="1"/>
        </p:nvSpPr>
        <p:spPr>
          <a:xfrm rot="5400000">
            <a:off x="-1370056" y="3933243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8" name="Forma Livre: Forma 27">
            <a:extLst>
              <a:ext uri="{FF2B5EF4-FFF2-40B4-BE49-F238E27FC236}">
                <a16:creationId xmlns:a16="http://schemas.microsoft.com/office/drawing/2014/main" id="{ABCE3783-6B60-BBCB-EBF7-4C308AD7A231}"/>
              </a:ext>
            </a:extLst>
          </p:cNvPr>
          <p:cNvSpPr/>
          <p:nvPr userDrawn="1"/>
        </p:nvSpPr>
        <p:spPr>
          <a:xfrm rot="5400000">
            <a:off x="-1456390" y="2291840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0085C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29" name="Forma Livre: Forma 28">
            <a:extLst>
              <a:ext uri="{FF2B5EF4-FFF2-40B4-BE49-F238E27FC236}">
                <a16:creationId xmlns:a16="http://schemas.microsoft.com/office/drawing/2014/main" id="{91592099-04E3-91F7-9C1A-767637814BE4}"/>
              </a:ext>
            </a:extLst>
          </p:cNvPr>
          <p:cNvSpPr/>
          <p:nvPr userDrawn="1"/>
        </p:nvSpPr>
        <p:spPr>
          <a:xfrm rot="5400000">
            <a:off x="-1149685" y="2291840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4CA9D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0" name="Forma Livre: Forma 29">
            <a:extLst>
              <a:ext uri="{FF2B5EF4-FFF2-40B4-BE49-F238E27FC236}">
                <a16:creationId xmlns:a16="http://schemas.microsoft.com/office/drawing/2014/main" id="{AACB4C01-085F-DF0B-A416-28FF92A58251}"/>
              </a:ext>
            </a:extLst>
          </p:cNvPr>
          <p:cNvSpPr/>
          <p:nvPr userDrawn="1"/>
        </p:nvSpPr>
        <p:spPr>
          <a:xfrm rot="5400000">
            <a:off x="-850600" y="2291840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B2DAE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1" name="Forma Livre: Forma 30">
            <a:extLst>
              <a:ext uri="{FF2B5EF4-FFF2-40B4-BE49-F238E27FC236}">
                <a16:creationId xmlns:a16="http://schemas.microsoft.com/office/drawing/2014/main" id="{AC902C45-F683-4291-D5E8-47C7744EE77B}"/>
              </a:ext>
            </a:extLst>
          </p:cNvPr>
          <p:cNvSpPr/>
          <p:nvPr userDrawn="1"/>
        </p:nvSpPr>
        <p:spPr>
          <a:xfrm rot="5400000">
            <a:off x="-1149685" y="281860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8EADCA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2" name="Forma Livre: Forma 31">
            <a:extLst>
              <a:ext uri="{FF2B5EF4-FFF2-40B4-BE49-F238E27FC236}">
                <a16:creationId xmlns:a16="http://schemas.microsoft.com/office/drawing/2014/main" id="{43D273F2-A6B7-281C-43A5-B20183545ADA}"/>
              </a:ext>
            </a:extLst>
          </p:cNvPr>
          <p:cNvSpPr/>
          <p:nvPr userDrawn="1"/>
        </p:nvSpPr>
        <p:spPr>
          <a:xfrm rot="5400000">
            <a:off x="-1456390" y="176518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002B4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3" name="Forma Livre: Forma 32">
            <a:extLst>
              <a:ext uri="{FF2B5EF4-FFF2-40B4-BE49-F238E27FC236}">
                <a16:creationId xmlns:a16="http://schemas.microsoft.com/office/drawing/2014/main" id="{84AD8DE0-14FA-74D7-B405-F724746B3758}"/>
              </a:ext>
            </a:extLst>
          </p:cNvPr>
          <p:cNvSpPr/>
          <p:nvPr userDrawn="1"/>
        </p:nvSpPr>
        <p:spPr>
          <a:xfrm rot="5400000">
            <a:off x="-1456390" y="281860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5E8AB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4" name="Forma Livre: Forma 33">
            <a:extLst>
              <a:ext uri="{FF2B5EF4-FFF2-40B4-BE49-F238E27FC236}">
                <a16:creationId xmlns:a16="http://schemas.microsoft.com/office/drawing/2014/main" id="{09910570-16B2-BD61-EB13-97E399677552}"/>
              </a:ext>
            </a:extLst>
          </p:cNvPr>
          <p:cNvSpPr/>
          <p:nvPr userDrawn="1"/>
        </p:nvSpPr>
        <p:spPr>
          <a:xfrm rot="5400000">
            <a:off x="-1149685" y="176518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4C6A7F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5" name="Forma Livre: Forma 34">
            <a:extLst>
              <a:ext uri="{FF2B5EF4-FFF2-40B4-BE49-F238E27FC236}">
                <a16:creationId xmlns:a16="http://schemas.microsoft.com/office/drawing/2014/main" id="{F2D9037F-EE4C-FB44-5F50-6D57D982479D}"/>
              </a:ext>
            </a:extLst>
          </p:cNvPr>
          <p:cNvSpPr/>
          <p:nvPr userDrawn="1"/>
        </p:nvSpPr>
        <p:spPr>
          <a:xfrm rot="5400000">
            <a:off x="-850600" y="176518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B2BFC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6" name="Forma Livre: Forma 35">
            <a:extLst>
              <a:ext uri="{FF2B5EF4-FFF2-40B4-BE49-F238E27FC236}">
                <a16:creationId xmlns:a16="http://schemas.microsoft.com/office/drawing/2014/main" id="{9CD95EC3-71E9-8CCA-3054-B7625B07A24E}"/>
              </a:ext>
            </a:extLst>
          </p:cNvPr>
          <p:cNvSpPr/>
          <p:nvPr userDrawn="1"/>
        </p:nvSpPr>
        <p:spPr>
          <a:xfrm rot="5400000">
            <a:off x="-850600" y="2818602"/>
            <a:ext cx="477138" cy="304482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CEDCE8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7" name="Forma Livre: Forma 36">
            <a:extLst>
              <a:ext uri="{FF2B5EF4-FFF2-40B4-BE49-F238E27FC236}">
                <a16:creationId xmlns:a16="http://schemas.microsoft.com/office/drawing/2014/main" id="{6D6E4AAF-990F-CCB3-8562-015CD6E41141}"/>
              </a:ext>
            </a:extLst>
          </p:cNvPr>
          <p:cNvSpPr/>
          <p:nvPr userDrawn="1"/>
        </p:nvSpPr>
        <p:spPr>
          <a:xfrm>
            <a:off x="-1370066" y="1152098"/>
            <a:ext cx="304482" cy="477138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64646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8" name="Forma Livre: Forma 37">
            <a:extLst>
              <a:ext uri="{FF2B5EF4-FFF2-40B4-BE49-F238E27FC236}">
                <a16:creationId xmlns:a16="http://schemas.microsoft.com/office/drawing/2014/main" id="{E8BD9A1B-8C85-CDF4-249C-8F676D673435}"/>
              </a:ext>
            </a:extLst>
          </p:cNvPr>
          <p:cNvSpPr/>
          <p:nvPr userDrawn="1"/>
        </p:nvSpPr>
        <p:spPr>
          <a:xfrm>
            <a:off x="-1063358" y="1152097"/>
            <a:ext cx="304482" cy="477138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969696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39" name="Forma Livre: Forma 38">
            <a:extLst>
              <a:ext uri="{FF2B5EF4-FFF2-40B4-BE49-F238E27FC236}">
                <a16:creationId xmlns:a16="http://schemas.microsoft.com/office/drawing/2014/main" id="{D54E6131-0903-8F4D-FCB5-4861DA47B6A5}"/>
              </a:ext>
            </a:extLst>
          </p:cNvPr>
          <p:cNvSpPr/>
          <p:nvPr userDrawn="1"/>
        </p:nvSpPr>
        <p:spPr>
          <a:xfrm>
            <a:off x="-764273" y="1152097"/>
            <a:ext cx="304482" cy="477138"/>
          </a:xfrm>
          <a:custGeom>
            <a:avLst/>
            <a:gdLst>
              <a:gd name="connsiteX0" fmla="*/ 0 w 456723"/>
              <a:gd name="connsiteY0" fmla="*/ 0 h 456723"/>
              <a:gd name="connsiteX1" fmla="*/ 456724 w 456723"/>
              <a:gd name="connsiteY1" fmla="*/ 0 h 456723"/>
              <a:gd name="connsiteX2" fmla="*/ 456724 w 456723"/>
              <a:gd name="connsiteY2" fmla="*/ 456724 h 456723"/>
              <a:gd name="connsiteX3" fmla="*/ 0 w 456723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723" h="456723">
                <a:moveTo>
                  <a:pt x="0" y="0"/>
                </a:moveTo>
                <a:lnTo>
                  <a:pt x="456724" y="0"/>
                </a:lnTo>
                <a:lnTo>
                  <a:pt x="456724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D9D9D9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E9AB9DC-B643-A329-2F55-78DA52A43287}"/>
              </a:ext>
            </a:extLst>
          </p:cNvPr>
          <p:cNvSpPr txBox="1"/>
          <p:nvPr userDrawn="1"/>
        </p:nvSpPr>
        <p:spPr>
          <a:xfrm>
            <a:off x="-1376096" y="910588"/>
            <a:ext cx="702910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" panose="020B0504020202020204" pitchFamily="34" charset="0"/>
              </a:rPr>
              <a:t>Principal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154B1625-3F65-3DED-ABC6-85582993B329}"/>
              </a:ext>
            </a:extLst>
          </p:cNvPr>
          <p:cNvSpPr txBox="1"/>
          <p:nvPr userDrawn="1"/>
        </p:nvSpPr>
        <p:spPr>
          <a:xfrm>
            <a:off x="-1376096" y="3332284"/>
            <a:ext cx="997705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" panose="020B0504020202020204" pitchFamily="34" charset="0"/>
              </a:rPr>
              <a:t>Secundária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B54D725E-5379-F90E-DE69-9BCC8BA4CD83}"/>
              </a:ext>
            </a:extLst>
          </p:cNvPr>
          <p:cNvSpPr txBox="1"/>
          <p:nvPr userDrawn="1"/>
        </p:nvSpPr>
        <p:spPr>
          <a:xfrm>
            <a:off x="-4381404" y="583548"/>
            <a:ext cx="1122286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" panose="020B0504020202020204" pitchFamily="34" charset="0"/>
              </a:rPr>
              <a:t>Combinações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64F9E62-6A0C-9D2E-C044-32EE92E172CF}"/>
              </a:ext>
            </a:extLst>
          </p:cNvPr>
          <p:cNvSpPr txBox="1"/>
          <p:nvPr userDrawn="1"/>
        </p:nvSpPr>
        <p:spPr>
          <a:xfrm>
            <a:off x="-4395427" y="-1162492"/>
            <a:ext cx="3722241" cy="1082910"/>
          </a:xfrm>
          <a:prstGeom prst="rect">
            <a:avLst/>
          </a:prstGeom>
          <a:noFill/>
        </p:spPr>
        <p:txBody>
          <a:bodyPr wrap="square" lIns="0" tIns="0" rIns="0" bIns="120000" anchor="b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333" i="1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Usar conta gotas</a:t>
            </a: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.</a:t>
            </a:r>
            <a:b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</a:b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Cores devem ser usadas preferencialmente com combinação da principal + 1 secundária e suas tonalidades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52AB562B-43FA-E906-DFA0-DFA04098B3A5}"/>
              </a:ext>
            </a:extLst>
          </p:cNvPr>
          <p:cNvSpPr txBox="1"/>
          <p:nvPr userDrawn="1"/>
        </p:nvSpPr>
        <p:spPr>
          <a:xfrm>
            <a:off x="-1461786" y="5434506"/>
            <a:ext cx="702910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" panose="020B0504020202020204" pitchFamily="34" charset="0"/>
              </a:rPr>
              <a:t>Positivo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292649AE-6E42-359D-3833-5D052E39B534}"/>
              </a:ext>
            </a:extLst>
          </p:cNvPr>
          <p:cNvSpPr txBox="1"/>
          <p:nvPr userDrawn="1"/>
        </p:nvSpPr>
        <p:spPr>
          <a:xfrm>
            <a:off x="-1461786" y="5896336"/>
            <a:ext cx="702910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" panose="020B0504020202020204" pitchFamily="34" charset="0"/>
              </a:rPr>
              <a:t>Negativo</a:t>
            </a:r>
          </a:p>
        </p:txBody>
      </p:sp>
      <p:grpSp>
        <p:nvGrpSpPr>
          <p:cNvPr id="46" name="Gráfico 4">
            <a:extLst>
              <a:ext uri="{FF2B5EF4-FFF2-40B4-BE49-F238E27FC236}">
                <a16:creationId xmlns:a16="http://schemas.microsoft.com/office/drawing/2014/main" id="{BDBAA5C4-E3A4-0B7B-BA35-EB733CE4D063}"/>
              </a:ext>
            </a:extLst>
          </p:cNvPr>
          <p:cNvGrpSpPr/>
          <p:nvPr userDrawn="1"/>
        </p:nvGrpSpPr>
        <p:grpSpPr>
          <a:xfrm>
            <a:off x="-4394941" y="1163295"/>
            <a:ext cx="2163158" cy="750768"/>
            <a:chOff x="-6592412" y="1744942"/>
            <a:chExt cx="3244737" cy="1126152"/>
          </a:xfrm>
        </p:grpSpPr>
        <p:sp>
          <p:nvSpPr>
            <p:cNvPr id="47" name="Forma Livre: Forma 46">
              <a:extLst>
                <a:ext uri="{FF2B5EF4-FFF2-40B4-BE49-F238E27FC236}">
                  <a16:creationId xmlns:a16="http://schemas.microsoft.com/office/drawing/2014/main" id="{9CC41493-CDAB-D34E-EE26-FF8B6355B720}"/>
                </a:ext>
              </a:extLst>
            </p:cNvPr>
            <p:cNvSpPr/>
            <p:nvPr/>
          </p:nvSpPr>
          <p:spPr>
            <a:xfrm rot="5400000">
              <a:off x="-5112586" y="825826"/>
              <a:ext cx="285085" cy="3244737"/>
            </a:xfrm>
            <a:custGeom>
              <a:avLst/>
              <a:gdLst>
                <a:gd name="connsiteX0" fmla="*/ 0 w 285085"/>
                <a:gd name="connsiteY0" fmla="*/ 0 h 3244737"/>
                <a:gd name="connsiteX1" fmla="*/ 285086 w 285085"/>
                <a:gd name="connsiteY1" fmla="*/ 0 h 3244737"/>
                <a:gd name="connsiteX2" fmla="*/ 285086 w 285085"/>
                <a:gd name="connsiteY2" fmla="*/ 3244738 h 3244737"/>
                <a:gd name="connsiteX3" fmla="*/ 0 w 285085"/>
                <a:gd name="connsiteY3" fmla="*/ 3244738 h 324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085" h="3244737">
                  <a:moveTo>
                    <a:pt x="0" y="0"/>
                  </a:moveTo>
                  <a:lnTo>
                    <a:pt x="285086" y="0"/>
                  </a:lnTo>
                  <a:lnTo>
                    <a:pt x="285086" y="3244738"/>
                  </a:lnTo>
                  <a:lnTo>
                    <a:pt x="0" y="3244738"/>
                  </a:lnTo>
                  <a:close/>
                </a:path>
              </a:pathLst>
            </a:custGeom>
            <a:solidFill>
              <a:srgbClr val="0085CA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200"/>
            </a:p>
          </p:txBody>
        </p:sp>
        <p:sp>
          <p:nvSpPr>
            <p:cNvPr id="49" name="Forma Livre: Forma 48">
              <a:extLst>
                <a:ext uri="{FF2B5EF4-FFF2-40B4-BE49-F238E27FC236}">
                  <a16:creationId xmlns:a16="http://schemas.microsoft.com/office/drawing/2014/main" id="{0D9E8824-F19F-8019-B58F-716042824F38}"/>
                </a:ext>
              </a:extLst>
            </p:cNvPr>
            <p:cNvSpPr/>
            <p:nvPr/>
          </p:nvSpPr>
          <p:spPr>
            <a:xfrm rot="5400000">
              <a:off x="-5112586" y="545471"/>
              <a:ext cx="285085" cy="3244737"/>
            </a:xfrm>
            <a:custGeom>
              <a:avLst/>
              <a:gdLst>
                <a:gd name="connsiteX0" fmla="*/ 0 w 285085"/>
                <a:gd name="connsiteY0" fmla="*/ 0 h 3244737"/>
                <a:gd name="connsiteX1" fmla="*/ 285086 w 285085"/>
                <a:gd name="connsiteY1" fmla="*/ 0 h 3244737"/>
                <a:gd name="connsiteX2" fmla="*/ 285086 w 285085"/>
                <a:gd name="connsiteY2" fmla="*/ 3244738 h 3244737"/>
                <a:gd name="connsiteX3" fmla="*/ 0 w 285085"/>
                <a:gd name="connsiteY3" fmla="*/ 3244738 h 324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085" h="3244737">
                  <a:moveTo>
                    <a:pt x="0" y="0"/>
                  </a:moveTo>
                  <a:lnTo>
                    <a:pt x="285086" y="0"/>
                  </a:lnTo>
                  <a:lnTo>
                    <a:pt x="285086" y="3244738"/>
                  </a:lnTo>
                  <a:lnTo>
                    <a:pt x="0" y="3244738"/>
                  </a:lnTo>
                  <a:close/>
                </a:path>
              </a:pathLst>
            </a:custGeom>
            <a:solidFill>
              <a:srgbClr val="002B49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200"/>
            </a:p>
          </p:txBody>
        </p:sp>
        <p:sp>
          <p:nvSpPr>
            <p:cNvPr id="50" name="Forma Livre: Forma 49">
              <a:extLst>
                <a:ext uri="{FF2B5EF4-FFF2-40B4-BE49-F238E27FC236}">
                  <a16:creationId xmlns:a16="http://schemas.microsoft.com/office/drawing/2014/main" id="{B2D16867-E40B-31CF-39E6-AE4AD2B3DFBC}"/>
                </a:ext>
              </a:extLst>
            </p:cNvPr>
            <p:cNvSpPr/>
            <p:nvPr/>
          </p:nvSpPr>
          <p:spPr>
            <a:xfrm rot="5400000">
              <a:off x="-5112586" y="1106182"/>
              <a:ext cx="285085" cy="3244737"/>
            </a:xfrm>
            <a:custGeom>
              <a:avLst/>
              <a:gdLst>
                <a:gd name="connsiteX0" fmla="*/ 0 w 285085"/>
                <a:gd name="connsiteY0" fmla="*/ 0 h 3244737"/>
                <a:gd name="connsiteX1" fmla="*/ 285086 w 285085"/>
                <a:gd name="connsiteY1" fmla="*/ 0 h 3244737"/>
                <a:gd name="connsiteX2" fmla="*/ 285086 w 285085"/>
                <a:gd name="connsiteY2" fmla="*/ 3244738 h 3244737"/>
                <a:gd name="connsiteX3" fmla="*/ 0 w 285085"/>
                <a:gd name="connsiteY3" fmla="*/ 3244738 h 3244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5085" h="3244737">
                  <a:moveTo>
                    <a:pt x="0" y="0"/>
                  </a:moveTo>
                  <a:lnTo>
                    <a:pt x="285086" y="0"/>
                  </a:lnTo>
                  <a:lnTo>
                    <a:pt x="285086" y="3244738"/>
                  </a:lnTo>
                  <a:lnTo>
                    <a:pt x="0" y="3244738"/>
                  </a:lnTo>
                  <a:close/>
                </a:path>
              </a:pathLst>
            </a:custGeom>
            <a:solidFill>
              <a:srgbClr val="5E8AB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200"/>
            </a:p>
          </p:txBody>
        </p:sp>
        <p:sp>
          <p:nvSpPr>
            <p:cNvPr id="51" name="Forma Livre: Forma 50">
              <a:extLst>
                <a:ext uri="{FF2B5EF4-FFF2-40B4-BE49-F238E27FC236}">
                  <a16:creationId xmlns:a16="http://schemas.microsoft.com/office/drawing/2014/main" id="{9567DB92-BC23-0EF5-AABB-018076101A44}"/>
                </a:ext>
              </a:extLst>
            </p:cNvPr>
            <p:cNvSpPr/>
            <p:nvPr/>
          </p:nvSpPr>
          <p:spPr>
            <a:xfrm rot="10800000">
              <a:off x="-6592412" y="1744942"/>
              <a:ext cx="3244737" cy="285085"/>
            </a:xfrm>
            <a:custGeom>
              <a:avLst/>
              <a:gdLst>
                <a:gd name="connsiteX0" fmla="*/ 0 w 3244737"/>
                <a:gd name="connsiteY0" fmla="*/ 0 h 285085"/>
                <a:gd name="connsiteX1" fmla="*/ 3244738 w 3244737"/>
                <a:gd name="connsiteY1" fmla="*/ 0 h 285085"/>
                <a:gd name="connsiteX2" fmla="*/ 3244738 w 3244737"/>
                <a:gd name="connsiteY2" fmla="*/ 285086 h 285085"/>
                <a:gd name="connsiteX3" fmla="*/ 0 w 3244737"/>
                <a:gd name="connsiteY3" fmla="*/ 285086 h 285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44737" h="285085">
                  <a:moveTo>
                    <a:pt x="0" y="0"/>
                  </a:moveTo>
                  <a:lnTo>
                    <a:pt x="3244738" y="0"/>
                  </a:lnTo>
                  <a:lnTo>
                    <a:pt x="3244738" y="285086"/>
                  </a:lnTo>
                  <a:lnTo>
                    <a:pt x="0" y="285086"/>
                  </a:lnTo>
                  <a:close/>
                </a:path>
              </a:pathLst>
            </a:custGeom>
            <a:solidFill>
              <a:srgbClr val="646464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1200"/>
            </a:p>
          </p:txBody>
        </p:sp>
      </p:grpSp>
      <p:sp>
        <p:nvSpPr>
          <p:cNvPr id="52" name="Forma Livre: Forma 51">
            <a:extLst>
              <a:ext uri="{FF2B5EF4-FFF2-40B4-BE49-F238E27FC236}">
                <a16:creationId xmlns:a16="http://schemas.microsoft.com/office/drawing/2014/main" id="{60B6EA37-A9FA-0DF0-CE2F-E8EABF8E3154}"/>
              </a:ext>
            </a:extLst>
          </p:cNvPr>
          <p:cNvSpPr/>
          <p:nvPr userDrawn="1"/>
        </p:nvSpPr>
        <p:spPr>
          <a:xfrm rot="10800000">
            <a:off x="-4390696" y="2342935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A52BB5D6-4234-14F0-C132-B0CEC2D3D333}"/>
              </a:ext>
            </a:extLst>
          </p:cNvPr>
          <p:cNvSpPr/>
          <p:nvPr userDrawn="1"/>
        </p:nvSpPr>
        <p:spPr>
          <a:xfrm rot="10800000">
            <a:off x="-3952486" y="2342935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4" name="Forma Livre: Forma 53">
            <a:extLst>
              <a:ext uri="{FF2B5EF4-FFF2-40B4-BE49-F238E27FC236}">
                <a16:creationId xmlns:a16="http://schemas.microsoft.com/office/drawing/2014/main" id="{DE83DBC0-4B8C-AA8A-92B3-948AD4A67C6D}"/>
              </a:ext>
            </a:extLst>
          </p:cNvPr>
          <p:cNvSpPr/>
          <p:nvPr userDrawn="1"/>
        </p:nvSpPr>
        <p:spPr>
          <a:xfrm rot="10800000">
            <a:off x="-3514275" y="2342935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pt-BR" sz="1200"/>
          </a:p>
        </p:txBody>
      </p:sp>
      <p:sp>
        <p:nvSpPr>
          <p:cNvPr id="55" name="Forma Livre: Forma 54">
            <a:extLst>
              <a:ext uri="{FF2B5EF4-FFF2-40B4-BE49-F238E27FC236}">
                <a16:creationId xmlns:a16="http://schemas.microsoft.com/office/drawing/2014/main" id="{408F0D6A-914A-23B8-BFEA-EE63F5011371}"/>
              </a:ext>
            </a:extLst>
          </p:cNvPr>
          <p:cNvSpPr/>
          <p:nvPr userDrawn="1"/>
        </p:nvSpPr>
        <p:spPr>
          <a:xfrm rot="10800000">
            <a:off x="-3076064" y="2342935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6" name="Forma Livre: Forma 55">
            <a:extLst>
              <a:ext uri="{FF2B5EF4-FFF2-40B4-BE49-F238E27FC236}">
                <a16:creationId xmlns:a16="http://schemas.microsoft.com/office/drawing/2014/main" id="{C309D77D-DF17-2E3B-7FDF-90EF3A0D1255}"/>
              </a:ext>
            </a:extLst>
          </p:cNvPr>
          <p:cNvSpPr/>
          <p:nvPr userDrawn="1"/>
        </p:nvSpPr>
        <p:spPr>
          <a:xfrm rot="10800000">
            <a:off x="-2637853" y="2342935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BC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7" name="Forma Livre: Forma 56">
            <a:extLst>
              <a:ext uri="{FF2B5EF4-FFF2-40B4-BE49-F238E27FC236}">
                <a16:creationId xmlns:a16="http://schemas.microsoft.com/office/drawing/2014/main" id="{AA986BE9-CD61-75D3-83E6-0B3C318B8778}"/>
              </a:ext>
            </a:extLst>
          </p:cNvPr>
          <p:cNvSpPr/>
          <p:nvPr userDrawn="1"/>
        </p:nvSpPr>
        <p:spPr>
          <a:xfrm rot="10800000">
            <a:off x="-4390696" y="286750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8" name="Forma Livre: Forma 57">
            <a:extLst>
              <a:ext uri="{FF2B5EF4-FFF2-40B4-BE49-F238E27FC236}">
                <a16:creationId xmlns:a16="http://schemas.microsoft.com/office/drawing/2014/main" id="{01F0C08D-B3D8-4C41-8BE6-2EE06D604D46}"/>
              </a:ext>
            </a:extLst>
          </p:cNvPr>
          <p:cNvSpPr/>
          <p:nvPr userDrawn="1"/>
        </p:nvSpPr>
        <p:spPr>
          <a:xfrm rot="10800000">
            <a:off x="-3946664" y="286750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59" name="Forma Livre: Forma 58">
            <a:extLst>
              <a:ext uri="{FF2B5EF4-FFF2-40B4-BE49-F238E27FC236}">
                <a16:creationId xmlns:a16="http://schemas.microsoft.com/office/drawing/2014/main" id="{D8A9B025-B5F1-45A7-814F-3E850B54AEAE}"/>
              </a:ext>
            </a:extLst>
          </p:cNvPr>
          <p:cNvSpPr/>
          <p:nvPr userDrawn="1"/>
        </p:nvSpPr>
        <p:spPr>
          <a:xfrm rot="10800000">
            <a:off x="-3514517" y="286750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60" name="Forma Livre: Forma 59">
            <a:extLst>
              <a:ext uri="{FF2B5EF4-FFF2-40B4-BE49-F238E27FC236}">
                <a16:creationId xmlns:a16="http://schemas.microsoft.com/office/drawing/2014/main" id="{83FB803E-B53F-25D7-2D03-176811BF638F}"/>
              </a:ext>
            </a:extLst>
          </p:cNvPr>
          <p:cNvSpPr/>
          <p:nvPr userDrawn="1"/>
        </p:nvSpPr>
        <p:spPr>
          <a:xfrm rot="10800000">
            <a:off x="-3070000" y="286750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1" name="Forma Livre: Forma 60">
            <a:extLst>
              <a:ext uri="{FF2B5EF4-FFF2-40B4-BE49-F238E27FC236}">
                <a16:creationId xmlns:a16="http://schemas.microsoft.com/office/drawing/2014/main" id="{9224161B-83DF-9EDF-034E-B2CF28A1B11E}"/>
              </a:ext>
            </a:extLst>
          </p:cNvPr>
          <p:cNvSpPr/>
          <p:nvPr userDrawn="1"/>
        </p:nvSpPr>
        <p:spPr>
          <a:xfrm rot="10800000">
            <a:off x="-2637853" y="286750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BC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2" name="Forma Livre: Forma 61">
            <a:extLst>
              <a:ext uri="{FF2B5EF4-FFF2-40B4-BE49-F238E27FC236}">
                <a16:creationId xmlns:a16="http://schemas.microsoft.com/office/drawing/2014/main" id="{030A22BB-1446-CC74-2B0C-F2EDEBADFA31}"/>
              </a:ext>
            </a:extLst>
          </p:cNvPr>
          <p:cNvSpPr/>
          <p:nvPr userDrawn="1"/>
        </p:nvSpPr>
        <p:spPr>
          <a:xfrm rot="10800000">
            <a:off x="-4390696" y="296453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3" name="Forma Livre: Forma 62">
            <a:extLst>
              <a:ext uri="{FF2B5EF4-FFF2-40B4-BE49-F238E27FC236}">
                <a16:creationId xmlns:a16="http://schemas.microsoft.com/office/drawing/2014/main" id="{3EAF41F4-F2A0-9C17-2B76-B2EB525C06C1}"/>
              </a:ext>
            </a:extLst>
          </p:cNvPr>
          <p:cNvSpPr/>
          <p:nvPr userDrawn="1"/>
        </p:nvSpPr>
        <p:spPr>
          <a:xfrm rot="10800000">
            <a:off x="-3946664" y="296453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4" name="Forma Livre: Forma 63">
            <a:extLst>
              <a:ext uri="{FF2B5EF4-FFF2-40B4-BE49-F238E27FC236}">
                <a16:creationId xmlns:a16="http://schemas.microsoft.com/office/drawing/2014/main" id="{99A2E7F3-46F3-51D2-71EA-5F427465B030}"/>
              </a:ext>
            </a:extLst>
          </p:cNvPr>
          <p:cNvSpPr/>
          <p:nvPr userDrawn="1"/>
        </p:nvSpPr>
        <p:spPr>
          <a:xfrm rot="10800000">
            <a:off x="-3514517" y="296453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5" name="Forma Livre: Forma 64">
            <a:extLst>
              <a:ext uri="{FF2B5EF4-FFF2-40B4-BE49-F238E27FC236}">
                <a16:creationId xmlns:a16="http://schemas.microsoft.com/office/drawing/2014/main" id="{D213CEF4-2417-C4C6-BB15-8B86967BCF6C}"/>
              </a:ext>
            </a:extLst>
          </p:cNvPr>
          <p:cNvSpPr/>
          <p:nvPr userDrawn="1"/>
        </p:nvSpPr>
        <p:spPr>
          <a:xfrm rot="10800000">
            <a:off x="-3070000" y="296453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BC0404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6" name="Forma Livre: Forma 65">
            <a:extLst>
              <a:ext uri="{FF2B5EF4-FFF2-40B4-BE49-F238E27FC236}">
                <a16:creationId xmlns:a16="http://schemas.microsoft.com/office/drawing/2014/main" id="{FED52338-DD63-A0F3-F447-8E28ADB963B9}"/>
              </a:ext>
            </a:extLst>
          </p:cNvPr>
          <p:cNvSpPr/>
          <p:nvPr userDrawn="1"/>
        </p:nvSpPr>
        <p:spPr>
          <a:xfrm rot="10800000">
            <a:off x="-2637853" y="2964532"/>
            <a:ext cx="399035" cy="95817"/>
          </a:xfrm>
          <a:custGeom>
            <a:avLst/>
            <a:gdLst>
              <a:gd name="connsiteX0" fmla="*/ 0 w 598552"/>
              <a:gd name="connsiteY0" fmla="*/ 0 h 143725"/>
              <a:gd name="connsiteX1" fmla="*/ 598553 w 598552"/>
              <a:gd name="connsiteY1" fmla="*/ 0 h 143725"/>
              <a:gd name="connsiteX2" fmla="*/ 598553 w 598552"/>
              <a:gd name="connsiteY2" fmla="*/ 143725 h 143725"/>
              <a:gd name="connsiteX3" fmla="*/ 0 w 598552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8552" h="143725">
                <a:moveTo>
                  <a:pt x="0" y="0"/>
                </a:moveTo>
                <a:lnTo>
                  <a:pt x="598553" y="0"/>
                </a:lnTo>
                <a:lnTo>
                  <a:pt x="598553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7" name="Forma Livre: Forma 66">
            <a:extLst>
              <a:ext uri="{FF2B5EF4-FFF2-40B4-BE49-F238E27FC236}">
                <a16:creationId xmlns:a16="http://schemas.microsoft.com/office/drawing/2014/main" id="{629F0530-0A94-657F-0E00-5278B5189435}"/>
              </a:ext>
            </a:extLst>
          </p:cNvPr>
          <p:cNvSpPr/>
          <p:nvPr userDrawn="1"/>
        </p:nvSpPr>
        <p:spPr>
          <a:xfrm rot="10800000">
            <a:off x="-4390696" y="4207726"/>
            <a:ext cx="2158913" cy="95817"/>
          </a:xfrm>
          <a:custGeom>
            <a:avLst/>
            <a:gdLst>
              <a:gd name="connsiteX0" fmla="*/ 0 w 3238370"/>
              <a:gd name="connsiteY0" fmla="*/ 0 h 143725"/>
              <a:gd name="connsiteX1" fmla="*/ 3238370 w 3238370"/>
              <a:gd name="connsiteY1" fmla="*/ 0 h 143725"/>
              <a:gd name="connsiteX2" fmla="*/ 3238370 w 3238370"/>
              <a:gd name="connsiteY2" fmla="*/ 143725 h 143725"/>
              <a:gd name="connsiteX3" fmla="*/ 0 w 3238370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370" h="143725">
                <a:moveTo>
                  <a:pt x="0" y="0"/>
                </a:moveTo>
                <a:lnTo>
                  <a:pt x="3238370" y="0"/>
                </a:lnTo>
                <a:lnTo>
                  <a:pt x="3238370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8" name="Forma Livre: Forma 67">
            <a:extLst>
              <a:ext uri="{FF2B5EF4-FFF2-40B4-BE49-F238E27FC236}">
                <a16:creationId xmlns:a16="http://schemas.microsoft.com/office/drawing/2014/main" id="{394DF22D-C178-00DF-CCA0-14A193860FA4}"/>
              </a:ext>
            </a:extLst>
          </p:cNvPr>
          <p:cNvSpPr/>
          <p:nvPr userDrawn="1"/>
        </p:nvSpPr>
        <p:spPr>
          <a:xfrm rot="10800000">
            <a:off x="-4390696" y="4304756"/>
            <a:ext cx="2158913" cy="95817"/>
          </a:xfrm>
          <a:custGeom>
            <a:avLst/>
            <a:gdLst>
              <a:gd name="connsiteX0" fmla="*/ 0 w 3238370"/>
              <a:gd name="connsiteY0" fmla="*/ 0 h 143725"/>
              <a:gd name="connsiteX1" fmla="*/ 3238370 w 3238370"/>
              <a:gd name="connsiteY1" fmla="*/ 0 h 143725"/>
              <a:gd name="connsiteX2" fmla="*/ 3238370 w 3238370"/>
              <a:gd name="connsiteY2" fmla="*/ 143725 h 143725"/>
              <a:gd name="connsiteX3" fmla="*/ 0 w 3238370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370" h="143725">
                <a:moveTo>
                  <a:pt x="0" y="0"/>
                </a:moveTo>
                <a:lnTo>
                  <a:pt x="3238370" y="0"/>
                </a:lnTo>
                <a:lnTo>
                  <a:pt x="3238370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69" name="Forma Livre: Forma 68">
            <a:extLst>
              <a:ext uri="{FF2B5EF4-FFF2-40B4-BE49-F238E27FC236}">
                <a16:creationId xmlns:a16="http://schemas.microsoft.com/office/drawing/2014/main" id="{D2ED8857-D7BA-906F-7F92-71E86E516A37}"/>
              </a:ext>
            </a:extLst>
          </p:cNvPr>
          <p:cNvSpPr/>
          <p:nvPr userDrawn="1"/>
        </p:nvSpPr>
        <p:spPr>
          <a:xfrm rot="10800000">
            <a:off x="-4390696" y="4401786"/>
            <a:ext cx="2158913" cy="95817"/>
          </a:xfrm>
          <a:custGeom>
            <a:avLst/>
            <a:gdLst>
              <a:gd name="connsiteX0" fmla="*/ 0 w 3238370"/>
              <a:gd name="connsiteY0" fmla="*/ 0 h 143725"/>
              <a:gd name="connsiteX1" fmla="*/ 3238370 w 3238370"/>
              <a:gd name="connsiteY1" fmla="*/ 0 h 143725"/>
              <a:gd name="connsiteX2" fmla="*/ 3238370 w 3238370"/>
              <a:gd name="connsiteY2" fmla="*/ 143725 h 143725"/>
              <a:gd name="connsiteX3" fmla="*/ 0 w 3238370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370" h="143725">
                <a:moveTo>
                  <a:pt x="0" y="0"/>
                </a:moveTo>
                <a:lnTo>
                  <a:pt x="3238370" y="0"/>
                </a:lnTo>
                <a:lnTo>
                  <a:pt x="3238370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70" name="Forma Livre: Forma 69">
            <a:extLst>
              <a:ext uri="{FF2B5EF4-FFF2-40B4-BE49-F238E27FC236}">
                <a16:creationId xmlns:a16="http://schemas.microsoft.com/office/drawing/2014/main" id="{129E4C0A-7F7D-2977-0310-47E20C95FC57}"/>
              </a:ext>
            </a:extLst>
          </p:cNvPr>
          <p:cNvSpPr/>
          <p:nvPr userDrawn="1"/>
        </p:nvSpPr>
        <p:spPr>
          <a:xfrm rot="10800000">
            <a:off x="-4390696" y="4498816"/>
            <a:ext cx="2158913" cy="95817"/>
          </a:xfrm>
          <a:custGeom>
            <a:avLst/>
            <a:gdLst>
              <a:gd name="connsiteX0" fmla="*/ 0 w 3238370"/>
              <a:gd name="connsiteY0" fmla="*/ 0 h 143725"/>
              <a:gd name="connsiteX1" fmla="*/ 3238370 w 3238370"/>
              <a:gd name="connsiteY1" fmla="*/ 0 h 143725"/>
              <a:gd name="connsiteX2" fmla="*/ 3238370 w 3238370"/>
              <a:gd name="connsiteY2" fmla="*/ 143725 h 143725"/>
              <a:gd name="connsiteX3" fmla="*/ 0 w 3238370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370" h="143725">
                <a:moveTo>
                  <a:pt x="0" y="0"/>
                </a:moveTo>
                <a:lnTo>
                  <a:pt x="3238370" y="0"/>
                </a:lnTo>
                <a:lnTo>
                  <a:pt x="3238370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1" name="Forma Livre: Forma 70">
            <a:extLst>
              <a:ext uri="{FF2B5EF4-FFF2-40B4-BE49-F238E27FC236}">
                <a16:creationId xmlns:a16="http://schemas.microsoft.com/office/drawing/2014/main" id="{8460803B-A4CC-BA6A-5CDA-293C6700B3F8}"/>
              </a:ext>
            </a:extLst>
          </p:cNvPr>
          <p:cNvSpPr/>
          <p:nvPr userDrawn="1"/>
        </p:nvSpPr>
        <p:spPr>
          <a:xfrm rot="10800000">
            <a:off x="-4395426" y="3489100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2" name="Forma Livre: Forma 71">
            <a:extLst>
              <a:ext uri="{FF2B5EF4-FFF2-40B4-BE49-F238E27FC236}">
                <a16:creationId xmlns:a16="http://schemas.microsoft.com/office/drawing/2014/main" id="{30E707EB-5466-FE5E-2B2C-C07100E6BD79}"/>
              </a:ext>
            </a:extLst>
          </p:cNvPr>
          <p:cNvSpPr/>
          <p:nvPr userDrawn="1"/>
        </p:nvSpPr>
        <p:spPr>
          <a:xfrm rot="10800000">
            <a:off x="-3661880" y="3489100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CE8E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3" name="Forma Livre: Forma 72">
            <a:extLst>
              <a:ext uri="{FF2B5EF4-FFF2-40B4-BE49-F238E27FC236}">
                <a16:creationId xmlns:a16="http://schemas.microsoft.com/office/drawing/2014/main" id="{FE0F30E2-FB8F-5D12-193B-8F14DC1D9FCC}"/>
              </a:ext>
            </a:extLst>
          </p:cNvPr>
          <p:cNvSpPr/>
          <p:nvPr userDrawn="1"/>
        </p:nvSpPr>
        <p:spPr>
          <a:xfrm rot="10800000">
            <a:off x="-2928456" y="3489100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4" name="Forma Livre: Forma 73">
            <a:extLst>
              <a:ext uri="{FF2B5EF4-FFF2-40B4-BE49-F238E27FC236}">
                <a16:creationId xmlns:a16="http://schemas.microsoft.com/office/drawing/2014/main" id="{2C3858B2-5585-AF0E-E5C0-513AA7DD2801}"/>
              </a:ext>
            </a:extLst>
          </p:cNvPr>
          <p:cNvSpPr/>
          <p:nvPr userDrawn="1"/>
        </p:nvSpPr>
        <p:spPr>
          <a:xfrm rot="10800000">
            <a:off x="-4395426" y="358612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5" name="Forma Livre: Forma 74">
            <a:extLst>
              <a:ext uri="{FF2B5EF4-FFF2-40B4-BE49-F238E27FC236}">
                <a16:creationId xmlns:a16="http://schemas.microsoft.com/office/drawing/2014/main" id="{0B488000-AC96-AD05-2850-BF7CC707BC8B}"/>
              </a:ext>
            </a:extLst>
          </p:cNvPr>
          <p:cNvSpPr/>
          <p:nvPr userDrawn="1"/>
        </p:nvSpPr>
        <p:spPr>
          <a:xfrm rot="10800000">
            <a:off x="-3661880" y="358612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E2350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6" name="Forma Livre: Forma 75">
            <a:extLst>
              <a:ext uri="{FF2B5EF4-FFF2-40B4-BE49-F238E27FC236}">
                <a16:creationId xmlns:a16="http://schemas.microsoft.com/office/drawing/2014/main" id="{01F48C9C-A6E7-A98B-DED9-CEFB6D31618C}"/>
              </a:ext>
            </a:extLst>
          </p:cNvPr>
          <p:cNvSpPr/>
          <p:nvPr userDrawn="1"/>
        </p:nvSpPr>
        <p:spPr>
          <a:xfrm rot="10800000">
            <a:off x="-2928456" y="358612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77" name="Forma Livre: Forma 76">
            <a:extLst>
              <a:ext uri="{FF2B5EF4-FFF2-40B4-BE49-F238E27FC236}">
                <a16:creationId xmlns:a16="http://schemas.microsoft.com/office/drawing/2014/main" id="{B92B330F-8A37-ADCA-E4CB-EC469EAA3C3F}"/>
              </a:ext>
            </a:extLst>
          </p:cNvPr>
          <p:cNvSpPr/>
          <p:nvPr userDrawn="1"/>
        </p:nvSpPr>
        <p:spPr>
          <a:xfrm rot="10800000">
            <a:off x="-4395426" y="368315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02624B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78" name="Forma Livre: Forma 77">
            <a:extLst>
              <a:ext uri="{FF2B5EF4-FFF2-40B4-BE49-F238E27FC236}">
                <a16:creationId xmlns:a16="http://schemas.microsoft.com/office/drawing/2014/main" id="{575765DE-8CA1-B910-8EF1-03A288EE4214}"/>
              </a:ext>
            </a:extLst>
          </p:cNvPr>
          <p:cNvSpPr/>
          <p:nvPr userDrawn="1"/>
        </p:nvSpPr>
        <p:spPr>
          <a:xfrm rot="10800000">
            <a:off x="-3661880" y="368315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79" name="Forma Livre: Forma 78">
            <a:extLst>
              <a:ext uri="{FF2B5EF4-FFF2-40B4-BE49-F238E27FC236}">
                <a16:creationId xmlns:a16="http://schemas.microsoft.com/office/drawing/2014/main" id="{171D85A5-B763-4D29-B48C-7D44A28B6C1F}"/>
              </a:ext>
            </a:extLst>
          </p:cNvPr>
          <p:cNvSpPr/>
          <p:nvPr userDrawn="1"/>
        </p:nvSpPr>
        <p:spPr>
          <a:xfrm rot="10800000">
            <a:off x="-2928456" y="3683159"/>
            <a:ext cx="696674" cy="95817"/>
          </a:xfrm>
          <a:custGeom>
            <a:avLst/>
            <a:gdLst>
              <a:gd name="connsiteX0" fmla="*/ 0 w 1045011"/>
              <a:gd name="connsiteY0" fmla="*/ 0 h 143725"/>
              <a:gd name="connsiteX1" fmla="*/ 1045011 w 1045011"/>
              <a:gd name="connsiteY1" fmla="*/ 0 h 143725"/>
              <a:gd name="connsiteX2" fmla="*/ 1045011 w 1045011"/>
              <a:gd name="connsiteY2" fmla="*/ 143725 h 143725"/>
              <a:gd name="connsiteX3" fmla="*/ 0 w 1045011"/>
              <a:gd name="connsiteY3" fmla="*/ 143725 h 143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5011" h="143725">
                <a:moveTo>
                  <a:pt x="0" y="0"/>
                </a:moveTo>
                <a:lnTo>
                  <a:pt x="1045011" y="0"/>
                </a:lnTo>
                <a:lnTo>
                  <a:pt x="1045011" y="143725"/>
                </a:lnTo>
                <a:lnTo>
                  <a:pt x="0" y="143725"/>
                </a:lnTo>
                <a:close/>
              </a:path>
            </a:pathLst>
          </a:custGeom>
          <a:solidFill>
            <a:srgbClr val="500260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7B9DB407-1D88-EF5A-E3E0-D46E06B918D2}"/>
              </a:ext>
            </a:extLst>
          </p:cNvPr>
          <p:cNvSpPr txBox="1"/>
          <p:nvPr userDrawn="1"/>
        </p:nvSpPr>
        <p:spPr>
          <a:xfrm>
            <a:off x="-4381405" y="909926"/>
            <a:ext cx="2188707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 Light" panose="020B0304020202020204" pitchFamily="34" charset="0"/>
              </a:rPr>
              <a:t>Sempre em maior proporção</a:t>
            </a:r>
          </a:p>
        </p:txBody>
      </p:sp>
      <p:sp>
        <p:nvSpPr>
          <p:cNvPr id="81" name="Forma Livre: Forma 80">
            <a:extLst>
              <a:ext uri="{FF2B5EF4-FFF2-40B4-BE49-F238E27FC236}">
                <a16:creationId xmlns:a16="http://schemas.microsoft.com/office/drawing/2014/main" id="{648AAEE0-0E06-1360-90EF-EA65151E2D7D}"/>
              </a:ext>
            </a:extLst>
          </p:cNvPr>
          <p:cNvSpPr/>
          <p:nvPr userDrawn="1"/>
        </p:nvSpPr>
        <p:spPr>
          <a:xfrm rot="5400000">
            <a:off x="-764274" y="5420283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50D8B4"/>
          </a:solidFill>
          <a:ln w="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pt-BR" sz="1200"/>
          </a:p>
        </p:txBody>
      </p:sp>
      <p:sp>
        <p:nvSpPr>
          <p:cNvPr id="82" name="Forma Livre: Forma 81">
            <a:extLst>
              <a:ext uri="{FF2B5EF4-FFF2-40B4-BE49-F238E27FC236}">
                <a16:creationId xmlns:a16="http://schemas.microsoft.com/office/drawing/2014/main" id="{B29C2758-0605-B64E-5B91-DB27D915D2CF}"/>
              </a:ext>
            </a:extLst>
          </p:cNvPr>
          <p:cNvSpPr/>
          <p:nvPr userDrawn="1"/>
        </p:nvSpPr>
        <p:spPr>
          <a:xfrm rot="5400000">
            <a:off x="-764275" y="5835650"/>
            <a:ext cx="304481" cy="304482"/>
          </a:xfrm>
          <a:custGeom>
            <a:avLst/>
            <a:gdLst>
              <a:gd name="connsiteX0" fmla="*/ 0 w 212502"/>
              <a:gd name="connsiteY0" fmla="*/ 0 h 456723"/>
              <a:gd name="connsiteX1" fmla="*/ 212503 w 212502"/>
              <a:gd name="connsiteY1" fmla="*/ 0 h 456723"/>
              <a:gd name="connsiteX2" fmla="*/ 212503 w 212502"/>
              <a:gd name="connsiteY2" fmla="*/ 456724 h 456723"/>
              <a:gd name="connsiteX3" fmla="*/ 0 w 212502"/>
              <a:gd name="connsiteY3" fmla="*/ 456724 h 456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502" h="456723">
                <a:moveTo>
                  <a:pt x="0" y="0"/>
                </a:moveTo>
                <a:lnTo>
                  <a:pt x="212503" y="0"/>
                </a:lnTo>
                <a:lnTo>
                  <a:pt x="212503" y="456724"/>
                </a:lnTo>
                <a:lnTo>
                  <a:pt x="0" y="456724"/>
                </a:lnTo>
                <a:close/>
              </a:path>
            </a:pathLst>
          </a:custGeom>
          <a:solidFill>
            <a:srgbClr val="FF1212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200"/>
          </a:p>
        </p:txBody>
      </p: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0DB724B3-8E0C-8B39-463C-3929D41E407D}"/>
              </a:ext>
            </a:extLst>
          </p:cNvPr>
          <p:cNvSpPr txBox="1"/>
          <p:nvPr userDrawn="1"/>
        </p:nvSpPr>
        <p:spPr>
          <a:xfrm>
            <a:off x="-4381405" y="2080745"/>
            <a:ext cx="2188707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 Light" panose="020B0304020202020204" pitchFamily="34" charset="0"/>
              </a:rPr>
              <a:t>+ 1 cor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293FDDE2-24CD-ED08-FF77-C360EBA50EC3}"/>
              </a:ext>
            </a:extLst>
          </p:cNvPr>
          <p:cNvSpPr txBox="1"/>
          <p:nvPr userDrawn="1"/>
        </p:nvSpPr>
        <p:spPr>
          <a:xfrm>
            <a:off x="-4381405" y="2593583"/>
            <a:ext cx="2188707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 Light" panose="020B0304020202020204" pitchFamily="34" charset="0"/>
              </a:rPr>
              <a:t>+ 2 cores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E475C867-DD4E-11FC-78B1-735CBF34D6D1}"/>
              </a:ext>
            </a:extLst>
          </p:cNvPr>
          <p:cNvSpPr txBox="1"/>
          <p:nvPr userDrawn="1"/>
        </p:nvSpPr>
        <p:spPr>
          <a:xfrm>
            <a:off x="-4381405" y="3241889"/>
            <a:ext cx="2188707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 Light" panose="020B0304020202020204" pitchFamily="34" charset="0"/>
              </a:rPr>
              <a:t>+ 3 cores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8EDE4C76-DE74-DC77-4B91-CF9E3E138FF9}"/>
              </a:ext>
            </a:extLst>
          </p:cNvPr>
          <p:cNvSpPr txBox="1"/>
          <p:nvPr userDrawn="1"/>
        </p:nvSpPr>
        <p:spPr>
          <a:xfrm>
            <a:off x="-4381405" y="3948251"/>
            <a:ext cx="2188707" cy="322124"/>
          </a:xfrm>
          <a:prstGeom prst="rect">
            <a:avLst/>
          </a:prstGeom>
          <a:noFill/>
        </p:spPr>
        <p:txBody>
          <a:bodyPr wrap="square" lIns="0" tIns="0" rIns="0" bIns="12000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200" spc="67">
                <a:solidFill>
                  <a:srgbClr val="646464"/>
                </a:solidFill>
                <a:latin typeface="Arial Nova Light" panose="020B0304020202020204" pitchFamily="34" charset="0"/>
              </a:rPr>
              <a:t>+ 4 cores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762D9288-6852-4DFC-0108-BB17AB164534}"/>
              </a:ext>
            </a:extLst>
          </p:cNvPr>
          <p:cNvSpPr txBox="1"/>
          <p:nvPr userDrawn="1"/>
        </p:nvSpPr>
        <p:spPr>
          <a:xfrm>
            <a:off x="12690388" y="-1162491"/>
            <a:ext cx="4762321" cy="1082910"/>
          </a:xfrm>
          <a:prstGeom prst="rect">
            <a:avLst/>
          </a:prstGeom>
          <a:noFill/>
        </p:spPr>
        <p:txBody>
          <a:bodyPr wrap="square" lIns="0" tIns="0" rIns="0" bIns="120000" anchor="b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333" i="1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CTRL, clicar e arrastar caixas de texto no slide</a:t>
            </a: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.</a:t>
            </a:r>
            <a:b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</a:b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Para navegar entre as variações da fonte, </a:t>
            </a:r>
            <a:b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</a:b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pressionar ALT+SHIFT+seta para direita/esquerda. </a:t>
            </a:r>
            <a:b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</a:br>
            <a:r>
              <a:rPr lang="pt-BR" sz="1333" spc="67">
                <a:solidFill>
                  <a:schemeClr val="bg2"/>
                </a:solidFill>
                <a:highlight>
                  <a:srgbClr val="FEE004"/>
                </a:highlight>
                <a:latin typeface="Arial Nova Light" panose="020B0304020202020204" pitchFamily="34" charset="0"/>
              </a:rPr>
              <a:t>Regular, Bold e Bullets.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3661637-3C07-D9D8-51C5-05E002AEA385}"/>
              </a:ext>
            </a:extLst>
          </p:cNvPr>
          <p:cNvSpPr/>
          <p:nvPr userDrawn="1"/>
        </p:nvSpPr>
        <p:spPr>
          <a:xfrm>
            <a:off x="-21450300" y="3098800"/>
            <a:ext cx="660400" cy="6604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latin typeface="Arial Nova Light" panose="020F0502020204030204" pitchFamily="34" charset="0"/>
            </a:endParaRPr>
          </a:p>
        </p:txBody>
      </p:sp>
      <p:sp>
        <p:nvSpPr>
          <p:cNvPr id="107" name="Elipse 106">
            <a:extLst>
              <a:ext uri="{FF2B5EF4-FFF2-40B4-BE49-F238E27FC236}">
                <a16:creationId xmlns:a16="http://schemas.microsoft.com/office/drawing/2014/main" id="{44AD7CCA-F467-451C-E220-8C2DB656B171}"/>
              </a:ext>
            </a:extLst>
          </p:cNvPr>
          <p:cNvSpPr/>
          <p:nvPr userDrawn="1"/>
        </p:nvSpPr>
        <p:spPr>
          <a:xfrm>
            <a:off x="31407100" y="3098800"/>
            <a:ext cx="660400" cy="660400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latin typeface="Arial Nova Light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792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</p:sldLayoutIdLst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lang="pt-BR" sz="2667" kern="1200" spc="67" dirty="0">
          <a:solidFill>
            <a:srgbClr val="002B49"/>
          </a:solidFill>
          <a:latin typeface="Arial Nova Cond" panose="020B0506020202020204" pitchFamily="34" charset="0"/>
          <a:ea typeface="+mj-ea"/>
          <a:cs typeface="+mj-cs"/>
        </a:defRPr>
      </a:lvl1pPr>
      <a:lvl2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2pPr>
      <a:lvl3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3pPr>
      <a:lvl4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4pPr>
      <a:lvl5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5pPr>
      <a:lvl6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6pPr>
      <a:lvl7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7pPr>
      <a:lvl8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8pPr>
      <a:lvl9pPr eaLnBrk="1" hangingPunct="1">
        <a:defRPr lang="pt-BR" sz="4000" kern="1200" spc="67" dirty="0">
          <a:solidFill>
            <a:schemeClr val="bg1"/>
          </a:solidFill>
          <a:latin typeface="Arial Nova Light" panose="020B0304020202020204" pitchFamily="34" charset="0"/>
          <a:ea typeface="+mj-ea"/>
          <a:cs typeface="+mj-cs"/>
        </a:defRPr>
      </a:lvl9pPr>
    </p:titleStyle>
    <p:bodyStyle>
      <a:lvl1pPr marL="0" indent="0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1pPr>
      <a:lvl2pPr marL="0" indent="0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Font typeface="Arial" panose="020B0604020202020204" pitchFamily="34" charset="0"/>
        <a:buNone/>
        <a:defRPr lang="pt-BR" sz="1600" kern="1200" spc="67" dirty="0">
          <a:solidFill>
            <a:srgbClr val="002B49"/>
          </a:solidFill>
          <a:latin typeface="Arial Nova" panose="020B0504020202020204" pitchFamily="34" charset="0"/>
          <a:ea typeface="+mn-ea"/>
          <a:cs typeface="+mn-cs"/>
        </a:defRPr>
      </a:lvl2pPr>
      <a:lvl3pPr marL="190510" indent="-190510" algn="l" defTabSz="914446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lang="pt-BR" sz="1200" kern="1200" spc="67" dirty="0" smtClean="0">
          <a:solidFill>
            <a:schemeClr val="bg1">
              <a:lumMod val="95000"/>
            </a:schemeClr>
          </a:solidFill>
          <a:latin typeface="Arial Nova Light" panose="020B0304020202020204" pitchFamily="34" charset="0"/>
          <a:ea typeface="+mn-ea"/>
          <a:cs typeface="+mn-cs"/>
        </a:defRPr>
      </a:lvl3pPr>
      <a:lvl4pPr marL="298465" indent="-118539" algn="l" defTabSz="914446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lang="pt-BR" sz="1200" kern="1200" spc="67" dirty="0" smtClean="0">
          <a:solidFill>
            <a:schemeClr val="bg1">
              <a:lumMod val="95000"/>
            </a:schemeClr>
          </a:solidFill>
          <a:latin typeface="Arial Nova Light" panose="020B0304020202020204" pitchFamily="34" charset="0"/>
          <a:ea typeface="+mn-ea"/>
          <a:cs typeface="+mn-cs"/>
        </a:defRPr>
      </a:lvl4pPr>
      <a:lvl5pPr marL="478391" indent="-118539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rgbClr val="5E8AB4"/>
        </a:buClr>
        <a:buFont typeface="Arial" panose="020B0604020202020204" pitchFamily="34" charset="0"/>
        <a:buChar char="•"/>
        <a:tabLst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5pPr>
      <a:lvl6pPr marL="658316" indent="-120656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rgbClr val="5E8AB4"/>
        </a:buClr>
        <a:buFont typeface="Arial" panose="020B0604020202020204" pitchFamily="34" charset="0"/>
        <a:buChar char="•"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6pPr>
      <a:lvl7pPr marL="838242" indent="-118539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rgbClr val="5E8AB4"/>
        </a:buClr>
        <a:buFont typeface="Arial" panose="020B0604020202020204" pitchFamily="34" charset="0"/>
        <a:buChar char="•"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7pPr>
      <a:lvl8pPr marL="1016051" indent="-118539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rgbClr val="BFD0E1"/>
        </a:buClr>
        <a:buFont typeface="Arial" panose="020B0604020202020204" pitchFamily="34" charset="0"/>
        <a:buChar char="•"/>
        <a:tabLst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8pPr>
      <a:lvl9pPr marL="1195976" indent="-118539" algn="l" defTabSz="914446" rtl="0" eaLnBrk="1" latinLnBrk="0" hangingPunct="1">
        <a:lnSpc>
          <a:spcPct val="120000"/>
        </a:lnSpc>
        <a:spcBef>
          <a:spcPts val="0"/>
        </a:spcBef>
        <a:spcAft>
          <a:spcPts val="0"/>
        </a:spcAft>
        <a:buClr>
          <a:srgbClr val="BFD0E1"/>
        </a:buClr>
        <a:buFont typeface="Arial" panose="020B0604020202020204" pitchFamily="34" charset="0"/>
        <a:buChar char="•"/>
        <a:defRPr lang="pt-BR" sz="1600" kern="1200" spc="67" dirty="0">
          <a:solidFill>
            <a:srgbClr val="002B49"/>
          </a:solidFill>
          <a:latin typeface="Arial Nova Light" panose="020B0304020202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00D0FF"/>
          </p15:clr>
        </p15:guide>
        <p15:guide id="2" pos="11520">
          <p15:clr>
            <a:srgbClr val="00D0FF"/>
          </p15:clr>
        </p15:guide>
        <p15:guide id="3" pos="226">
          <p15:clr>
            <a:srgbClr val="00D0FF"/>
          </p15:clr>
        </p15:guide>
        <p15:guide id="4" pos="11293">
          <p15:clr>
            <a:srgbClr val="00D0FF"/>
          </p15:clr>
        </p15:guide>
        <p15:guide id="5" orient="horz">
          <p15:clr>
            <a:srgbClr val="00D0FF"/>
          </p15:clr>
        </p15:guide>
        <p15:guide id="6" orient="horz" pos="6480">
          <p15:clr>
            <a:srgbClr val="00D0FF"/>
          </p15:clr>
        </p15:guide>
        <p15:guide id="7" orient="horz" pos="340">
          <p15:clr>
            <a:srgbClr val="00D0FF"/>
          </p15:clr>
        </p15:guide>
        <p15:guide id="8" orient="horz" pos="6139">
          <p15:clr>
            <a:srgbClr val="00D0FF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5EC6A90-AD4F-88C1-DCE0-E897E933218C}"/>
              </a:ext>
            </a:extLst>
          </p:cNvPr>
          <p:cNvGraphicFramePr>
            <a:graphicFrameLocks/>
          </p:cNvGraphicFramePr>
          <p:nvPr userDrawn="1">
            <p:custDataLst>
              <p:tags r:id="rId18"/>
            </p:custDataLst>
            <p:extLst>
              <p:ext uri="{D42A27DB-BD31-4B8C-83A1-F6EECF244321}">
                <p14:modId xmlns:p14="http://schemas.microsoft.com/office/powerpoint/2010/main" val="2194054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73" imgH="473" progId="TCLayout.ActiveDocument.1">
                  <p:embed/>
                </p:oleObj>
              </mc:Choice>
              <mc:Fallback>
                <p:oleObj name="think-cell Slide" r:id="rId19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EC6A90-AD4F-88C1-DCE0-E897E93321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7111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2" name="Google Shape;4367;p121">
            <a:extLst>
              <a:ext uri="{FF2B5EF4-FFF2-40B4-BE49-F238E27FC236}">
                <a16:creationId xmlns:a16="http://schemas.microsoft.com/office/drawing/2014/main" id="{FE810585-07FC-BE92-3AF2-AD0631107C94}"/>
              </a:ext>
            </a:extLst>
          </p:cNvPr>
          <p:cNvSpPr/>
          <p:nvPr userDrawn="1"/>
        </p:nvSpPr>
        <p:spPr>
          <a:xfrm>
            <a:off x="-1434312" y="169682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3" name="Google Shape;4368;p121">
            <a:extLst>
              <a:ext uri="{FF2B5EF4-FFF2-40B4-BE49-F238E27FC236}">
                <a16:creationId xmlns:a16="http://schemas.microsoft.com/office/drawing/2014/main" id="{854743A6-45A7-9448-8AC6-7BEA3AF2182A}"/>
              </a:ext>
            </a:extLst>
          </p:cNvPr>
          <p:cNvSpPr/>
          <p:nvPr userDrawn="1"/>
        </p:nvSpPr>
        <p:spPr>
          <a:xfrm>
            <a:off x="-1134509" y="169682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4" name="Google Shape;4369;p121">
            <a:extLst>
              <a:ext uri="{FF2B5EF4-FFF2-40B4-BE49-F238E27FC236}">
                <a16:creationId xmlns:a16="http://schemas.microsoft.com/office/drawing/2014/main" id="{EFB01E3E-752D-5652-902F-B73252BAFAD0}"/>
              </a:ext>
            </a:extLst>
          </p:cNvPr>
          <p:cNvSpPr/>
          <p:nvPr userDrawn="1"/>
        </p:nvSpPr>
        <p:spPr>
          <a:xfrm>
            <a:off x="-834709" y="169682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5" name="Google Shape;4370;p121">
            <a:extLst>
              <a:ext uri="{FF2B5EF4-FFF2-40B4-BE49-F238E27FC236}">
                <a16:creationId xmlns:a16="http://schemas.microsoft.com/office/drawing/2014/main" id="{92FC9490-856F-D91C-4E68-08BCACA2BEE5}"/>
              </a:ext>
            </a:extLst>
          </p:cNvPr>
          <p:cNvSpPr/>
          <p:nvPr userDrawn="1"/>
        </p:nvSpPr>
        <p:spPr>
          <a:xfrm>
            <a:off x="-534913" y="169682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6" name="Google Shape;4371;p121">
            <a:extLst>
              <a:ext uri="{FF2B5EF4-FFF2-40B4-BE49-F238E27FC236}">
                <a16:creationId xmlns:a16="http://schemas.microsoft.com/office/drawing/2014/main" id="{BA7396C0-A750-D353-4B07-0542D6F2D9B0}"/>
              </a:ext>
            </a:extLst>
          </p:cNvPr>
          <p:cNvSpPr txBox="1"/>
          <p:nvPr userDrawn="1"/>
        </p:nvSpPr>
        <p:spPr>
          <a:xfrm>
            <a:off x="-1434312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Principais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Google Shape;4372;p121">
            <a:extLst>
              <a:ext uri="{FF2B5EF4-FFF2-40B4-BE49-F238E27FC236}">
                <a16:creationId xmlns:a16="http://schemas.microsoft.com/office/drawing/2014/main" id="{9C76A9F2-B02C-3E56-C41D-29AC1A391DD8}"/>
              </a:ext>
            </a:extLst>
          </p:cNvPr>
          <p:cNvSpPr txBox="1"/>
          <p:nvPr userDrawn="1"/>
        </p:nvSpPr>
        <p:spPr>
          <a:xfrm>
            <a:off x="-1434312" y="446172"/>
            <a:ext cx="59404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Proporções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373;p121">
            <a:extLst>
              <a:ext uri="{FF2B5EF4-FFF2-40B4-BE49-F238E27FC236}">
                <a16:creationId xmlns:a16="http://schemas.microsoft.com/office/drawing/2014/main" id="{7F452239-FE36-4A03-144C-936A6CCE095F}"/>
              </a:ext>
            </a:extLst>
          </p:cNvPr>
          <p:cNvSpPr/>
          <p:nvPr userDrawn="1"/>
        </p:nvSpPr>
        <p:spPr>
          <a:xfrm>
            <a:off x="-945064" y="620410"/>
            <a:ext cx="489370" cy="2496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8" name="Google Shape;4374;p121">
            <a:extLst>
              <a:ext uri="{FF2B5EF4-FFF2-40B4-BE49-F238E27FC236}">
                <a16:creationId xmlns:a16="http://schemas.microsoft.com/office/drawing/2014/main" id="{1EF79436-5367-6CBF-107A-0EE0A06A33AD}"/>
              </a:ext>
            </a:extLst>
          </p:cNvPr>
          <p:cNvSpPr/>
          <p:nvPr userDrawn="1"/>
        </p:nvSpPr>
        <p:spPr>
          <a:xfrm>
            <a:off x="-345467" y="620410"/>
            <a:ext cx="110341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9" name="Google Shape;4375;p121">
            <a:extLst>
              <a:ext uri="{FF2B5EF4-FFF2-40B4-BE49-F238E27FC236}">
                <a16:creationId xmlns:a16="http://schemas.microsoft.com/office/drawing/2014/main" id="{168917C0-50B8-9811-E0DD-13995F38E5CB}"/>
              </a:ext>
            </a:extLst>
          </p:cNvPr>
          <p:cNvSpPr/>
          <p:nvPr userDrawn="1"/>
        </p:nvSpPr>
        <p:spPr>
          <a:xfrm>
            <a:off x="-1434312" y="620410"/>
            <a:ext cx="489370" cy="249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0" name="Google Shape;4376;p121">
            <a:extLst>
              <a:ext uri="{FF2B5EF4-FFF2-40B4-BE49-F238E27FC236}">
                <a16:creationId xmlns:a16="http://schemas.microsoft.com/office/drawing/2014/main" id="{3AFFA7AA-471B-9C77-D9AA-9E48CFD5CB49}"/>
              </a:ext>
            </a:extLst>
          </p:cNvPr>
          <p:cNvSpPr/>
          <p:nvPr userDrawn="1"/>
        </p:nvSpPr>
        <p:spPr>
          <a:xfrm>
            <a:off x="-455807" y="620410"/>
            <a:ext cx="110341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1" name="Google Shape;4377;p121">
            <a:extLst>
              <a:ext uri="{FF2B5EF4-FFF2-40B4-BE49-F238E27FC236}">
                <a16:creationId xmlns:a16="http://schemas.microsoft.com/office/drawing/2014/main" id="{5841B82D-DBEE-DBF3-1F36-13CBD46FCDA1}"/>
              </a:ext>
            </a:extLst>
          </p:cNvPr>
          <p:cNvSpPr txBox="1"/>
          <p:nvPr userDrawn="1"/>
        </p:nvSpPr>
        <p:spPr>
          <a:xfrm>
            <a:off x="-1439858" y="1088230"/>
            <a:ext cx="41391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Variações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4378;p121">
            <a:extLst>
              <a:ext uri="{FF2B5EF4-FFF2-40B4-BE49-F238E27FC236}">
                <a16:creationId xmlns:a16="http://schemas.microsoft.com/office/drawing/2014/main" id="{1A70D242-FFAF-8431-5312-EAFE0C4283BD}"/>
              </a:ext>
            </a:extLst>
          </p:cNvPr>
          <p:cNvSpPr/>
          <p:nvPr userDrawn="1"/>
        </p:nvSpPr>
        <p:spPr>
          <a:xfrm>
            <a:off x="-1439858" y="1264247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4" name="Google Shape;4379;p121">
            <a:extLst>
              <a:ext uri="{FF2B5EF4-FFF2-40B4-BE49-F238E27FC236}">
                <a16:creationId xmlns:a16="http://schemas.microsoft.com/office/drawing/2014/main" id="{A75AA34B-5065-2830-268C-36813808B0A5}"/>
              </a:ext>
            </a:extLst>
          </p:cNvPr>
          <p:cNvSpPr/>
          <p:nvPr userDrawn="1"/>
        </p:nvSpPr>
        <p:spPr>
          <a:xfrm>
            <a:off x="-1140055" y="1264247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5" name="Google Shape;4380;p121">
            <a:extLst>
              <a:ext uri="{FF2B5EF4-FFF2-40B4-BE49-F238E27FC236}">
                <a16:creationId xmlns:a16="http://schemas.microsoft.com/office/drawing/2014/main" id="{CCCC5D51-7F0E-C90E-5F8F-61D1D0FF847B}"/>
              </a:ext>
            </a:extLst>
          </p:cNvPr>
          <p:cNvSpPr/>
          <p:nvPr userDrawn="1"/>
        </p:nvSpPr>
        <p:spPr>
          <a:xfrm>
            <a:off x="-840255" y="1264247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6" name="Google Shape;4381;p121">
            <a:extLst>
              <a:ext uri="{FF2B5EF4-FFF2-40B4-BE49-F238E27FC236}">
                <a16:creationId xmlns:a16="http://schemas.microsoft.com/office/drawing/2014/main" id="{682B05DA-CFE2-CA72-15A8-9D23227C4A48}"/>
              </a:ext>
            </a:extLst>
          </p:cNvPr>
          <p:cNvSpPr/>
          <p:nvPr userDrawn="1"/>
        </p:nvSpPr>
        <p:spPr>
          <a:xfrm>
            <a:off x="-540459" y="1264247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7" name="Google Shape;4382;p121">
            <a:extLst>
              <a:ext uri="{FF2B5EF4-FFF2-40B4-BE49-F238E27FC236}">
                <a16:creationId xmlns:a16="http://schemas.microsoft.com/office/drawing/2014/main" id="{269E5A4B-4987-87D6-F3C7-09A4D13E5F82}"/>
              </a:ext>
            </a:extLst>
          </p:cNvPr>
          <p:cNvSpPr/>
          <p:nvPr userDrawn="1"/>
        </p:nvSpPr>
        <p:spPr>
          <a:xfrm>
            <a:off x="-1439858" y="1513870"/>
            <a:ext cx="299788" cy="249624"/>
          </a:xfrm>
          <a:prstGeom prst="rect">
            <a:avLst/>
          </a:pr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8" name="Google Shape;4383;p121">
            <a:extLst>
              <a:ext uri="{FF2B5EF4-FFF2-40B4-BE49-F238E27FC236}">
                <a16:creationId xmlns:a16="http://schemas.microsoft.com/office/drawing/2014/main" id="{C4A46A8F-6D46-293C-2668-96AC3622C0FD}"/>
              </a:ext>
            </a:extLst>
          </p:cNvPr>
          <p:cNvSpPr/>
          <p:nvPr userDrawn="1"/>
        </p:nvSpPr>
        <p:spPr>
          <a:xfrm>
            <a:off x="-1140055" y="1513870"/>
            <a:ext cx="299788" cy="249624"/>
          </a:xfrm>
          <a:prstGeom prst="rect">
            <a:avLst/>
          </a:prstGeom>
          <a:solidFill>
            <a:srgbClr val="F9A345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9" name="Google Shape;4384;p121">
            <a:extLst>
              <a:ext uri="{FF2B5EF4-FFF2-40B4-BE49-F238E27FC236}">
                <a16:creationId xmlns:a16="http://schemas.microsoft.com/office/drawing/2014/main" id="{C7BA8B61-C87E-67B0-2BEF-3ADF9253D023}"/>
              </a:ext>
            </a:extLst>
          </p:cNvPr>
          <p:cNvSpPr/>
          <p:nvPr userDrawn="1"/>
        </p:nvSpPr>
        <p:spPr>
          <a:xfrm>
            <a:off x="-840255" y="1513870"/>
            <a:ext cx="299788" cy="249624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0" name="Google Shape;4385;p121">
            <a:extLst>
              <a:ext uri="{FF2B5EF4-FFF2-40B4-BE49-F238E27FC236}">
                <a16:creationId xmlns:a16="http://schemas.microsoft.com/office/drawing/2014/main" id="{7911BC70-8779-BD36-DBD4-DE20EF566EB1}"/>
              </a:ext>
            </a:extLst>
          </p:cNvPr>
          <p:cNvSpPr/>
          <p:nvPr userDrawn="1"/>
        </p:nvSpPr>
        <p:spPr>
          <a:xfrm>
            <a:off x="-540459" y="1513870"/>
            <a:ext cx="299788" cy="249624"/>
          </a:xfrm>
          <a:prstGeom prst="rect">
            <a:avLst/>
          </a:prstGeom>
          <a:solidFill>
            <a:srgbClr val="7EA1C3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1" name="Google Shape;4386;p121">
            <a:extLst>
              <a:ext uri="{FF2B5EF4-FFF2-40B4-BE49-F238E27FC236}">
                <a16:creationId xmlns:a16="http://schemas.microsoft.com/office/drawing/2014/main" id="{BAF59EAE-D911-E743-3794-80C4F0006ACB}"/>
              </a:ext>
            </a:extLst>
          </p:cNvPr>
          <p:cNvSpPr/>
          <p:nvPr userDrawn="1"/>
        </p:nvSpPr>
        <p:spPr>
          <a:xfrm>
            <a:off x="-1439858" y="1763494"/>
            <a:ext cx="299788" cy="249624"/>
          </a:xfrm>
          <a:prstGeom prst="rect">
            <a:avLst/>
          </a:prstGeom>
          <a:solidFill>
            <a:srgbClr val="99AAB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2" name="Google Shape;4387;p121">
            <a:extLst>
              <a:ext uri="{FF2B5EF4-FFF2-40B4-BE49-F238E27FC236}">
                <a16:creationId xmlns:a16="http://schemas.microsoft.com/office/drawing/2014/main" id="{E8C00F2D-3D93-EE4A-4E2A-F4D1D89A2A8F}"/>
              </a:ext>
            </a:extLst>
          </p:cNvPr>
          <p:cNvSpPr/>
          <p:nvPr userDrawn="1"/>
        </p:nvSpPr>
        <p:spPr>
          <a:xfrm>
            <a:off x="-1140055" y="1763494"/>
            <a:ext cx="299788" cy="249624"/>
          </a:xfrm>
          <a:prstGeom prst="rect">
            <a:avLst/>
          </a:prstGeom>
          <a:solidFill>
            <a:srgbClr val="FCD1A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3" name="Google Shape;4388;p121">
            <a:extLst>
              <a:ext uri="{FF2B5EF4-FFF2-40B4-BE49-F238E27FC236}">
                <a16:creationId xmlns:a16="http://schemas.microsoft.com/office/drawing/2014/main" id="{347D4EF6-95A7-FEAD-0498-BC60C3F50976}"/>
              </a:ext>
            </a:extLst>
          </p:cNvPr>
          <p:cNvSpPr/>
          <p:nvPr userDrawn="1"/>
        </p:nvSpPr>
        <p:spPr>
          <a:xfrm>
            <a:off x="-840255" y="1763494"/>
            <a:ext cx="299788" cy="249624"/>
          </a:xfrm>
          <a:prstGeom prst="rect">
            <a:avLst/>
          </a:prstGeom>
          <a:solidFill>
            <a:srgbClr val="EBEEF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5" name="Google Shape;4389;p121">
            <a:extLst>
              <a:ext uri="{FF2B5EF4-FFF2-40B4-BE49-F238E27FC236}">
                <a16:creationId xmlns:a16="http://schemas.microsoft.com/office/drawing/2014/main" id="{20AF84BE-A3F3-CB35-7298-FE23F0B45FF7}"/>
              </a:ext>
            </a:extLst>
          </p:cNvPr>
          <p:cNvSpPr/>
          <p:nvPr userDrawn="1"/>
        </p:nvSpPr>
        <p:spPr>
          <a:xfrm>
            <a:off x="-540459" y="1763494"/>
            <a:ext cx="299788" cy="249624"/>
          </a:xfrm>
          <a:prstGeom prst="rect">
            <a:avLst/>
          </a:prstGeom>
          <a:solidFill>
            <a:srgbClr val="BFD0E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0" name="Google Shape;4390;p121">
            <a:extLst>
              <a:ext uri="{FF2B5EF4-FFF2-40B4-BE49-F238E27FC236}">
                <a16:creationId xmlns:a16="http://schemas.microsoft.com/office/drawing/2014/main" id="{B937DDB2-ACFF-ADDD-00E8-3F1AD9DDF82D}"/>
              </a:ext>
            </a:extLst>
          </p:cNvPr>
          <p:cNvSpPr/>
          <p:nvPr userDrawn="1"/>
        </p:nvSpPr>
        <p:spPr>
          <a:xfrm>
            <a:off x="-1439858" y="2013117"/>
            <a:ext cx="299788" cy="249624"/>
          </a:xfrm>
          <a:prstGeom prst="rect">
            <a:avLst/>
          </a:prstGeom>
          <a:solidFill>
            <a:srgbClr val="CC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1" name="Google Shape;4391;p121">
            <a:extLst>
              <a:ext uri="{FF2B5EF4-FFF2-40B4-BE49-F238E27FC236}">
                <a16:creationId xmlns:a16="http://schemas.microsoft.com/office/drawing/2014/main" id="{69950CF1-ABBA-A5A5-780D-DD1D145DC0BD}"/>
              </a:ext>
            </a:extLst>
          </p:cNvPr>
          <p:cNvSpPr/>
          <p:nvPr userDrawn="1"/>
        </p:nvSpPr>
        <p:spPr>
          <a:xfrm>
            <a:off x="-1140055" y="2013117"/>
            <a:ext cx="299788" cy="249624"/>
          </a:xfrm>
          <a:prstGeom prst="rect">
            <a:avLst/>
          </a:prstGeom>
          <a:solidFill>
            <a:srgbClr val="FDE8D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2" name="Google Shape;4392;p121">
            <a:extLst>
              <a:ext uri="{FF2B5EF4-FFF2-40B4-BE49-F238E27FC236}">
                <a16:creationId xmlns:a16="http://schemas.microsoft.com/office/drawing/2014/main" id="{61D5226B-30EC-1360-429D-5428ACD8C482}"/>
              </a:ext>
            </a:extLst>
          </p:cNvPr>
          <p:cNvSpPr/>
          <p:nvPr userDrawn="1"/>
        </p:nvSpPr>
        <p:spPr>
          <a:xfrm>
            <a:off x="-840255" y="2013117"/>
            <a:ext cx="299788" cy="249624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4" name="Google Shape;4393;p121">
            <a:extLst>
              <a:ext uri="{FF2B5EF4-FFF2-40B4-BE49-F238E27FC236}">
                <a16:creationId xmlns:a16="http://schemas.microsoft.com/office/drawing/2014/main" id="{F6C16A75-EB5D-1F55-43FE-DBB82E1C8089}"/>
              </a:ext>
            </a:extLst>
          </p:cNvPr>
          <p:cNvSpPr/>
          <p:nvPr userDrawn="1"/>
        </p:nvSpPr>
        <p:spPr>
          <a:xfrm>
            <a:off x="-540459" y="2013117"/>
            <a:ext cx="299788" cy="249624"/>
          </a:xfrm>
          <a:prstGeom prst="rect">
            <a:avLst/>
          </a:prstGeom>
          <a:solidFill>
            <a:srgbClr val="DFE8F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5" name="Google Shape;2062;p65">
            <a:extLst>
              <a:ext uri="{FF2B5EF4-FFF2-40B4-BE49-F238E27FC236}">
                <a16:creationId xmlns:a16="http://schemas.microsoft.com/office/drawing/2014/main" id="{39D42F55-4466-D7C7-282A-CB51BC30FD14}"/>
              </a:ext>
            </a:extLst>
          </p:cNvPr>
          <p:cNvSpPr txBox="1"/>
          <p:nvPr userDrawn="1"/>
        </p:nvSpPr>
        <p:spPr>
          <a:xfrm>
            <a:off x="12403512" y="150423"/>
            <a:ext cx="5175642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35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</a:t>
            </a:r>
            <a:r>
              <a:rPr lang="en-US" sz="3334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35pt</a:t>
            </a:r>
            <a:endParaRPr sz="3334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6" name="Google Shape;2068;p65">
            <a:extLst>
              <a:ext uri="{FF2B5EF4-FFF2-40B4-BE49-F238E27FC236}">
                <a16:creationId xmlns:a16="http://schemas.microsoft.com/office/drawing/2014/main" id="{28A1DBAB-BA08-F098-A239-60F872A81BB8}"/>
              </a:ext>
            </a:extLst>
          </p:cNvPr>
          <p:cNvSpPr txBox="1"/>
          <p:nvPr userDrawn="1"/>
        </p:nvSpPr>
        <p:spPr>
          <a:xfrm>
            <a:off x="12403514" y="1064894"/>
            <a:ext cx="43557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20pt</a:t>
            </a:r>
            <a:endParaRPr sz="20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17" name="Google Shape;2068;p65">
            <a:extLst>
              <a:ext uri="{FF2B5EF4-FFF2-40B4-BE49-F238E27FC236}">
                <a16:creationId xmlns:a16="http://schemas.microsoft.com/office/drawing/2014/main" id="{A6EFA59F-C44C-8BBC-BEA4-A129146396F8}"/>
              </a:ext>
            </a:extLst>
          </p:cNvPr>
          <p:cNvSpPr txBox="1"/>
          <p:nvPr userDrawn="1"/>
        </p:nvSpPr>
        <p:spPr>
          <a:xfrm>
            <a:off x="12403514" y="715222"/>
            <a:ext cx="44157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20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20pt</a:t>
            </a:r>
          </a:p>
        </p:txBody>
      </p:sp>
      <p:sp>
        <p:nvSpPr>
          <p:cNvPr id="118" name="Google Shape;2062;p65">
            <a:extLst>
              <a:ext uri="{FF2B5EF4-FFF2-40B4-BE49-F238E27FC236}">
                <a16:creationId xmlns:a16="http://schemas.microsoft.com/office/drawing/2014/main" id="{9B6C5713-5253-4045-6E11-A3143E96C780}"/>
              </a:ext>
            </a:extLst>
          </p:cNvPr>
          <p:cNvSpPr txBox="1"/>
          <p:nvPr userDrawn="1"/>
        </p:nvSpPr>
        <p:spPr>
          <a:xfrm>
            <a:off x="12403512" y="1514821"/>
            <a:ext cx="5175642" cy="41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699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699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27pt</a:t>
            </a:r>
            <a:endParaRPr sz="2699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9" name="Google Shape;2068;p65">
            <a:extLst>
              <a:ext uri="{FF2B5EF4-FFF2-40B4-BE49-F238E27FC236}">
                <a16:creationId xmlns:a16="http://schemas.microsoft.com/office/drawing/2014/main" id="{2C6AA656-6276-D39D-4551-B4231F6A7AC4}"/>
              </a:ext>
            </a:extLst>
          </p:cNvPr>
          <p:cNvSpPr txBox="1"/>
          <p:nvPr userDrawn="1"/>
        </p:nvSpPr>
        <p:spPr>
          <a:xfrm>
            <a:off x="12403514" y="2252209"/>
            <a:ext cx="43557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0" name="Google Shape;2068;p65">
            <a:extLst>
              <a:ext uri="{FF2B5EF4-FFF2-40B4-BE49-F238E27FC236}">
                <a16:creationId xmlns:a16="http://schemas.microsoft.com/office/drawing/2014/main" id="{B8730A42-B106-9932-4F2D-BBD55C9C016A}"/>
              </a:ext>
            </a:extLst>
          </p:cNvPr>
          <p:cNvSpPr txBox="1"/>
          <p:nvPr userDrawn="1"/>
        </p:nvSpPr>
        <p:spPr>
          <a:xfrm>
            <a:off x="12403514" y="1961153"/>
            <a:ext cx="441576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6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1" name="Google Shape;2062;p65">
            <a:extLst>
              <a:ext uri="{FF2B5EF4-FFF2-40B4-BE49-F238E27FC236}">
                <a16:creationId xmlns:a16="http://schemas.microsoft.com/office/drawing/2014/main" id="{E76C5E89-4A29-1376-0BD9-4C31CEDF3064}"/>
              </a:ext>
            </a:extLst>
          </p:cNvPr>
          <p:cNvSpPr txBox="1"/>
          <p:nvPr userDrawn="1"/>
        </p:nvSpPr>
        <p:spPr>
          <a:xfrm>
            <a:off x="12403512" y="2646371"/>
            <a:ext cx="517564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22pt</a:t>
            </a:r>
            <a:endParaRPr sz="2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2" name="Google Shape;2068;p65">
            <a:extLst>
              <a:ext uri="{FF2B5EF4-FFF2-40B4-BE49-F238E27FC236}">
                <a16:creationId xmlns:a16="http://schemas.microsoft.com/office/drawing/2014/main" id="{DB27386A-1FEB-8A30-5E84-242AC3735680}"/>
              </a:ext>
            </a:extLst>
          </p:cNvPr>
          <p:cNvSpPr txBox="1"/>
          <p:nvPr userDrawn="1"/>
        </p:nvSpPr>
        <p:spPr>
          <a:xfrm>
            <a:off x="12403514" y="3326802"/>
            <a:ext cx="435574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4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3" name="Google Shape;2068;p65">
            <a:extLst>
              <a:ext uri="{FF2B5EF4-FFF2-40B4-BE49-F238E27FC236}">
                <a16:creationId xmlns:a16="http://schemas.microsoft.com/office/drawing/2014/main" id="{957ED22D-1758-B780-D473-EF03930FA042}"/>
              </a:ext>
            </a:extLst>
          </p:cNvPr>
          <p:cNvSpPr txBox="1"/>
          <p:nvPr userDrawn="1"/>
        </p:nvSpPr>
        <p:spPr>
          <a:xfrm>
            <a:off x="12403514" y="3035746"/>
            <a:ext cx="44157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4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4" name="Google Shape;2062;p65">
            <a:extLst>
              <a:ext uri="{FF2B5EF4-FFF2-40B4-BE49-F238E27FC236}">
                <a16:creationId xmlns:a16="http://schemas.microsoft.com/office/drawing/2014/main" id="{21A875F6-7246-6F95-7FFE-CB71EEE7A64B}"/>
              </a:ext>
            </a:extLst>
          </p:cNvPr>
          <p:cNvSpPr txBox="1"/>
          <p:nvPr userDrawn="1"/>
        </p:nvSpPr>
        <p:spPr>
          <a:xfrm>
            <a:off x="12403512" y="3736963"/>
            <a:ext cx="51756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6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16pt</a:t>
            </a:r>
            <a:endParaRPr sz="16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5" name="Google Shape;2068;p65">
            <a:extLst>
              <a:ext uri="{FF2B5EF4-FFF2-40B4-BE49-F238E27FC236}">
                <a16:creationId xmlns:a16="http://schemas.microsoft.com/office/drawing/2014/main" id="{ED140737-905D-E4B6-4288-2847AB66FCC4}"/>
              </a:ext>
            </a:extLst>
          </p:cNvPr>
          <p:cNvSpPr txBox="1"/>
          <p:nvPr userDrawn="1"/>
        </p:nvSpPr>
        <p:spPr>
          <a:xfrm>
            <a:off x="12403514" y="4251503"/>
            <a:ext cx="43557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12pt</a:t>
            </a:r>
            <a:endParaRPr sz="12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6" name="Google Shape;2068;p65">
            <a:extLst>
              <a:ext uri="{FF2B5EF4-FFF2-40B4-BE49-F238E27FC236}">
                <a16:creationId xmlns:a16="http://schemas.microsoft.com/office/drawing/2014/main" id="{DC621893-8680-358B-3673-1C909F0C0295}"/>
              </a:ext>
            </a:extLst>
          </p:cNvPr>
          <p:cNvSpPr txBox="1"/>
          <p:nvPr userDrawn="1"/>
        </p:nvSpPr>
        <p:spPr>
          <a:xfrm>
            <a:off x="12403514" y="4020249"/>
            <a:ext cx="441576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2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12pt</a:t>
            </a:r>
          </a:p>
        </p:txBody>
      </p:sp>
      <p:sp>
        <p:nvSpPr>
          <p:cNvPr id="127" name="Google Shape;2062;p65">
            <a:extLst>
              <a:ext uri="{FF2B5EF4-FFF2-40B4-BE49-F238E27FC236}">
                <a16:creationId xmlns:a16="http://schemas.microsoft.com/office/drawing/2014/main" id="{BC6670A3-07F4-2829-F07C-F6E301B390AF}"/>
              </a:ext>
            </a:extLst>
          </p:cNvPr>
          <p:cNvSpPr txBox="1"/>
          <p:nvPr userDrawn="1"/>
        </p:nvSpPr>
        <p:spPr>
          <a:xfrm>
            <a:off x="12403512" y="4642887"/>
            <a:ext cx="51756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12pt</a:t>
            </a:r>
            <a:endParaRPr sz="1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8" name="Google Shape;2068;p65">
            <a:extLst>
              <a:ext uri="{FF2B5EF4-FFF2-40B4-BE49-F238E27FC236}">
                <a16:creationId xmlns:a16="http://schemas.microsoft.com/office/drawing/2014/main" id="{6FE56504-C1BF-7D39-FA96-09749FD3479B}"/>
              </a:ext>
            </a:extLst>
          </p:cNvPr>
          <p:cNvSpPr txBox="1"/>
          <p:nvPr userDrawn="1"/>
        </p:nvSpPr>
        <p:spPr>
          <a:xfrm>
            <a:off x="12403514" y="5085066"/>
            <a:ext cx="435574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9pt</a:t>
            </a:r>
            <a:endParaRPr sz="9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9" name="Google Shape;2068;p65">
            <a:extLst>
              <a:ext uri="{FF2B5EF4-FFF2-40B4-BE49-F238E27FC236}">
                <a16:creationId xmlns:a16="http://schemas.microsoft.com/office/drawing/2014/main" id="{A6D90263-FBBE-EB49-475E-F0A25181EA61}"/>
              </a:ext>
            </a:extLst>
          </p:cNvPr>
          <p:cNvSpPr txBox="1"/>
          <p:nvPr userDrawn="1"/>
        </p:nvSpPr>
        <p:spPr>
          <a:xfrm>
            <a:off x="12403514" y="4901853"/>
            <a:ext cx="441576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9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9pt</a:t>
            </a:r>
          </a:p>
        </p:txBody>
      </p:sp>
      <p:sp>
        <p:nvSpPr>
          <p:cNvPr id="130" name="Google Shape;2079;p65">
            <a:extLst>
              <a:ext uri="{FF2B5EF4-FFF2-40B4-BE49-F238E27FC236}">
                <a16:creationId xmlns:a16="http://schemas.microsoft.com/office/drawing/2014/main" id="{311FBA4B-64D9-949E-C84E-05357B4C52CF}"/>
              </a:ext>
            </a:extLst>
          </p:cNvPr>
          <p:cNvSpPr txBox="1"/>
          <p:nvPr userDrawn="1"/>
        </p:nvSpPr>
        <p:spPr>
          <a:xfrm>
            <a:off x="-1444600" y="2687500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Mensagem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positiva</a:t>
            </a:r>
          </a:p>
        </p:txBody>
      </p:sp>
      <p:sp>
        <p:nvSpPr>
          <p:cNvPr id="131" name="Google Shape;2080;p65">
            <a:extLst>
              <a:ext uri="{FF2B5EF4-FFF2-40B4-BE49-F238E27FC236}">
                <a16:creationId xmlns:a16="http://schemas.microsoft.com/office/drawing/2014/main" id="{13C8AD58-4788-D3BE-65D7-6F9E5395836F}"/>
              </a:ext>
            </a:extLst>
          </p:cNvPr>
          <p:cNvSpPr txBox="1"/>
          <p:nvPr userDrawn="1"/>
        </p:nvSpPr>
        <p:spPr>
          <a:xfrm>
            <a:off x="-630925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negativa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7BE2326-221B-5378-9255-0AAA6E586BC8}"/>
              </a:ext>
            </a:extLst>
          </p:cNvPr>
          <p:cNvGrpSpPr/>
          <p:nvPr userDrawn="1"/>
        </p:nvGrpSpPr>
        <p:grpSpPr>
          <a:xfrm>
            <a:off x="-1439858" y="2398327"/>
            <a:ext cx="1199187" cy="245918"/>
            <a:chOff x="-2710109" y="2381849"/>
            <a:chExt cx="2469406" cy="317600"/>
          </a:xfrm>
        </p:grpSpPr>
        <p:sp>
          <p:nvSpPr>
            <p:cNvPr id="133" name="Google Shape;2077;p65">
              <a:extLst>
                <a:ext uri="{FF2B5EF4-FFF2-40B4-BE49-F238E27FC236}">
                  <a16:creationId xmlns:a16="http://schemas.microsoft.com/office/drawing/2014/main" id="{58ADFA13-969F-48B7-5DDF-8EBD97A6664B}"/>
                </a:ext>
              </a:extLst>
            </p:cNvPr>
            <p:cNvSpPr/>
            <p:nvPr userDrawn="1"/>
          </p:nvSpPr>
          <p:spPr>
            <a:xfrm>
              <a:off x="-2710109" y="2381849"/>
              <a:ext cx="823135" cy="317600"/>
            </a:xfrm>
            <a:prstGeom prst="rect">
              <a:avLst/>
            </a:prstGeom>
            <a:solidFill>
              <a:srgbClr val="9ACC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Google Shape;2078;p65">
              <a:extLst>
                <a:ext uri="{FF2B5EF4-FFF2-40B4-BE49-F238E27FC236}">
                  <a16:creationId xmlns:a16="http://schemas.microsoft.com/office/drawing/2014/main" id="{0D7EC73A-274B-02A6-74D5-ED794C567839}"/>
                </a:ext>
              </a:extLst>
            </p:cNvPr>
            <p:cNvSpPr/>
            <p:nvPr userDrawn="1"/>
          </p:nvSpPr>
          <p:spPr>
            <a:xfrm>
              <a:off x="-1063838" y="2381849"/>
              <a:ext cx="823135" cy="317600"/>
            </a:xfrm>
            <a:prstGeom prst="rect">
              <a:avLst/>
            </a:prstGeom>
            <a:solidFill>
              <a:srgbClr val="CF3D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Google Shape;2078;p65">
              <a:extLst>
                <a:ext uri="{FF2B5EF4-FFF2-40B4-BE49-F238E27FC236}">
                  <a16:creationId xmlns:a16="http://schemas.microsoft.com/office/drawing/2014/main" id="{2E346C85-EB7E-0E05-BD64-2CF60AA7B02C}"/>
                </a:ext>
              </a:extLst>
            </p:cNvPr>
            <p:cNvSpPr/>
            <p:nvPr userDrawn="1"/>
          </p:nvSpPr>
          <p:spPr>
            <a:xfrm>
              <a:off x="-1886974" y="2381849"/>
              <a:ext cx="823135" cy="317600"/>
            </a:xfrm>
            <a:prstGeom prst="rect">
              <a:avLst/>
            </a:prstGeom>
            <a:solidFill>
              <a:srgbClr val="F9C2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6" name="Google Shape;2080;p65">
            <a:extLst>
              <a:ext uri="{FF2B5EF4-FFF2-40B4-BE49-F238E27FC236}">
                <a16:creationId xmlns:a16="http://schemas.microsoft.com/office/drawing/2014/main" id="{4294608B-1C43-6119-3039-9903D5800B6C}"/>
              </a:ext>
            </a:extLst>
          </p:cNvPr>
          <p:cNvSpPr txBox="1"/>
          <p:nvPr userDrawn="1"/>
        </p:nvSpPr>
        <p:spPr>
          <a:xfrm>
            <a:off x="-1040132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atenção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7" name="Google Shape;2079;p65">
            <a:extLst>
              <a:ext uri="{FF2B5EF4-FFF2-40B4-BE49-F238E27FC236}">
                <a16:creationId xmlns:a16="http://schemas.microsoft.com/office/drawing/2014/main" id="{52093951-F01B-6C82-AE31-35A91C513E93}"/>
              </a:ext>
            </a:extLst>
          </p:cNvPr>
          <p:cNvSpPr txBox="1"/>
          <p:nvPr userDrawn="1"/>
        </p:nvSpPr>
        <p:spPr>
          <a:xfrm>
            <a:off x="-1439858" y="921490"/>
            <a:ext cx="128175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Laranja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é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usado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apenas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para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os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detalhes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.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685AF82-57B5-8D84-F2AE-D7E1FA9EF387}"/>
              </a:ext>
            </a:extLst>
          </p:cNvPr>
          <p:cNvGrpSpPr/>
          <p:nvPr userDrawn="1"/>
        </p:nvGrpSpPr>
        <p:grpSpPr>
          <a:xfrm>
            <a:off x="-1444596" y="3206792"/>
            <a:ext cx="1213400" cy="1751766"/>
            <a:chOff x="-1444785" y="2466243"/>
            <a:chExt cx="1259273" cy="1751766"/>
          </a:xfrm>
        </p:grpSpPr>
        <p:sp>
          <p:nvSpPr>
            <p:cNvPr id="139" name="Google Shape;2044;p65">
              <a:extLst>
                <a:ext uri="{FF2B5EF4-FFF2-40B4-BE49-F238E27FC236}">
                  <a16:creationId xmlns:a16="http://schemas.microsoft.com/office/drawing/2014/main" id="{61BA2172-E0BC-E8F7-D981-96D6486F3314}"/>
                </a:ext>
              </a:extLst>
            </p:cNvPr>
            <p:cNvSpPr/>
            <p:nvPr userDrawn="1"/>
          </p:nvSpPr>
          <p:spPr>
            <a:xfrm>
              <a:off x="-1444785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Google Shape;2046;p65">
              <a:extLst>
                <a:ext uri="{FF2B5EF4-FFF2-40B4-BE49-F238E27FC236}">
                  <a16:creationId xmlns:a16="http://schemas.microsoft.com/office/drawing/2014/main" id="{2851AD25-31B9-8510-0E47-4B7FB99C4EC1}"/>
                </a:ext>
              </a:extLst>
            </p:cNvPr>
            <p:cNvSpPr/>
            <p:nvPr userDrawn="1"/>
          </p:nvSpPr>
          <p:spPr>
            <a:xfrm>
              <a:off x="-1158117" y="2643765"/>
              <a:ext cx="283847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Google Shape;2044;p65">
              <a:extLst>
                <a:ext uri="{FF2B5EF4-FFF2-40B4-BE49-F238E27FC236}">
                  <a16:creationId xmlns:a16="http://schemas.microsoft.com/office/drawing/2014/main" id="{C7B2946F-1D70-A896-0AFF-FB293D5ACB24}"/>
                </a:ext>
              </a:extLst>
            </p:cNvPr>
            <p:cNvSpPr/>
            <p:nvPr userDrawn="1"/>
          </p:nvSpPr>
          <p:spPr>
            <a:xfrm>
              <a:off x="-1444785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Google Shape;2046;p65">
              <a:extLst>
                <a:ext uri="{FF2B5EF4-FFF2-40B4-BE49-F238E27FC236}">
                  <a16:creationId xmlns:a16="http://schemas.microsoft.com/office/drawing/2014/main" id="{F9621CF3-0D94-5A57-97C3-1C9E5B7B3C44}"/>
                </a:ext>
              </a:extLst>
            </p:cNvPr>
            <p:cNvSpPr/>
            <p:nvPr userDrawn="1"/>
          </p:nvSpPr>
          <p:spPr>
            <a:xfrm>
              <a:off x="-1158117" y="2466243"/>
              <a:ext cx="283847" cy="178002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Google Shape;2044;p65">
              <a:extLst>
                <a:ext uri="{FF2B5EF4-FFF2-40B4-BE49-F238E27FC236}">
                  <a16:creationId xmlns:a16="http://schemas.microsoft.com/office/drawing/2014/main" id="{B2E0E65B-21FC-6DFA-676B-1305060856A9}"/>
                </a:ext>
              </a:extLst>
            </p:cNvPr>
            <p:cNvSpPr/>
            <p:nvPr userDrawn="1"/>
          </p:nvSpPr>
          <p:spPr>
            <a:xfrm>
              <a:off x="-766670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Google Shape;2046;p65">
              <a:extLst>
                <a:ext uri="{FF2B5EF4-FFF2-40B4-BE49-F238E27FC236}">
                  <a16:creationId xmlns:a16="http://schemas.microsoft.com/office/drawing/2014/main" id="{43B42479-24C1-FF3E-D6DD-24C97FEC8596}"/>
                </a:ext>
              </a:extLst>
            </p:cNvPr>
            <p:cNvSpPr/>
            <p:nvPr userDrawn="1"/>
          </p:nvSpPr>
          <p:spPr>
            <a:xfrm>
              <a:off x="-480002" y="2643765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Google Shape;2044;p65">
              <a:extLst>
                <a:ext uri="{FF2B5EF4-FFF2-40B4-BE49-F238E27FC236}">
                  <a16:creationId xmlns:a16="http://schemas.microsoft.com/office/drawing/2014/main" id="{F91FF434-C34F-A97B-71D6-7DB206C7B070}"/>
                </a:ext>
              </a:extLst>
            </p:cNvPr>
            <p:cNvSpPr/>
            <p:nvPr userDrawn="1"/>
          </p:nvSpPr>
          <p:spPr>
            <a:xfrm>
              <a:off x="-766670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Google Shape;2046;p65">
              <a:extLst>
                <a:ext uri="{FF2B5EF4-FFF2-40B4-BE49-F238E27FC236}">
                  <a16:creationId xmlns:a16="http://schemas.microsoft.com/office/drawing/2014/main" id="{CEFB54E8-01BA-475E-6616-ADC8422D1333}"/>
                </a:ext>
              </a:extLst>
            </p:cNvPr>
            <p:cNvSpPr/>
            <p:nvPr userDrawn="1"/>
          </p:nvSpPr>
          <p:spPr>
            <a:xfrm>
              <a:off x="-480002" y="2466243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Google Shape;2044;p65">
              <a:extLst>
                <a:ext uri="{FF2B5EF4-FFF2-40B4-BE49-F238E27FC236}">
                  <a16:creationId xmlns:a16="http://schemas.microsoft.com/office/drawing/2014/main" id="{9E8947A3-CD33-08E6-551F-DBABC6EC775B}"/>
                </a:ext>
              </a:extLst>
            </p:cNvPr>
            <p:cNvSpPr/>
            <p:nvPr userDrawn="1"/>
          </p:nvSpPr>
          <p:spPr>
            <a:xfrm>
              <a:off x="-1434711" y="3574913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Google Shape;2046;p65">
              <a:extLst>
                <a:ext uri="{FF2B5EF4-FFF2-40B4-BE49-F238E27FC236}">
                  <a16:creationId xmlns:a16="http://schemas.microsoft.com/office/drawing/2014/main" id="{031CE37B-8FC4-FCA1-E4E6-4969AE26EF50}"/>
                </a:ext>
              </a:extLst>
            </p:cNvPr>
            <p:cNvSpPr/>
            <p:nvPr userDrawn="1"/>
          </p:nvSpPr>
          <p:spPr>
            <a:xfrm>
              <a:off x="-1148043" y="3574913"/>
              <a:ext cx="283847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Google Shape;2044;p65">
              <a:extLst>
                <a:ext uri="{FF2B5EF4-FFF2-40B4-BE49-F238E27FC236}">
                  <a16:creationId xmlns:a16="http://schemas.microsoft.com/office/drawing/2014/main" id="{3E5993F7-47F6-8956-74EE-31397D322DBC}"/>
                </a:ext>
              </a:extLst>
            </p:cNvPr>
            <p:cNvSpPr/>
            <p:nvPr userDrawn="1"/>
          </p:nvSpPr>
          <p:spPr>
            <a:xfrm>
              <a:off x="-1434711" y="3397391"/>
              <a:ext cx="288176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Google Shape;2046;p65">
              <a:extLst>
                <a:ext uri="{FF2B5EF4-FFF2-40B4-BE49-F238E27FC236}">
                  <a16:creationId xmlns:a16="http://schemas.microsoft.com/office/drawing/2014/main" id="{E2B38AE2-89B5-585C-05E6-8B36F97C2C27}"/>
                </a:ext>
              </a:extLst>
            </p:cNvPr>
            <p:cNvSpPr/>
            <p:nvPr userDrawn="1"/>
          </p:nvSpPr>
          <p:spPr>
            <a:xfrm>
              <a:off x="-1148043" y="3397391"/>
              <a:ext cx="283847" cy="178002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Google Shape;2044;p65">
              <a:extLst>
                <a:ext uri="{FF2B5EF4-FFF2-40B4-BE49-F238E27FC236}">
                  <a16:creationId xmlns:a16="http://schemas.microsoft.com/office/drawing/2014/main" id="{5E3BA80B-1F79-A0E5-99B3-CD3483B541F1}"/>
                </a:ext>
              </a:extLst>
            </p:cNvPr>
            <p:cNvSpPr/>
            <p:nvPr userDrawn="1"/>
          </p:nvSpPr>
          <p:spPr>
            <a:xfrm>
              <a:off x="-757276" y="3574913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Google Shape;2046;p65">
              <a:extLst>
                <a:ext uri="{FF2B5EF4-FFF2-40B4-BE49-F238E27FC236}">
                  <a16:creationId xmlns:a16="http://schemas.microsoft.com/office/drawing/2014/main" id="{27E3083C-8BAD-A9E4-ABC8-B172A4D11BDE}"/>
                </a:ext>
              </a:extLst>
            </p:cNvPr>
            <p:cNvSpPr/>
            <p:nvPr userDrawn="1"/>
          </p:nvSpPr>
          <p:spPr>
            <a:xfrm>
              <a:off x="-470608" y="3574913"/>
              <a:ext cx="283847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Google Shape;2044;p65">
              <a:extLst>
                <a:ext uri="{FF2B5EF4-FFF2-40B4-BE49-F238E27FC236}">
                  <a16:creationId xmlns:a16="http://schemas.microsoft.com/office/drawing/2014/main" id="{6EE9E18F-C701-B314-854D-3C3E43F04FC4}"/>
                </a:ext>
              </a:extLst>
            </p:cNvPr>
            <p:cNvSpPr/>
            <p:nvPr userDrawn="1"/>
          </p:nvSpPr>
          <p:spPr>
            <a:xfrm>
              <a:off x="-757276" y="3397391"/>
              <a:ext cx="288176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Google Shape;2046;p65">
              <a:extLst>
                <a:ext uri="{FF2B5EF4-FFF2-40B4-BE49-F238E27FC236}">
                  <a16:creationId xmlns:a16="http://schemas.microsoft.com/office/drawing/2014/main" id="{4597C2A6-F09A-1CC4-21BC-9BEA35CFB4BE}"/>
                </a:ext>
              </a:extLst>
            </p:cNvPr>
            <p:cNvSpPr/>
            <p:nvPr userDrawn="1"/>
          </p:nvSpPr>
          <p:spPr>
            <a:xfrm>
              <a:off x="-470608" y="3397391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Google Shape;2044;p65">
              <a:extLst>
                <a:ext uri="{FF2B5EF4-FFF2-40B4-BE49-F238E27FC236}">
                  <a16:creationId xmlns:a16="http://schemas.microsoft.com/office/drawing/2014/main" id="{0F6DFE9B-DBB4-E3E7-CCDF-935A9FF28336}"/>
                </a:ext>
              </a:extLst>
            </p:cNvPr>
            <p:cNvSpPr/>
            <p:nvPr userDrawn="1"/>
          </p:nvSpPr>
          <p:spPr>
            <a:xfrm>
              <a:off x="-1444785" y="3108859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Google Shape;2046;p65">
              <a:extLst>
                <a:ext uri="{FF2B5EF4-FFF2-40B4-BE49-F238E27FC236}">
                  <a16:creationId xmlns:a16="http://schemas.microsoft.com/office/drawing/2014/main" id="{DA0D66D5-1E52-D2DE-C3D7-04133A587CFA}"/>
                </a:ext>
              </a:extLst>
            </p:cNvPr>
            <p:cNvSpPr/>
            <p:nvPr userDrawn="1"/>
          </p:nvSpPr>
          <p:spPr>
            <a:xfrm>
              <a:off x="-1158117" y="3108859"/>
              <a:ext cx="283847" cy="17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Google Shape;2044;p65">
              <a:extLst>
                <a:ext uri="{FF2B5EF4-FFF2-40B4-BE49-F238E27FC236}">
                  <a16:creationId xmlns:a16="http://schemas.microsoft.com/office/drawing/2014/main" id="{43396D54-FA55-2839-2C5B-75C418920C2D}"/>
                </a:ext>
              </a:extLst>
            </p:cNvPr>
            <p:cNvSpPr/>
            <p:nvPr userDrawn="1"/>
          </p:nvSpPr>
          <p:spPr>
            <a:xfrm>
              <a:off x="-1444785" y="2931337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Google Shape;2046;p65">
              <a:extLst>
                <a:ext uri="{FF2B5EF4-FFF2-40B4-BE49-F238E27FC236}">
                  <a16:creationId xmlns:a16="http://schemas.microsoft.com/office/drawing/2014/main" id="{FA627806-B77D-326A-E1B7-1C2BE4991142}"/>
                </a:ext>
              </a:extLst>
            </p:cNvPr>
            <p:cNvSpPr/>
            <p:nvPr userDrawn="1"/>
          </p:nvSpPr>
          <p:spPr>
            <a:xfrm>
              <a:off x="-1158117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Google Shape;2044;p65">
              <a:extLst>
                <a:ext uri="{FF2B5EF4-FFF2-40B4-BE49-F238E27FC236}">
                  <a16:creationId xmlns:a16="http://schemas.microsoft.com/office/drawing/2014/main" id="{D5B279CD-8810-F776-840C-06A366CBE950}"/>
                </a:ext>
              </a:extLst>
            </p:cNvPr>
            <p:cNvSpPr/>
            <p:nvPr userDrawn="1"/>
          </p:nvSpPr>
          <p:spPr>
            <a:xfrm>
              <a:off x="-763261" y="3108859"/>
              <a:ext cx="288176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Google Shape;2046;p65">
              <a:extLst>
                <a:ext uri="{FF2B5EF4-FFF2-40B4-BE49-F238E27FC236}">
                  <a16:creationId xmlns:a16="http://schemas.microsoft.com/office/drawing/2014/main" id="{BDBA4FCA-0466-1A8E-8F04-F30441809382}"/>
                </a:ext>
              </a:extLst>
            </p:cNvPr>
            <p:cNvSpPr/>
            <p:nvPr userDrawn="1"/>
          </p:nvSpPr>
          <p:spPr>
            <a:xfrm>
              <a:off x="-476593" y="3108859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Google Shape;2044;p65">
              <a:extLst>
                <a:ext uri="{FF2B5EF4-FFF2-40B4-BE49-F238E27FC236}">
                  <a16:creationId xmlns:a16="http://schemas.microsoft.com/office/drawing/2014/main" id="{DEAAF9F3-AF0F-73E6-B3C4-AF4B33D9D6A9}"/>
                </a:ext>
              </a:extLst>
            </p:cNvPr>
            <p:cNvSpPr/>
            <p:nvPr userDrawn="1"/>
          </p:nvSpPr>
          <p:spPr>
            <a:xfrm>
              <a:off x="-763261" y="2931337"/>
              <a:ext cx="288176" cy="178002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Google Shape;2046;p65">
              <a:extLst>
                <a:ext uri="{FF2B5EF4-FFF2-40B4-BE49-F238E27FC236}">
                  <a16:creationId xmlns:a16="http://schemas.microsoft.com/office/drawing/2014/main" id="{83FA1228-403F-038F-31EF-4EBB214C54BD}"/>
                </a:ext>
              </a:extLst>
            </p:cNvPr>
            <p:cNvSpPr/>
            <p:nvPr userDrawn="1"/>
          </p:nvSpPr>
          <p:spPr>
            <a:xfrm>
              <a:off x="-476593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Google Shape;2044;p65">
              <a:extLst>
                <a:ext uri="{FF2B5EF4-FFF2-40B4-BE49-F238E27FC236}">
                  <a16:creationId xmlns:a16="http://schemas.microsoft.com/office/drawing/2014/main" id="{B6C961CD-0B0B-0251-2502-95693D13EDB5}"/>
                </a:ext>
              </a:extLst>
            </p:cNvPr>
            <p:cNvSpPr/>
            <p:nvPr userDrawn="1"/>
          </p:nvSpPr>
          <p:spPr>
            <a:xfrm>
              <a:off x="-1432947" y="4040007"/>
              <a:ext cx="288176" cy="178002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Google Shape;2046;p65">
              <a:extLst>
                <a:ext uri="{FF2B5EF4-FFF2-40B4-BE49-F238E27FC236}">
                  <a16:creationId xmlns:a16="http://schemas.microsoft.com/office/drawing/2014/main" id="{477B1E57-8694-E576-0DC9-698A1559CFD6}"/>
                </a:ext>
              </a:extLst>
            </p:cNvPr>
            <p:cNvSpPr/>
            <p:nvPr userDrawn="1"/>
          </p:nvSpPr>
          <p:spPr>
            <a:xfrm>
              <a:off x="-1146278" y="4040007"/>
              <a:ext cx="283847" cy="178002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Google Shape;2044;p65">
              <a:extLst>
                <a:ext uri="{FF2B5EF4-FFF2-40B4-BE49-F238E27FC236}">
                  <a16:creationId xmlns:a16="http://schemas.microsoft.com/office/drawing/2014/main" id="{FA1957F1-8B6C-F3C5-728F-722B33DAEB50}"/>
                </a:ext>
              </a:extLst>
            </p:cNvPr>
            <p:cNvSpPr/>
            <p:nvPr userDrawn="1"/>
          </p:nvSpPr>
          <p:spPr>
            <a:xfrm>
              <a:off x="-1432947" y="3862485"/>
              <a:ext cx="288176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Google Shape;2046;p65">
              <a:extLst>
                <a:ext uri="{FF2B5EF4-FFF2-40B4-BE49-F238E27FC236}">
                  <a16:creationId xmlns:a16="http://schemas.microsoft.com/office/drawing/2014/main" id="{DB7A707D-2BA5-1F9D-9B5A-9351EBBEC44F}"/>
                </a:ext>
              </a:extLst>
            </p:cNvPr>
            <p:cNvSpPr/>
            <p:nvPr userDrawn="1"/>
          </p:nvSpPr>
          <p:spPr>
            <a:xfrm>
              <a:off x="-1146278" y="3862485"/>
              <a:ext cx="283847" cy="1780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Google Shape;2044;p65">
              <a:extLst>
                <a:ext uri="{FF2B5EF4-FFF2-40B4-BE49-F238E27FC236}">
                  <a16:creationId xmlns:a16="http://schemas.microsoft.com/office/drawing/2014/main" id="{3253B3C4-D520-A0A3-18C1-81AC802AF831}"/>
                </a:ext>
              </a:extLst>
            </p:cNvPr>
            <p:cNvSpPr/>
            <p:nvPr userDrawn="1"/>
          </p:nvSpPr>
          <p:spPr>
            <a:xfrm>
              <a:off x="-756028" y="4040007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Google Shape;2046;p65">
              <a:extLst>
                <a:ext uri="{FF2B5EF4-FFF2-40B4-BE49-F238E27FC236}">
                  <a16:creationId xmlns:a16="http://schemas.microsoft.com/office/drawing/2014/main" id="{F0CF77E9-D22B-DE68-B07B-BD01079E50C7}"/>
                </a:ext>
              </a:extLst>
            </p:cNvPr>
            <p:cNvSpPr/>
            <p:nvPr userDrawn="1"/>
          </p:nvSpPr>
          <p:spPr>
            <a:xfrm>
              <a:off x="-469359" y="4040007"/>
              <a:ext cx="283847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Google Shape;2044;p65">
              <a:extLst>
                <a:ext uri="{FF2B5EF4-FFF2-40B4-BE49-F238E27FC236}">
                  <a16:creationId xmlns:a16="http://schemas.microsoft.com/office/drawing/2014/main" id="{A95FD43C-A7FF-6F21-6AAA-F801C2023470}"/>
                </a:ext>
              </a:extLst>
            </p:cNvPr>
            <p:cNvSpPr/>
            <p:nvPr userDrawn="1"/>
          </p:nvSpPr>
          <p:spPr>
            <a:xfrm>
              <a:off x="-756028" y="3862485"/>
              <a:ext cx="288176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Google Shape;2046;p65">
              <a:extLst>
                <a:ext uri="{FF2B5EF4-FFF2-40B4-BE49-F238E27FC236}">
                  <a16:creationId xmlns:a16="http://schemas.microsoft.com/office/drawing/2014/main" id="{9B5E832F-E96B-9209-82E4-97327B4B8198}"/>
                </a:ext>
              </a:extLst>
            </p:cNvPr>
            <p:cNvSpPr/>
            <p:nvPr userDrawn="1"/>
          </p:nvSpPr>
          <p:spPr>
            <a:xfrm>
              <a:off x="-469359" y="3862485"/>
              <a:ext cx="283847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1" name="Google Shape;4377;p121">
            <a:extLst>
              <a:ext uri="{FF2B5EF4-FFF2-40B4-BE49-F238E27FC236}">
                <a16:creationId xmlns:a16="http://schemas.microsoft.com/office/drawing/2014/main" id="{279768DA-882A-D823-C1B8-21856075E79C}"/>
              </a:ext>
            </a:extLst>
          </p:cNvPr>
          <p:cNvSpPr txBox="1"/>
          <p:nvPr userDrawn="1"/>
        </p:nvSpPr>
        <p:spPr>
          <a:xfrm>
            <a:off x="-1439858" y="3006240"/>
            <a:ext cx="1094391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Combinações</a:t>
            </a:r>
            <a:r>
              <a:rPr lang="en-US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 de cores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4371;p121">
            <a:extLst>
              <a:ext uri="{FF2B5EF4-FFF2-40B4-BE49-F238E27FC236}">
                <a16:creationId xmlns:a16="http://schemas.microsoft.com/office/drawing/2014/main" id="{E1C751E9-E367-B7A2-DA93-24D620B2CFE4}"/>
              </a:ext>
            </a:extLst>
          </p:cNvPr>
          <p:cNvSpPr txBox="1"/>
          <p:nvPr userDrawn="1"/>
        </p:nvSpPr>
        <p:spPr>
          <a:xfrm>
            <a:off x="12403519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Tipografia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38596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5" r:id="rId1"/>
    <p:sldLayoutId id="2147484916" r:id="rId2"/>
    <p:sldLayoutId id="2147484917" r:id="rId3"/>
    <p:sldLayoutId id="2147484918" r:id="rId4"/>
    <p:sldLayoutId id="2147484919" r:id="rId5"/>
    <p:sldLayoutId id="2147484920" r:id="rId6"/>
    <p:sldLayoutId id="2147484921" r:id="rId7"/>
    <p:sldLayoutId id="2147484922" r:id="rId8"/>
    <p:sldLayoutId id="2147484923" r:id="rId9"/>
    <p:sldLayoutId id="2147484924" r:id="rId10"/>
    <p:sldLayoutId id="2147484925" r:id="rId11"/>
    <p:sldLayoutId id="2147484926" r:id="rId12"/>
    <p:sldLayoutId id="2147484927" r:id="rId13"/>
    <p:sldLayoutId id="2147484928" r:id="rId14"/>
    <p:sldLayoutId id="2147484929" r:id="rId15"/>
    <p:sldLayoutId id="2147484930" r:id="rId16"/>
  </p:sldLayoutIdLst>
  <p:hf hdr="0" ftr="0" dt="0"/>
  <p:txStyles>
    <p:titleStyle>
      <a:lvl1pPr algn="l" defTabSz="91437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3" indent="-228593" algn="l" defTabSz="91437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778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61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47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32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16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2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85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70" indent="-228593" algn="l" defTabSz="91437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5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0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5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9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24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8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93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8" algn="l" defTabSz="91437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36">
          <p15:clr>
            <a:srgbClr val="F26B43"/>
          </p15:clr>
        </p15:guide>
        <p15:guide id="2" pos="294">
          <p15:clr>
            <a:srgbClr val="F26B43"/>
          </p15:clr>
        </p15:guide>
        <p15:guide id="3">
          <p15:clr>
            <a:srgbClr val="F26B43"/>
          </p15:clr>
        </p15:guide>
        <p15:guide id="4" orient="horz" pos="4020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2024">
          <p15:clr>
            <a:srgbClr val="F26B43"/>
          </p15:clr>
        </p15:guide>
        <p15:guide id="9" pos="7386">
          <p15:clr>
            <a:srgbClr val="F26B43"/>
          </p15:clr>
        </p15:guide>
        <p15:guide id="11" pos="3987">
          <p15:clr>
            <a:srgbClr val="F26B43"/>
          </p15:clr>
        </p15:guide>
        <p15:guide id="12" pos="5540">
          <p15:clr>
            <a:srgbClr val="F26B43"/>
          </p15:clr>
        </p15:guide>
        <p15:guide id="13" orient="horz">
          <p15:clr>
            <a:srgbClr val="F26B43"/>
          </p15:clr>
        </p15:guide>
        <p15:guide id="14" pos="3692">
          <p15:clr>
            <a:srgbClr val="F26B43"/>
          </p15:clr>
        </p15:guide>
        <p15:guide id="15" pos="5688">
          <p15:clr>
            <a:srgbClr val="F26B43"/>
          </p15:clr>
        </p15:guide>
        <p15:guide id="17" pos="2140">
          <p15:clr>
            <a:srgbClr val="F26B43"/>
          </p15:clr>
        </p15:guide>
        <p15:guide id="19" pos="1845">
          <p15:clr>
            <a:srgbClr val="F26B43"/>
          </p15:clr>
        </p15:guide>
        <p15:guide id="20" pos="1992">
          <p15:clr>
            <a:srgbClr val="F26B43"/>
          </p15:clr>
        </p15:guide>
        <p15:guide id="21" pos="3840">
          <p15:clr>
            <a:srgbClr val="F26B43"/>
          </p15:clr>
        </p15:guide>
        <p15:guide id="22" orient="horz" pos="2296">
          <p15:clr>
            <a:srgbClr val="F26B43"/>
          </p15:clr>
        </p15:guide>
        <p15:guide id="23" orient="horz" pos="1071">
          <p15:clr>
            <a:srgbClr val="F26B43"/>
          </p15:clr>
        </p15:guide>
        <p15:guide id="24" orient="horz" pos="292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5EC6A90-AD4F-88C1-DCE0-E897E933218C}"/>
              </a:ext>
            </a:extLst>
          </p:cNvPr>
          <p:cNvGraphicFramePr>
            <a:graphicFrameLocks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2194054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473" imgH="473" progId="TCLayout.ActiveDocument.1">
                  <p:embed/>
                </p:oleObj>
              </mc:Choice>
              <mc:Fallback>
                <p:oleObj name="think-cell Slide" r:id="rId18" imgW="473" imgH="473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5EC6A90-AD4F-88C1-DCE0-E897E93321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7AA66E-9575-1F2A-1A9F-648AD126A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87110" y="6383062"/>
            <a:ext cx="1136639" cy="346152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 b="0" i="0">
                <a:solidFill>
                  <a:schemeClr val="tx1"/>
                </a:solidFill>
                <a:latin typeface="Arial Nova" panose="020B0504020202020204" pitchFamily="34" charset="0"/>
              </a:defRPr>
            </a:lvl1pPr>
          </a:lstStyle>
          <a:p>
            <a:fld id="{A033FBAF-CC45-994F-83CC-A12951D2A66F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2" name="Google Shape;4367;p121">
            <a:extLst>
              <a:ext uri="{FF2B5EF4-FFF2-40B4-BE49-F238E27FC236}">
                <a16:creationId xmlns:a16="http://schemas.microsoft.com/office/drawing/2014/main" id="{FE810585-07FC-BE92-3AF2-AD0631107C94}"/>
              </a:ext>
            </a:extLst>
          </p:cNvPr>
          <p:cNvSpPr/>
          <p:nvPr userDrawn="1"/>
        </p:nvSpPr>
        <p:spPr>
          <a:xfrm>
            <a:off x="-1434312" y="169682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3" name="Google Shape;4368;p121">
            <a:extLst>
              <a:ext uri="{FF2B5EF4-FFF2-40B4-BE49-F238E27FC236}">
                <a16:creationId xmlns:a16="http://schemas.microsoft.com/office/drawing/2014/main" id="{854743A6-45A7-9448-8AC6-7BEA3AF2182A}"/>
              </a:ext>
            </a:extLst>
          </p:cNvPr>
          <p:cNvSpPr/>
          <p:nvPr userDrawn="1"/>
        </p:nvSpPr>
        <p:spPr>
          <a:xfrm>
            <a:off x="-1134509" y="169682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4" name="Google Shape;4369;p121">
            <a:extLst>
              <a:ext uri="{FF2B5EF4-FFF2-40B4-BE49-F238E27FC236}">
                <a16:creationId xmlns:a16="http://schemas.microsoft.com/office/drawing/2014/main" id="{EFB01E3E-752D-5652-902F-B73252BAFAD0}"/>
              </a:ext>
            </a:extLst>
          </p:cNvPr>
          <p:cNvSpPr/>
          <p:nvPr userDrawn="1"/>
        </p:nvSpPr>
        <p:spPr>
          <a:xfrm>
            <a:off x="-834709" y="169682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5" name="Google Shape;4370;p121">
            <a:extLst>
              <a:ext uri="{FF2B5EF4-FFF2-40B4-BE49-F238E27FC236}">
                <a16:creationId xmlns:a16="http://schemas.microsoft.com/office/drawing/2014/main" id="{92FC9490-856F-D91C-4E68-08BCACA2BEE5}"/>
              </a:ext>
            </a:extLst>
          </p:cNvPr>
          <p:cNvSpPr/>
          <p:nvPr userDrawn="1"/>
        </p:nvSpPr>
        <p:spPr>
          <a:xfrm>
            <a:off x="-534913" y="169682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36" name="Google Shape;4371;p121">
            <a:extLst>
              <a:ext uri="{FF2B5EF4-FFF2-40B4-BE49-F238E27FC236}">
                <a16:creationId xmlns:a16="http://schemas.microsoft.com/office/drawing/2014/main" id="{BA7396C0-A750-D353-4B07-0542D6F2D9B0}"/>
              </a:ext>
            </a:extLst>
          </p:cNvPr>
          <p:cNvSpPr txBox="1"/>
          <p:nvPr userDrawn="1"/>
        </p:nvSpPr>
        <p:spPr>
          <a:xfrm>
            <a:off x="-1434312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Principais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" name="Google Shape;4372;p121">
            <a:extLst>
              <a:ext uri="{FF2B5EF4-FFF2-40B4-BE49-F238E27FC236}">
                <a16:creationId xmlns:a16="http://schemas.microsoft.com/office/drawing/2014/main" id="{9C76A9F2-B02C-3E56-C41D-29AC1A391DD8}"/>
              </a:ext>
            </a:extLst>
          </p:cNvPr>
          <p:cNvSpPr txBox="1"/>
          <p:nvPr userDrawn="1"/>
        </p:nvSpPr>
        <p:spPr>
          <a:xfrm>
            <a:off x="-1434312" y="446172"/>
            <a:ext cx="594045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Proporções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" name="Google Shape;4373;p121">
            <a:extLst>
              <a:ext uri="{FF2B5EF4-FFF2-40B4-BE49-F238E27FC236}">
                <a16:creationId xmlns:a16="http://schemas.microsoft.com/office/drawing/2014/main" id="{7F452239-FE36-4A03-144C-936A6CCE095F}"/>
              </a:ext>
            </a:extLst>
          </p:cNvPr>
          <p:cNvSpPr/>
          <p:nvPr userDrawn="1"/>
        </p:nvSpPr>
        <p:spPr>
          <a:xfrm>
            <a:off x="-945064" y="620410"/>
            <a:ext cx="489370" cy="2496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8" name="Google Shape;4374;p121">
            <a:extLst>
              <a:ext uri="{FF2B5EF4-FFF2-40B4-BE49-F238E27FC236}">
                <a16:creationId xmlns:a16="http://schemas.microsoft.com/office/drawing/2014/main" id="{1EF79436-5367-6CBF-107A-0EE0A06A33AD}"/>
              </a:ext>
            </a:extLst>
          </p:cNvPr>
          <p:cNvSpPr/>
          <p:nvPr userDrawn="1"/>
        </p:nvSpPr>
        <p:spPr>
          <a:xfrm>
            <a:off x="-345467" y="620410"/>
            <a:ext cx="110341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59" name="Google Shape;4375;p121">
            <a:extLst>
              <a:ext uri="{FF2B5EF4-FFF2-40B4-BE49-F238E27FC236}">
                <a16:creationId xmlns:a16="http://schemas.microsoft.com/office/drawing/2014/main" id="{168917C0-50B8-9811-E0DD-13995F38E5CB}"/>
              </a:ext>
            </a:extLst>
          </p:cNvPr>
          <p:cNvSpPr/>
          <p:nvPr userDrawn="1"/>
        </p:nvSpPr>
        <p:spPr>
          <a:xfrm>
            <a:off x="-1434312" y="620410"/>
            <a:ext cx="489370" cy="2496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0" name="Google Shape;4376;p121">
            <a:extLst>
              <a:ext uri="{FF2B5EF4-FFF2-40B4-BE49-F238E27FC236}">
                <a16:creationId xmlns:a16="http://schemas.microsoft.com/office/drawing/2014/main" id="{3AFFA7AA-471B-9C77-D9AA-9E48CFD5CB49}"/>
              </a:ext>
            </a:extLst>
          </p:cNvPr>
          <p:cNvSpPr/>
          <p:nvPr userDrawn="1"/>
        </p:nvSpPr>
        <p:spPr>
          <a:xfrm>
            <a:off x="-455807" y="620410"/>
            <a:ext cx="110341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1" name="Google Shape;4377;p121">
            <a:extLst>
              <a:ext uri="{FF2B5EF4-FFF2-40B4-BE49-F238E27FC236}">
                <a16:creationId xmlns:a16="http://schemas.microsoft.com/office/drawing/2014/main" id="{5841B82D-DBEE-DBF3-1F36-13CBD46FCDA1}"/>
              </a:ext>
            </a:extLst>
          </p:cNvPr>
          <p:cNvSpPr txBox="1"/>
          <p:nvPr userDrawn="1"/>
        </p:nvSpPr>
        <p:spPr>
          <a:xfrm>
            <a:off x="-1439858" y="1088230"/>
            <a:ext cx="413910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Variações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" name="Google Shape;4378;p121">
            <a:extLst>
              <a:ext uri="{FF2B5EF4-FFF2-40B4-BE49-F238E27FC236}">
                <a16:creationId xmlns:a16="http://schemas.microsoft.com/office/drawing/2014/main" id="{1A70D242-FFAF-8431-5312-EAFE0C4283BD}"/>
              </a:ext>
            </a:extLst>
          </p:cNvPr>
          <p:cNvSpPr/>
          <p:nvPr userDrawn="1"/>
        </p:nvSpPr>
        <p:spPr>
          <a:xfrm>
            <a:off x="-1439858" y="1264247"/>
            <a:ext cx="299788" cy="249624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4" name="Google Shape;4379;p121">
            <a:extLst>
              <a:ext uri="{FF2B5EF4-FFF2-40B4-BE49-F238E27FC236}">
                <a16:creationId xmlns:a16="http://schemas.microsoft.com/office/drawing/2014/main" id="{A75AA34B-5065-2830-268C-36813808B0A5}"/>
              </a:ext>
            </a:extLst>
          </p:cNvPr>
          <p:cNvSpPr/>
          <p:nvPr userDrawn="1"/>
        </p:nvSpPr>
        <p:spPr>
          <a:xfrm>
            <a:off x="-1140055" y="1264247"/>
            <a:ext cx="299788" cy="249624"/>
          </a:xfrm>
          <a:prstGeom prst="rect">
            <a:avLst/>
          </a:prstGeom>
          <a:solidFill>
            <a:srgbClr val="F78C1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5" name="Google Shape;4380;p121">
            <a:extLst>
              <a:ext uri="{FF2B5EF4-FFF2-40B4-BE49-F238E27FC236}">
                <a16:creationId xmlns:a16="http://schemas.microsoft.com/office/drawing/2014/main" id="{CCCC5D51-7F0E-C90E-5F8F-61D1D0FF847B}"/>
              </a:ext>
            </a:extLst>
          </p:cNvPr>
          <p:cNvSpPr/>
          <p:nvPr userDrawn="1"/>
        </p:nvSpPr>
        <p:spPr>
          <a:xfrm>
            <a:off x="-840255" y="1264247"/>
            <a:ext cx="299788" cy="249624"/>
          </a:xfrm>
          <a:prstGeom prst="rect">
            <a:avLst/>
          </a:prstGeom>
          <a:solidFill>
            <a:srgbClr val="CD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6" name="Google Shape;4381;p121">
            <a:extLst>
              <a:ext uri="{FF2B5EF4-FFF2-40B4-BE49-F238E27FC236}">
                <a16:creationId xmlns:a16="http://schemas.microsoft.com/office/drawing/2014/main" id="{682B05DA-CFE2-CA72-15A8-9D23227C4A48}"/>
              </a:ext>
            </a:extLst>
          </p:cNvPr>
          <p:cNvSpPr/>
          <p:nvPr userDrawn="1"/>
        </p:nvSpPr>
        <p:spPr>
          <a:xfrm>
            <a:off x="-540459" y="1264247"/>
            <a:ext cx="299788" cy="249624"/>
          </a:xfrm>
          <a:prstGeom prst="rect">
            <a:avLst/>
          </a:prstGeom>
          <a:solidFill>
            <a:srgbClr val="5E8AB4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7" name="Google Shape;4382;p121">
            <a:extLst>
              <a:ext uri="{FF2B5EF4-FFF2-40B4-BE49-F238E27FC236}">
                <a16:creationId xmlns:a16="http://schemas.microsoft.com/office/drawing/2014/main" id="{269E5A4B-4987-87D6-F3C7-09A4D13E5F82}"/>
              </a:ext>
            </a:extLst>
          </p:cNvPr>
          <p:cNvSpPr/>
          <p:nvPr userDrawn="1"/>
        </p:nvSpPr>
        <p:spPr>
          <a:xfrm>
            <a:off x="-1439858" y="1513870"/>
            <a:ext cx="299788" cy="249624"/>
          </a:xfrm>
          <a:prstGeom prst="rect">
            <a:avLst/>
          </a:prstGeom>
          <a:solidFill>
            <a:srgbClr val="33556D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8" name="Google Shape;4383;p121">
            <a:extLst>
              <a:ext uri="{FF2B5EF4-FFF2-40B4-BE49-F238E27FC236}">
                <a16:creationId xmlns:a16="http://schemas.microsoft.com/office/drawing/2014/main" id="{C4A46A8F-6D46-293C-2668-96AC3622C0FD}"/>
              </a:ext>
            </a:extLst>
          </p:cNvPr>
          <p:cNvSpPr/>
          <p:nvPr userDrawn="1"/>
        </p:nvSpPr>
        <p:spPr>
          <a:xfrm>
            <a:off x="-1140055" y="1513870"/>
            <a:ext cx="299788" cy="249624"/>
          </a:xfrm>
          <a:prstGeom prst="rect">
            <a:avLst/>
          </a:prstGeom>
          <a:solidFill>
            <a:srgbClr val="F9A345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69" name="Google Shape;4384;p121">
            <a:extLst>
              <a:ext uri="{FF2B5EF4-FFF2-40B4-BE49-F238E27FC236}">
                <a16:creationId xmlns:a16="http://schemas.microsoft.com/office/drawing/2014/main" id="{C7BA8B61-C87E-67B0-2BEF-3ADF9253D023}"/>
              </a:ext>
            </a:extLst>
          </p:cNvPr>
          <p:cNvSpPr/>
          <p:nvPr userDrawn="1"/>
        </p:nvSpPr>
        <p:spPr>
          <a:xfrm>
            <a:off x="-840255" y="1513870"/>
            <a:ext cx="299788" cy="249624"/>
          </a:xfrm>
          <a:prstGeom prst="rect">
            <a:avLst/>
          </a:prstGeom>
          <a:solidFill>
            <a:srgbClr val="D7DDE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0" name="Google Shape;4385;p121">
            <a:extLst>
              <a:ext uri="{FF2B5EF4-FFF2-40B4-BE49-F238E27FC236}">
                <a16:creationId xmlns:a16="http://schemas.microsoft.com/office/drawing/2014/main" id="{7911BC70-8779-BD36-DBD4-DE20EF566EB1}"/>
              </a:ext>
            </a:extLst>
          </p:cNvPr>
          <p:cNvSpPr/>
          <p:nvPr userDrawn="1"/>
        </p:nvSpPr>
        <p:spPr>
          <a:xfrm>
            <a:off x="-540459" y="1513870"/>
            <a:ext cx="299788" cy="249624"/>
          </a:xfrm>
          <a:prstGeom prst="rect">
            <a:avLst/>
          </a:prstGeom>
          <a:solidFill>
            <a:srgbClr val="7EA1C3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1" name="Google Shape;4386;p121">
            <a:extLst>
              <a:ext uri="{FF2B5EF4-FFF2-40B4-BE49-F238E27FC236}">
                <a16:creationId xmlns:a16="http://schemas.microsoft.com/office/drawing/2014/main" id="{BAF59EAE-D911-E743-3794-80C4F0006ACB}"/>
              </a:ext>
            </a:extLst>
          </p:cNvPr>
          <p:cNvSpPr/>
          <p:nvPr userDrawn="1"/>
        </p:nvSpPr>
        <p:spPr>
          <a:xfrm>
            <a:off x="-1439858" y="1763494"/>
            <a:ext cx="299788" cy="249624"/>
          </a:xfrm>
          <a:prstGeom prst="rect">
            <a:avLst/>
          </a:prstGeom>
          <a:solidFill>
            <a:srgbClr val="99AAB6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2" name="Google Shape;4387;p121">
            <a:extLst>
              <a:ext uri="{FF2B5EF4-FFF2-40B4-BE49-F238E27FC236}">
                <a16:creationId xmlns:a16="http://schemas.microsoft.com/office/drawing/2014/main" id="{E8C00F2D-3D93-EE4A-4E2A-F4D1D89A2A8F}"/>
              </a:ext>
            </a:extLst>
          </p:cNvPr>
          <p:cNvSpPr/>
          <p:nvPr userDrawn="1"/>
        </p:nvSpPr>
        <p:spPr>
          <a:xfrm>
            <a:off x="-1140055" y="1763494"/>
            <a:ext cx="299788" cy="249624"/>
          </a:xfrm>
          <a:prstGeom prst="rect">
            <a:avLst/>
          </a:prstGeom>
          <a:solidFill>
            <a:srgbClr val="FCD1A2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3" name="Google Shape;4388;p121">
            <a:extLst>
              <a:ext uri="{FF2B5EF4-FFF2-40B4-BE49-F238E27FC236}">
                <a16:creationId xmlns:a16="http://schemas.microsoft.com/office/drawing/2014/main" id="{347D4EF6-95A7-FEAD-0498-BC60C3F50976}"/>
              </a:ext>
            </a:extLst>
          </p:cNvPr>
          <p:cNvSpPr/>
          <p:nvPr userDrawn="1"/>
        </p:nvSpPr>
        <p:spPr>
          <a:xfrm>
            <a:off x="-840255" y="1763494"/>
            <a:ext cx="299788" cy="249624"/>
          </a:xfrm>
          <a:prstGeom prst="rect">
            <a:avLst/>
          </a:prstGeom>
          <a:solidFill>
            <a:srgbClr val="EBEEF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75" name="Google Shape;4389;p121">
            <a:extLst>
              <a:ext uri="{FF2B5EF4-FFF2-40B4-BE49-F238E27FC236}">
                <a16:creationId xmlns:a16="http://schemas.microsoft.com/office/drawing/2014/main" id="{20AF84BE-A3F3-CB35-7298-FE23F0B45FF7}"/>
              </a:ext>
            </a:extLst>
          </p:cNvPr>
          <p:cNvSpPr/>
          <p:nvPr userDrawn="1"/>
        </p:nvSpPr>
        <p:spPr>
          <a:xfrm>
            <a:off x="-540459" y="1763494"/>
            <a:ext cx="299788" cy="249624"/>
          </a:xfrm>
          <a:prstGeom prst="rect">
            <a:avLst/>
          </a:prstGeom>
          <a:solidFill>
            <a:srgbClr val="BFD0E1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0" name="Google Shape;4390;p121">
            <a:extLst>
              <a:ext uri="{FF2B5EF4-FFF2-40B4-BE49-F238E27FC236}">
                <a16:creationId xmlns:a16="http://schemas.microsoft.com/office/drawing/2014/main" id="{B937DDB2-ACFF-ADDD-00E8-3F1AD9DDF82D}"/>
              </a:ext>
            </a:extLst>
          </p:cNvPr>
          <p:cNvSpPr/>
          <p:nvPr userDrawn="1"/>
        </p:nvSpPr>
        <p:spPr>
          <a:xfrm>
            <a:off x="-1439858" y="2013117"/>
            <a:ext cx="299788" cy="249624"/>
          </a:xfrm>
          <a:prstGeom prst="rect">
            <a:avLst/>
          </a:prstGeom>
          <a:solidFill>
            <a:srgbClr val="CCD5DB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1" name="Google Shape;4391;p121">
            <a:extLst>
              <a:ext uri="{FF2B5EF4-FFF2-40B4-BE49-F238E27FC236}">
                <a16:creationId xmlns:a16="http://schemas.microsoft.com/office/drawing/2014/main" id="{69950CF1-ABBA-A5A5-780D-DD1D145DC0BD}"/>
              </a:ext>
            </a:extLst>
          </p:cNvPr>
          <p:cNvSpPr/>
          <p:nvPr userDrawn="1"/>
        </p:nvSpPr>
        <p:spPr>
          <a:xfrm>
            <a:off x="-1140055" y="2013117"/>
            <a:ext cx="299788" cy="249624"/>
          </a:xfrm>
          <a:prstGeom prst="rect">
            <a:avLst/>
          </a:prstGeom>
          <a:solidFill>
            <a:srgbClr val="FDE8D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2" name="Google Shape;4392;p121">
            <a:extLst>
              <a:ext uri="{FF2B5EF4-FFF2-40B4-BE49-F238E27FC236}">
                <a16:creationId xmlns:a16="http://schemas.microsoft.com/office/drawing/2014/main" id="{61D5226B-30EC-1360-429D-5428ACD8C482}"/>
              </a:ext>
            </a:extLst>
          </p:cNvPr>
          <p:cNvSpPr/>
          <p:nvPr userDrawn="1"/>
        </p:nvSpPr>
        <p:spPr>
          <a:xfrm>
            <a:off x="-840255" y="2013117"/>
            <a:ext cx="299788" cy="249624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4" name="Google Shape;4393;p121">
            <a:extLst>
              <a:ext uri="{FF2B5EF4-FFF2-40B4-BE49-F238E27FC236}">
                <a16:creationId xmlns:a16="http://schemas.microsoft.com/office/drawing/2014/main" id="{F6C16A75-EB5D-1F55-43FE-DBB82E1C8089}"/>
              </a:ext>
            </a:extLst>
          </p:cNvPr>
          <p:cNvSpPr/>
          <p:nvPr userDrawn="1"/>
        </p:nvSpPr>
        <p:spPr>
          <a:xfrm>
            <a:off x="-540459" y="2013117"/>
            <a:ext cx="299788" cy="249624"/>
          </a:xfrm>
          <a:prstGeom prst="rect">
            <a:avLst/>
          </a:prstGeom>
          <a:solidFill>
            <a:srgbClr val="DFE8F0"/>
          </a:solidFill>
          <a:ln>
            <a:noFill/>
          </a:ln>
        </p:spPr>
        <p:txBody>
          <a:bodyPr spcFirstLastPara="1" wrap="square" lIns="121884" tIns="121884" rIns="121884" bIns="121884" anchor="ctr" anchorCtr="0">
            <a:noAutofit/>
          </a:bodyPr>
          <a:lstStyle/>
          <a:p>
            <a:pPr algn="ctr"/>
            <a:endParaRPr sz="400"/>
          </a:p>
        </p:txBody>
      </p:sp>
      <p:sp>
        <p:nvSpPr>
          <p:cNvPr id="115" name="Google Shape;2062;p65">
            <a:extLst>
              <a:ext uri="{FF2B5EF4-FFF2-40B4-BE49-F238E27FC236}">
                <a16:creationId xmlns:a16="http://schemas.microsoft.com/office/drawing/2014/main" id="{39D42F55-4466-D7C7-282A-CB51BC30FD14}"/>
              </a:ext>
            </a:extLst>
          </p:cNvPr>
          <p:cNvSpPr txBox="1"/>
          <p:nvPr userDrawn="1"/>
        </p:nvSpPr>
        <p:spPr>
          <a:xfrm>
            <a:off x="12403512" y="150422"/>
            <a:ext cx="5175642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35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35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</a:t>
            </a:r>
            <a:r>
              <a:rPr lang="en-US" sz="3333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35pt</a:t>
            </a:r>
            <a:endParaRPr sz="3333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6" name="Google Shape;2068;p65">
            <a:extLst>
              <a:ext uri="{FF2B5EF4-FFF2-40B4-BE49-F238E27FC236}">
                <a16:creationId xmlns:a16="http://schemas.microsoft.com/office/drawing/2014/main" id="{28A1DBAB-BA08-F098-A239-60F872A81BB8}"/>
              </a:ext>
            </a:extLst>
          </p:cNvPr>
          <p:cNvSpPr txBox="1"/>
          <p:nvPr userDrawn="1"/>
        </p:nvSpPr>
        <p:spPr>
          <a:xfrm>
            <a:off x="12403513" y="1064894"/>
            <a:ext cx="435574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20pt</a:t>
            </a:r>
            <a:endParaRPr sz="20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17" name="Google Shape;2068;p65">
            <a:extLst>
              <a:ext uri="{FF2B5EF4-FFF2-40B4-BE49-F238E27FC236}">
                <a16:creationId xmlns:a16="http://schemas.microsoft.com/office/drawing/2014/main" id="{A6EFA59F-C44C-8BBC-BEA4-A129146396F8}"/>
              </a:ext>
            </a:extLst>
          </p:cNvPr>
          <p:cNvSpPr txBox="1"/>
          <p:nvPr userDrawn="1"/>
        </p:nvSpPr>
        <p:spPr>
          <a:xfrm>
            <a:off x="12403513" y="715222"/>
            <a:ext cx="44157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20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20pt</a:t>
            </a:r>
          </a:p>
        </p:txBody>
      </p:sp>
      <p:sp>
        <p:nvSpPr>
          <p:cNvPr id="118" name="Google Shape;2062;p65">
            <a:extLst>
              <a:ext uri="{FF2B5EF4-FFF2-40B4-BE49-F238E27FC236}">
                <a16:creationId xmlns:a16="http://schemas.microsoft.com/office/drawing/2014/main" id="{9B6C5713-5253-4045-6E11-A3143E96C780}"/>
              </a:ext>
            </a:extLst>
          </p:cNvPr>
          <p:cNvSpPr txBox="1"/>
          <p:nvPr userDrawn="1"/>
        </p:nvSpPr>
        <p:spPr>
          <a:xfrm>
            <a:off x="12403512" y="1514820"/>
            <a:ext cx="5175642" cy="415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699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699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27pt</a:t>
            </a:r>
            <a:endParaRPr sz="2699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9" name="Google Shape;2068;p65">
            <a:extLst>
              <a:ext uri="{FF2B5EF4-FFF2-40B4-BE49-F238E27FC236}">
                <a16:creationId xmlns:a16="http://schemas.microsoft.com/office/drawing/2014/main" id="{2C6AA656-6276-D39D-4551-B4231F6A7AC4}"/>
              </a:ext>
            </a:extLst>
          </p:cNvPr>
          <p:cNvSpPr txBox="1"/>
          <p:nvPr userDrawn="1"/>
        </p:nvSpPr>
        <p:spPr>
          <a:xfrm>
            <a:off x="12403513" y="2252208"/>
            <a:ext cx="43557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0" name="Google Shape;2068;p65">
            <a:extLst>
              <a:ext uri="{FF2B5EF4-FFF2-40B4-BE49-F238E27FC236}">
                <a16:creationId xmlns:a16="http://schemas.microsoft.com/office/drawing/2014/main" id="{B8730A42-B106-9932-4F2D-BBD55C9C016A}"/>
              </a:ext>
            </a:extLst>
          </p:cNvPr>
          <p:cNvSpPr txBox="1"/>
          <p:nvPr userDrawn="1"/>
        </p:nvSpPr>
        <p:spPr>
          <a:xfrm>
            <a:off x="12403513" y="1961152"/>
            <a:ext cx="441576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6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1" name="Google Shape;2062;p65">
            <a:extLst>
              <a:ext uri="{FF2B5EF4-FFF2-40B4-BE49-F238E27FC236}">
                <a16:creationId xmlns:a16="http://schemas.microsoft.com/office/drawing/2014/main" id="{E76C5E89-4A29-1376-0BD9-4C31CEDF3064}"/>
              </a:ext>
            </a:extLst>
          </p:cNvPr>
          <p:cNvSpPr txBox="1"/>
          <p:nvPr userDrawn="1"/>
        </p:nvSpPr>
        <p:spPr>
          <a:xfrm>
            <a:off x="12403512" y="2646371"/>
            <a:ext cx="517564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2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22pt</a:t>
            </a:r>
            <a:endParaRPr sz="2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2" name="Google Shape;2068;p65">
            <a:extLst>
              <a:ext uri="{FF2B5EF4-FFF2-40B4-BE49-F238E27FC236}">
                <a16:creationId xmlns:a16="http://schemas.microsoft.com/office/drawing/2014/main" id="{DB27386A-1FEB-8A30-5E84-242AC3735680}"/>
              </a:ext>
            </a:extLst>
          </p:cNvPr>
          <p:cNvSpPr txBox="1"/>
          <p:nvPr userDrawn="1"/>
        </p:nvSpPr>
        <p:spPr>
          <a:xfrm>
            <a:off x="12403513" y="3326801"/>
            <a:ext cx="435574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16pt</a:t>
            </a:r>
            <a:endParaRPr sz="14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3" name="Google Shape;2068;p65">
            <a:extLst>
              <a:ext uri="{FF2B5EF4-FFF2-40B4-BE49-F238E27FC236}">
                <a16:creationId xmlns:a16="http://schemas.microsoft.com/office/drawing/2014/main" id="{957ED22D-1758-B780-D473-EF03930FA042}"/>
              </a:ext>
            </a:extLst>
          </p:cNvPr>
          <p:cNvSpPr txBox="1"/>
          <p:nvPr userDrawn="1"/>
        </p:nvSpPr>
        <p:spPr>
          <a:xfrm>
            <a:off x="12403513" y="3035745"/>
            <a:ext cx="441576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4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4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16pt</a:t>
            </a:r>
          </a:p>
        </p:txBody>
      </p:sp>
      <p:sp>
        <p:nvSpPr>
          <p:cNvPr id="124" name="Google Shape;2062;p65">
            <a:extLst>
              <a:ext uri="{FF2B5EF4-FFF2-40B4-BE49-F238E27FC236}">
                <a16:creationId xmlns:a16="http://schemas.microsoft.com/office/drawing/2014/main" id="{21A875F6-7246-6F95-7FFE-CB71EEE7A64B}"/>
              </a:ext>
            </a:extLst>
          </p:cNvPr>
          <p:cNvSpPr txBox="1"/>
          <p:nvPr userDrawn="1"/>
        </p:nvSpPr>
        <p:spPr>
          <a:xfrm>
            <a:off x="12403512" y="3736962"/>
            <a:ext cx="517564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6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16pt</a:t>
            </a:r>
            <a:endParaRPr sz="16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5" name="Google Shape;2068;p65">
            <a:extLst>
              <a:ext uri="{FF2B5EF4-FFF2-40B4-BE49-F238E27FC236}">
                <a16:creationId xmlns:a16="http://schemas.microsoft.com/office/drawing/2014/main" id="{ED140737-905D-E4B6-4288-2847AB66FCC4}"/>
              </a:ext>
            </a:extLst>
          </p:cNvPr>
          <p:cNvSpPr txBox="1"/>
          <p:nvPr userDrawn="1"/>
        </p:nvSpPr>
        <p:spPr>
          <a:xfrm>
            <a:off x="12403513" y="4251503"/>
            <a:ext cx="43557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12pt</a:t>
            </a:r>
            <a:endParaRPr sz="12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6" name="Google Shape;2068;p65">
            <a:extLst>
              <a:ext uri="{FF2B5EF4-FFF2-40B4-BE49-F238E27FC236}">
                <a16:creationId xmlns:a16="http://schemas.microsoft.com/office/drawing/2014/main" id="{DC621893-8680-358B-3673-1C909F0C0295}"/>
              </a:ext>
            </a:extLst>
          </p:cNvPr>
          <p:cNvSpPr txBox="1"/>
          <p:nvPr userDrawn="1"/>
        </p:nvSpPr>
        <p:spPr>
          <a:xfrm>
            <a:off x="12403513" y="4020249"/>
            <a:ext cx="441576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12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12pt</a:t>
            </a:r>
          </a:p>
        </p:txBody>
      </p:sp>
      <p:sp>
        <p:nvSpPr>
          <p:cNvPr id="127" name="Google Shape;2062;p65">
            <a:extLst>
              <a:ext uri="{FF2B5EF4-FFF2-40B4-BE49-F238E27FC236}">
                <a16:creationId xmlns:a16="http://schemas.microsoft.com/office/drawing/2014/main" id="{BC6670A3-07F4-2829-F07C-F6E301B390AF}"/>
              </a:ext>
            </a:extLst>
          </p:cNvPr>
          <p:cNvSpPr txBox="1"/>
          <p:nvPr userDrawn="1"/>
        </p:nvSpPr>
        <p:spPr>
          <a:xfrm>
            <a:off x="12403512" y="4642887"/>
            <a:ext cx="517564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200" err="1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Título</a:t>
            </a:r>
            <a:r>
              <a:rPr lang="en-US" sz="1200">
                <a:solidFill>
                  <a:srgbClr val="002B49"/>
                </a:solidFill>
                <a:latin typeface="Arial Nova Light" panose="020B0304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Arial Nova Light 12pt</a:t>
            </a:r>
            <a:endParaRPr sz="1200">
              <a:solidFill>
                <a:srgbClr val="002B49"/>
              </a:solidFill>
              <a:latin typeface="Arial Nova Light" panose="020B0304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28" name="Google Shape;2068;p65">
            <a:extLst>
              <a:ext uri="{FF2B5EF4-FFF2-40B4-BE49-F238E27FC236}">
                <a16:creationId xmlns:a16="http://schemas.microsoft.com/office/drawing/2014/main" id="{6FE56504-C1BF-7D39-FA96-09749FD3479B}"/>
              </a:ext>
            </a:extLst>
          </p:cNvPr>
          <p:cNvSpPr txBox="1"/>
          <p:nvPr userDrawn="1"/>
        </p:nvSpPr>
        <p:spPr>
          <a:xfrm>
            <a:off x="12403513" y="5085065"/>
            <a:ext cx="4355742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Arial Nova Condensed Regular 9pt</a:t>
            </a:r>
            <a:endParaRPr sz="9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sym typeface="Helvetica Neue"/>
            </a:endParaRPr>
          </a:p>
        </p:txBody>
      </p:sp>
      <p:sp>
        <p:nvSpPr>
          <p:cNvPr id="129" name="Google Shape;2068;p65">
            <a:extLst>
              <a:ext uri="{FF2B5EF4-FFF2-40B4-BE49-F238E27FC236}">
                <a16:creationId xmlns:a16="http://schemas.microsoft.com/office/drawing/2014/main" id="{A6D90263-FBBE-EB49-475E-F0A25181EA61}"/>
              </a:ext>
            </a:extLst>
          </p:cNvPr>
          <p:cNvSpPr txBox="1"/>
          <p:nvPr userDrawn="1"/>
        </p:nvSpPr>
        <p:spPr>
          <a:xfrm>
            <a:off x="12403513" y="4901852"/>
            <a:ext cx="4415769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900" b="1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Subtítulo</a:t>
            </a:r>
            <a:r>
              <a:rPr lang="en-US" sz="900" b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Arial Nova Condensed Bold 9pt</a:t>
            </a:r>
          </a:p>
        </p:txBody>
      </p:sp>
      <p:sp>
        <p:nvSpPr>
          <p:cNvPr id="130" name="Google Shape;2079;p65">
            <a:extLst>
              <a:ext uri="{FF2B5EF4-FFF2-40B4-BE49-F238E27FC236}">
                <a16:creationId xmlns:a16="http://schemas.microsoft.com/office/drawing/2014/main" id="{311FBA4B-64D9-949E-C84E-05357B4C52CF}"/>
              </a:ext>
            </a:extLst>
          </p:cNvPr>
          <p:cNvSpPr txBox="1"/>
          <p:nvPr userDrawn="1"/>
        </p:nvSpPr>
        <p:spPr>
          <a:xfrm>
            <a:off x="-1444600" y="2687499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Mensagem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cs typeface="Arial" panose="020B0604020202020204" pitchFamily="34" charset="0"/>
                <a:sym typeface="Helvetica Neue"/>
              </a:rPr>
              <a:t> positiva</a:t>
            </a:r>
          </a:p>
        </p:txBody>
      </p:sp>
      <p:sp>
        <p:nvSpPr>
          <p:cNvPr id="131" name="Google Shape;2080;p65">
            <a:extLst>
              <a:ext uri="{FF2B5EF4-FFF2-40B4-BE49-F238E27FC236}">
                <a16:creationId xmlns:a16="http://schemas.microsoft.com/office/drawing/2014/main" id="{13C8AD58-4788-D3BE-65D7-6F9E5395836F}"/>
              </a:ext>
            </a:extLst>
          </p:cNvPr>
          <p:cNvSpPr txBox="1"/>
          <p:nvPr userDrawn="1"/>
        </p:nvSpPr>
        <p:spPr>
          <a:xfrm>
            <a:off x="-630925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negativa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7BE2326-221B-5378-9255-0AAA6E586BC8}"/>
              </a:ext>
            </a:extLst>
          </p:cNvPr>
          <p:cNvGrpSpPr/>
          <p:nvPr userDrawn="1"/>
        </p:nvGrpSpPr>
        <p:grpSpPr>
          <a:xfrm>
            <a:off x="-1439859" y="2398327"/>
            <a:ext cx="1199187" cy="245918"/>
            <a:chOff x="-2710109" y="2381849"/>
            <a:chExt cx="2469406" cy="317600"/>
          </a:xfrm>
        </p:grpSpPr>
        <p:sp>
          <p:nvSpPr>
            <p:cNvPr id="133" name="Google Shape;2077;p65">
              <a:extLst>
                <a:ext uri="{FF2B5EF4-FFF2-40B4-BE49-F238E27FC236}">
                  <a16:creationId xmlns:a16="http://schemas.microsoft.com/office/drawing/2014/main" id="{58ADFA13-969F-48B7-5DDF-8EBD97A6664B}"/>
                </a:ext>
              </a:extLst>
            </p:cNvPr>
            <p:cNvSpPr/>
            <p:nvPr userDrawn="1"/>
          </p:nvSpPr>
          <p:spPr>
            <a:xfrm>
              <a:off x="-2710109" y="2381849"/>
              <a:ext cx="823135" cy="317600"/>
            </a:xfrm>
            <a:prstGeom prst="rect">
              <a:avLst/>
            </a:prstGeom>
            <a:solidFill>
              <a:srgbClr val="9ACC3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Google Shape;2078;p65">
              <a:extLst>
                <a:ext uri="{FF2B5EF4-FFF2-40B4-BE49-F238E27FC236}">
                  <a16:creationId xmlns:a16="http://schemas.microsoft.com/office/drawing/2014/main" id="{0D7EC73A-274B-02A6-74D5-ED794C567839}"/>
                </a:ext>
              </a:extLst>
            </p:cNvPr>
            <p:cNvSpPr/>
            <p:nvPr userDrawn="1"/>
          </p:nvSpPr>
          <p:spPr>
            <a:xfrm>
              <a:off x="-1063838" y="2381849"/>
              <a:ext cx="823135" cy="317600"/>
            </a:xfrm>
            <a:prstGeom prst="rect">
              <a:avLst/>
            </a:prstGeom>
            <a:solidFill>
              <a:srgbClr val="CF3D3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Google Shape;2078;p65">
              <a:extLst>
                <a:ext uri="{FF2B5EF4-FFF2-40B4-BE49-F238E27FC236}">
                  <a16:creationId xmlns:a16="http://schemas.microsoft.com/office/drawing/2014/main" id="{2E346C85-EB7E-0E05-BD64-2CF60AA7B02C}"/>
                </a:ext>
              </a:extLst>
            </p:cNvPr>
            <p:cNvSpPr/>
            <p:nvPr userDrawn="1"/>
          </p:nvSpPr>
          <p:spPr>
            <a:xfrm>
              <a:off x="-1886974" y="2381849"/>
              <a:ext cx="823135" cy="317600"/>
            </a:xfrm>
            <a:prstGeom prst="rect">
              <a:avLst/>
            </a:prstGeom>
            <a:solidFill>
              <a:srgbClr val="F9C2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solidFill>
                  <a:srgbClr val="CF3D3D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6" name="Google Shape;2080;p65">
            <a:extLst>
              <a:ext uri="{FF2B5EF4-FFF2-40B4-BE49-F238E27FC236}">
                <a16:creationId xmlns:a16="http://schemas.microsoft.com/office/drawing/2014/main" id="{4294608B-1C43-6119-3039-9903D5800B6C}"/>
              </a:ext>
            </a:extLst>
          </p:cNvPr>
          <p:cNvSpPr txBox="1"/>
          <p:nvPr userDrawn="1"/>
        </p:nvSpPr>
        <p:spPr>
          <a:xfrm>
            <a:off x="-1040132" y="2687498"/>
            <a:ext cx="39972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Mensagem</a:t>
            </a:r>
            <a:b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</a:b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atenção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37" name="Google Shape;2079;p65">
            <a:extLst>
              <a:ext uri="{FF2B5EF4-FFF2-40B4-BE49-F238E27FC236}">
                <a16:creationId xmlns:a16="http://schemas.microsoft.com/office/drawing/2014/main" id="{52093951-F01B-6C82-AE31-35A91C513E93}"/>
              </a:ext>
            </a:extLst>
          </p:cNvPr>
          <p:cNvSpPr txBox="1"/>
          <p:nvPr userDrawn="1"/>
        </p:nvSpPr>
        <p:spPr>
          <a:xfrm>
            <a:off x="-1439858" y="921490"/>
            <a:ext cx="128175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Laranja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é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usado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apenas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para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os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 </a:t>
            </a:r>
            <a:r>
              <a:rPr lang="en-US" sz="600" err="1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detalhes</a:t>
            </a:r>
            <a:r>
              <a:rPr lang="en-US" sz="600">
                <a:solidFill>
                  <a:srgbClr val="002B49"/>
                </a:solidFill>
                <a:latin typeface="Arial Nova Cond" panose="020B0506020202020204" pitchFamily="34" charset="0"/>
                <a:ea typeface="Helvetica Neue"/>
                <a:sym typeface="Helvetica Neue"/>
              </a:rPr>
              <a:t>.</a:t>
            </a:r>
            <a:endParaRPr lang="en-US" sz="600">
              <a:solidFill>
                <a:srgbClr val="002B49"/>
              </a:solidFill>
              <a:latin typeface="Arial Nova Cond" panose="020B0506020202020204" pitchFamily="34" charset="0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D685AF82-57B5-8D84-F2AE-D7E1FA9EF387}"/>
              </a:ext>
            </a:extLst>
          </p:cNvPr>
          <p:cNvGrpSpPr/>
          <p:nvPr userDrawn="1"/>
        </p:nvGrpSpPr>
        <p:grpSpPr>
          <a:xfrm>
            <a:off x="-1444596" y="3206792"/>
            <a:ext cx="1213400" cy="1751766"/>
            <a:chOff x="-1444785" y="2466243"/>
            <a:chExt cx="1259273" cy="1751766"/>
          </a:xfrm>
        </p:grpSpPr>
        <p:sp>
          <p:nvSpPr>
            <p:cNvPr id="139" name="Google Shape;2044;p65">
              <a:extLst>
                <a:ext uri="{FF2B5EF4-FFF2-40B4-BE49-F238E27FC236}">
                  <a16:creationId xmlns:a16="http://schemas.microsoft.com/office/drawing/2014/main" id="{61BA2172-E0BC-E8F7-D981-96D6486F3314}"/>
                </a:ext>
              </a:extLst>
            </p:cNvPr>
            <p:cNvSpPr/>
            <p:nvPr userDrawn="1"/>
          </p:nvSpPr>
          <p:spPr>
            <a:xfrm>
              <a:off x="-1444785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Google Shape;2046;p65">
              <a:extLst>
                <a:ext uri="{FF2B5EF4-FFF2-40B4-BE49-F238E27FC236}">
                  <a16:creationId xmlns:a16="http://schemas.microsoft.com/office/drawing/2014/main" id="{2851AD25-31B9-8510-0E47-4B7FB99C4EC1}"/>
                </a:ext>
              </a:extLst>
            </p:cNvPr>
            <p:cNvSpPr/>
            <p:nvPr userDrawn="1"/>
          </p:nvSpPr>
          <p:spPr>
            <a:xfrm>
              <a:off x="-1158117" y="2643765"/>
              <a:ext cx="283847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Google Shape;2044;p65">
              <a:extLst>
                <a:ext uri="{FF2B5EF4-FFF2-40B4-BE49-F238E27FC236}">
                  <a16:creationId xmlns:a16="http://schemas.microsoft.com/office/drawing/2014/main" id="{C7B2946F-1D70-A896-0AFF-FB293D5ACB24}"/>
                </a:ext>
              </a:extLst>
            </p:cNvPr>
            <p:cNvSpPr/>
            <p:nvPr userDrawn="1"/>
          </p:nvSpPr>
          <p:spPr>
            <a:xfrm>
              <a:off x="-1444785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Google Shape;2046;p65">
              <a:extLst>
                <a:ext uri="{FF2B5EF4-FFF2-40B4-BE49-F238E27FC236}">
                  <a16:creationId xmlns:a16="http://schemas.microsoft.com/office/drawing/2014/main" id="{F9621CF3-0D94-5A57-97C3-1C9E5B7B3C44}"/>
                </a:ext>
              </a:extLst>
            </p:cNvPr>
            <p:cNvSpPr/>
            <p:nvPr userDrawn="1"/>
          </p:nvSpPr>
          <p:spPr>
            <a:xfrm>
              <a:off x="-1158117" y="2466243"/>
              <a:ext cx="283847" cy="178002"/>
            </a:xfrm>
            <a:prstGeom prst="rect">
              <a:avLst/>
            </a:prstGeom>
            <a:solidFill>
              <a:srgbClr val="CDD5D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Google Shape;2044;p65">
              <a:extLst>
                <a:ext uri="{FF2B5EF4-FFF2-40B4-BE49-F238E27FC236}">
                  <a16:creationId xmlns:a16="http://schemas.microsoft.com/office/drawing/2014/main" id="{B2E0E65B-21FC-6DFA-676B-1305060856A9}"/>
                </a:ext>
              </a:extLst>
            </p:cNvPr>
            <p:cNvSpPr/>
            <p:nvPr userDrawn="1"/>
          </p:nvSpPr>
          <p:spPr>
            <a:xfrm>
              <a:off x="-766670" y="2643765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Google Shape;2046;p65">
              <a:extLst>
                <a:ext uri="{FF2B5EF4-FFF2-40B4-BE49-F238E27FC236}">
                  <a16:creationId xmlns:a16="http://schemas.microsoft.com/office/drawing/2014/main" id="{43B42479-24C1-FF3E-D6DD-24C97FEC8596}"/>
                </a:ext>
              </a:extLst>
            </p:cNvPr>
            <p:cNvSpPr/>
            <p:nvPr userDrawn="1"/>
          </p:nvSpPr>
          <p:spPr>
            <a:xfrm>
              <a:off x="-480002" y="2643765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Google Shape;2044;p65">
              <a:extLst>
                <a:ext uri="{FF2B5EF4-FFF2-40B4-BE49-F238E27FC236}">
                  <a16:creationId xmlns:a16="http://schemas.microsoft.com/office/drawing/2014/main" id="{F91FF434-C34F-A97B-71D6-7DB206C7B070}"/>
                </a:ext>
              </a:extLst>
            </p:cNvPr>
            <p:cNvSpPr/>
            <p:nvPr userDrawn="1"/>
          </p:nvSpPr>
          <p:spPr>
            <a:xfrm>
              <a:off x="-766670" y="2466243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Google Shape;2046;p65">
              <a:extLst>
                <a:ext uri="{FF2B5EF4-FFF2-40B4-BE49-F238E27FC236}">
                  <a16:creationId xmlns:a16="http://schemas.microsoft.com/office/drawing/2014/main" id="{CEFB54E8-01BA-475E-6616-ADC8422D1333}"/>
                </a:ext>
              </a:extLst>
            </p:cNvPr>
            <p:cNvSpPr/>
            <p:nvPr userDrawn="1"/>
          </p:nvSpPr>
          <p:spPr>
            <a:xfrm>
              <a:off x="-480002" y="2466243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Google Shape;2044;p65">
              <a:extLst>
                <a:ext uri="{FF2B5EF4-FFF2-40B4-BE49-F238E27FC236}">
                  <a16:creationId xmlns:a16="http://schemas.microsoft.com/office/drawing/2014/main" id="{9E8947A3-CD33-08E6-551F-DBABC6EC775B}"/>
                </a:ext>
              </a:extLst>
            </p:cNvPr>
            <p:cNvSpPr/>
            <p:nvPr userDrawn="1"/>
          </p:nvSpPr>
          <p:spPr>
            <a:xfrm>
              <a:off x="-1434711" y="3574913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Google Shape;2046;p65">
              <a:extLst>
                <a:ext uri="{FF2B5EF4-FFF2-40B4-BE49-F238E27FC236}">
                  <a16:creationId xmlns:a16="http://schemas.microsoft.com/office/drawing/2014/main" id="{031CE37B-8FC4-FCA1-E4E6-4969AE26EF50}"/>
                </a:ext>
              </a:extLst>
            </p:cNvPr>
            <p:cNvSpPr/>
            <p:nvPr userDrawn="1"/>
          </p:nvSpPr>
          <p:spPr>
            <a:xfrm>
              <a:off x="-1148043" y="3574913"/>
              <a:ext cx="283847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Google Shape;2044;p65">
              <a:extLst>
                <a:ext uri="{FF2B5EF4-FFF2-40B4-BE49-F238E27FC236}">
                  <a16:creationId xmlns:a16="http://schemas.microsoft.com/office/drawing/2014/main" id="{3E5993F7-47F6-8956-74EE-31397D322DBC}"/>
                </a:ext>
              </a:extLst>
            </p:cNvPr>
            <p:cNvSpPr/>
            <p:nvPr userDrawn="1"/>
          </p:nvSpPr>
          <p:spPr>
            <a:xfrm>
              <a:off x="-1434711" y="3397391"/>
              <a:ext cx="288176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Google Shape;2046;p65">
              <a:extLst>
                <a:ext uri="{FF2B5EF4-FFF2-40B4-BE49-F238E27FC236}">
                  <a16:creationId xmlns:a16="http://schemas.microsoft.com/office/drawing/2014/main" id="{E2B38AE2-89B5-585C-05E6-8B36F97C2C27}"/>
                </a:ext>
              </a:extLst>
            </p:cNvPr>
            <p:cNvSpPr/>
            <p:nvPr userDrawn="1"/>
          </p:nvSpPr>
          <p:spPr>
            <a:xfrm>
              <a:off x="-1148043" y="3397391"/>
              <a:ext cx="283847" cy="178002"/>
            </a:xfrm>
            <a:prstGeom prst="rect">
              <a:avLst/>
            </a:prstGeom>
            <a:solidFill>
              <a:srgbClr val="99AAB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Google Shape;2044;p65">
              <a:extLst>
                <a:ext uri="{FF2B5EF4-FFF2-40B4-BE49-F238E27FC236}">
                  <a16:creationId xmlns:a16="http://schemas.microsoft.com/office/drawing/2014/main" id="{5E3BA80B-1F79-A0E5-99B3-CD3483B541F1}"/>
                </a:ext>
              </a:extLst>
            </p:cNvPr>
            <p:cNvSpPr/>
            <p:nvPr userDrawn="1"/>
          </p:nvSpPr>
          <p:spPr>
            <a:xfrm>
              <a:off x="-757276" y="3574913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Google Shape;2046;p65">
              <a:extLst>
                <a:ext uri="{FF2B5EF4-FFF2-40B4-BE49-F238E27FC236}">
                  <a16:creationId xmlns:a16="http://schemas.microsoft.com/office/drawing/2014/main" id="{27E3083C-8BAD-A9E4-ABC8-B172A4D11BDE}"/>
                </a:ext>
              </a:extLst>
            </p:cNvPr>
            <p:cNvSpPr/>
            <p:nvPr userDrawn="1"/>
          </p:nvSpPr>
          <p:spPr>
            <a:xfrm>
              <a:off x="-470608" y="3574913"/>
              <a:ext cx="283847" cy="178002"/>
            </a:xfrm>
            <a:prstGeom prst="rect">
              <a:avLst/>
            </a:prstGeom>
            <a:solidFill>
              <a:srgbClr val="33556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Google Shape;2044;p65">
              <a:extLst>
                <a:ext uri="{FF2B5EF4-FFF2-40B4-BE49-F238E27FC236}">
                  <a16:creationId xmlns:a16="http://schemas.microsoft.com/office/drawing/2014/main" id="{6EE9E18F-C701-B314-854D-3C3E43F04FC4}"/>
                </a:ext>
              </a:extLst>
            </p:cNvPr>
            <p:cNvSpPr/>
            <p:nvPr userDrawn="1"/>
          </p:nvSpPr>
          <p:spPr>
            <a:xfrm>
              <a:off x="-757276" y="3397391"/>
              <a:ext cx="288176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Google Shape;2046;p65">
              <a:extLst>
                <a:ext uri="{FF2B5EF4-FFF2-40B4-BE49-F238E27FC236}">
                  <a16:creationId xmlns:a16="http://schemas.microsoft.com/office/drawing/2014/main" id="{4597C2A6-F09A-1CC4-21BC-9BEA35CFB4BE}"/>
                </a:ext>
              </a:extLst>
            </p:cNvPr>
            <p:cNvSpPr/>
            <p:nvPr userDrawn="1"/>
          </p:nvSpPr>
          <p:spPr>
            <a:xfrm>
              <a:off x="-470608" y="3397391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Google Shape;2044;p65">
              <a:extLst>
                <a:ext uri="{FF2B5EF4-FFF2-40B4-BE49-F238E27FC236}">
                  <a16:creationId xmlns:a16="http://schemas.microsoft.com/office/drawing/2014/main" id="{0F6DFE9B-DBB4-E3E7-CCDF-935A9FF28336}"/>
                </a:ext>
              </a:extLst>
            </p:cNvPr>
            <p:cNvSpPr/>
            <p:nvPr userDrawn="1"/>
          </p:nvSpPr>
          <p:spPr>
            <a:xfrm>
              <a:off x="-1444785" y="3108859"/>
              <a:ext cx="288176" cy="178002"/>
            </a:xfrm>
            <a:prstGeom prst="rect">
              <a:avLst/>
            </a:prstGeom>
            <a:solidFill>
              <a:srgbClr val="5E8AB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Google Shape;2046;p65">
              <a:extLst>
                <a:ext uri="{FF2B5EF4-FFF2-40B4-BE49-F238E27FC236}">
                  <a16:creationId xmlns:a16="http://schemas.microsoft.com/office/drawing/2014/main" id="{DA0D66D5-1E52-D2DE-C3D7-04133A587CFA}"/>
                </a:ext>
              </a:extLst>
            </p:cNvPr>
            <p:cNvSpPr/>
            <p:nvPr userDrawn="1"/>
          </p:nvSpPr>
          <p:spPr>
            <a:xfrm>
              <a:off x="-1158117" y="3108859"/>
              <a:ext cx="283847" cy="17800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Google Shape;2044;p65">
              <a:extLst>
                <a:ext uri="{FF2B5EF4-FFF2-40B4-BE49-F238E27FC236}">
                  <a16:creationId xmlns:a16="http://schemas.microsoft.com/office/drawing/2014/main" id="{43396D54-FA55-2839-2C5B-75C418920C2D}"/>
                </a:ext>
              </a:extLst>
            </p:cNvPr>
            <p:cNvSpPr/>
            <p:nvPr userDrawn="1"/>
          </p:nvSpPr>
          <p:spPr>
            <a:xfrm>
              <a:off x="-1444785" y="2931337"/>
              <a:ext cx="288176" cy="178002"/>
            </a:xfrm>
            <a:prstGeom prst="rect">
              <a:avLst/>
            </a:prstGeom>
            <a:solidFill>
              <a:srgbClr val="002B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Google Shape;2046;p65">
              <a:extLst>
                <a:ext uri="{FF2B5EF4-FFF2-40B4-BE49-F238E27FC236}">
                  <a16:creationId xmlns:a16="http://schemas.microsoft.com/office/drawing/2014/main" id="{FA627806-B77D-326A-E1B7-1C2BE4991142}"/>
                </a:ext>
              </a:extLst>
            </p:cNvPr>
            <p:cNvSpPr/>
            <p:nvPr userDrawn="1"/>
          </p:nvSpPr>
          <p:spPr>
            <a:xfrm>
              <a:off x="-1158117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Google Shape;2044;p65">
              <a:extLst>
                <a:ext uri="{FF2B5EF4-FFF2-40B4-BE49-F238E27FC236}">
                  <a16:creationId xmlns:a16="http://schemas.microsoft.com/office/drawing/2014/main" id="{D5B279CD-8810-F776-840C-06A366CBE950}"/>
                </a:ext>
              </a:extLst>
            </p:cNvPr>
            <p:cNvSpPr/>
            <p:nvPr userDrawn="1"/>
          </p:nvSpPr>
          <p:spPr>
            <a:xfrm>
              <a:off x="-763261" y="3108859"/>
              <a:ext cx="288176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Google Shape;2046;p65">
              <a:extLst>
                <a:ext uri="{FF2B5EF4-FFF2-40B4-BE49-F238E27FC236}">
                  <a16:creationId xmlns:a16="http://schemas.microsoft.com/office/drawing/2014/main" id="{BDBA4FCA-0466-1A8E-8F04-F30441809382}"/>
                </a:ext>
              </a:extLst>
            </p:cNvPr>
            <p:cNvSpPr/>
            <p:nvPr userDrawn="1"/>
          </p:nvSpPr>
          <p:spPr>
            <a:xfrm>
              <a:off x="-476593" y="3108859"/>
              <a:ext cx="283847" cy="178002"/>
            </a:xfrm>
            <a:prstGeom prst="rect">
              <a:avLst/>
            </a:prstGeom>
            <a:solidFill>
              <a:srgbClr val="FCD1A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Google Shape;2044;p65">
              <a:extLst>
                <a:ext uri="{FF2B5EF4-FFF2-40B4-BE49-F238E27FC236}">
                  <a16:creationId xmlns:a16="http://schemas.microsoft.com/office/drawing/2014/main" id="{DEAAF9F3-AF0F-73E6-B3C4-AF4B33D9D6A9}"/>
                </a:ext>
              </a:extLst>
            </p:cNvPr>
            <p:cNvSpPr/>
            <p:nvPr userDrawn="1"/>
          </p:nvSpPr>
          <p:spPr>
            <a:xfrm>
              <a:off x="-763261" y="2931337"/>
              <a:ext cx="288176" cy="178002"/>
            </a:xfrm>
            <a:prstGeom prst="rect">
              <a:avLst/>
            </a:prstGeom>
            <a:solidFill>
              <a:srgbClr val="FDE8D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Google Shape;2046;p65">
              <a:extLst>
                <a:ext uri="{FF2B5EF4-FFF2-40B4-BE49-F238E27FC236}">
                  <a16:creationId xmlns:a16="http://schemas.microsoft.com/office/drawing/2014/main" id="{83FA1228-403F-038F-31EF-4EBB214C54BD}"/>
                </a:ext>
              </a:extLst>
            </p:cNvPr>
            <p:cNvSpPr/>
            <p:nvPr userDrawn="1"/>
          </p:nvSpPr>
          <p:spPr>
            <a:xfrm>
              <a:off x="-476593" y="2931337"/>
              <a:ext cx="283847" cy="178002"/>
            </a:xfrm>
            <a:prstGeom prst="rect">
              <a:avLst/>
            </a:prstGeom>
            <a:solidFill>
              <a:srgbClr val="F78C1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Google Shape;2044;p65">
              <a:extLst>
                <a:ext uri="{FF2B5EF4-FFF2-40B4-BE49-F238E27FC236}">
                  <a16:creationId xmlns:a16="http://schemas.microsoft.com/office/drawing/2014/main" id="{B6C961CD-0B0B-0251-2502-95693D13EDB5}"/>
                </a:ext>
              </a:extLst>
            </p:cNvPr>
            <p:cNvSpPr/>
            <p:nvPr userDrawn="1"/>
          </p:nvSpPr>
          <p:spPr>
            <a:xfrm>
              <a:off x="-1432947" y="4040007"/>
              <a:ext cx="288176" cy="178002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Google Shape;2046;p65">
              <a:extLst>
                <a:ext uri="{FF2B5EF4-FFF2-40B4-BE49-F238E27FC236}">
                  <a16:creationId xmlns:a16="http://schemas.microsoft.com/office/drawing/2014/main" id="{477B1E57-8694-E576-0DC9-698A1559CFD6}"/>
                </a:ext>
              </a:extLst>
            </p:cNvPr>
            <p:cNvSpPr/>
            <p:nvPr userDrawn="1"/>
          </p:nvSpPr>
          <p:spPr>
            <a:xfrm>
              <a:off x="-1146278" y="4040007"/>
              <a:ext cx="283847" cy="178002"/>
            </a:xfrm>
            <a:prstGeom prst="rect">
              <a:avLst/>
            </a:prstGeom>
            <a:solidFill>
              <a:srgbClr val="7EA1C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Google Shape;2044;p65">
              <a:extLst>
                <a:ext uri="{FF2B5EF4-FFF2-40B4-BE49-F238E27FC236}">
                  <a16:creationId xmlns:a16="http://schemas.microsoft.com/office/drawing/2014/main" id="{FA1957F1-8B6C-F3C5-728F-722B33DAEB50}"/>
                </a:ext>
              </a:extLst>
            </p:cNvPr>
            <p:cNvSpPr/>
            <p:nvPr userDrawn="1"/>
          </p:nvSpPr>
          <p:spPr>
            <a:xfrm>
              <a:off x="-1432947" y="3862485"/>
              <a:ext cx="288176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Google Shape;2046;p65">
              <a:extLst>
                <a:ext uri="{FF2B5EF4-FFF2-40B4-BE49-F238E27FC236}">
                  <a16:creationId xmlns:a16="http://schemas.microsoft.com/office/drawing/2014/main" id="{DB7A707D-2BA5-1F9D-9B5A-9351EBBEC44F}"/>
                </a:ext>
              </a:extLst>
            </p:cNvPr>
            <p:cNvSpPr/>
            <p:nvPr userDrawn="1"/>
          </p:nvSpPr>
          <p:spPr>
            <a:xfrm>
              <a:off x="-1146278" y="3862485"/>
              <a:ext cx="283847" cy="17800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Google Shape;2044;p65">
              <a:extLst>
                <a:ext uri="{FF2B5EF4-FFF2-40B4-BE49-F238E27FC236}">
                  <a16:creationId xmlns:a16="http://schemas.microsoft.com/office/drawing/2014/main" id="{3253B3C4-D520-A0A3-18C1-81AC802AF831}"/>
                </a:ext>
              </a:extLst>
            </p:cNvPr>
            <p:cNvSpPr/>
            <p:nvPr userDrawn="1"/>
          </p:nvSpPr>
          <p:spPr>
            <a:xfrm>
              <a:off x="-756028" y="4040007"/>
              <a:ext cx="288176" cy="178002"/>
            </a:xfrm>
            <a:prstGeom prst="rect">
              <a:avLst/>
            </a:prstGeom>
            <a:solidFill>
              <a:srgbClr val="DFE8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Google Shape;2046;p65">
              <a:extLst>
                <a:ext uri="{FF2B5EF4-FFF2-40B4-BE49-F238E27FC236}">
                  <a16:creationId xmlns:a16="http://schemas.microsoft.com/office/drawing/2014/main" id="{F0CF77E9-D22B-DE68-B07B-BD01079E50C7}"/>
                </a:ext>
              </a:extLst>
            </p:cNvPr>
            <p:cNvSpPr/>
            <p:nvPr userDrawn="1"/>
          </p:nvSpPr>
          <p:spPr>
            <a:xfrm>
              <a:off x="-469359" y="4040007"/>
              <a:ext cx="283847" cy="178002"/>
            </a:xfrm>
            <a:prstGeom prst="rect">
              <a:avLst/>
            </a:prstGeom>
            <a:solidFill>
              <a:srgbClr val="D7DDE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Google Shape;2044;p65">
              <a:extLst>
                <a:ext uri="{FF2B5EF4-FFF2-40B4-BE49-F238E27FC236}">
                  <a16:creationId xmlns:a16="http://schemas.microsoft.com/office/drawing/2014/main" id="{A95FD43C-A7FF-6F21-6AAA-F801C2023470}"/>
                </a:ext>
              </a:extLst>
            </p:cNvPr>
            <p:cNvSpPr/>
            <p:nvPr userDrawn="1"/>
          </p:nvSpPr>
          <p:spPr>
            <a:xfrm>
              <a:off x="-756028" y="3862485"/>
              <a:ext cx="288176" cy="178002"/>
            </a:xfrm>
            <a:prstGeom prst="rect">
              <a:avLst/>
            </a:prstGeom>
            <a:solidFill>
              <a:srgbClr val="BFD0E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Google Shape;2046;p65">
              <a:extLst>
                <a:ext uri="{FF2B5EF4-FFF2-40B4-BE49-F238E27FC236}">
                  <a16:creationId xmlns:a16="http://schemas.microsoft.com/office/drawing/2014/main" id="{9B5E832F-E96B-9209-82E4-97327B4B8198}"/>
                </a:ext>
              </a:extLst>
            </p:cNvPr>
            <p:cNvSpPr/>
            <p:nvPr userDrawn="1"/>
          </p:nvSpPr>
          <p:spPr>
            <a:xfrm>
              <a:off x="-469359" y="3862485"/>
              <a:ext cx="283847" cy="17800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endParaRPr sz="2489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1" name="Google Shape;4377;p121">
            <a:extLst>
              <a:ext uri="{FF2B5EF4-FFF2-40B4-BE49-F238E27FC236}">
                <a16:creationId xmlns:a16="http://schemas.microsoft.com/office/drawing/2014/main" id="{279768DA-882A-D823-C1B8-21856075E79C}"/>
              </a:ext>
            </a:extLst>
          </p:cNvPr>
          <p:cNvSpPr txBox="1"/>
          <p:nvPr userDrawn="1"/>
        </p:nvSpPr>
        <p:spPr>
          <a:xfrm>
            <a:off x="-1439858" y="3006240"/>
            <a:ext cx="1094391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 err="1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Combinações</a:t>
            </a:r>
            <a:r>
              <a:rPr lang="en-US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 de cores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2" name="Google Shape;4371;p121">
            <a:extLst>
              <a:ext uri="{FF2B5EF4-FFF2-40B4-BE49-F238E27FC236}">
                <a16:creationId xmlns:a16="http://schemas.microsoft.com/office/drawing/2014/main" id="{E1C751E9-E367-B7A2-DA93-24D620B2CFE4}"/>
              </a:ext>
            </a:extLst>
          </p:cNvPr>
          <p:cNvSpPr txBox="1"/>
          <p:nvPr userDrawn="1"/>
        </p:nvSpPr>
        <p:spPr>
          <a:xfrm>
            <a:off x="12403519" y="0"/>
            <a:ext cx="489248" cy="147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800" b="1" i="0">
                <a:solidFill>
                  <a:schemeClr val="tx1"/>
                </a:solidFill>
                <a:latin typeface="Arial Nova Cond" panose="020B0506020202020204" pitchFamily="34" charset="0"/>
                <a:ea typeface="Helvetica Neue"/>
                <a:cs typeface="Helvetica Neue"/>
                <a:sym typeface="Helvetica Neue"/>
              </a:rPr>
              <a:t>Tipografia</a:t>
            </a:r>
            <a:endParaRPr sz="800" b="1" i="0">
              <a:solidFill>
                <a:schemeClr val="tx1"/>
              </a:solidFill>
              <a:latin typeface="Arial Nova Cond" panose="020B0506020202020204" pitchFamily="34" charset="0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529088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2" r:id="rId1"/>
    <p:sldLayoutId id="2147484933" r:id="rId2"/>
    <p:sldLayoutId id="2147484934" r:id="rId3"/>
    <p:sldLayoutId id="2147484935" r:id="rId4"/>
    <p:sldLayoutId id="2147484936" r:id="rId5"/>
    <p:sldLayoutId id="2147484937" r:id="rId6"/>
    <p:sldLayoutId id="2147484938" r:id="rId7"/>
    <p:sldLayoutId id="2147484939" r:id="rId8"/>
    <p:sldLayoutId id="2147484940" r:id="rId9"/>
    <p:sldLayoutId id="2147484941" r:id="rId10"/>
    <p:sldLayoutId id="2147484942" r:id="rId11"/>
    <p:sldLayoutId id="2147484943" r:id="rId12"/>
    <p:sldLayoutId id="2147484944" r:id="rId13"/>
    <p:sldLayoutId id="2147484945" r:id="rId14"/>
    <p:sldLayoutId id="2147484946" r:id="rId15"/>
  </p:sldLayoutIdLst>
  <p:hf hdr="0" ftr="0" dt="0"/>
  <p:txStyles>
    <p:titleStyle>
      <a:lvl1pPr algn="l" defTabSz="91432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1" indent="-228581" algn="l" defTabSz="91432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74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0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67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29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90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53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14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76" indent="-228581" algn="l" defTabSz="91432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2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24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86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47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10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71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33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95" algn="l" defTabSz="91432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36">
          <p15:clr>
            <a:srgbClr val="F26B43"/>
          </p15:clr>
        </p15:guide>
        <p15:guide id="2" pos="294">
          <p15:clr>
            <a:srgbClr val="F26B43"/>
          </p15:clr>
        </p15:guide>
        <p15:guide id="3">
          <p15:clr>
            <a:srgbClr val="F26B43"/>
          </p15:clr>
        </p15:guide>
        <p15:guide id="4" orient="horz" pos="4020">
          <p15:clr>
            <a:srgbClr val="F26B43"/>
          </p15:clr>
        </p15:guide>
        <p15:guide id="6" orient="horz" pos="4320">
          <p15:clr>
            <a:srgbClr val="F26B43"/>
          </p15:clr>
        </p15:guide>
        <p15:guide id="7" orient="horz" pos="2160">
          <p15:clr>
            <a:srgbClr val="F26B43"/>
          </p15:clr>
        </p15:guide>
        <p15:guide id="8" orient="horz" pos="2024">
          <p15:clr>
            <a:srgbClr val="F26B43"/>
          </p15:clr>
        </p15:guide>
        <p15:guide id="9" pos="7386">
          <p15:clr>
            <a:srgbClr val="F26B43"/>
          </p15:clr>
        </p15:guide>
        <p15:guide id="11" pos="3987">
          <p15:clr>
            <a:srgbClr val="F26B43"/>
          </p15:clr>
        </p15:guide>
        <p15:guide id="12" pos="5540">
          <p15:clr>
            <a:srgbClr val="F26B43"/>
          </p15:clr>
        </p15:guide>
        <p15:guide id="13" orient="horz">
          <p15:clr>
            <a:srgbClr val="F26B43"/>
          </p15:clr>
        </p15:guide>
        <p15:guide id="14" pos="3692">
          <p15:clr>
            <a:srgbClr val="F26B43"/>
          </p15:clr>
        </p15:guide>
        <p15:guide id="15" pos="5688">
          <p15:clr>
            <a:srgbClr val="F26B43"/>
          </p15:clr>
        </p15:guide>
        <p15:guide id="17" pos="2140">
          <p15:clr>
            <a:srgbClr val="F26B43"/>
          </p15:clr>
        </p15:guide>
        <p15:guide id="19" pos="1845">
          <p15:clr>
            <a:srgbClr val="F26B43"/>
          </p15:clr>
        </p15:guide>
        <p15:guide id="20" pos="1992">
          <p15:clr>
            <a:srgbClr val="F26B43"/>
          </p15:clr>
        </p15:guide>
        <p15:guide id="21" pos="3840">
          <p15:clr>
            <a:srgbClr val="F26B43"/>
          </p15:clr>
        </p15:guide>
        <p15:guide id="22" orient="horz" pos="2296">
          <p15:clr>
            <a:srgbClr val="F26B43"/>
          </p15:clr>
        </p15:guide>
        <p15:guide id="23" orient="horz" pos="1071">
          <p15:clr>
            <a:srgbClr val="F26B43"/>
          </p15:clr>
        </p15:guide>
        <p15:guide id="24" orient="horz" pos="2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6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7.xml"/><Relationship Id="rId5" Type="http://schemas.openxmlformats.org/officeDocument/2006/relationships/image" Target="../media/image17.svg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8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18.emf"/><Relationship Id="rId4" Type="http://schemas.openxmlformats.org/officeDocument/2006/relationships/tags" Target="../tags/tag12.xml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6.xml"/><Relationship Id="rId1" Type="http://schemas.openxmlformats.org/officeDocument/2006/relationships/tags" Target="../tags/tag15.xml"/><Relationship Id="rId4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6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7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8.xml"/><Relationship Id="rId5" Type="http://schemas.openxmlformats.org/officeDocument/2006/relationships/image" Target="../media/image17.svg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9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3" Type="http://schemas.openxmlformats.org/officeDocument/2006/relationships/tags" Target="../tags/tag22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10" Type="http://schemas.openxmlformats.org/officeDocument/2006/relationships/image" Target="../media/image18.emf"/><Relationship Id="rId4" Type="http://schemas.openxmlformats.org/officeDocument/2006/relationships/tags" Target="../tags/tag23.xml"/><Relationship Id="rId9" Type="http://schemas.openxmlformats.org/officeDocument/2006/relationships/oleObject" Target="../embeddings/oleObject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26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7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28.xml"/><Relationship Id="rId5" Type="http://schemas.openxmlformats.org/officeDocument/2006/relationships/image" Target="../media/image17.svg"/><Relationship Id="rId4" Type="http://schemas.openxmlformats.org/officeDocument/2006/relationships/image" Target="../media/image9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29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3" Type="http://schemas.openxmlformats.org/officeDocument/2006/relationships/tags" Target="../tags/tag32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10" Type="http://schemas.openxmlformats.org/officeDocument/2006/relationships/image" Target="../media/image18.emf"/><Relationship Id="rId4" Type="http://schemas.openxmlformats.org/officeDocument/2006/relationships/tags" Target="../tags/tag33.xml"/><Relationship Id="rId9" Type="http://schemas.openxmlformats.org/officeDocument/2006/relationships/oleObject" Target="../embeddings/oleObject6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6.xml"/><Relationship Id="rId1" Type="http://schemas.openxmlformats.org/officeDocument/2006/relationships/tags" Target="../tags/tag36.xml"/><Relationship Id="rId4" Type="http://schemas.openxmlformats.org/officeDocument/2006/relationships/image" Target="../media/image25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37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38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39.xml"/><Relationship Id="rId5" Type="http://schemas.openxmlformats.org/officeDocument/2006/relationships/image" Target="../media/image17.svg"/><Relationship Id="rId4" Type="http://schemas.openxmlformats.org/officeDocument/2006/relationships/image" Target="../media/image9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40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3" Type="http://schemas.openxmlformats.org/officeDocument/2006/relationships/tags" Target="../tags/tag43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10" Type="http://schemas.openxmlformats.org/officeDocument/2006/relationships/image" Target="../media/image18.emf"/><Relationship Id="rId4" Type="http://schemas.openxmlformats.org/officeDocument/2006/relationships/tags" Target="../tags/tag44.xml"/><Relationship Id="rId9" Type="http://schemas.openxmlformats.org/officeDocument/2006/relationships/oleObject" Target="../embeddings/oleObject6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47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48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49.xml"/><Relationship Id="rId5" Type="http://schemas.openxmlformats.org/officeDocument/2006/relationships/image" Target="../media/image17.svg"/><Relationship Id="rId4" Type="http://schemas.openxmlformats.org/officeDocument/2006/relationships/image" Target="../media/image9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50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3" Type="http://schemas.openxmlformats.org/officeDocument/2006/relationships/tags" Target="../tags/tag53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10" Type="http://schemas.openxmlformats.org/officeDocument/2006/relationships/image" Target="../media/image18.emf"/><Relationship Id="rId4" Type="http://schemas.openxmlformats.org/officeDocument/2006/relationships/tags" Target="../tags/tag54.xml"/><Relationship Id="rId9" Type="http://schemas.openxmlformats.org/officeDocument/2006/relationships/oleObject" Target="../embeddings/oleObject6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7.x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7.bin"/><Relationship Id="rId4" Type="http://schemas.microsoft.com/office/2018/10/relationships/comments" Target="../comments/modernComment_129_ACA06AE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8.xml"/><Relationship Id="rId4" Type="http://schemas.openxmlformats.org/officeDocument/2006/relationships/image" Target="../media/image9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59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60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61.xml"/><Relationship Id="rId5" Type="http://schemas.openxmlformats.org/officeDocument/2006/relationships/image" Target="../media/image17.svg"/><Relationship Id="rId4" Type="http://schemas.openxmlformats.org/officeDocument/2006/relationships/image" Target="../media/image9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6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4.xml"/><Relationship Id="rId3" Type="http://schemas.openxmlformats.org/officeDocument/2006/relationships/tags" Target="../tags/tag65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10" Type="http://schemas.openxmlformats.org/officeDocument/2006/relationships/image" Target="../media/image18.emf"/><Relationship Id="rId4" Type="http://schemas.openxmlformats.org/officeDocument/2006/relationships/tags" Target="../tags/tag66.xml"/><Relationship Id="rId9" Type="http://schemas.openxmlformats.org/officeDocument/2006/relationships/oleObject" Target="../embeddings/oleObject6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3.xml"/><Relationship Id="rId4" Type="http://schemas.openxmlformats.org/officeDocument/2006/relationships/image" Target="../media/image2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69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70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71.xml"/><Relationship Id="rId5" Type="http://schemas.openxmlformats.org/officeDocument/2006/relationships/image" Target="../media/image17.svg"/><Relationship Id="rId4" Type="http://schemas.openxmlformats.org/officeDocument/2006/relationships/image" Target="../media/image9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7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3" Type="http://schemas.openxmlformats.org/officeDocument/2006/relationships/tags" Target="../tags/tag75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10" Type="http://schemas.openxmlformats.org/officeDocument/2006/relationships/image" Target="../media/image18.emf"/><Relationship Id="rId4" Type="http://schemas.openxmlformats.org/officeDocument/2006/relationships/tags" Target="../tags/tag76.xml"/><Relationship Id="rId9" Type="http://schemas.openxmlformats.org/officeDocument/2006/relationships/oleObject" Target="../embeddings/oleObject6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79.xml"/><Relationship Id="rId4" Type="http://schemas.openxmlformats.org/officeDocument/2006/relationships/image" Target="../media/image9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0.bin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81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82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83.xml"/><Relationship Id="rId5" Type="http://schemas.openxmlformats.org/officeDocument/2006/relationships/image" Target="../media/image17.svg"/><Relationship Id="rId4" Type="http://schemas.openxmlformats.org/officeDocument/2006/relationships/image" Target="../media/image9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84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4.xml"/><Relationship Id="rId3" Type="http://schemas.openxmlformats.org/officeDocument/2006/relationships/tags" Target="../tags/tag87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10" Type="http://schemas.openxmlformats.org/officeDocument/2006/relationships/image" Target="../media/image18.emf"/><Relationship Id="rId4" Type="http://schemas.openxmlformats.org/officeDocument/2006/relationships/tags" Target="../tags/tag88.xml"/><Relationship Id="rId9" Type="http://schemas.openxmlformats.org/officeDocument/2006/relationships/oleObject" Target="../embeddings/oleObject6.bin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1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28.xml"/><Relationship Id="rId1" Type="http://schemas.openxmlformats.org/officeDocument/2006/relationships/tags" Target="../tags/tag92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1.bin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9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93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4.xml"/><Relationship Id="rId5" Type="http://schemas.openxmlformats.org/officeDocument/2006/relationships/image" Target="../media/image17.svg"/><Relationship Id="rId4" Type="http://schemas.openxmlformats.org/officeDocument/2006/relationships/image" Target="../media/image9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95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9.xml"/><Relationship Id="rId3" Type="http://schemas.openxmlformats.org/officeDocument/2006/relationships/tags" Target="../tags/tag98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10" Type="http://schemas.openxmlformats.org/officeDocument/2006/relationships/image" Target="../media/image18.emf"/><Relationship Id="rId4" Type="http://schemas.openxmlformats.org/officeDocument/2006/relationships/tags" Target="../tags/tag99.xml"/><Relationship Id="rId9" Type="http://schemas.openxmlformats.org/officeDocument/2006/relationships/oleObject" Target="../embeddings/oleObject6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7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13" Type="http://schemas.openxmlformats.org/officeDocument/2006/relationships/image" Target="../media/image44.jpeg"/><Relationship Id="rId3" Type="http://schemas.openxmlformats.org/officeDocument/2006/relationships/image" Target="../media/image34.jpeg"/><Relationship Id="rId7" Type="http://schemas.openxmlformats.org/officeDocument/2006/relationships/image" Target="../media/image38.jpeg"/><Relationship Id="rId12" Type="http://schemas.openxmlformats.org/officeDocument/2006/relationships/image" Target="../media/image43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7.xml"/><Relationship Id="rId6" Type="http://schemas.openxmlformats.org/officeDocument/2006/relationships/image" Target="../media/image37.jpeg"/><Relationship Id="rId11" Type="http://schemas.openxmlformats.org/officeDocument/2006/relationships/image" Target="../media/image42.jpeg"/><Relationship Id="rId5" Type="http://schemas.openxmlformats.org/officeDocument/2006/relationships/image" Target="../media/image36.jpeg"/><Relationship Id="rId10" Type="http://schemas.openxmlformats.org/officeDocument/2006/relationships/image" Target="../media/image41.jpeg"/><Relationship Id="rId4" Type="http://schemas.openxmlformats.org/officeDocument/2006/relationships/image" Target="../media/image35.jpeg"/><Relationship Id="rId9" Type="http://schemas.openxmlformats.org/officeDocument/2006/relationships/image" Target="../media/image40.jpeg"/><Relationship Id="rId14" Type="http://schemas.openxmlformats.org/officeDocument/2006/relationships/image" Target="../media/image45.jpe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13" Type="http://schemas.openxmlformats.org/officeDocument/2006/relationships/image" Target="../media/image56.jpeg"/><Relationship Id="rId18" Type="http://schemas.openxmlformats.org/officeDocument/2006/relationships/image" Target="../media/image61.jpeg"/><Relationship Id="rId26" Type="http://schemas.openxmlformats.org/officeDocument/2006/relationships/image" Target="../media/image69.jpeg"/><Relationship Id="rId3" Type="http://schemas.openxmlformats.org/officeDocument/2006/relationships/image" Target="../media/image46.jpeg"/><Relationship Id="rId21" Type="http://schemas.openxmlformats.org/officeDocument/2006/relationships/image" Target="../media/image64.jpeg"/><Relationship Id="rId7" Type="http://schemas.openxmlformats.org/officeDocument/2006/relationships/image" Target="../media/image50.jpeg"/><Relationship Id="rId12" Type="http://schemas.openxmlformats.org/officeDocument/2006/relationships/image" Target="../media/image55.jpeg"/><Relationship Id="rId17" Type="http://schemas.openxmlformats.org/officeDocument/2006/relationships/image" Target="../media/image60.jpeg"/><Relationship Id="rId25" Type="http://schemas.openxmlformats.org/officeDocument/2006/relationships/image" Target="../media/image68.jpe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59.jpeg"/><Relationship Id="rId20" Type="http://schemas.openxmlformats.org/officeDocument/2006/relationships/image" Target="../media/image63.jpeg"/><Relationship Id="rId1" Type="http://schemas.openxmlformats.org/officeDocument/2006/relationships/slideLayout" Target="../slideLayouts/slideLayout127.xml"/><Relationship Id="rId6" Type="http://schemas.openxmlformats.org/officeDocument/2006/relationships/image" Target="../media/image49.jpeg"/><Relationship Id="rId11" Type="http://schemas.openxmlformats.org/officeDocument/2006/relationships/image" Target="../media/image54.jpeg"/><Relationship Id="rId24" Type="http://schemas.openxmlformats.org/officeDocument/2006/relationships/image" Target="../media/image67.jpeg"/><Relationship Id="rId5" Type="http://schemas.openxmlformats.org/officeDocument/2006/relationships/image" Target="../media/image48.jpeg"/><Relationship Id="rId15" Type="http://schemas.openxmlformats.org/officeDocument/2006/relationships/image" Target="../media/image58.jpeg"/><Relationship Id="rId23" Type="http://schemas.openxmlformats.org/officeDocument/2006/relationships/image" Target="../media/image66.jpeg"/><Relationship Id="rId10" Type="http://schemas.openxmlformats.org/officeDocument/2006/relationships/image" Target="../media/image53.jpeg"/><Relationship Id="rId19" Type="http://schemas.openxmlformats.org/officeDocument/2006/relationships/image" Target="../media/image62.jpeg"/><Relationship Id="rId4" Type="http://schemas.openxmlformats.org/officeDocument/2006/relationships/image" Target="../media/image47.jpeg"/><Relationship Id="rId9" Type="http://schemas.openxmlformats.org/officeDocument/2006/relationships/image" Target="../media/image52.jpeg"/><Relationship Id="rId14" Type="http://schemas.openxmlformats.org/officeDocument/2006/relationships/image" Target="../media/image57.jpeg"/><Relationship Id="rId22" Type="http://schemas.openxmlformats.org/officeDocument/2006/relationships/image" Target="../media/image65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54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03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4.xml"/><Relationship Id="rId5" Type="http://schemas.openxmlformats.org/officeDocument/2006/relationships/image" Target="../media/image17.svg"/><Relationship Id="rId4" Type="http://schemas.openxmlformats.org/officeDocument/2006/relationships/image" Target="../media/image9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05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5.bin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6.xml"/><Relationship Id="rId3" Type="http://schemas.openxmlformats.org/officeDocument/2006/relationships/tags" Target="../tags/tag108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image" Target="../media/image18.emf"/><Relationship Id="rId5" Type="http://schemas.openxmlformats.org/officeDocument/2006/relationships/tags" Target="../tags/tag110.xml"/><Relationship Id="rId10" Type="http://schemas.openxmlformats.org/officeDocument/2006/relationships/oleObject" Target="../embeddings/oleObject6.bin"/><Relationship Id="rId4" Type="http://schemas.openxmlformats.org/officeDocument/2006/relationships/tags" Target="../tags/tag109.xml"/><Relationship Id="rId9" Type="http://schemas.microsoft.com/office/2018/10/relationships/comments" Target="../comments/modernComment_104_9DE97999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58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113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oleObject" Target="../embeddings/oleObject12.bin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4.xml"/><Relationship Id="rId5" Type="http://schemas.openxmlformats.org/officeDocument/2006/relationships/image" Target="../media/image17.svg"/><Relationship Id="rId4" Type="http://schemas.openxmlformats.org/officeDocument/2006/relationships/image" Target="../media/image9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15.x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4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0.xml"/><Relationship Id="rId3" Type="http://schemas.openxmlformats.org/officeDocument/2006/relationships/tags" Target="../tags/tag118.xml"/><Relationship Id="rId7" Type="http://schemas.openxmlformats.org/officeDocument/2006/relationships/slideLayout" Target="../slideLayouts/slideLayout54.xml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10" Type="http://schemas.openxmlformats.org/officeDocument/2006/relationships/image" Target="../media/image18.emf"/><Relationship Id="rId4" Type="http://schemas.openxmlformats.org/officeDocument/2006/relationships/tags" Target="../tags/tag119.xml"/><Relationship Id="rId9" Type="http://schemas.openxmlformats.org/officeDocument/2006/relationships/oleObject" Target="../embeddings/oleObject15.bin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oleObject" Target="../embeddings/oleObject16.bin"/><Relationship Id="rId7" Type="http://schemas.openxmlformats.org/officeDocument/2006/relationships/image" Target="../media/image71.png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2.xml"/><Relationship Id="rId6" Type="http://schemas.openxmlformats.org/officeDocument/2006/relationships/image" Target="../media/image70.png"/><Relationship Id="rId5" Type="http://schemas.openxmlformats.org/officeDocument/2006/relationships/image" Target="../media/image21.png"/><Relationship Id="rId4" Type="http://schemas.openxmlformats.org/officeDocument/2006/relationships/image" Target="../media/image9.emf"/><Relationship Id="rId9" Type="http://schemas.openxmlformats.org/officeDocument/2006/relationships/image" Target="../media/image73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3.xml"/><Relationship Id="rId1" Type="http://schemas.openxmlformats.org/officeDocument/2006/relationships/tags" Target="../tags/tag123.xml"/><Relationship Id="rId4" Type="http://schemas.openxmlformats.org/officeDocument/2006/relationships/image" Target="../media/image9.emf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24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7.bin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tags" Target="../tags/tag127.xml"/><Relationship Id="rId7" Type="http://schemas.openxmlformats.org/officeDocument/2006/relationships/notesSlide" Target="../notesSlides/notesSlide62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slideLayout" Target="../slideLayouts/slideLayout54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9" Type="http://schemas.openxmlformats.org/officeDocument/2006/relationships/image" Target="../media/image18.e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0.xml"/><Relationship Id="rId5" Type="http://schemas.openxmlformats.org/officeDocument/2006/relationships/image" Target="../media/image17.svg"/><Relationship Id="rId4" Type="http://schemas.openxmlformats.org/officeDocument/2006/relationships/image" Target="../media/image18.emf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oleObject" Target="../embeddings/oleObject18.bin"/><Relationship Id="rId7" Type="http://schemas.openxmlformats.org/officeDocument/2006/relationships/image" Target="../media/image76.svg"/><Relationship Id="rId2" Type="http://schemas.openxmlformats.org/officeDocument/2006/relationships/slideLayout" Target="../slideLayouts/slideLayout54.xml"/><Relationship Id="rId1" Type="http://schemas.openxmlformats.org/officeDocument/2006/relationships/tags" Target="../tags/tag131.xml"/><Relationship Id="rId6" Type="http://schemas.openxmlformats.org/officeDocument/2006/relationships/image" Target="../media/image75.svg"/><Relationship Id="rId5" Type="http://schemas.openxmlformats.org/officeDocument/2006/relationships/image" Target="../media/image74.svg"/><Relationship Id="rId4" Type="http://schemas.openxmlformats.org/officeDocument/2006/relationships/image" Target="../media/image18.emf"/><Relationship Id="rId9" Type="http://schemas.openxmlformats.org/officeDocument/2006/relationships/image" Target="../media/image7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0">
          <a:extLst>
            <a:ext uri="{FF2B5EF4-FFF2-40B4-BE49-F238E27FC236}">
              <a16:creationId xmlns:a16="http://schemas.microsoft.com/office/drawing/2014/main" id="{A59AA7FE-F9FE-BE5D-2EAB-8E2D4CAC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9DC3D25B-2252-D033-AD6E-90DAD839E31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C3D25B-2252-D033-AD6E-90DAD839E3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D52A931A-F75E-6674-A4AF-233F6B927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C10D46-60C2-EBD7-8F8C-F293F3BC29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9F752-DB49-D8F3-86E1-7DA308A8C4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30 de Setembro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6D1D9F2D-7AFC-D3A8-9F6F-E7AD3A4C6773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635B3821-E28F-5146-E22C-F16B6F8E61F1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8114AD62-E8D2-380F-484D-BE5F59729B3C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5EDC2-5A88-184B-EC2E-1BFD47B5B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F9CBAF62-124F-6890-5E99-2691B166D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BA1523D5-D263-7231-B6A8-486F8F27D81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AAF9FAFF-C4C6-7004-F571-D58DBAAE46DB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Gestor</a:t>
            </a:r>
          </a:p>
        </p:txBody>
      </p:sp>
    </p:spTree>
    <p:extLst>
      <p:ext uri="{BB962C8B-B14F-4D97-AF65-F5344CB8AC3E}">
        <p14:creationId xmlns:p14="http://schemas.microsoft.com/office/powerpoint/2010/main" val="454267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1486A7-BDDD-EDEB-34DD-C86BC96E2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1FE1B638-1B29-D8C5-8FAC-6346051B891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1B638-1B29-D8C5-8FAC-6346051B89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D8F540-71EF-E6A2-8C56-DA68DE3D9F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5B7F22D-6BC7-A258-9479-77AE94DBF3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CA5F9EB5-ABBD-A161-8DBF-94F4CFA20AE3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80D2F90-6EF4-6B9C-F96A-69DBB634A101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5F8A02F1-8612-18E4-5AAF-829AF9D22D4F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00C1FA5D-40E7-0ECE-5825-C3552FB1D265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891265CE-EFDB-7AAF-A1F3-F4017C3336D1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D1701616-98F2-2FDC-0FF1-9667CAFF8544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5909032A-7701-04E8-5946-BBB8EBAFCCBD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BB61776E-A7D5-5408-8F9C-47E3BA57AB7E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665AA997-5C35-85BC-BF96-DA8D4BA0F3C1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4475164C-53FC-D4FB-FF2D-70286939968D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D03AA448-16A9-7AEA-F700-71D45D6EA977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244694EE-F552-36F6-175D-FEA0158056C6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B12258C2-8951-B404-B050-858B4EF94CB9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F1AF6C69-4CB4-1589-6DC8-4FE088C9C521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A745AFA7-13E8-A6DC-90A1-7F09DB241AF3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B660B221-7BBE-3466-6ED7-EB84F9AEDCD7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52A7E8F4-B16D-AEC1-BC5E-641D39950902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26C4D91A-E33D-18AC-7532-252BE76DD7C6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9BF1EF66-0913-214B-7A43-EB218792F5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F5FDCA8E-BD43-4F58-0369-89B6C4D443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E112B9A7-24B0-CFF2-FB29-6D172DEAE7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593A019B-85E9-E000-B6AB-6717AF2C62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8A04EA6A-87EA-0316-2790-F5084D84D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683E29DE-8F0B-5B56-9BAB-D16B533186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649D9660-AF5E-BF73-77D8-4D66AD84F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8C170BC3-F878-2C32-714B-0CBA96FE50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CFCA19BB-A9B6-E9C5-8156-2867136AD1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8DA6D7BF-7808-1C94-E9B4-F1A8A1DB43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82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B93D1-A893-3D0B-B3B5-E4A132FE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CD96CA34-D6B7-93A8-30ED-DDEDBDCACA77}"/>
              </a:ext>
            </a:extLst>
          </p:cNvPr>
          <p:cNvGraphicFramePr>
            <a:graphicFrameLocks noGrp="1"/>
          </p:cNvGraphicFramePr>
          <p:nvPr/>
        </p:nvGraphicFramePr>
        <p:xfrm>
          <a:off x="372000" y="1043929"/>
          <a:ext cx="11448000" cy="5432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estratégico -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>
                          <a:latin typeface="Arial Nova Cond" panose="020B0506020202020204" pitchFamily="34" charset="0"/>
                        </a:rPr>
                        <a:t>Monitoramento, ajustes e transferência </a:t>
                      </a:r>
                      <a:r>
                        <a:rPr lang="pt-BR" sz="1200">
                          <a:latin typeface="Arial Nova Cond" panose="020B0506020202020204" pitchFamily="34" charset="0"/>
                        </a:rPr>
                        <a:t>(aderência aos fóruns, clareza de papéis, uso de ferramentas e interfaces)</a:t>
                      </a:r>
                      <a:endParaRPr lang="pt-BR" sz="12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337588"/>
                  </a:ext>
                </a:extLst>
              </a:tr>
            </a:tbl>
          </a:graphicData>
        </a:graphic>
      </p:graphicFrame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24A61D35-B957-DDDF-5E2D-4FA9EE84689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A61D35-B957-DDDF-5E2D-4FA9EE8468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9FF46A-107B-49CF-A791-9E1DABAF0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BC669A-4CBF-C361-7F74-D210F6362C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B4983A-B3A9-1F4F-6F63-D2432E6A9A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C214737-EA72-B8B7-25F8-E405175E32A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F2AA04-20A8-2687-C298-D87ABD2EB5DA}"/>
              </a:ext>
            </a:extLst>
          </p:cNvPr>
          <p:cNvCxnSpPr>
            <a:cxnSpLocks/>
          </p:cNvCxnSpPr>
          <p:nvPr/>
        </p:nvCxnSpPr>
        <p:spPr>
          <a:xfrm>
            <a:off x="5731038" y="1731410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3C200F-8880-AB14-D1D1-C141C63E004D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47BBE57-36DF-350F-78DA-711B88CD686B}"/>
              </a:ext>
            </a:extLst>
          </p:cNvPr>
          <p:cNvCxnSpPr>
            <a:cxnSpLocks/>
          </p:cNvCxnSpPr>
          <p:nvPr/>
        </p:nvCxnSpPr>
        <p:spPr>
          <a:xfrm>
            <a:off x="9956036" y="1731408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F437CBAE-480E-F9B9-52B9-43B1CF740CED}"/>
              </a:ext>
            </a:extLst>
          </p:cNvPr>
          <p:cNvSpPr/>
          <p:nvPr/>
        </p:nvSpPr>
        <p:spPr bwMode="auto">
          <a:xfrm>
            <a:off x="5825620" y="3832026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436C1C8D-50B2-F406-2D97-09E8A3973E81}"/>
              </a:ext>
            </a:extLst>
          </p:cNvPr>
          <p:cNvSpPr/>
          <p:nvPr/>
        </p:nvSpPr>
        <p:spPr bwMode="auto">
          <a:xfrm>
            <a:off x="8287625" y="5132187"/>
            <a:ext cx="2556000" cy="1872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D5A5DBC1-5A18-FF75-95AD-3693558907CC}"/>
              </a:ext>
            </a:extLst>
          </p:cNvPr>
          <p:cNvSpPr/>
          <p:nvPr/>
        </p:nvSpPr>
        <p:spPr bwMode="auto">
          <a:xfrm>
            <a:off x="4566466" y="2918453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514A72A5-204E-20AF-133B-B25310D59575}"/>
              </a:ext>
            </a:extLst>
          </p:cNvPr>
          <p:cNvSpPr/>
          <p:nvPr/>
        </p:nvSpPr>
        <p:spPr bwMode="auto">
          <a:xfrm>
            <a:off x="4749831" y="5641727"/>
            <a:ext cx="6480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FDB87BA-65B3-3C0D-13A4-A32647D4FF22}"/>
              </a:ext>
            </a:extLst>
          </p:cNvPr>
          <p:cNvSpPr/>
          <p:nvPr/>
        </p:nvSpPr>
        <p:spPr bwMode="auto">
          <a:xfrm>
            <a:off x="4566467" y="233160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C5E4E64E-2589-E3C7-B8DB-4665D139D078}"/>
              </a:ext>
            </a:extLst>
          </p:cNvPr>
          <p:cNvSpPr/>
          <p:nvPr/>
        </p:nvSpPr>
        <p:spPr bwMode="auto">
          <a:xfrm>
            <a:off x="4566468" y="173208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8">
            <a:extLst>
              <a:ext uri="{FF2B5EF4-FFF2-40B4-BE49-F238E27FC236}">
                <a16:creationId xmlns:a16="http://schemas.microsoft.com/office/drawing/2014/main" id="{386F282B-F400-902D-2E57-F4A3E75B6873}"/>
              </a:ext>
            </a:extLst>
          </p:cNvPr>
          <p:cNvSpPr/>
          <p:nvPr/>
        </p:nvSpPr>
        <p:spPr bwMode="auto">
          <a:xfrm>
            <a:off x="7418558" y="4228483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" name="Retângulo: Cantos Arredondados 18">
            <a:extLst>
              <a:ext uri="{FF2B5EF4-FFF2-40B4-BE49-F238E27FC236}">
                <a16:creationId xmlns:a16="http://schemas.microsoft.com/office/drawing/2014/main" id="{3CC5132D-4EFA-F959-C6E4-2D2E6CEEF4A4}"/>
              </a:ext>
            </a:extLst>
          </p:cNvPr>
          <p:cNvSpPr/>
          <p:nvPr/>
        </p:nvSpPr>
        <p:spPr bwMode="auto">
          <a:xfrm>
            <a:off x="9055974" y="4682848"/>
            <a:ext cx="2700000" cy="1872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16">
            <a:extLst>
              <a:ext uri="{FF2B5EF4-FFF2-40B4-BE49-F238E27FC236}">
                <a16:creationId xmlns:a16="http://schemas.microsoft.com/office/drawing/2014/main" id="{EA529D63-185C-1AE2-AB1B-4CD715D9FDC0}"/>
              </a:ext>
            </a:extLst>
          </p:cNvPr>
          <p:cNvSpPr/>
          <p:nvPr/>
        </p:nvSpPr>
        <p:spPr bwMode="auto">
          <a:xfrm>
            <a:off x="8482700" y="6157101"/>
            <a:ext cx="3240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0B33EF12-CE60-D024-C900-A39A309C5D84}"/>
              </a:ext>
            </a:extLst>
          </p:cNvPr>
          <p:cNvGrpSpPr/>
          <p:nvPr/>
        </p:nvGrpSpPr>
        <p:grpSpPr>
          <a:xfrm>
            <a:off x="9239811" y="1693944"/>
            <a:ext cx="883575" cy="5160623"/>
            <a:chOff x="2158786" y="1504831"/>
            <a:chExt cx="883575" cy="5406397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7FD9089F-AF41-AB04-DAA4-FA14F77148AB}"/>
                </a:ext>
              </a:extLst>
            </p:cNvPr>
            <p:cNvSpPr txBox="1"/>
            <p:nvPr/>
          </p:nvSpPr>
          <p:spPr>
            <a:xfrm>
              <a:off x="2158786" y="6635097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C509DED1-C1D0-CCC7-B145-F63782F9C589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FD35ED36-5AB9-AB46-6489-61876DAAE272}"/>
              </a:ext>
            </a:extLst>
          </p:cNvPr>
          <p:cNvSpPr/>
          <p:nvPr/>
        </p:nvSpPr>
        <p:spPr bwMode="auto">
          <a:xfrm>
            <a:off x="4566467" y="3364329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468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B4BEB-CE4B-BE5E-9950-BAE2711EE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4730181D-7171-84BC-A88D-35D18F5A888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30181D-7171-84BC-A88D-35D18F5A88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1F4F1C-61AB-50D2-6F80-EF9F29F643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296272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2D2418-DCDC-167F-2A3B-164F9DFDD7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701" y="684701"/>
            <a:ext cx="11254186" cy="186823"/>
          </a:xfrm>
        </p:spPr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8E3C5D1-C396-7C77-4DC0-D4334D40FD8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330200"/>
            <a:ext cx="11251289" cy="242369"/>
          </a:xfrm>
        </p:spPr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971080F-F520-0945-BF43-245634DBB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5453658"/>
              </p:ext>
            </p:extLst>
          </p:nvPr>
        </p:nvGraphicFramePr>
        <p:xfrm>
          <a:off x="469562" y="1196839"/>
          <a:ext cx="11251288" cy="508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73569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32000">
                <a:tc rowSpan="6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Configuração do Azure Devops (ambiente de homologação)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Treinamento de Arquitetura de Modelos Eletroenergéticos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Sessões: 23 e 28/09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Workshop FEG - 4º Sessão com foco em Captação Orçamentária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29/09 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52024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Definição das demandas que serão conduzidas pelas Comunidades Técnicas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08/10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610269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Validação do Azure Devops e tombamento para o ambiente de Produção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09/10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Validação do ambiente de homologação até 02/10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1433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 err="1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Kick</a:t>
                      </a: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 off do ciclo da Captação Orçamentária (Gerentes e Líderes)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09/10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166617"/>
                  </a:ext>
                </a:extLst>
              </a:tr>
              <a:tr h="455948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Construção de Toolkits para incorporar ao Guia de Bolso Interativo, disponibilizando soluções padronizadas e reutilizáveis (apresentações, produtos digitais e sistemas customizados)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276487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Construção e validação do comunicado para as áreas de negócio formalizando os Representantes de Negócio e responsabilidades (Comunidades de Entrega e Técnica)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29/09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Envio para Gerencias Executivas, Gerências e Representantes de Negócio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77314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Publicação do treinamento Arquitetura de Modelos Eletroenergéticos na plataforma de e-learning do ONS Educa+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05/10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311997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Mapa de adoção aos comportamentos esperados perante ao Modelo de Operação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Check points semanais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C205EA4-F7D2-7E41-EAAB-590787120489}"/>
              </a:ext>
            </a:extLst>
          </p:cNvPr>
          <p:cNvSpPr/>
          <p:nvPr/>
        </p:nvSpPr>
        <p:spPr>
          <a:xfrm>
            <a:off x="6794501" y="6296271"/>
            <a:ext cx="4799706" cy="3458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72A539A-3074-199F-5736-F78381B60706}"/>
              </a:ext>
            </a:extLst>
          </p:cNvPr>
          <p:cNvGrpSpPr/>
          <p:nvPr/>
        </p:nvGrpSpPr>
        <p:grpSpPr>
          <a:xfrm>
            <a:off x="8685910" y="6345523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A1C4942-EC82-9307-8C01-753174769932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AC1C599-8D8A-B2FE-FB40-3015A906C53C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43C65161-835C-E71B-793E-1CD45543AFA6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DABA68A-451C-F31E-DF86-656847BFD1B1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40845EF-B983-4E4D-2BCE-25DCA530FF9B}"/>
              </a:ext>
            </a:extLst>
          </p:cNvPr>
          <p:cNvGrpSpPr/>
          <p:nvPr/>
        </p:nvGrpSpPr>
        <p:grpSpPr>
          <a:xfrm>
            <a:off x="10748263" y="6345523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40CE672-72F8-2EDA-77F0-1DD80A74BBD9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5EBFB8E-5D2C-1E18-A409-35D47438867B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05EE4D0-B545-E9EB-963C-9B271DCA4F7F}"/>
              </a:ext>
            </a:extLst>
          </p:cNvPr>
          <p:cNvGrpSpPr/>
          <p:nvPr/>
        </p:nvGrpSpPr>
        <p:grpSpPr>
          <a:xfrm>
            <a:off x="9838283" y="6375686"/>
            <a:ext cx="187325" cy="187325"/>
            <a:chOff x="2336800" y="6319552"/>
            <a:chExt cx="187325" cy="18732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37A5149-C08A-7F00-E5DE-488FAE5B17E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8AD4B029-C9F9-425B-9047-931BDCDD47E3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005AE5E-E8AE-6DA9-37E1-6A8184B9E97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87508" y="6345523"/>
            <a:ext cx="968375" cy="24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Em Atraso</a:t>
            </a:r>
          </a:p>
        </p:txBody>
      </p:sp>
      <p:sp>
        <p:nvSpPr>
          <p:cNvPr id="3" name="TextBox 95">
            <a:extLst>
              <a:ext uri="{FF2B5EF4-FFF2-40B4-BE49-F238E27FC236}">
                <a16:creationId xmlns:a16="http://schemas.microsoft.com/office/drawing/2014/main" id="{2C0EE645-49EF-B992-3E8A-F88F6ECDC47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41451" y="6346238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834E2A3-8B69-48FF-BBA2-01B51C53874E}"/>
              </a:ext>
            </a:extLst>
          </p:cNvPr>
          <p:cNvGrpSpPr/>
          <p:nvPr/>
        </p:nvGrpSpPr>
        <p:grpSpPr>
          <a:xfrm>
            <a:off x="7606178" y="6345523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4BCB17D-20A2-E365-AE27-5528DC6427D2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EEE7E59-5D2F-E6F4-D54D-6FF5D1B9509F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27" name="Group 41">
            <a:extLst>
              <a:ext uri="{FF2B5EF4-FFF2-40B4-BE49-F238E27FC236}">
                <a16:creationId xmlns:a16="http://schemas.microsoft.com/office/drawing/2014/main" id="{44024C87-901F-62C8-1FA4-00938D04FA93}"/>
              </a:ext>
            </a:extLst>
          </p:cNvPr>
          <p:cNvGrpSpPr/>
          <p:nvPr/>
        </p:nvGrpSpPr>
        <p:grpSpPr>
          <a:xfrm>
            <a:off x="8058879" y="5513099"/>
            <a:ext cx="183822" cy="187325"/>
            <a:chOff x="2336800" y="6319552"/>
            <a:chExt cx="187325" cy="187325"/>
          </a:xfrm>
        </p:grpSpPr>
        <p:sp>
          <p:nvSpPr>
            <p:cNvPr id="31" name="Oval 42">
              <a:extLst>
                <a:ext uri="{FF2B5EF4-FFF2-40B4-BE49-F238E27FC236}">
                  <a16:creationId xmlns:a16="http://schemas.microsoft.com/office/drawing/2014/main" id="{3EF5A6EA-2593-7E87-7550-66F0D3959D1C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43">
              <a:extLst>
                <a:ext uri="{FF2B5EF4-FFF2-40B4-BE49-F238E27FC236}">
                  <a16:creationId xmlns:a16="http://schemas.microsoft.com/office/drawing/2014/main" id="{D7D237AC-F122-D646-3DDC-D36C78758CA0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7" name="Oval 34">
            <a:extLst>
              <a:ext uri="{FF2B5EF4-FFF2-40B4-BE49-F238E27FC236}">
                <a16:creationId xmlns:a16="http://schemas.microsoft.com/office/drawing/2014/main" id="{50BA62A3-6486-0D65-F0B2-9C5E7A41A9CF}"/>
              </a:ext>
            </a:extLst>
          </p:cNvPr>
          <p:cNvSpPr/>
          <p:nvPr/>
        </p:nvSpPr>
        <p:spPr bwMode="auto">
          <a:xfrm>
            <a:off x="8058879" y="1591207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" name="Group 41">
            <a:extLst>
              <a:ext uri="{FF2B5EF4-FFF2-40B4-BE49-F238E27FC236}">
                <a16:creationId xmlns:a16="http://schemas.microsoft.com/office/drawing/2014/main" id="{427159E2-C51D-D720-0D4D-25C231B34195}"/>
              </a:ext>
            </a:extLst>
          </p:cNvPr>
          <p:cNvGrpSpPr/>
          <p:nvPr/>
        </p:nvGrpSpPr>
        <p:grpSpPr>
          <a:xfrm>
            <a:off x="8058879" y="5956135"/>
            <a:ext cx="183822" cy="187325"/>
            <a:chOff x="2336800" y="6319552"/>
            <a:chExt cx="187325" cy="187325"/>
          </a:xfrm>
        </p:grpSpPr>
        <p:sp>
          <p:nvSpPr>
            <p:cNvPr id="6" name="Oval 42">
              <a:extLst>
                <a:ext uri="{FF2B5EF4-FFF2-40B4-BE49-F238E27FC236}">
                  <a16:creationId xmlns:a16="http://schemas.microsoft.com/office/drawing/2014/main" id="{54BD4CB3-ECAD-507F-D23E-98F82E2038A8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43">
              <a:extLst>
                <a:ext uri="{FF2B5EF4-FFF2-40B4-BE49-F238E27FC236}">
                  <a16:creationId xmlns:a16="http://schemas.microsoft.com/office/drawing/2014/main" id="{78ECCEB4-262C-55C7-EBBF-F60E271808CA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9" name="Oval 34">
            <a:extLst>
              <a:ext uri="{FF2B5EF4-FFF2-40B4-BE49-F238E27FC236}">
                <a16:creationId xmlns:a16="http://schemas.microsoft.com/office/drawing/2014/main" id="{50866F82-BE1F-1917-73BF-C8AAB2D48508}"/>
              </a:ext>
            </a:extLst>
          </p:cNvPr>
          <p:cNvSpPr/>
          <p:nvPr/>
        </p:nvSpPr>
        <p:spPr bwMode="auto">
          <a:xfrm>
            <a:off x="8058879" y="431850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val 34">
            <a:extLst>
              <a:ext uri="{FF2B5EF4-FFF2-40B4-BE49-F238E27FC236}">
                <a16:creationId xmlns:a16="http://schemas.microsoft.com/office/drawing/2014/main" id="{6470BCA5-3EBD-25B8-C03A-56D3EB41B575}"/>
              </a:ext>
            </a:extLst>
          </p:cNvPr>
          <p:cNvSpPr/>
          <p:nvPr/>
        </p:nvSpPr>
        <p:spPr bwMode="auto">
          <a:xfrm>
            <a:off x="8058879" y="2019120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34">
            <a:extLst>
              <a:ext uri="{FF2B5EF4-FFF2-40B4-BE49-F238E27FC236}">
                <a16:creationId xmlns:a16="http://schemas.microsoft.com/office/drawing/2014/main" id="{280A404A-057D-BA3E-F305-3D0AF8257E9D}"/>
              </a:ext>
            </a:extLst>
          </p:cNvPr>
          <p:cNvSpPr/>
          <p:nvPr/>
        </p:nvSpPr>
        <p:spPr bwMode="auto">
          <a:xfrm>
            <a:off x="8058879" y="496589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6" name="Group 3">
            <a:extLst>
              <a:ext uri="{FF2B5EF4-FFF2-40B4-BE49-F238E27FC236}">
                <a16:creationId xmlns:a16="http://schemas.microsoft.com/office/drawing/2014/main" id="{B1C08857-C9B0-0E1F-A172-987B0E1749CD}"/>
              </a:ext>
            </a:extLst>
          </p:cNvPr>
          <p:cNvGrpSpPr/>
          <p:nvPr/>
        </p:nvGrpSpPr>
        <p:grpSpPr>
          <a:xfrm>
            <a:off x="8058879" y="3319463"/>
            <a:ext cx="183822" cy="187325"/>
            <a:chOff x="2336800" y="6319552"/>
            <a:chExt cx="187325" cy="187325"/>
          </a:xfrm>
        </p:grpSpPr>
        <p:sp>
          <p:nvSpPr>
            <p:cNvPr id="23" name="Oval 5">
              <a:extLst>
                <a:ext uri="{FF2B5EF4-FFF2-40B4-BE49-F238E27FC236}">
                  <a16:creationId xmlns:a16="http://schemas.microsoft.com/office/drawing/2014/main" id="{1DB9408B-B628-E749-5715-422E0DC2FB8E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Arc 6">
              <a:extLst>
                <a:ext uri="{FF2B5EF4-FFF2-40B4-BE49-F238E27FC236}">
                  <a16:creationId xmlns:a16="http://schemas.microsoft.com/office/drawing/2014/main" id="{BBFAF012-BBD7-20D1-38BA-1CE9817169D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5" name="Group 3">
            <a:extLst>
              <a:ext uri="{FF2B5EF4-FFF2-40B4-BE49-F238E27FC236}">
                <a16:creationId xmlns:a16="http://schemas.microsoft.com/office/drawing/2014/main" id="{98DD0956-B84D-4CD5-FF32-29D49033A648}"/>
              </a:ext>
            </a:extLst>
          </p:cNvPr>
          <p:cNvGrpSpPr/>
          <p:nvPr/>
        </p:nvGrpSpPr>
        <p:grpSpPr>
          <a:xfrm>
            <a:off x="8058879" y="3762680"/>
            <a:ext cx="183822" cy="187325"/>
            <a:chOff x="2336800" y="6319552"/>
            <a:chExt cx="187325" cy="187325"/>
          </a:xfrm>
        </p:grpSpPr>
        <p:sp>
          <p:nvSpPr>
            <p:cNvPr id="26" name="Oval 5">
              <a:extLst>
                <a:ext uri="{FF2B5EF4-FFF2-40B4-BE49-F238E27FC236}">
                  <a16:creationId xmlns:a16="http://schemas.microsoft.com/office/drawing/2014/main" id="{C9C2DB3E-E6F1-7EC6-FED6-FF938B8FFDF2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" name="Arc 6">
              <a:extLst>
                <a:ext uri="{FF2B5EF4-FFF2-40B4-BE49-F238E27FC236}">
                  <a16:creationId xmlns:a16="http://schemas.microsoft.com/office/drawing/2014/main" id="{D404C62A-85B6-4ABF-231D-96C836D2D075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" name="Oval 34">
            <a:extLst>
              <a:ext uri="{FF2B5EF4-FFF2-40B4-BE49-F238E27FC236}">
                <a16:creationId xmlns:a16="http://schemas.microsoft.com/office/drawing/2014/main" id="{DC9A785D-8C51-A606-88B6-FE71FA665851}"/>
              </a:ext>
            </a:extLst>
          </p:cNvPr>
          <p:cNvSpPr/>
          <p:nvPr/>
        </p:nvSpPr>
        <p:spPr bwMode="auto">
          <a:xfrm>
            <a:off x="8058879" y="245860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3" name="Group 3">
            <a:extLst>
              <a:ext uri="{FF2B5EF4-FFF2-40B4-BE49-F238E27FC236}">
                <a16:creationId xmlns:a16="http://schemas.microsoft.com/office/drawing/2014/main" id="{674E3935-B542-875D-3CFF-331B222FF203}"/>
              </a:ext>
            </a:extLst>
          </p:cNvPr>
          <p:cNvGrpSpPr/>
          <p:nvPr/>
        </p:nvGrpSpPr>
        <p:grpSpPr>
          <a:xfrm>
            <a:off x="8058879" y="2889634"/>
            <a:ext cx="183822" cy="187325"/>
            <a:chOff x="2336800" y="6319552"/>
            <a:chExt cx="187325" cy="187325"/>
          </a:xfrm>
        </p:grpSpPr>
        <p:sp>
          <p:nvSpPr>
            <p:cNvPr id="14" name="Oval 5">
              <a:extLst>
                <a:ext uri="{FF2B5EF4-FFF2-40B4-BE49-F238E27FC236}">
                  <a16:creationId xmlns:a16="http://schemas.microsoft.com/office/drawing/2014/main" id="{61805C06-0511-294D-06DA-F6DB1489E1CD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9" name="Arc 6">
              <a:extLst>
                <a:ext uri="{FF2B5EF4-FFF2-40B4-BE49-F238E27FC236}">
                  <a16:creationId xmlns:a16="http://schemas.microsoft.com/office/drawing/2014/main" id="{491E332E-93D0-176E-66B6-C8953619D4D9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438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85A36D0-C926-69EF-3351-8478F1B4C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EB7184-1D1C-035C-7547-CF7427EC3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A4A75A-82B3-7F4B-B4EA-AD1D685CA36E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22D05-AAD3-A707-354B-AEB5B17DEF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Plano de Monitoramento, ajustes e transferência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06ABF-51E2-09C9-2B6A-ED5A2EE7E1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8653870F-52CF-9B56-DFE0-FEC63E4FBE39}"/>
              </a:ext>
            </a:extLst>
          </p:cNvPr>
          <p:cNvSpPr/>
          <p:nvPr/>
        </p:nvSpPr>
        <p:spPr>
          <a:xfrm>
            <a:off x="468251" y="1699621"/>
            <a:ext cx="2240280" cy="3703320"/>
          </a:xfrm>
          <a:prstGeom prst="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ounded Rectangle 17">
            <a:extLst>
              <a:ext uri="{FF2B5EF4-FFF2-40B4-BE49-F238E27FC236}">
                <a16:creationId xmlns:a16="http://schemas.microsoft.com/office/drawing/2014/main" id="{11A911EA-B22D-DBB8-C696-BB7C0049F2C4}"/>
              </a:ext>
            </a:extLst>
          </p:cNvPr>
          <p:cNvSpPr/>
          <p:nvPr/>
        </p:nvSpPr>
        <p:spPr>
          <a:xfrm>
            <a:off x="2994119" y="1699621"/>
            <a:ext cx="2788920" cy="3703320"/>
          </a:xfrm>
          <a:prstGeom prst="rect">
            <a:avLst/>
          </a:prstGeom>
          <a:solidFill>
            <a:srgbClr val="FBEFE1"/>
          </a:solidFill>
          <a:ln w="10160">
            <a:solidFill>
              <a:srgbClr val="EAD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Rounded Rectangle 31">
            <a:extLst>
              <a:ext uri="{FF2B5EF4-FFF2-40B4-BE49-F238E27FC236}">
                <a16:creationId xmlns:a16="http://schemas.microsoft.com/office/drawing/2014/main" id="{AAC19347-4995-9D81-9CEA-708D5D392CF0}"/>
              </a:ext>
            </a:extLst>
          </p:cNvPr>
          <p:cNvSpPr/>
          <p:nvPr/>
        </p:nvSpPr>
        <p:spPr>
          <a:xfrm>
            <a:off x="6071074" y="1699621"/>
            <a:ext cx="2788920" cy="3703320"/>
          </a:xfrm>
          <a:prstGeom prst="rect">
            <a:avLst/>
          </a:prstGeom>
          <a:solidFill>
            <a:srgbClr val="FBEFE1"/>
          </a:solidFill>
          <a:ln w="10160">
            <a:solidFill>
              <a:srgbClr val="EAD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28C58CD1-6C54-36EF-C1EE-BF11211E6233}"/>
              </a:ext>
            </a:extLst>
          </p:cNvPr>
          <p:cNvSpPr/>
          <p:nvPr/>
        </p:nvSpPr>
        <p:spPr>
          <a:xfrm>
            <a:off x="9148030" y="1699621"/>
            <a:ext cx="2790000" cy="3703320"/>
          </a:xfrm>
          <a:prstGeom prst="rect">
            <a:avLst/>
          </a:prstGeom>
          <a:solidFill>
            <a:srgbClr val="FFFFFF"/>
          </a:solidFill>
          <a:ln w="10160">
            <a:solidFill>
              <a:srgbClr val="23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0CAB1B5-5D61-EF41-99F3-D27D1F5EF1B7}"/>
              </a:ext>
            </a:extLst>
          </p:cNvPr>
          <p:cNvSpPr txBox="1"/>
          <p:nvPr/>
        </p:nvSpPr>
        <p:spPr>
          <a:xfrm>
            <a:off x="687707" y="2550013"/>
            <a:ext cx="180136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F6F6B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BASE DEFINIDA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A1A9992-E13E-71AE-917A-50C2F054C7D7}"/>
              </a:ext>
            </a:extLst>
          </p:cNvPr>
          <p:cNvSpPr txBox="1"/>
          <p:nvPr/>
        </p:nvSpPr>
        <p:spPr>
          <a:xfrm>
            <a:off x="3213575" y="2550013"/>
            <a:ext cx="235000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PONTOS DE CONTROLE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25AAFAC-5A4C-AB1A-93BD-3825FB6EDD1D}"/>
              </a:ext>
            </a:extLst>
          </p:cNvPr>
          <p:cNvSpPr txBox="1"/>
          <p:nvPr/>
        </p:nvSpPr>
        <p:spPr>
          <a:xfrm>
            <a:off x="6290530" y="2550013"/>
            <a:ext cx="235000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RESPOSTAS AOS GAPS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347353C-AA71-1336-C79B-0762456640FB}"/>
              </a:ext>
            </a:extLst>
          </p:cNvPr>
          <p:cNvSpPr txBox="1"/>
          <p:nvPr/>
        </p:nvSpPr>
        <p:spPr>
          <a:xfrm>
            <a:off x="9367486" y="2550013"/>
            <a:ext cx="2322576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SUSTENTAÇÃO DA OPERAÇÃO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186F4449-6375-A9EB-4B96-032C4B516203}"/>
              </a:ext>
            </a:extLst>
          </p:cNvPr>
          <p:cNvSpPr/>
          <p:nvPr/>
        </p:nvSpPr>
        <p:spPr>
          <a:xfrm>
            <a:off x="651131" y="1909933"/>
            <a:ext cx="548640" cy="548640"/>
          </a:xfrm>
          <a:prstGeom prst="ellipse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F4846493-7A32-DD31-F141-114061B4C031}"/>
              </a:ext>
            </a:extLst>
          </p:cNvPr>
          <p:cNvSpPr/>
          <p:nvPr/>
        </p:nvSpPr>
        <p:spPr>
          <a:xfrm>
            <a:off x="1090043" y="1836781"/>
            <a:ext cx="246888" cy="246888"/>
          </a:xfrm>
          <a:prstGeom prst="ellipse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0DA0937-6266-C59A-880E-C61031C9753E}"/>
              </a:ext>
            </a:extLst>
          </p:cNvPr>
          <p:cNvSpPr txBox="1"/>
          <p:nvPr/>
        </p:nvSpPr>
        <p:spPr>
          <a:xfrm>
            <a:off x="1089479" y="1841353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30C1FA2-4C27-103D-6AD8-B04BB3800390}"/>
              </a:ext>
            </a:extLst>
          </p:cNvPr>
          <p:cNvSpPr txBox="1"/>
          <p:nvPr/>
        </p:nvSpPr>
        <p:spPr>
          <a:xfrm>
            <a:off x="1309499" y="1909933"/>
            <a:ext cx="125272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srgbClr val="6F6F6B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Estruturar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B148BA4-4716-58A3-B3AC-95F0F37A6C2C}"/>
              </a:ext>
            </a:extLst>
          </p:cNvPr>
          <p:cNvSpPr txBox="1"/>
          <p:nvPr/>
        </p:nvSpPr>
        <p:spPr>
          <a:xfrm>
            <a:off x="1309499" y="2202541"/>
            <a:ext cx="125272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50" b="1" i="0" u="none" strike="noStrike" kern="1200" cap="none" spc="0" normalizeH="0" baseline="0" noProof="0">
                <a:ln>
                  <a:noFill/>
                </a:ln>
                <a:solidFill>
                  <a:srgbClr val="9D9D97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EM ANDAMENTO</a:t>
            </a:r>
            <a:endParaRPr kumimoji="0" sz="850" b="1" i="0" u="none" strike="noStrike" kern="1200" cap="none" spc="0" normalizeH="0" baseline="0" noProof="0">
              <a:ln>
                <a:noFill/>
              </a:ln>
              <a:solidFill>
                <a:srgbClr val="9D9D97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896FAD3E-95A7-04F4-6E91-6435B4EAED47}"/>
              </a:ext>
            </a:extLst>
          </p:cNvPr>
          <p:cNvSpPr/>
          <p:nvPr/>
        </p:nvSpPr>
        <p:spPr>
          <a:xfrm>
            <a:off x="3176999" y="1909933"/>
            <a:ext cx="548640" cy="548640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73894D90-74B5-5720-72D5-EC6976E17B72}"/>
              </a:ext>
            </a:extLst>
          </p:cNvPr>
          <p:cNvSpPr/>
          <p:nvPr/>
        </p:nvSpPr>
        <p:spPr>
          <a:xfrm>
            <a:off x="3615911" y="1836781"/>
            <a:ext cx="246888" cy="246888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51402B4-A6FA-78E8-64E0-33015C3E0529}"/>
              </a:ext>
            </a:extLst>
          </p:cNvPr>
          <p:cNvSpPr txBox="1"/>
          <p:nvPr/>
        </p:nvSpPr>
        <p:spPr>
          <a:xfrm>
            <a:off x="3615911" y="1841353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DCE8E24-1780-909A-8040-1D1FB24A8972}"/>
              </a:ext>
            </a:extLst>
          </p:cNvPr>
          <p:cNvSpPr txBox="1"/>
          <p:nvPr/>
        </p:nvSpPr>
        <p:spPr>
          <a:xfrm>
            <a:off x="3835367" y="1909933"/>
            <a:ext cx="180136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33F70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6197383-A8FB-09D0-AEC5-E23A48A4BDE4}"/>
              </a:ext>
            </a:extLst>
          </p:cNvPr>
          <p:cNvSpPr txBox="1"/>
          <p:nvPr/>
        </p:nvSpPr>
        <p:spPr>
          <a:xfrm>
            <a:off x="3835367" y="2202541"/>
            <a:ext cx="1801367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FOCO ATUAL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D85B7458-C470-573C-88E3-D2B1376168EF}"/>
              </a:ext>
            </a:extLst>
          </p:cNvPr>
          <p:cNvSpPr/>
          <p:nvPr/>
        </p:nvSpPr>
        <p:spPr>
          <a:xfrm>
            <a:off x="6253954" y="1909933"/>
            <a:ext cx="548640" cy="548640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71F3F4E3-529F-6B2C-DB66-53AFB2A07E01}"/>
              </a:ext>
            </a:extLst>
          </p:cNvPr>
          <p:cNvSpPr/>
          <p:nvPr/>
        </p:nvSpPr>
        <p:spPr>
          <a:xfrm>
            <a:off x="6692865" y="1836781"/>
            <a:ext cx="246888" cy="246888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7B2B1D9-8852-B866-28B7-F572DF9D32D6}"/>
              </a:ext>
            </a:extLst>
          </p:cNvPr>
          <p:cNvSpPr txBox="1"/>
          <p:nvPr/>
        </p:nvSpPr>
        <p:spPr>
          <a:xfrm>
            <a:off x="6692865" y="1841353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4575A20-5A88-0465-2081-382B1CC55E97}"/>
              </a:ext>
            </a:extLst>
          </p:cNvPr>
          <p:cNvSpPr txBox="1"/>
          <p:nvPr/>
        </p:nvSpPr>
        <p:spPr>
          <a:xfrm>
            <a:off x="6912322" y="1909933"/>
            <a:ext cx="180136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33F70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Ajustar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BBCB206-6E3E-23E8-B8CB-E3CE0964E6DD}"/>
              </a:ext>
            </a:extLst>
          </p:cNvPr>
          <p:cNvSpPr txBox="1"/>
          <p:nvPr/>
        </p:nvSpPr>
        <p:spPr>
          <a:xfrm>
            <a:off x="6912322" y="2202541"/>
            <a:ext cx="1801367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FOCO ATUAL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8416C5ED-E280-22CA-373C-07F507FA2E68}"/>
              </a:ext>
            </a:extLst>
          </p:cNvPr>
          <p:cNvSpPr/>
          <p:nvPr/>
        </p:nvSpPr>
        <p:spPr>
          <a:xfrm>
            <a:off x="9330910" y="1909933"/>
            <a:ext cx="548640" cy="548640"/>
          </a:xfrm>
          <a:prstGeom prst="ellipse">
            <a:avLst/>
          </a:prstGeom>
          <a:solidFill>
            <a:srgbClr val="23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989F9DD2-10D1-9959-CD35-F73C9C64FA7A}"/>
              </a:ext>
            </a:extLst>
          </p:cNvPr>
          <p:cNvSpPr/>
          <p:nvPr/>
        </p:nvSpPr>
        <p:spPr>
          <a:xfrm>
            <a:off x="9769822" y="1836781"/>
            <a:ext cx="246888" cy="246888"/>
          </a:xfrm>
          <a:prstGeom prst="ellipse">
            <a:avLst/>
          </a:prstGeom>
          <a:solidFill>
            <a:srgbClr val="23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E5BA67D-E2A3-202A-FDF8-6F93FDA18140}"/>
              </a:ext>
            </a:extLst>
          </p:cNvPr>
          <p:cNvSpPr txBox="1"/>
          <p:nvPr/>
        </p:nvSpPr>
        <p:spPr>
          <a:xfrm>
            <a:off x="9762802" y="1845925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69368093-75CE-F2DD-9926-18291FB3E29E}"/>
              </a:ext>
            </a:extLst>
          </p:cNvPr>
          <p:cNvSpPr txBox="1"/>
          <p:nvPr/>
        </p:nvSpPr>
        <p:spPr>
          <a:xfrm>
            <a:off x="9989278" y="1909933"/>
            <a:ext cx="177393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srgbClr val="233F70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Transferir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1A15A03-9843-E580-48A3-073C58D88FDA}"/>
              </a:ext>
            </a:extLst>
          </p:cNvPr>
          <p:cNvSpPr txBox="1"/>
          <p:nvPr/>
        </p:nvSpPr>
        <p:spPr>
          <a:xfrm>
            <a:off x="9989278" y="2202541"/>
            <a:ext cx="1773936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PRÓXIMA ETAPA</a:t>
            </a:r>
          </a:p>
        </p:txBody>
      </p:sp>
      <p:pic>
        <p:nvPicPr>
          <p:cNvPr id="140" name="Image 0" descr="/home/claude/am_deck/icons/search.png">
            <a:extLst>
              <a:ext uri="{FF2B5EF4-FFF2-40B4-BE49-F238E27FC236}">
                <a16:creationId xmlns:a16="http://schemas.microsoft.com/office/drawing/2014/main" id="{7E0C2039-AAF1-A119-1137-4310639CE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11" y="2032489"/>
            <a:ext cx="303528" cy="303528"/>
          </a:xfrm>
          <a:prstGeom prst="rect">
            <a:avLst/>
          </a:prstGeom>
        </p:spPr>
      </p:pic>
      <p:pic>
        <p:nvPicPr>
          <p:cNvPr id="142" name="Image 1" descr="/home/claude/am_deck/icons/refresh.png">
            <a:extLst>
              <a:ext uri="{FF2B5EF4-FFF2-40B4-BE49-F238E27FC236}">
                <a16:creationId xmlns:a16="http://schemas.microsoft.com/office/drawing/2014/main" id="{E18F997C-442B-C540-5D5B-4931A300CE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471" y="2032489"/>
            <a:ext cx="302400" cy="302400"/>
          </a:xfrm>
          <a:prstGeom prst="rect">
            <a:avLst/>
          </a:prstGeom>
        </p:spPr>
      </p:pic>
      <p:pic>
        <p:nvPicPr>
          <p:cNvPr id="144" name="Image 2" descr="/home/claude/am_deck/icons/tool.png">
            <a:extLst>
              <a:ext uri="{FF2B5EF4-FFF2-40B4-BE49-F238E27FC236}">
                <a16:creationId xmlns:a16="http://schemas.microsoft.com/office/drawing/2014/main" id="{405537EA-2113-DBB5-DF53-B96F55B57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824" y="2029313"/>
            <a:ext cx="302400" cy="302400"/>
          </a:xfrm>
          <a:prstGeom prst="rect">
            <a:avLst/>
          </a:prstGeom>
        </p:spPr>
      </p:pic>
      <p:pic>
        <p:nvPicPr>
          <p:cNvPr id="146" name="Image 3" descr="/home/claude/am_deck/icons/gradcap.png">
            <a:extLst>
              <a:ext uri="{FF2B5EF4-FFF2-40B4-BE49-F238E27FC236}">
                <a16:creationId xmlns:a16="http://schemas.microsoft.com/office/drawing/2014/main" id="{59AB855B-451E-7A0D-8105-B55E440DFB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030" y="2043706"/>
            <a:ext cx="302400" cy="302400"/>
          </a:xfrm>
          <a:prstGeom prst="rect">
            <a:avLst/>
          </a:prstGeom>
        </p:spPr>
      </p:pic>
      <p:sp>
        <p:nvSpPr>
          <p:cNvPr id="148" name="Text 6">
            <a:extLst>
              <a:ext uri="{FF2B5EF4-FFF2-40B4-BE49-F238E27FC236}">
                <a16:creationId xmlns:a16="http://schemas.microsoft.com/office/drawing/2014/main" id="{9DD83100-FA6A-2A10-42C6-356F55949BE0}"/>
              </a:ext>
            </a:extLst>
          </p:cNvPr>
          <p:cNvSpPr/>
          <p:nvPr/>
        </p:nvSpPr>
        <p:spPr>
          <a:xfrm>
            <a:off x="686594" y="2899064"/>
            <a:ext cx="1803594" cy="1730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Gerências e Comunidades operacionalizadas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Modelo de governança e fóruns definidos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Papéis e responsabilidades estruturados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Primeira leva de capacitação concluída</a:t>
            </a:r>
          </a:p>
        </p:txBody>
      </p:sp>
      <p:sp>
        <p:nvSpPr>
          <p:cNvPr id="150" name="Text 6">
            <a:extLst>
              <a:ext uri="{FF2B5EF4-FFF2-40B4-BE49-F238E27FC236}">
                <a16:creationId xmlns:a16="http://schemas.microsoft.com/office/drawing/2014/main" id="{46E1A34B-7B69-B89A-4790-6A66BE01305A}"/>
              </a:ext>
            </a:extLst>
          </p:cNvPr>
          <p:cNvSpPr/>
          <p:nvPr/>
        </p:nvSpPr>
        <p:spPr>
          <a:xfrm>
            <a:off x="3389980" y="2897936"/>
            <a:ext cx="1997199" cy="208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Aderência aos ritos e fóruns de governança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Clareza de papéis, responsabilidades e interfaces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Backlog, priorização e uso das ferramentas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Aplicação prática da metodologia, dúvidas recorrentes e gaps pós-treinamentos</a:t>
            </a: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E171DB0E-5B23-6584-80A0-D17A474F5E12}"/>
              </a:ext>
            </a:extLst>
          </p:cNvPr>
          <p:cNvSpPr/>
          <p:nvPr/>
        </p:nvSpPr>
        <p:spPr>
          <a:xfrm>
            <a:off x="6178900" y="2897936"/>
            <a:ext cx="236073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Ajustar ritos e fóruns de governança (convites, pauta e cadência)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Reforçar papéis, responsabilidades e atuação esperada de cada perfil (guia de bolso interativo)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Orientar ajustes na organização do backlog e uso da ferramenta para gestão de projetos e portfólio (configuração do Azure DevOps)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Realizar reforços pontuais de capacitação por meio de reuniões</a:t>
            </a:r>
          </a:p>
        </p:txBody>
      </p:sp>
      <p:sp>
        <p:nvSpPr>
          <p:cNvPr id="154" name="Text 6">
            <a:extLst>
              <a:ext uri="{FF2B5EF4-FFF2-40B4-BE49-F238E27FC236}">
                <a16:creationId xmlns:a16="http://schemas.microsoft.com/office/drawing/2014/main" id="{4E849A73-6018-DFBE-EF3A-CBE82D97A471}"/>
              </a:ext>
            </a:extLst>
          </p:cNvPr>
          <p:cNvSpPr/>
          <p:nvPr/>
        </p:nvSpPr>
        <p:spPr>
          <a:xfrm>
            <a:off x="9500047" y="2897936"/>
            <a:ext cx="2085967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Consolidar materiais e orientações finais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Transferir conhecimento para os responsáveis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Formalizar a sustentação e reduzir gradualmente a atuação na operação assistida</a:t>
            </a:r>
          </a:p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pt-BR" sz="1000" b="1" i="0" u="none" strike="noStrike" kern="1200" cap="none" spc="0" normalizeH="0" baseline="0" noProof="0">
              <a:ln>
                <a:noFill/>
              </a:ln>
              <a:solidFill>
                <a:srgbClr val="0B2E4A"/>
              </a:solidFill>
              <a:effectLst/>
              <a:uLnTx/>
              <a:uFillTx/>
              <a:latin typeface="Arial Nova Cond" panose="020B0506020202020204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Garantir que a FEG seja guardiã do modelo de operação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50409D0-75D3-EC30-20DE-1B9BFF8E309E}"/>
              </a:ext>
            </a:extLst>
          </p:cNvPr>
          <p:cNvCxnSpPr>
            <a:cxnSpLocks/>
          </p:cNvCxnSpPr>
          <p:nvPr/>
        </p:nvCxnSpPr>
        <p:spPr>
          <a:xfrm>
            <a:off x="2708531" y="3551281"/>
            <a:ext cx="285588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77C7C19D-EFDA-564A-6DFF-55EA44F2EEB5}"/>
              </a:ext>
            </a:extLst>
          </p:cNvPr>
          <p:cNvCxnSpPr>
            <a:cxnSpLocks/>
          </p:cNvCxnSpPr>
          <p:nvPr/>
        </p:nvCxnSpPr>
        <p:spPr>
          <a:xfrm>
            <a:off x="5785486" y="3551281"/>
            <a:ext cx="285588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5E6757C5-8E62-7FF0-B264-55F8B859C3EC}"/>
              </a:ext>
            </a:extLst>
          </p:cNvPr>
          <p:cNvCxnSpPr>
            <a:cxnSpLocks/>
          </p:cNvCxnSpPr>
          <p:nvPr/>
        </p:nvCxnSpPr>
        <p:spPr>
          <a:xfrm>
            <a:off x="8859994" y="3551281"/>
            <a:ext cx="285588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B8AF951F-A313-8936-D500-3082F0A62ED7}"/>
              </a:ext>
            </a:extLst>
          </p:cNvPr>
          <p:cNvCxnSpPr/>
          <p:nvPr/>
        </p:nvCxnSpPr>
        <p:spPr>
          <a:xfrm rot="16200000" flipV="1">
            <a:off x="5927057" y="161143"/>
            <a:ext cx="12700" cy="3076955"/>
          </a:xfrm>
          <a:prstGeom prst="bentConnector3">
            <a:avLst>
              <a:gd name="adj1" fmla="val 1800000"/>
            </a:avLst>
          </a:prstGeom>
          <a:ln>
            <a:solidFill>
              <a:schemeClr val="accent4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3A892790-05EF-67AE-47F9-27069DD9760B}"/>
              </a:ext>
            </a:extLst>
          </p:cNvPr>
          <p:cNvSpPr txBox="1"/>
          <p:nvPr/>
        </p:nvSpPr>
        <p:spPr>
          <a:xfrm>
            <a:off x="4394929" y="1076252"/>
            <a:ext cx="30769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78B15">
                    <a:lumMod val="50000"/>
                  </a:srgbClr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CICLO DE ESTABILIZAÇÃO</a:t>
            </a:r>
            <a:endParaRPr kumimoji="0" lang="pt-BR" sz="900" b="1" i="0" u="none" strike="noStrike" kern="1200" cap="none" spc="0" normalizeH="0" baseline="0" noProof="0">
              <a:ln>
                <a:noFill/>
              </a:ln>
              <a:solidFill>
                <a:srgbClr val="F78B15">
                  <a:lumMod val="50000"/>
                </a:srgbClr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78B15">
                    <a:lumMod val="50000"/>
                  </a:srgbClr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⇄ AJUSTAR</a:t>
            </a:r>
          </a:p>
        </p:txBody>
      </p:sp>
      <p:sp>
        <p:nvSpPr>
          <p:cNvPr id="166" name="Rounded Rectangle 58">
            <a:extLst>
              <a:ext uri="{FF2B5EF4-FFF2-40B4-BE49-F238E27FC236}">
                <a16:creationId xmlns:a16="http://schemas.microsoft.com/office/drawing/2014/main" id="{A8A65FC5-B0DE-048F-720C-0E1A112EB528}"/>
              </a:ext>
            </a:extLst>
          </p:cNvPr>
          <p:cNvSpPr/>
          <p:nvPr/>
        </p:nvSpPr>
        <p:spPr>
          <a:xfrm>
            <a:off x="8539630" y="3643683"/>
            <a:ext cx="914400" cy="263023"/>
          </a:xfrm>
          <a:prstGeom prst="roundRect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Operação estabilizada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67" name="Speech Bubble: Rectangle with Corners Rounded 166">
            <a:extLst>
              <a:ext uri="{FF2B5EF4-FFF2-40B4-BE49-F238E27FC236}">
                <a16:creationId xmlns:a16="http://schemas.microsoft.com/office/drawing/2014/main" id="{7154A88F-9B3A-C3D7-078B-28DDE56CA2A0}"/>
              </a:ext>
            </a:extLst>
          </p:cNvPr>
          <p:cNvSpPr/>
          <p:nvPr/>
        </p:nvSpPr>
        <p:spPr>
          <a:xfrm>
            <a:off x="3601871" y="5288284"/>
            <a:ext cx="4127499" cy="1404172"/>
          </a:xfrm>
          <a:prstGeom prst="wedgeRoundRectCallout">
            <a:avLst>
              <a:gd name="adj1" fmla="val -24944"/>
              <a:gd name="adj2" fmla="val -63682"/>
              <a:gd name="adj3" fmla="val 16667"/>
            </a:avLst>
          </a:prstGeom>
          <a:solidFill>
            <a:srgbClr val="4CD4B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9" name="Text 6">
            <a:extLst>
              <a:ext uri="{FF2B5EF4-FFF2-40B4-BE49-F238E27FC236}">
                <a16:creationId xmlns:a16="http://schemas.microsoft.com/office/drawing/2014/main" id="{C1DE408A-16B9-E19E-A8D9-A02AF9308C44}"/>
              </a:ext>
            </a:extLst>
          </p:cNvPr>
          <p:cNvSpPr/>
          <p:nvPr/>
        </p:nvSpPr>
        <p:spPr>
          <a:xfrm>
            <a:off x="3705272" y="5333372"/>
            <a:ext cx="3920696" cy="1321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COMO CAPTAMOS OS PONTOS DE ATENÇÃO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Fóruns e ritos: Observação dos encontros formais e da dinâmica de governança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Encontros semanais: Check-in estruturado com líderes para consolidar pontos e evolução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Percepções e dúvidas trazidas pelas equipes durante a operação</a:t>
            </a:r>
          </a:p>
        </p:txBody>
      </p:sp>
    </p:spTree>
    <p:extLst>
      <p:ext uri="{BB962C8B-B14F-4D97-AF65-F5344CB8AC3E}">
        <p14:creationId xmlns:p14="http://schemas.microsoft.com/office/powerpoint/2010/main" val="3694717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9281CEA-4140-1A52-7B30-B1CDDD9D2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7C30CB-A537-E140-B814-9040C4841F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smtClean="0"/>
              <a:pPr/>
              <a:t>6</a:t>
            </a:fld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A805E-547C-DCF4-19E9-2C62A7C6A1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Monitoramento, ajustes e transferência - Frentes de adoção ao Modelo de Operação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EC5ED1-F4C2-68D2-B101-199F4EC86D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77711-C758-2CC0-D5B5-ECC473E1E8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6B90A-ACBE-0EC2-6A2E-7380D2DCF4AE}"/>
              </a:ext>
            </a:extLst>
          </p:cNvPr>
          <p:cNvSpPr/>
          <p:nvPr/>
        </p:nvSpPr>
        <p:spPr>
          <a:xfrm>
            <a:off x="530352" y="5234624"/>
            <a:ext cx="11109960" cy="972835"/>
          </a:xfrm>
          <a:prstGeom prst="rect">
            <a:avLst/>
          </a:prstGeom>
          <a:solidFill>
            <a:srgbClr val="F7FAFC"/>
          </a:solidFill>
          <a:ln w="10160" cap="flat" cmpd="sng" algn="ctr">
            <a:solidFill>
              <a:srgbClr val="D8E0E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4EF22A-0EB4-56A1-9A08-4D70285DBB10}"/>
              </a:ext>
            </a:extLst>
          </p:cNvPr>
          <p:cNvSpPr/>
          <p:nvPr/>
        </p:nvSpPr>
        <p:spPr>
          <a:xfrm>
            <a:off x="4036836" y="5234625"/>
            <a:ext cx="7315" cy="972000"/>
          </a:xfrm>
          <a:prstGeom prst="rect">
            <a:avLst/>
          </a:prstGeom>
          <a:solidFill>
            <a:srgbClr val="D8E0E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E9D8E0-A6FE-3E3F-3C2E-49B3CDCB097C}"/>
              </a:ext>
            </a:extLst>
          </p:cNvPr>
          <p:cNvSpPr txBox="1"/>
          <p:nvPr/>
        </p:nvSpPr>
        <p:spPr>
          <a:xfrm>
            <a:off x="574243" y="5291142"/>
            <a:ext cx="3154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0B3554"/>
                </a:solidFill>
                <a:effectLst/>
                <a:uLnTx/>
                <a:uFillTx/>
                <a:latin typeface="Arial Nova Cond" panose="020B0506020202020204" pitchFamily="34" charset="0"/>
              </a:rPr>
              <a:t>Como o percentual é calculado?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77BCCC-373E-39E6-5DEA-890E5DCA2B0C}"/>
              </a:ext>
            </a:extLst>
          </p:cNvPr>
          <p:cNvSpPr txBox="1"/>
          <p:nvPr/>
        </p:nvSpPr>
        <p:spPr>
          <a:xfrm>
            <a:off x="567716" y="5556366"/>
            <a:ext cx="3520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4F6577"/>
                </a:solidFill>
                <a:effectLst/>
                <a:uLnTx/>
                <a:uFillTx/>
                <a:latin typeface="Arial Nova Cond" panose="020B0506020202020204" pitchFamily="34" charset="0"/>
              </a:rPr>
              <a:t>Soma dos pesos dos critérios atendidos em cada frente. Critérios não aplicáveis não penalizam o resultado.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13BB1D-0783-5589-71DB-B346C86A7AE6}"/>
              </a:ext>
            </a:extLst>
          </p:cNvPr>
          <p:cNvSpPr txBox="1"/>
          <p:nvPr/>
        </p:nvSpPr>
        <p:spPr>
          <a:xfrm>
            <a:off x="4504286" y="5566737"/>
            <a:ext cx="141000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0%  Não iniciado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574746-F78A-890B-0B7D-6B0004EE8792}"/>
              </a:ext>
            </a:extLst>
          </p:cNvPr>
          <p:cNvSpPr/>
          <p:nvPr/>
        </p:nvSpPr>
        <p:spPr>
          <a:xfrm>
            <a:off x="5883402" y="5713767"/>
            <a:ext cx="713232" cy="13716"/>
          </a:xfrm>
          <a:prstGeom prst="rect">
            <a:avLst/>
          </a:prstGeom>
          <a:solidFill>
            <a:srgbClr val="BDCBD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9C25A5-40CE-FBA5-DFAE-5D747AE1B78D}"/>
              </a:ext>
            </a:extLst>
          </p:cNvPr>
          <p:cNvSpPr txBox="1"/>
          <p:nvPr/>
        </p:nvSpPr>
        <p:spPr>
          <a:xfrm>
            <a:off x="6989062" y="5459015"/>
            <a:ext cx="1908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1–99%  I</a:t>
            </a:r>
            <a:r>
              <a:rPr lang="pt-BR" sz="1400" kern="0" noProof="0">
                <a:solidFill>
                  <a:srgbClr val="213D52"/>
                </a:solidFill>
                <a:latin typeface="Arial Nova Cond" panose="020B0506020202020204" pitchFamily="34" charset="0"/>
              </a:rPr>
              <a:t>mplantação / </a:t>
            </a: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 </a:t>
            </a:r>
            <a:r>
              <a:rPr lang="pt-BR" sz="1400" kern="0" noProof="0">
                <a:solidFill>
                  <a:srgbClr val="213D52"/>
                </a:solidFill>
                <a:latin typeface="Arial Nova Cond" panose="020B0506020202020204" pitchFamily="34" charset="0"/>
              </a:rPr>
              <a:t>monitoramento / ajustes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213D52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40FB2E-6836-A033-A5C8-225722780BFF}"/>
              </a:ext>
            </a:extLst>
          </p:cNvPr>
          <p:cNvSpPr/>
          <p:nvPr/>
        </p:nvSpPr>
        <p:spPr>
          <a:xfrm>
            <a:off x="8887714" y="5713767"/>
            <a:ext cx="713232" cy="13716"/>
          </a:xfrm>
          <a:prstGeom prst="rect">
            <a:avLst/>
          </a:prstGeom>
          <a:solidFill>
            <a:srgbClr val="BDCBD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4C58A0-2FAE-52B0-1FC3-36F261FD6EF1}"/>
              </a:ext>
            </a:extLst>
          </p:cNvPr>
          <p:cNvSpPr txBox="1"/>
          <p:nvPr/>
        </p:nvSpPr>
        <p:spPr>
          <a:xfrm>
            <a:off x="10054590" y="5459015"/>
            <a:ext cx="148132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100%  Concluído / transferido</a:t>
            </a:r>
          </a:p>
        </p:txBody>
      </p:sp>
      <p:pic>
        <p:nvPicPr>
          <p:cNvPr id="21" name="Graphic 20" descr="Badge Tick1 with solid fill">
            <a:extLst>
              <a:ext uri="{FF2B5EF4-FFF2-40B4-BE49-F238E27FC236}">
                <a16:creationId xmlns:a16="http://schemas.microsoft.com/office/drawing/2014/main" id="{121C4EE1-DC61-96AB-7FD3-E42A8FC1E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612" y="5544200"/>
            <a:ext cx="352851" cy="352851"/>
          </a:xfrm>
          <a:prstGeom prst="rect">
            <a:avLst/>
          </a:prstGeom>
        </p:spPr>
      </p:pic>
      <p:pic>
        <p:nvPicPr>
          <p:cNvPr id="23" name="Picture 22" descr="Sync ">
            <a:extLst>
              <a:ext uri="{FF2B5EF4-FFF2-40B4-BE49-F238E27FC236}">
                <a16:creationId xmlns:a16="http://schemas.microsoft.com/office/drawing/2014/main" id="{47BBBD13-C557-732C-B59E-85514F30383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04866" y="5585507"/>
            <a:ext cx="270237" cy="27023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97D14B2A-3381-B914-82D6-FA1B68F8A4EA}"/>
              </a:ext>
            </a:extLst>
          </p:cNvPr>
          <p:cNvSpPr/>
          <p:nvPr/>
        </p:nvSpPr>
        <p:spPr>
          <a:xfrm>
            <a:off x="4244645" y="5583825"/>
            <a:ext cx="273559" cy="2736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A1623A-DA19-5A01-AFA6-EBE36622E688}"/>
              </a:ext>
            </a:extLst>
          </p:cNvPr>
          <p:cNvSpPr/>
          <p:nvPr/>
        </p:nvSpPr>
        <p:spPr>
          <a:xfrm>
            <a:off x="530352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B1E5EED-96C6-445E-20D4-2B0F31E4A86B}"/>
              </a:ext>
            </a:extLst>
          </p:cNvPr>
          <p:cNvSpPr/>
          <p:nvPr/>
        </p:nvSpPr>
        <p:spPr>
          <a:xfrm>
            <a:off x="530352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3B686C-7B50-3460-4DD4-89DF5F21490A}"/>
              </a:ext>
            </a:extLst>
          </p:cNvPr>
          <p:cNvSpPr txBox="1"/>
          <p:nvPr/>
        </p:nvSpPr>
        <p:spPr>
          <a:xfrm>
            <a:off x="640080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RITOS E FÓRUNS
DE GOVERNANÇA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C143030-44B5-686B-9571-76F61F693D35}"/>
              </a:ext>
            </a:extLst>
          </p:cNvPr>
          <p:cNvSpPr/>
          <p:nvPr/>
        </p:nvSpPr>
        <p:spPr>
          <a:xfrm>
            <a:off x="1380744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10C1D8-3AD8-F04B-3BFA-D2AFEFCE2E35}"/>
              </a:ext>
            </a:extLst>
          </p:cNvPr>
          <p:cNvSpPr txBox="1"/>
          <p:nvPr/>
        </p:nvSpPr>
        <p:spPr>
          <a:xfrm>
            <a:off x="1380744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187253-E442-02DF-0C54-EBB60DC32A0D}"/>
              </a:ext>
            </a:extLst>
          </p:cNvPr>
          <p:cNvSpPr txBox="1"/>
          <p:nvPr/>
        </p:nvSpPr>
        <p:spPr>
          <a:xfrm>
            <a:off x="667656" y="2831472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Recorrência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DA7D6A-4070-A114-C2D0-5F17422D2034}"/>
              </a:ext>
            </a:extLst>
          </p:cNvPr>
          <p:cNvSpPr/>
          <p:nvPr/>
        </p:nvSpPr>
        <p:spPr>
          <a:xfrm>
            <a:off x="667656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8D0B1A3-E938-7085-365F-09CC6C5994C4}"/>
              </a:ext>
            </a:extLst>
          </p:cNvPr>
          <p:cNvSpPr txBox="1"/>
          <p:nvPr/>
        </p:nvSpPr>
        <p:spPr>
          <a:xfrm>
            <a:off x="667656" y="3230150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Pauta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1D151E7-98C7-2F85-989E-410D0B9995D6}"/>
              </a:ext>
            </a:extLst>
          </p:cNvPr>
          <p:cNvSpPr/>
          <p:nvPr/>
        </p:nvSpPr>
        <p:spPr>
          <a:xfrm>
            <a:off x="667656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53F5B5E-75E7-1E65-BE34-A87A2E33889A}"/>
              </a:ext>
            </a:extLst>
          </p:cNvPr>
          <p:cNvSpPr txBox="1"/>
          <p:nvPr/>
        </p:nvSpPr>
        <p:spPr>
          <a:xfrm>
            <a:off x="667656" y="3628828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Facilitador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13E6DE6-CEA6-2304-6E7D-6C834E158507}"/>
              </a:ext>
            </a:extLst>
          </p:cNvPr>
          <p:cNvSpPr/>
          <p:nvPr/>
        </p:nvSpPr>
        <p:spPr>
          <a:xfrm>
            <a:off x="667656" y="3948379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7A6015-895B-3056-EE4E-2C51AAC6F2F9}"/>
              </a:ext>
            </a:extLst>
          </p:cNvPr>
          <p:cNvSpPr txBox="1"/>
          <p:nvPr/>
        </p:nvSpPr>
        <p:spPr>
          <a:xfrm>
            <a:off x="667656" y="4027507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Ferramenta de suporte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4DD914F-8D7C-9535-19A2-CD7E239EB319}"/>
              </a:ext>
            </a:extLst>
          </p:cNvPr>
          <p:cNvSpPr/>
          <p:nvPr/>
        </p:nvSpPr>
        <p:spPr>
          <a:xfrm>
            <a:off x="667656" y="4347057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D48A7D0-27D8-71BA-7454-261FF1A77034}"/>
              </a:ext>
            </a:extLst>
          </p:cNvPr>
          <p:cNvSpPr txBox="1"/>
          <p:nvPr/>
        </p:nvSpPr>
        <p:spPr>
          <a:xfrm>
            <a:off x="667656" y="4426185"/>
            <a:ext cx="190195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Registro da reunião (ata)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8E4FD9-C12B-E611-4CC5-64A6CDD78F05}"/>
              </a:ext>
            </a:extLst>
          </p:cNvPr>
          <p:cNvSpPr/>
          <p:nvPr/>
        </p:nvSpPr>
        <p:spPr>
          <a:xfrm>
            <a:off x="2770632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F09D1E2-D30A-295C-6033-CFF757B1C318}"/>
              </a:ext>
            </a:extLst>
          </p:cNvPr>
          <p:cNvSpPr/>
          <p:nvPr/>
        </p:nvSpPr>
        <p:spPr>
          <a:xfrm>
            <a:off x="2770632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CE300E-CA77-01C3-E3D3-590BAD9A2DFC}"/>
              </a:ext>
            </a:extLst>
          </p:cNvPr>
          <p:cNvSpPr txBox="1"/>
          <p:nvPr/>
        </p:nvSpPr>
        <p:spPr>
          <a:xfrm>
            <a:off x="2880360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CLAREZA DE PAPÉIS E
RESPONSABILIDADES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DEDCDE1-77C4-CF4F-E82C-FB4FC389BEEB}"/>
              </a:ext>
            </a:extLst>
          </p:cNvPr>
          <p:cNvSpPr/>
          <p:nvPr/>
        </p:nvSpPr>
        <p:spPr>
          <a:xfrm>
            <a:off x="3621024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AB721B-0C09-87E6-9113-3A3FB49923E0}"/>
              </a:ext>
            </a:extLst>
          </p:cNvPr>
          <p:cNvSpPr txBox="1"/>
          <p:nvPr/>
        </p:nvSpPr>
        <p:spPr>
          <a:xfrm>
            <a:off x="3621024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E80B7B-CF71-117D-931F-439799C0C9E8}"/>
              </a:ext>
            </a:extLst>
          </p:cNvPr>
          <p:cNvSpPr txBox="1"/>
          <p:nvPr/>
        </p:nvSpPr>
        <p:spPr>
          <a:xfrm>
            <a:off x="2907936" y="2739139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Guia de bolso disponibilizado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2E6751F-71C6-0FE2-42CA-10BC9FCCB595}"/>
              </a:ext>
            </a:extLst>
          </p:cNvPr>
          <p:cNvSpPr/>
          <p:nvPr/>
        </p:nvSpPr>
        <p:spPr>
          <a:xfrm>
            <a:off x="2907936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1207171-44D9-9D25-AB23-D1FA32C710DD}"/>
              </a:ext>
            </a:extLst>
          </p:cNvPr>
          <p:cNvSpPr txBox="1"/>
          <p:nvPr/>
        </p:nvSpPr>
        <p:spPr>
          <a:xfrm>
            <a:off x="2907936" y="3137817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Alinhamento com gerentes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54008BB-4178-F117-3242-DDC808F0E7F4}"/>
              </a:ext>
            </a:extLst>
          </p:cNvPr>
          <p:cNvSpPr/>
          <p:nvPr/>
        </p:nvSpPr>
        <p:spPr>
          <a:xfrm>
            <a:off x="2907936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F05F9C-5FA8-BF34-4F60-6568480BAD02}"/>
              </a:ext>
            </a:extLst>
          </p:cNvPr>
          <p:cNvSpPr txBox="1"/>
          <p:nvPr/>
        </p:nvSpPr>
        <p:spPr>
          <a:xfrm>
            <a:off x="2907936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Alinhamento com lideres de comunidade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5DBD62B-3541-6587-A805-A1CB0DD1EBB7}"/>
              </a:ext>
            </a:extLst>
          </p:cNvPr>
          <p:cNvSpPr/>
          <p:nvPr/>
        </p:nvSpPr>
        <p:spPr>
          <a:xfrm>
            <a:off x="2907936" y="3948379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D39F15-F147-5F6B-BBCA-3116D082E13F}"/>
              </a:ext>
            </a:extLst>
          </p:cNvPr>
          <p:cNvSpPr txBox="1"/>
          <p:nvPr/>
        </p:nvSpPr>
        <p:spPr>
          <a:xfrm>
            <a:off x="2907936" y="4027507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Exercício dos papéis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1375311-073B-4E6A-2362-D7C599532E61}"/>
              </a:ext>
            </a:extLst>
          </p:cNvPr>
          <p:cNvSpPr/>
          <p:nvPr/>
        </p:nvSpPr>
        <p:spPr>
          <a:xfrm>
            <a:off x="5010912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0AC38B24-C930-F784-1A05-C810026AB24D}"/>
              </a:ext>
            </a:extLst>
          </p:cNvPr>
          <p:cNvSpPr/>
          <p:nvPr/>
        </p:nvSpPr>
        <p:spPr>
          <a:xfrm>
            <a:off x="5010912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8C546A-B141-BC97-1B8A-6EA0F140C53B}"/>
              </a:ext>
            </a:extLst>
          </p:cNvPr>
          <p:cNvSpPr txBox="1"/>
          <p:nvPr/>
        </p:nvSpPr>
        <p:spPr>
          <a:xfrm>
            <a:off x="5120640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INTERFACES COM
ÁREAS DE NEGÓCIO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6CA68D79-4DCE-9835-F42E-2FA5D581CF91}"/>
              </a:ext>
            </a:extLst>
          </p:cNvPr>
          <p:cNvSpPr/>
          <p:nvPr/>
        </p:nvSpPr>
        <p:spPr>
          <a:xfrm>
            <a:off x="5861304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C577FB7-15A0-1A74-8005-AE20E348223D}"/>
              </a:ext>
            </a:extLst>
          </p:cNvPr>
          <p:cNvSpPr txBox="1"/>
          <p:nvPr/>
        </p:nvSpPr>
        <p:spPr>
          <a:xfrm>
            <a:off x="5861304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CC5CBFC-FD39-E0F3-783B-3A5A324556C4}"/>
              </a:ext>
            </a:extLst>
          </p:cNvPr>
          <p:cNvSpPr txBox="1"/>
          <p:nvPr/>
        </p:nvSpPr>
        <p:spPr>
          <a:xfrm>
            <a:off x="5148216" y="2831472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Representantes definidos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7805EE3D-6ECC-734D-8845-007F182E6BA4}"/>
              </a:ext>
            </a:extLst>
          </p:cNvPr>
          <p:cNvSpPr/>
          <p:nvPr/>
        </p:nvSpPr>
        <p:spPr>
          <a:xfrm>
            <a:off x="5148216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920DE6F-E27C-2419-020E-D7F68F6E8A1B}"/>
              </a:ext>
            </a:extLst>
          </p:cNvPr>
          <p:cNvSpPr txBox="1"/>
          <p:nvPr/>
        </p:nvSpPr>
        <p:spPr>
          <a:xfrm>
            <a:off x="5148216" y="3137817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Interação formalizada entre represante e líder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1C5EA09-9A79-AD92-4C5D-4316B442682D}"/>
              </a:ext>
            </a:extLst>
          </p:cNvPr>
          <p:cNvSpPr/>
          <p:nvPr/>
        </p:nvSpPr>
        <p:spPr>
          <a:xfrm>
            <a:off x="5148216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392F1CB-D8BB-25E1-9865-24E45116803F}"/>
              </a:ext>
            </a:extLst>
          </p:cNvPr>
          <p:cNvSpPr txBox="1"/>
          <p:nvPr/>
        </p:nvSpPr>
        <p:spPr>
          <a:xfrm>
            <a:off x="5148216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Mecanismos de comunicação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D12BB84-E149-22D2-C5F4-C7EF4F6FDD1D}"/>
              </a:ext>
            </a:extLst>
          </p:cNvPr>
          <p:cNvSpPr/>
          <p:nvPr/>
        </p:nvSpPr>
        <p:spPr>
          <a:xfrm>
            <a:off x="7249184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3597A4D1-E617-1777-4190-047A8070A790}"/>
              </a:ext>
            </a:extLst>
          </p:cNvPr>
          <p:cNvSpPr/>
          <p:nvPr/>
        </p:nvSpPr>
        <p:spPr>
          <a:xfrm>
            <a:off x="7249184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71E0A97-F0F3-CDFF-4852-AE2DE5817369}"/>
              </a:ext>
            </a:extLst>
          </p:cNvPr>
          <p:cNvSpPr txBox="1"/>
          <p:nvPr/>
        </p:nvSpPr>
        <p:spPr>
          <a:xfrm>
            <a:off x="7358912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USO DAS FERRAMENTAS
OFICIAIS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9F22A6D2-55EE-D7AE-6E61-4611C5EF2739}"/>
              </a:ext>
            </a:extLst>
          </p:cNvPr>
          <p:cNvSpPr/>
          <p:nvPr/>
        </p:nvSpPr>
        <p:spPr>
          <a:xfrm>
            <a:off x="8099576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0300896C-2F53-3F2C-A5A8-618B074E810F}"/>
              </a:ext>
            </a:extLst>
          </p:cNvPr>
          <p:cNvSpPr txBox="1"/>
          <p:nvPr/>
        </p:nvSpPr>
        <p:spPr>
          <a:xfrm>
            <a:off x="8099576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04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52A7E9BB-6188-5D0E-FF2D-CAEC02D49730}"/>
              </a:ext>
            </a:extLst>
          </p:cNvPr>
          <p:cNvSpPr txBox="1"/>
          <p:nvPr/>
        </p:nvSpPr>
        <p:spPr>
          <a:xfrm>
            <a:off x="7386488" y="2739139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Configuração em homologação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EB622E8-E2FB-71FF-65B6-A9FC923B5E1C}"/>
              </a:ext>
            </a:extLst>
          </p:cNvPr>
          <p:cNvSpPr/>
          <p:nvPr/>
        </p:nvSpPr>
        <p:spPr>
          <a:xfrm>
            <a:off x="7386488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44259D9-2CE2-466A-5E5B-F6893FE429F0}"/>
              </a:ext>
            </a:extLst>
          </p:cNvPr>
          <p:cNvSpPr txBox="1"/>
          <p:nvPr/>
        </p:nvSpPr>
        <p:spPr>
          <a:xfrm>
            <a:off x="7386488" y="3230150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Validação</a:t>
            </a:r>
            <a:r>
              <a:rPr lang="pt-BR" sz="1200" b="0">
                <a:solidFill>
                  <a:srgbClr val="213D52"/>
                </a:solidFill>
                <a:latin typeface="Arial Nova Cond" panose="020B0506020202020204" pitchFamily="34" charset="0"/>
              </a:rPr>
              <a:t> pela liderança</a:t>
            </a:r>
            <a:endParaRPr sz="1200" b="0">
              <a:solidFill>
                <a:srgbClr val="213D5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84BEA04B-D8A8-F171-ACBA-F403111D2767}"/>
              </a:ext>
            </a:extLst>
          </p:cNvPr>
          <p:cNvSpPr/>
          <p:nvPr/>
        </p:nvSpPr>
        <p:spPr>
          <a:xfrm>
            <a:off x="7386488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B876B75-8C8B-3209-BF75-E1CB21819464}"/>
              </a:ext>
            </a:extLst>
          </p:cNvPr>
          <p:cNvSpPr txBox="1"/>
          <p:nvPr/>
        </p:nvSpPr>
        <p:spPr>
          <a:xfrm>
            <a:off x="7386488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Implantação em produção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347CBEEE-8B21-6468-5C8C-269AA05CB7BD}"/>
              </a:ext>
            </a:extLst>
          </p:cNvPr>
          <p:cNvSpPr/>
          <p:nvPr/>
        </p:nvSpPr>
        <p:spPr>
          <a:xfrm>
            <a:off x="7386488" y="3948379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9AB9630F-13C0-7277-AB5B-BBA1F5271340}"/>
              </a:ext>
            </a:extLst>
          </p:cNvPr>
          <p:cNvSpPr txBox="1"/>
          <p:nvPr/>
        </p:nvSpPr>
        <p:spPr>
          <a:xfrm>
            <a:off x="7386488" y="3935174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Uso do Azure DevOps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9A0F645-950B-21B2-118E-F95A9059DC94}"/>
              </a:ext>
            </a:extLst>
          </p:cNvPr>
          <p:cNvSpPr/>
          <p:nvPr/>
        </p:nvSpPr>
        <p:spPr>
          <a:xfrm>
            <a:off x="7386488" y="4347057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7106DEE-0811-DFF1-38EE-43911FC4EC00}"/>
              </a:ext>
            </a:extLst>
          </p:cNvPr>
          <p:cNvSpPr txBox="1"/>
          <p:nvPr/>
        </p:nvSpPr>
        <p:spPr>
          <a:xfrm>
            <a:off x="7386488" y="4333852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Atualização das informações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ECF8B19A-B21A-56B1-9729-B6FE97CE4B18}"/>
              </a:ext>
            </a:extLst>
          </p:cNvPr>
          <p:cNvSpPr/>
          <p:nvPr/>
        </p:nvSpPr>
        <p:spPr>
          <a:xfrm>
            <a:off x="9464063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28EDD44-3703-092B-9B51-BEF740E4F100}"/>
              </a:ext>
            </a:extLst>
          </p:cNvPr>
          <p:cNvSpPr/>
          <p:nvPr/>
        </p:nvSpPr>
        <p:spPr>
          <a:xfrm>
            <a:off x="9464063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9D929B3-CC43-F88B-EA6D-9D52BE4314CA}"/>
              </a:ext>
            </a:extLst>
          </p:cNvPr>
          <p:cNvSpPr txBox="1"/>
          <p:nvPr/>
        </p:nvSpPr>
        <p:spPr>
          <a:xfrm>
            <a:off x="9573791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ADOÇÃO DO FLUXO
DE BACKLOG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88CF42F9-E691-CD38-6073-70860C589667}"/>
              </a:ext>
            </a:extLst>
          </p:cNvPr>
          <p:cNvSpPr/>
          <p:nvPr/>
        </p:nvSpPr>
        <p:spPr>
          <a:xfrm>
            <a:off x="10314455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72B6647-2F6B-303C-BDC8-568623035A4E}"/>
              </a:ext>
            </a:extLst>
          </p:cNvPr>
          <p:cNvSpPr txBox="1"/>
          <p:nvPr/>
        </p:nvSpPr>
        <p:spPr>
          <a:xfrm>
            <a:off x="10314455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05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8871FA2-4150-4A21-5EA6-DDB7FCA353F1}"/>
              </a:ext>
            </a:extLst>
          </p:cNvPr>
          <p:cNvSpPr txBox="1"/>
          <p:nvPr/>
        </p:nvSpPr>
        <p:spPr>
          <a:xfrm>
            <a:off x="9601367" y="2739139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>
                <a:solidFill>
                  <a:srgbClr val="213D52"/>
                </a:solidFill>
                <a:latin typeface="Arial Nova Cond" panose="020B0506020202020204" pitchFamily="34" charset="0"/>
              </a:rPr>
              <a:t>Entrada e </a:t>
            </a:r>
            <a:r>
              <a:rPr lang="pt-BR" sz="1200" b="0">
                <a:solidFill>
                  <a:srgbClr val="213D52"/>
                </a:solidFill>
                <a:latin typeface="Arial Nova Cond" panose="020B0506020202020204" pitchFamily="34" charset="0"/>
              </a:rPr>
              <a:t>priorização das demandas</a:t>
            </a:r>
            <a:endParaRPr sz="1200" b="0">
              <a:solidFill>
                <a:srgbClr val="213D5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89F29F8-B445-B346-310D-B079D9C09D60}"/>
              </a:ext>
            </a:extLst>
          </p:cNvPr>
          <p:cNvSpPr/>
          <p:nvPr/>
        </p:nvSpPr>
        <p:spPr>
          <a:xfrm>
            <a:off x="9601367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C428D15-535A-8F55-8A39-FB1716DDCE16}"/>
              </a:ext>
            </a:extLst>
          </p:cNvPr>
          <p:cNvSpPr txBox="1"/>
          <p:nvPr/>
        </p:nvSpPr>
        <p:spPr>
          <a:xfrm>
            <a:off x="9601367" y="3230150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>
                <a:solidFill>
                  <a:srgbClr val="213D52"/>
                </a:solidFill>
                <a:latin typeface="Arial Nova Cond" panose="020B0506020202020204" pitchFamily="34" charset="0"/>
              </a:rPr>
              <a:t>Uso nos fóruns</a:t>
            </a:r>
            <a:endParaRPr sz="1200" b="0">
              <a:solidFill>
                <a:srgbClr val="213D5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261585B4-F8FE-A433-ABCB-A88AA15155DF}"/>
              </a:ext>
            </a:extLst>
          </p:cNvPr>
          <p:cNvSpPr/>
          <p:nvPr/>
        </p:nvSpPr>
        <p:spPr>
          <a:xfrm>
            <a:off x="9601367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47A1748-F501-5A7C-21C0-84B5180F5AF9}"/>
              </a:ext>
            </a:extLst>
          </p:cNvPr>
          <p:cNvSpPr txBox="1"/>
          <p:nvPr/>
        </p:nvSpPr>
        <p:spPr>
          <a:xfrm>
            <a:off x="9601367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noProof="0">
                <a:solidFill>
                  <a:srgbClr val="213D52"/>
                </a:solidFill>
                <a:latin typeface="Arial Nova Cond" panose="020B0506020202020204" pitchFamily="34" charset="0"/>
              </a:rPr>
              <a:t>Movimentação das demandas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9525FA8-9BBF-893B-D54C-B96AEDDECD80}"/>
              </a:ext>
            </a:extLst>
          </p:cNvPr>
          <p:cNvSpPr/>
          <p:nvPr/>
        </p:nvSpPr>
        <p:spPr>
          <a:xfrm>
            <a:off x="2907936" y="436026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AD5E43FF-9182-5ADF-4DAA-E0192CFA937A}"/>
              </a:ext>
            </a:extLst>
          </p:cNvPr>
          <p:cNvSpPr txBox="1"/>
          <p:nvPr/>
        </p:nvSpPr>
        <p:spPr>
          <a:xfrm>
            <a:off x="2907936" y="4347057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Desdobramento para o time</a:t>
            </a:r>
          </a:p>
        </p:txBody>
      </p:sp>
    </p:spTree>
    <p:extLst>
      <p:ext uri="{BB962C8B-B14F-4D97-AF65-F5344CB8AC3E}">
        <p14:creationId xmlns:p14="http://schemas.microsoft.com/office/powerpoint/2010/main" val="3046685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6BE9E-D56A-E68E-C807-AF4587F3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B6052E-88E3-49BB-D7ED-411F2628AB7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2C7AA0-F7CC-115D-E338-8C896B8BF92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- Plano de Monitoramento, ajustes e transferência</a:t>
            </a:r>
            <a:endParaRPr lang="en-US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02EC2248-EEFB-C9D3-961E-1E9EFF92C9C6}"/>
              </a:ext>
            </a:extLst>
          </p:cNvPr>
          <p:cNvGraphicFramePr>
            <a:graphicFrameLocks noGrp="1"/>
          </p:cNvGraphicFramePr>
          <p:nvPr/>
        </p:nvGraphicFramePr>
        <p:xfrm>
          <a:off x="332357" y="1660633"/>
          <a:ext cx="11527286" cy="3336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114">
                  <a:extLst>
                    <a:ext uri="{9D8B030D-6E8A-4147-A177-3AD203B41FA5}">
                      <a16:colId xmlns:a16="http://schemas.microsoft.com/office/drawing/2014/main" val="566229274"/>
                    </a:ext>
                  </a:extLst>
                </a:gridCol>
                <a:gridCol w="3437797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423420383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1512307838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3702681162"/>
                    </a:ext>
                  </a:extLst>
                </a:gridCol>
              </a:tblGrid>
              <a:tr h="345002">
                <a:tc>
                  <a:txBody>
                    <a:bodyPr/>
                    <a:lstStyle/>
                    <a:p>
                      <a:pPr algn="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45002">
                <a:tc>
                  <a:txBody>
                    <a:bodyPr/>
                    <a:lstStyle/>
                    <a:p>
                      <a:pPr algn="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14/09 – 18/09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21/09 – 25/09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28/09 – 02/10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05/10 – 09/10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12/10 – 16/10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19/10 – 23/10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26/10 – 30/10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487012"/>
                  </a:ext>
                </a:extLst>
              </a:tr>
              <a:tr h="536670">
                <a:tc>
                  <a:txBody>
                    <a:bodyPr/>
                    <a:lstStyle/>
                    <a:p>
                      <a:pPr marL="0" marR="0" lvl="0" indent="0" algn="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F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ADERÊNCIA AOS RITOS E FÓRUNS DE GOVERNANÇA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536670">
                <a:tc>
                  <a:txBody>
                    <a:bodyPr/>
                    <a:lstStyle/>
                    <a:p>
                      <a:pPr marL="0" marR="0" lvl="0" indent="0" algn="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596C7A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F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+mn-ea"/>
                          <a:cs typeface="Arial" pitchFamily="34" charset="-120"/>
                        </a:rPr>
                        <a:t>CLAREZA DE PAPÉIS E RESPONSABILIDADES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518301">
                <a:tc>
                  <a:txBody>
                    <a:bodyPr/>
                    <a:lstStyle/>
                    <a:p>
                      <a:pPr marL="0" marR="0" lvl="0" indent="0" algn="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F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+mn-ea"/>
                          <a:cs typeface="Arial" pitchFamily="34" charset="-120"/>
                        </a:rPr>
                        <a:t>INTERFACES COM ÁREAS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272033"/>
                  </a:ext>
                </a:extLst>
              </a:tr>
              <a:tr h="518301">
                <a:tc>
                  <a:txBody>
                    <a:bodyPr/>
                    <a:lstStyle/>
                    <a:p>
                      <a:pPr marL="0" marR="0" lvl="0" indent="0" algn="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596C7A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F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USO DAS FERRAMENTAS OFICIAIS E </a:t>
                      </a:r>
                      <a:r>
                        <a:rPr lang="pt-BR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ADOÇÃO DO FLUXO DE BACKLOG</a:t>
                      </a:r>
                      <a:endParaRPr lang="en-US" sz="1300" b="0" kern="1200">
                        <a:solidFill>
                          <a:srgbClr val="1F2A35"/>
                        </a:solidFill>
                        <a:latin typeface="Arial Nova Cond" panose="020B0506020202020204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536670">
                <a:tc>
                  <a:txBody>
                    <a:bodyPr/>
                    <a:lstStyle/>
                    <a:p>
                      <a:pPr marL="0" marR="0" lvl="0" indent="0" algn="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6C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+mn-ea"/>
                          <a:cs typeface="Arial" pitchFamily="34" charset="-120"/>
                        </a:rPr>
                        <a:t>TRANSFERIR CONHECIMENTO PARA OS RESPONSÁVEIS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877436"/>
                  </a:ext>
                </a:extLst>
              </a:tr>
            </a:tbl>
          </a:graphicData>
        </a:graphic>
      </p:graphicFrame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599E9BA-2AB2-7007-AB51-031F3A6306A9}"/>
              </a:ext>
            </a:extLst>
          </p:cNvPr>
          <p:cNvSpPr/>
          <p:nvPr/>
        </p:nvSpPr>
        <p:spPr bwMode="auto">
          <a:xfrm>
            <a:off x="4303604" y="3061707"/>
            <a:ext cx="3358425" cy="22848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12AB8C04-EC0F-2E7B-3507-A19C9EBD245F}"/>
              </a:ext>
            </a:extLst>
          </p:cNvPr>
          <p:cNvSpPr/>
          <p:nvPr/>
        </p:nvSpPr>
        <p:spPr>
          <a:xfrm>
            <a:off x="607106" y="6802142"/>
            <a:ext cx="13553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 sz="1400" noProof="0">
              <a:solidFill>
                <a:srgbClr val="E8772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2F08D1D0-E165-9378-EC53-C50850269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21">
            <a:extLst>
              <a:ext uri="{FF2B5EF4-FFF2-40B4-BE49-F238E27FC236}">
                <a16:creationId xmlns:a16="http://schemas.microsoft.com/office/drawing/2014/main" id="{521F1436-7FBE-3A5A-7AEE-51C9AFBBF219}"/>
              </a:ext>
            </a:extLst>
          </p:cNvPr>
          <p:cNvSpPr/>
          <p:nvPr/>
        </p:nvSpPr>
        <p:spPr bwMode="auto">
          <a:xfrm>
            <a:off x="5217459" y="3594724"/>
            <a:ext cx="3298144" cy="22848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2" name="Retângulo: Cantos Arredondados 21">
            <a:extLst>
              <a:ext uri="{FF2B5EF4-FFF2-40B4-BE49-F238E27FC236}">
                <a16:creationId xmlns:a16="http://schemas.microsoft.com/office/drawing/2014/main" id="{C90BF8F5-1463-C3F8-BD10-185F4799F45B}"/>
              </a:ext>
            </a:extLst>
          </p:cNvPr>
          <p:cNvSpPr/>
          <p:nvPr/>
        </p:nvSpPr>
        <p:spPr bwMode="auto">
          <a:xfrm>
            <a:off x="4303604" y="2512140"/>
            <a:ext cx="4205091" cy="22848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5" name="Retângulo: Cantos Arredondados 7">
            <a:extLst>
              <a:ext uri="{FF2B5EF4-FFF2-40B4-BE49-F238E27FC236}">
                <a16:creationId xmlns:a16="http://schemas.microsoft.com/office/drawing/2014/main" id="{69629986-7908-B566-5706-080946961EAC}"/>
              </a:ext>
            </a:extLst>
          </p:cNvPr>
          <p:cNvSpPr/>
          <p:nvPr/>
        </p:nvSpPr>
        <p:spPr bwMode="auto">
          <a:xfrm>
            <a:off x="4303604" y="4621451"/>
            <a:ext cx="7435125" cy="230400"/>
          </a:xfrm>
          <a:prstGeom prst="roundRect">
            <a:avLst>
              <a:gd name="adj" fmla="val 50000"/>
            </a:avLst>
          </a:prstGeom>
          <a:pattFill prst="wdUpDiag">
            <a:fgClr>
              <a:schemeClr val="accent4">
                <a:lumMod val="40000"/>
                <a:lumOff val="60000"/>
              </a:schemeClr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136415-4BD8-CCCB-8661-ABCEE5CEA8ED}"/>
              </a:ext>
            </a:extLst>
          </p:cNvPr>
          <p:cNvSpPr txBox="1"/>
          <p:nvPr/>
        </p:nvSpPr>
        <p:spPr>
          <a:xfrm>
            <a:off x="9807478" y="5659775"/>
            <a:ext cx="2052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noProof="0">
                <a:latin typeface="Arial Nova Cond" panose="020B0506020202020204" pitchFamily="34" charset="0"/>
              </a:rPr>
              <a:t>Checkpoint de validação do plano</a:t>
            </a:r>
          </a:p>
        </p:txBody>
      </p:sp>
      <p:sp>
        <p:nvSpPr>
          <p:cNvPr id="28" name="TextBox 95">
            <a:extLst>
              <a:ext uri="{FF2B5EF4-FFF2-40B4-BE49-F238E27FC236}">
                <a16:creationId xmlns:a16="http://schemas.microsoft.com/office/drawing/2014/main" id="{60441502-9171-9185-1CC8-C8C80B0683B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506343" y="5423175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pic>
        <p:nvPicPr>
          <p:cNvPr id="30" name="Graphic 29" descr="Flag with solid fill">
            <a:extLst>
              <a:ext uri="{FF2B5EF4-FFF2-40B4-BE49-F238E27FC236}">
                <a16:creationId xmlns:a16="http://schemas.microsoft.com/office/drawing/2014/main" id="{4D1847DC-B776-90FD-8623-BAB0E4F54E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9387" y="4396391"/>
            <a:ext cx="376001" cy="376001"/>
          </a:xfrm>
          <a:prstGeom prst="rect">
            <a:avLst/>
          </a:prstGeom>
        </p:spPr>
      </p:pic>
      <p:pic>
        <p:nvPicPr>
          <p:cNvPr id="32" name="Graphic 31" descr="Flag with solid fill">
            <a:extLst>
              <a:ext uri="{FF2B5EF4-FFF2-40B4-BE49-F238E27FC236}">
                <a16:creationId xmlns:a16="http://schemas.microsoft.com/office/drawing/2014/main" id="{8EFFA611-5C5B-5FBD-563D-F7849E438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5062" y="4399055"/>
            <a:ext cx="376001" cy="376001"/>
          </a:xfrm>
          <a:prstGeom prst="rect">
            <a:avLst/>
          </a:prstGeom>
        </p:spPr>
      </p:pic>
      <p:pic>
        <p:nvPicPr>
          <p:cNvPr id="34" name="Graphic 33" descr="Flag with solid fill">
            <a:extLst>
              <a:ext uri="{FF2B5EF4-FFF2-40B4-BE49-F238E27FC236}">
                <a16:creationId xmlns:a16="http://schemas.microsoft.com/office/drawing/2014/main" id="{E1362494-2C7B-9DB2-7093-8D6740F362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512" y="4396390"/>
            <a:ext cx="376001" cy="376001"/>
          </a:xfrm>
          <a:prstGeom prst="rect">
            <a:avLst/>
          </a:prstGeom>
        </p:spPr>
      </p:pic>
      <p:pic>
        <p:nvPicPr>
          <p:cNvPr id="36" name="Graphic 35" descr="Flag with solid fill">
            <a:extLst>
              <a:ext uri="{FF2B5EF4-FFF2-40B4-BE49-F238E27FC236}">
                <a16:creationId xmlns:a16="http://schemas.microsoft.com/office/drawing/2014/main" id="{41AE56FA-A45F-27A9-E6C2-9BE548FDF5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7474" y="5639684"/>
            <a:ext cx="281701" cy="281701"/>
          </a:xfrm>
          <a:prstGeom prst="rect">
            <a:avLst/>
          </a:prstGeom>
        </p:spPr>
      </p:pic>
      <p:sp>
        <p:nvSpPr>
          <p:cNvPr id="10" name="Retângulo: Cantos Arredondados 21">
            <a:extLst>
              <a:ext uri="{FF2B5EF4-FFF2-40B4-BE49-F238E27FC236}">
                <a16:creationId xmlns:a16="http://schemas.microsoft.com/office/drawing/2014/main" id="{A46632C0-F343-4132-A394-0B73B8548E36}"/>
              </a:ext>
            </a:extLst>
          </p:cNvPr>
          <p:cNvSpPr/>
          <p:nvPr/>
        </p:nvSpPr>
        <p:spPr bwMode="auto">
          <a:xfrm>
            <a:off x="6343650" y="4081285"/>
            <a:ext cx="2165045" cy="22848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000" b="1" i="0" u="none" strike="noStrike" kern="1200" cap="none" spc="87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Etapa: Produção</a:t>
            </a:r>
          </a:p>
        </p:txBody>
      </p:sp>
      <p:grpSp>
        <p:nvGrpSpPr>
          <p:cNvPr id="11" name="Group 2">
            <a:extLst>
              <a:ext uri="{FF2B5EF4-FFF2-40B4-BE49-F238E27FC236}">
                <a16:creationId xmlns:a16="http://schemas.microsoft.com/office/drawing/2014/main" id="{4DA8AFCC-0275-85FD-6BD3-F9BBCCE6F7DF}"/>
              </a:ext>
            </a:extLst>
          </p:cNvPr>
          <p:cNvGrpSpPr/>
          <p:nvPr/>
        </p:nvGrpSpPr>
        <p:grpSpPr>
          <a:xfrm>
            <a:off x="6427495" y="2388500"/>
            <a:ext cx="883575" cy="3254490"/>
            <a:chOff x="2158786" y="1504831"/>
            <a:chExt cx="883575" cy="5477863"/>
          </a:xfrm>
        </p:grpSpPr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F60B93B5-5F7D-B139-B200-BE658166AF73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4144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4">
                      <a:lumMod val="50000"/>
                    </a:schemeClr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16" name="Straight Connector 4">
              <a:extLst>
                <a:ext uri="{FF2B5EF4-FFF2-40B4-BE49-F238E27FC236}">
                  <a16:creationId xmlns:a16="http://schemas.microsoft.com/office/drawing/2014/main" id="{339A32DF-D6A9-F1E4-2117-10516AAC1CC9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accent4">
                  <a:lumMod val="50000"/>
                </a:schemeClr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8" name="Retângulo: Cantos Arredondados 21">
            <a:extLst>
              <a:ext uri="{FF2B5EF4-FFF2-40B4-BE49-F238E27FC236}">
                <a16:creationId xmlns:a16="http://schemas.microsoft.com/office/drawing/2014/main" id="{5A1200DF-1518-27B6-7445-4A52214936DE}"/>
              </a:ext>
            </a:extLst>
          </p:cNvPr>
          <p:cNvSpPr/>
          <p:nvPr/>
        </p:nvSpPr>
        <p:spPr bwMode="auto">
          <a:xfrm>
            <a:off x="4660900" y="4089558"/>
            <a:ext cx="1633220" cy="22848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000" b="1" i="0" u="none" strike="noStrike" kern="1200" cap="none" spc="87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 Light" panose="020B0306020202020204" pitchFamily="34" charset="0"/>
                <a:ea typeface="+mn-ea"/>
                <a:cs typeface="+mn-cs"/>
              </a:rPr>
              <a:t>Etapa: Homologação</a:t>
            </a:r>
          </a:p>
        </p:txBody>
      </p:sp>
    </p:spTree>
    <p:extLst>
      <p:ext uri="{BB962C8B-B14F-4D97-AF65-F5344CB8AC3E}">
        <p14:creationId xmlns:p14="http://schemas.microsoft.com/office/powerpoint/2010/main" val="2144099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5717-A744-AD7D-2EDB-348BB7D81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B195FB-3F03-4D10-A46A-F8462F6E4C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smtClean="0"/>
              <a:pPr/>
              <a:t>8</a:t>
            </a:fld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7EBFB-A17D-4119-E4DF-B2BB520E69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899"/>
            <a:ext cx="11251289" cy="319059"/>
          </a:xfrm>
        </p:spPr>
        <p:txBody>
          <a:bodyPr/>
          <a:lstStyle/>
          <a:p>
            <a:r>
              <a:rPr lang="pt-BR"/>
              <a:t>Evolução das Comunidades - Frentes de adoção ao Modelo de Operação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1E280-FEB0-3F6D-0AA9-3840C9A6FC8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Tabela 2">
            <a:extLst>
              <a:ext uri="{FF2B5EF4-FFF2-40B4-BE49-F238E27FC236}">
                <a16:creationId xmlns:a16="http://schemas.microsoft.com/office/drawing/2014/main" id="{AD06C9B7-99F0-55E5-403E-721286D8C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579033"/>
              </p:ext>
            </p:extLst>
          </p:nvPr>
        </p:nvGraphicFramePr>
        <p:xfrm>
          <a:off x="469562" y="1383172"/>
          <a:ext cx="11251288" cy="438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28">
                  <a:extLst>
                    <a:ext uri="{9D8B030D-6E8A-4147-A177-3AD203B41FA5}">
                      <a16:colId xmlns:a16="http://schemas.microsoft.com/office/drawing/2014/main" val="3825107966"/>
                    </a:ext>
                  </a:extLst>
                </a:gridCol>
                <a:gridCol w="233828">
                  <a:extLst>
                    <a:ext uri="{9D8B030D-6E8A-4147-A177-3AD203B41FA5}">
                      <a16:colId xmlns:a16="http://schemas.microsoft.com/office/drawing/2014/main" val="2458210763"/>
                    </a:ext>
                  </a:extLst>
                </a:gridCol>
                <a:gridCol w="3440927">
                  <a:extLst>
                    <a:ext uri="{9D8B030D-6E8A-4147-A177-3AD203B41FA5}">
                      <a16:colId xmlns:a16="http://schemas.microsoft.com/office/drawing/2014/main" val="3078188878"/>
                    </a:ext>
                  </a:extLst>
                </a:gridCol>
                <a:gridCol w="1468541">
                  <a:extLst>
                    <a:ext uri="{9D8B030D-6E8A-4147-A177-3AD203B41FA5}">
                      <a16:colId xmlns:a16="http://schemas.microsoft.com/office/drawing/2014/main" val="4067900397"/>
                    </a:ext>
                  </a:extLst>
                </a:gridCol>
                <a:gridCol w="1468541">
                  <a:extLst>
                    <a:ext uri="{9D8B030D-6E8A-4147-A177-3AD203B41FA5}">
                      <a16:colId xmlns:a16="http://schemas.microsoft.com/office/drawing/2014/main" val="2557030225"/>
                    </a:ext>
                  </a:extLst>
                </a:gridCol>
                <a:gridCol w="1468541">
                  <a:extLst>
                    <a:ext uri="{9D8B030D-6E8A-4147-A177-3AD203B41FA5}">
                      <a16:colId xmlns:a16="http://schemas.microsoft.com/office/drawing/2014/main" val="2732463539"/>
                    </a:ext>
                  </a:extLst>
                </a:gridCol>
                <a:gridCol w="1468541">
                  <a:extLst>
                    <a:ext uri="{9D8B030D-6E8A-4147-A177-3AD203B41FA5}">
                      <a16:colId xmlns:a16="http://schemas.microsoft.com/office/drawing/2014/main" val="983252060"/>
                    </a:ext>
                  </a:extLst>
                </a:gridCol>
                <a:gridCol w="1468541">
                  <a:extLst>
                    <a:ext uri="{9D8B030D-6E8A-4147-A177-3AD203B41FA5}">
                      <a16:colId xmlns:a16="http://schemas.microsoft.com/office/drawing/2014/main" val="3540837601"/>
                    </a:ext>
                  </a:extLst>
                </a:gridCol>
              </a:tblGrid>
              <a:tr h="266580">
                <a:tc>
                  <a:txBody>
                    <a:bodyPr/>
                    <a:lstStyle/>
                    <a:p>
                      <a:pPr algn="l"/>
                      <a:endParaRPr lang="pt-BR" sz="1050" b="0" spc="300">
                        <a:solidFill>
                          <a:schemeClr val="accent4">
                            <a:lumMod val="50000"/>
                          </a:schemeClr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sz="1050" b="0" spc="300">
                        <a:solidFill>
                          <a:schemeClr val="accent4">
                            <a:lumMod val="50000"/>
                          </a:schemeClr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sz="1050" b="0" spc="3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spc="0">
                          <a:solidFill>
                            <a:schemeClr val="accent4"/>
                          </a:solidFill>
                          <a:latin typeface="Arial Nova Cond Light" panose="020B0306020202020204" pitchFamily="34" charset="0"/>
                        </a:rPr>
                        <a:t>ADERÊNCIA AOS RITOS E FÓRUNS DE GOVERNANÇA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spc="0">
                          <a:solidFill>
                            <a:schemeClr val="accent4"/>
                          </a:solidFill>
                          <a:latin typeface="Arial Nova Cond Light" panose="020B0306020202020204" pitchFamily="34" charset="0"/>
                        </a:rPr>
                        <a:t>CLAREZA DE PAPÉIS E RESPONSABILIDADES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spc="0">
                          <a:solidFill>
                            <a:schemeClr val="accent4"/>
                          </a:solidFill>
                          <a:latin typeface="Arial Nova Cond Light" panose="020B0306020202020204" pitchFamily="34" charset="0"/>
                        </a:rPr>
                        <a:t>INTERFACES COM ÁREAS DE NEGÓCIO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spc="0">
                          <a:solidFill>
                            <a:schemeClr val="accent4"/>
                          </a:solidFill>
                          <a:latin typeface="Arial Nova Cond Light" panose="020B0306020202020204" pitchFamily="34" charset="0"/>
                        </a:rPr>
                        <a:t>USO DAS FERRAMENTAS OFICIAIS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spc="0">
                          <a:solidFill>
                            <a:schemeClr val="accent4"/>
                          </a:solidFill>
                          <a:latin typeface="Arial Nova Cond Light" panose="020B0306020202020204" pitchFamily="34" charset="0"/>
                        </a:rPr>
                        <a:t>ADOÇÃO DO FLUXO DE BACKLOG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41166"/>
                  </a:ext>
                </a:extLst>
              </a:tr>
              <a:tr h="442800">
                <a:tc rowSpan="6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FEL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>
                          <a:latin typeface="Arial Nova Cond" panose="020B0506020202020204" pitchFamily="34" charset="0"/>
                        </a:rPr>
                        <a:t>TRANSITÓRIOS ELETROMAGNÉTICOS (EMT)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85%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439470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REGIME PERMANENTE E TRANSITÓRIOS ELETROMECÂNICOS (RMS)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85%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196523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FEN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PLANEJAMENTO E PROGRAMAÇÃO ENERGÉTICA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85%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560162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FER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RECURSOS HIDROLÓGICOS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70%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828164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GERAÇÃO RENOVÁVEL VARIÁVEL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70%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81468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CARGA E RECURSOS ENERGÉTICOS DISTRIBUÍDOS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70%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800162"/>
                  </a:ext>
                </a:extLst>
              </a:tr>
              <a:tr h="442800">
                <a:tc rowSpan="3">
                  <a:txBody>
                    <a:bodyPr/>
                    <a:lstStyle/>
                    <a:p>
                      <a:pPr algn="ctr"/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COMUNIDADES TÉCNICA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FEG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PROSPECÇÃO E EVOLUÇÃO TÉCNICA DAS FERRAMENTAS ELÉTRICAS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60%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598596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PROSPECÇÃO E EVOLUÇÃO TÉCNICA DAS FERRAMENTAS ENERGÉTICAS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60%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355052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PLATAFORMIZAÇÃO, ESCALABILIDADE E PERFORMANCE DAS FERRAMENTAS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016427"/>
                  </a:ext>
                </a:extLst>
              </a:tr>
            </a:tbl>
          </a:graphicData>
        </a:graphic>
      </p:graphicFrame>
      <p:sp>
        <p:nvSpPr>
          <p:cNvPr id="12" name="CaixaDeTexto 35">
            <a:extLst>
              <a:ext uri="{FF2B5EF4-FFF2-40B4-BE49-F238E27FC236}">
                <a16:creationId xmlns:a16="http://schemas.microsoft.com/office/drawing/2014/main" id="{BFFB8E5C-635A-CABC-73D7-134FED947B84}"/>
              </a:ext>
            </a:extLst>
          </p:cNvPr>
          <p:cNvSpPr txBox="1"/>
          <p:nvPr/>
        </p:nvSpPr>
        <p:spPr>
          <a:xfrm>
            <a:off x="599089" y="6401212"/>
            <a:ext cx="671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Legenda: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BF7FE7E-2A5A-BACD-A1F4-3676D3329E42}"/>
              </a:ext>
            </a:extLst>
          </p:cNvPr>
          <p:cNvGrpSpPr/>
          <p:nvPr/>
        </p:nvGrpSpPr>
        <p:grpSpPr>
          <a:xfrm>
            <a:off x="1370184" y="6376722"/>
            <a:ext cx="928043" cy="295200"/>
            <a:chOff x="7279678" y="6363025"/>
            <a:chExt cx="928043" cy="2952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95F930F-05C8-ACF1-5A7B-2BDCEA17DC22}"/>
                </a:ext>
              </a:extLst>
            </p:cNvPr>
            <p:cNvSpPr txBox="1"/>
            <p:nvPr/>
          </p:nvSpPr>
          <p:spPr>
            <a:xfrm>
              <a:off x="7595721" y="6433681"/>
              <a:ext cx="6120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pt-BR" sz="10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</a:rPr>
                <a:t>Concluído</a:t>
              </a:r>
            </a:p>
          </p:txBody>
        </p:sp>
        <p:pic>
          <p:nvPicPr>
            <p:cNvPr id="25" name="Graphic 24" descr="Badge Tick1 with solid fill">
              <a:extLst>
                <a:ext uri="{FF2B5EF4-FFF2-40B4-BE49-F238E27FC236}">
                  <a16:creationId xmlns:a16="http://schemas.microsoft.com/office/drawing/2014/main" id="{DF8051CA-D2B8-58D7-0E57-B362776B235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79678" y="6363025"/>
              <a:ext cx="295200" cy="2952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7CE2A0E-F27D-58BB-4A2B-20B3F571EA4B}"/>
              </a:ext>
            </a:extLst>
          </p:cNvPr>
          <p:cNvGrpSpPr/>
          <p:nvPr/>
        </p:nvGrpSpPr>
        <p:grpSpPr>
          <a:xfrm>
            <a:off x="3555949" y="6421722"/>
            <a:ext cx="1098265" cy="205200"/>
            <a:chOff x="9757060" y="6388101"/>
            <a:chExt cx="1098265" cy="20520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551CB73-EE6D-BE6B-BA1F-2D6F9006D3AD}"/>
                </a:ext>
              </a:extLst>
            </p:cNvPr>
            <p:cNvSpPr txBox="1"/>
            <p:nvPr/>
          </p:nvSpPr>
          <p:spPr>
            <a:xfrm>
              <a:off x="10003877" y="6413757"/>
              <a:ext cx="85144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pt-BR" sz="1000">
                  <a:solidFill>
                    <a:srgbClr val="002A46"/>
                  </a:solidFill>
                  <a:latin typeface="Arial Nova Cond" panose="020B0506020202020204" pitchFamily="34" charset="0"/>
                </a:rPr>
                <a:t>Não iniciado</a:t>
              </a:r>
              <a:endPara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323001B-B1BF-669F-28EF-756F25B0168A}"/>
                </a:ext>
              </a:extLst>
            </p:cNvPr>
            <p:cNvSpPr/>
            <p:nvPr/>
          </p:nvSpPr>
          <p:spPr>
            <a:xfrm>
              <a:off x="9757060" y="6388101"/>
              <a:ext cx="205131" cy="2052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A4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21C36CA1-C204-E52E-86C5-FBCB122B7BC8}"/>
              </a:ext>
            </a:extLst>
          </p:cNvPr>
          <p:cNvSpPr/>
          <p:nvPr/>
        </p:nvSpPr>
        <p:spPr>
          <a:xfrm>
            <a:off x="9360124" y="4548526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BF1EC5F-9EBD-E7A7-FB07-F8239781038C}"/>
              </a:ext>
            </a:extLst>
          </p:cNvPr>
          <p:cNvSpPr/>
          <p:nvPr/>
        </p:nvSpPr>
        <p:spPr>
          <a:xfrm>
            <a:off x="9360124" y="4995283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A1A55F1B-CF36-2761-7746-84EEB58E497E}"/>
              </a:ext>
            </a:extLst>
          </p:cNvPr>
          <p:cNvSpPr/>
          <p:nvPr/>
        </p:nvSpPr>
        <p:spPr>
          <a:xfrm>
            <a:off x="9360124" y="5436744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FCE18D4-2B40-F7A4-D187-972259F3DDA4}"/>
              </a:ext>
            </a:extLst>
          </p:cNvPr>
          <p:cNvGrpSpPr/>
          <p:nvPr/>
        </p:nvGrpSpPr>
        <p:grpSpPr>
          <a:xfrm>
            <a:off x="2364251" y="6388101"/>
            <a:ext cx="1191698" cy="270237"/>
            <a:chOff x="2364251" y="6388101"/>
            <a:chExt cx="1191698" cy="27023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1855221-1D63-48BE-8515-92BD8ABB9E90}"/>
                </a:ext>
              </a:extLst>
            </p:cNvPr>
            <p:cNvSpPr txBox="1"/>
            <p:nvPr/>
          </p:nvSpPr>
          <p:spPr>
            <a:xfrm>
              <a:off x="2704501" y="6447378"/>
              <a:ext cx="85144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pt-BR" sz="1000">
                  <a:solidFill>
                    <a:srgbClr val="002A46"/>
                  </a:solidFill>
                  <a:latin typeface="Arial Nova Cond" panose="020B0506020202020204" pitchFamily="34" charset="0"/>
                </a:rPr>
                <a:t>Em andamento</a:t>
              </a:r>
              <a:endPara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</a:endParaRPr>
            </a:p>
          </p:txBody>
        </p:sp>
        <p:pic>
          <p:nvPicPr>
            <p:cNvPr id="88" name="Picture 87" descr="Sync ">
              <a:extLst>
                <a:ext uri="{FF2B5EF4-FFF2-40B4-BE49-F238E27FC236}">
                  <a16:creationId xmlns:a16="http://schemas.microsoft.com/office/drawing/2014/main" id="{BB667AF8-528E-BC13-FA19-B668B0BA4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364251" y="6388101"/>
              <a:ext cx="270237" cy="270237"/>
            </a:xfrm>
            <a:prstGeom prst="rect">
              <a:avLst/>
            </a:prstGeom>
          </p:spPr>
        </p:pic>
      </p:grpSp>
      <p:sp>
        <p:nvSpPr>
          <p:cNvPr id="91" name="Oval 90">
            <a:extLst>
              <a:ext uri="{FF2B5EF4-FFF2-40B4-BE49-F238E27FC236}">
                <a16:creationId xmlns:a16="http://schemas.microsoft.com/office/drawing/2014/main" id="{CBF8F32F-BD91-4448-D4A7-E7C280F1B5ED}"/>
              </a:ext>
            </a:extLst>
          </p:cNvPr>
          <p:cNvSpPr/>
          <p:nvPr/>
        </p:nvSpPr>
        <p:spPr>
          <a:xfrm>
            <a:off x="4955705" y="4548526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8A3D905-78F6-2C27-3401-41ADC9EB8A74}"/>
              </a:ext>
            </a:extLst>
          </p:cNvPr>
          <p:cNvSpPr/>
          <p:nvPr/>
        </p:nvSpPr>
        <p:spPr>
          <a:xfrm>
            <a:off x="4955705" y="4995283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CF2932A-489E-4624-6B17-519FF10B4131}"/>
              </a:ext>
            </a:extLst>
          </p:cNvPr>
          <p:cNvSpPr/>
          <p:nvPr/>
        </p:nvSpPr>
        <p:spPr>
          <a:xfrm>
            <a:off x="4955705" y="5436744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" name="Picture 112" descr="Sync ">
            <a:extLst>
              <a:ext uri="{FF2B5EF4-FFF2-40B4-BE49-F238E27FC236}">
                <a16:creationId xmlns:a16="http://schemas.microsoft.com/office/drawing/2014/main" id="{E7F73262-1BE4-D05F-2BF3-C7BAD44FD3A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1866270"/>
            <a:ext cx="232746" cy="232746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2F6E267C-1997-540B-CDE1-32CDA8E5A6BE}"/>
              </a:ext>
            </a:extLst>
          </p:cNvPr>
          <p:cNvSpPr/>
          <p:nvPr/>
        </p:nvSpPr>
        <p:spPr>
          <a:xfrm>
            <a:off x="10888409" y="1866270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8E83685-F60C-D8D8-671D-53F5FB5750E0}"/>
              </a:ext>
            </a:extLst>
          </p:cNvPr>
          <p:cNvSpPr/>
          <p:nvPr/>
        </p:nvSpPr>
        <p:spPr>
          <a:xfrm>
            <a:off x="10888409" y="2319148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42D8B12-8E45-3BD8-01A3-419669529913}"/>
              </a:ext>
            </a:extLst>
          </p:cNvPr>
          <p:cNvSpPr/>
          <p:nvPr/>
        </p:nvSpPr>
        <p:spPr>
          <a:xfrm>
            <a:off x="10888409" y="2760310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BDD7269-0C30-6003-9AEB-9821BE283548}"/>
              </a:ext>
            </a:extLst>
          </p:cNvPr>
          <p:cNvSpPr/>
          <p:nvPr/>
        </p:nvSpPr>
        <p:spPr>
          <a:xfrm>
            <a:off x="10888409" y="3205924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83F692F-1130-B11D-90C9-08D2F2A7655C}"/>
              </a:ext>
            </a:extLst>
          </p:cNvPr>
          <p:cNvSpPr/>
          <p:nvPr/>
        </p:nvSpPr>
        <p:spPr>
          <a:xfrm>
            <a:off x="10888409" y="3633680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4C203AD-54B1-E609-345A-C19A2B4A81C6}"/>
              </a:ext>
            </a:extLst>
          </p:cNvPr>
          <p:cNvSpPr/>
          <p:nvPr/>
        </p:nvSpPr>
        <p:spPr>
          <a:xfrm>
            <a:off x="10888409" y="4063317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F64A361-9EAE-DD26-45E2-EC2851CA44F3}"/>
              </a:ext>
            </a:extLst>
          </p:cNvPr>
          <p:cNvSpPr/>
          <p:nvPr/>
        </p:nvSpPr>
        <p:spPr>
          <a:xfrm>
            <a:off x="10888409" y="4548526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DB4014D-3DB7-D9FC-F307-A68C2BAB7B4C}"/>
              </a:ext>
            </a:extLst>
          </p:cNvPr>
          <p:cNvSpPr/>
          <p:nvPr/>
        </p:nvSpPr>
        <p:spPr>
          <a:xfrm>
            <a:off x="10888409" y="4995283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8D74A9A-D5C0-479F-B5FA-058C299A680D}"/>
              </a:ext>
            </a:extLst>
          </p:cNvPr>
          <p:cNvSpPr/>
          <p:nvPr/>
        </p:nvSpPr>
        <p:spPr>
          <a:xfrm>
            <a:off x="10888409" y="5436744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0" name="Picture 119" descr="Sync ">
            <a:extLst>
              <a:ext uri="{FF2B5EF4-FFF2-40B4-BE49-F238E27FC236}">
                <a16:creationId xmlns:a16="http://schemas.microsoft.com/office/drawing/2014/main" id="{0BA29EB4-FA1A-7AB5-6D2F-24C3CED5442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2319148"/>
            <a:ext cx="232746" cy="232746"/>
          </a:xfrm>
          <a:prstGeom prst="rect">
            <a:avLst/>
          </a:prstGeom>
        </p:spPr>
      </p:pic>
      <p:pic>
        <p:nvPicPr>
          <p:cNvPr id="122" name="Picture 121" descr="Sync ">
            <a:extLst>
              <a:ext uri="{FF2B5EF4-FFF2-40B4-BE49-F238E27FC236}">
                <a16:creationId xmlns:a16="http://schemas.microsoft.com/office/drawing/2014/main" id="{CF14AC27-22BA-DC2B-175B-E0D68321DA7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2760310"/>
            <a:ext cx="232746" cy="232746"/>
          </a:xfrm>
          <a:prstGeom prst="rect">
            <a:avLst/>
          </a:prstGeom>
        </p:spPr>
      </p:pic>
      <p:pic>
        <p:nvPicPr>
          <p:cNvPr id="124" name="Picture 123" descr="Sync ">
            <a:extLst>
              <a:ext uri="{FF2B5EF4-FFF2-40B4-BE49-F238E27FC236}">
                <a16:creationId xmlns:a16="http://schemas.microsoft.com/office/drawing/2014/main" id="{10BA391E-B3E3-E072-852B-072B91FF188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3205924"/>
            <a:ext cx="232746" cy="232746"/>
          </a:xfrm>
          <a:prstGeom prst="rect">
            <a:avLst/>
          </a:prstGeom>
        </p:spPr>
      </p:pic>
      <p:pic>
        <p:nvPicPr>
          <p:cNvPr id="126" name="Picture 125" descr="Sync ">
            <a:extLst>
              <a:ext uri="{FF2B5EF4-FFF2-40B4-BE49-F238E27FC236}">
                <a16:creationId xmlns:a16="http://schemas.microsoft.com/office/drawing/2014/main" id="{ADBD9889-1101-F696-AC2B-10371C41476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3633680"/>
            <a:ext cx="232746" cy="232746"/>
          </a:xfrm>
          <a:prstGeom prst="rect">
            <a:avLst/>
          </a:prstGeom>
        </p:spPr>
      </p:pic>
      <p:pic>
        <p:nvPicPr>
          <p:cNvPr id="128" name="Picture 127" descr="Sync ">
            <a:extLst>
              <a:ext uri="{FF2B5EF4-FFF2-40B4-BE49-F238E27FC236}">
                <a16:creationId xmlns:a16="http://schemas.microsoft.com/office/drawing/2014/main" id="{2FCA86F2-367E-9809-0FC5-EA9AB9CBA87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4063317"/>
            <a:ext cx="232746" cy="232746"/>
          </a:xfrm>
          <a:prstGeom prst="rect">
            <a:avLst/>
          </a:prstGeom>
        </p:spPr>
      </p:pic>
      <p:pic>
        <p:nvPicPr>
          <p:cNvPr id="130" name="Picture 129" descr="Sync ">
            <a:extLst>
              <a:ext uri="{FF2B5EF4-FFF2-40B4-BE49-F238E27FC236}">
                <a16:creationId xmlns:a16="http://schemas.microsoft.com/office/drawing/2014/main" id="{B59BCA16-E993-9C1B-CD50-B893D542C6A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1866270"/>
            <a:ext cx="232746" cy="232746"/>
          </a:xfrm>
          <a:prstGeom prst="rect">
            <a:avLst/>
          </a:prstGeom>
        </p:spPr>
      </p:pic>
      <p:pic>
        <p:nvPicPr>
          <p:cNvPr id="132" name="Picture 131" descr="Sync ">
            <a:extLst>
              <a:ext uri="{FF2B5EF4-FFF2-40B4-BE49-F238E27FC236}">
                <a16:creationId xmlns:a16="http://schemas.microsoft.com/office/drawing/2014/main" id="{FD027E2D-7254-B09D-E6EB-3B9343AB08F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2319148"/>
            <a:ext cx="232746" cy="232746"/>
          </a:xfrm>
          <a:prstGeom prst="rect">
            <a:avLst/>
          </a:prstGeom>
        </p:spPr>
      </p:pic>
      <p:pic>
        <p:nvPicPr>
          <p:cNvPr id="134" name="Picture 133" descr="Sync ">
            <a:extLst>
              <a:ext uri="{FF2B5EF4-FFF2-40B4-BE49-F238E27FC236}">
                <a16:creationId xmlns:a16="http://schemas.microsoft.com/office/drawing/2014/main" id="{7F9F6587-BB5C-EB8C-E1F1-1CCA8185355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2760310"/>
            <a:ext cx="232746" cy="232746"/>
          </a:xfrm>
          <a:prstGeom prst="rect">
            <a:avLst/>
          </a:prstGeom>
        </p:spPr>
      </p:pic>
      <p:pic>
        <p:nvPicPr>
          <p:cNvPr id="136" name="Picture 135" descr="Sync ">
            <a:extLst>
              <a:ext uri="{FF2B5EF4-FFF2-40B4-BE49-F238E27FC236}">
                <a16:creationId xmlns:a16="http://schemas.microsoft.com/office/drawing/2014/main" id="{7534AA78-56E2-7141-7618-AC33C4B23EF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3205924"/>
            <a:ext cx="232746" cy="232746"/>
          </a:xfrm>
          <a:prstGeom prst="rect">
            <a:avLst/>
          </a:prstGeom>
        </p:spPr>
      </p:pic>
      <p:pic>
        <p:nvPicPr>
          <p:cNvPr id="138" name="Picture 137" descr="Sync ">
            <a:extLst>
              <a:ext uri="{FF2B5EF4-FFF2-40B4-BE49-F238E27FC236}">
                <a16:creationId xmlns:a16="http://schemas.microsoft.com/office/drawing/2014/main" id="{4BE2CD50-80A8-D2A5-7580-255F0722147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3633680"/>
            <a:ext cx="232746" cy="232746"/>
          </a:xfrm>
          <a:prstGeom prst="rect">
            <a:avLst/>
          </a:prstGeom>
        </p:spPr>
      </p:pic>
      <p:pic>
        <p:nvPicPr>
          <p:cNvPr id="140" name="Picture 139" descr="Sync ">
            <a:extLst>
              <a:ext uri="{FF2B5EF4-FFF2-40B4-BE49-F238E27FC236}">
                <a16:creationId xmlns:a16="http://schemas.microsoft.com/office/drawing/2014/main" id="{0CB5C664-6BA9-EDD3-693C-CC21E5C953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4063317"/>
            <a:ext cx="232746" cy="232746"/>
          </a:xfrm>
          <a:prstGeom prst="rect">
            <a:avLst/>
          </a:prstGeom>
        </p:spPr>
      </p:pic>
      <p:pic>
        <p:nvPicPr>
          <p:cNvPr id="6" name="Picture 112" descr="Sync ">
            <a:extLst>
              <a:ext uri="{FF2B5EF4-FFF2-40B4-BE49-F238E27FC236}">
                <a16:creationId xmlns:a16="http://schemas.microsoft.com/office/drawing/2014/main" id="{31B699B9-1350-2826-B4E4-E7E2B821049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1866270"/>
            <a:ext cx="232746" cy="232746"/>
          </a:xfrm>
          <a:prstGeom prst="rect">
            <a:avLst/>
          </a:prstGeom>
        </p:spPr>
      </p:pic>
      <p:pic>
        <p:nvPicPr>
          <p:cNvPr id="10" name="Picture 112" descr="Sync ">
            <a:extLst>
              <a:ext uri="{FF2B5EF4-FFF2-40B4-BE49-F238E27FC236}">
                <a16:creationId xmlns:a16="http://schemas.microsoft.com/office/drawing/2014/main" id="{75446330-70DE-DFC0-FCC3-C071041271C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2319148"/>
            <a:ext cx="232746" cy="232746"/>
          </a:xfrm>
          <a:prstGeom prst="rect">
            <a:avLst/>
          </a:prstGeom>
        </p:spPr>
      </p:pic>
      <p:pic>
        <p:nvPicPr>
          <p:cNvPr id="13" name="Picture 112" descr="Sync ">
            <a:extLst>
              <a:ext uri="{FF2B5EF4-FFF2-40B4-BE49-F238E27FC236}">
                <a16:creationId xmlns:a16="http://schemas.microsoft.com/office/drawing/2014/main" id="{AA01D7FC-0541-CDA5-D57A-ED2DA795844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3205924"/>
            <a:ext cx="232746" cy="232746"/>
          </a:xfrm>
          <a:prstGeom prst="rect">
            <a:avLst/>
          </a:prstGeom>
        </p:spPr>
      </p:pic>
      <p:pic>
        <p:nvPicPr>
          <p:cNvPr id="17" name="Picture 112" descr="Sync ">
            <a:extLst>
              <a:ext uri="{FF2B5EF4-FFF2-40B4-BE49-F238E27FC236}">
                <a16:creationId xmlns:a16="http://schemas.microsoft.com/office/drawing/2014/main" id="{D14795E8-F952-6CBE-C4E0-82148B2DE60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3633680"/>
            <a:ext cx="232746" cy="232746"/>
          </a:xfrm>
          <a:prstGeom prst="rect">
            <a:avLst/>
          </a:prstGeom>
        </p:spPr>
      </p:pic>
      <p:pic>
        <p:nvPicPr>
          <p:cNvPr id="21" name="Picture 112" descr="Sync ">
            <a:extLst>
              <a:ext uri="{FF2B5EF4-FFF2-40B4-BE49-F238E27FC236}">
                <a16:creationId xmlns:a16="http://schemas.microsoft.com/office/drawing/2014/main" id="{C6F782D5-6EA1-5360-2191-CDD0E5E8594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4063317"/>
            <a:ext cx="232746" cy="232746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D0CCE45D-1880-CA1F-68E2-C8877F3D24C0}"/>
              </a:ext>
            </a:extLst>
          </p:cNvPr>
          <p:cNvSpPr txBox="1"/>
          <p:nvPr/>
        </p:nvSpPr>
        <p:spPr>
          <a:xfrm>
            <a:off x="9693976" y="6308879"/>
            <a:ext cx="19926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lang="pt-BR" sz="1200">
                <a:solidFill>
                  <a:schemeClr val="tx2">
                    <a:lumMod val="75000"/>
                  </a:schemeClr>
                </a:solidFill>
                <a:latin typeface="Arial Nova Cond" panose="020B0506020202020204" pitchFamily="34" charset="0"/>
              </a:rPr>
              <a:t>Data de referência: 29/09</a:t>
            </a:r>
            <a:endParaRPr kumimoji="0" lang="pt-BR" sz="120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pic>
        <p:nvPicPr>
          <p:cNvPr id="37" name="Picture 112" descr="Sync ">
            <a:extLst>
              <a:ext uri="{FF2B5EF4-FFF2-40B4-BE49-F238E27FC236}">
                <a16:creationId xmlns:a16="http://schemas.microsoft.com/office/drawing/2014/main" id="{1B8E5599-A919-56A9-152C-A37F639B084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2770155"/>
            <a:ext cx="232746" cy="232746"/>
          </a:xfrm>
          <a:prstGeom prst="rect">
            <a:avLst/>
          </a:prstGeom>
        </p:spPr>
      </p:pic>
      <p:pic>
        <p:nvPicPr>
          <p:cNvPr id="40" name="Picture 39" descr="Sync ">
            <a:extLst>
              <a:ext uri="{FF2B5EF4-FFF2-40B4-BE49-F238E27FC236}">
                <a16:creationId xmlns:a16="http://schemas.microsoft.com/office/drawing/2014/main" id="{56791314-B7A9-91A0-682A-EFC215FF906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4534753"/>
            <a:ext cx="232746" cy="232746"/>
          </a:xfrm>
          <a:prstGeom prst="rect">
            <a:avLst/>
          </a:prstGeom>
        </p:spPr>
      </p:pic>
      <p:pic>
        <p:nvPicPr>
          <p:cNvPr id="44" name="Picture 43" descr="Sync ">
            <a:extLst>
              <a:ext uri="{FF2B5EF4-FFF2-40B4-BE49-F238E27FC236}">
                <a16:creationId xmlns:a16="http://schemas.microsoft.com/office/drawing/2014/main" id="{A9D4E116-E222-C583-709D-AFBA991F5A4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4980684"/>
            <a:ext cx="232746" cy="232746"/>
          </a:xfrm>
          <a:prstGeom prst="rect">
            <a:avLst/>
          </a:prstGeom>
        </p:spPr>
      </p:pic>
      <p:pic>
        <p:nvPicPr>
          <p:cNvPr id="50" name="Picture 49" descr="Sync ">
            <a:extLst>
              <a:ext uri="{FF2B5EF4-FFF2-40B4-BE49-F238E27FC236}">
                <a16:creationId xmlns:a16="http://schemas.microsoft.com/office/drawing/2014/main" id="{5BA54A36-85CC-80D8-DF2A-E3FC3F2F1CE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5412446"/>
            <a:ext cx="232746" cy="232746"/>
          </a:xfrm>
          <a:prstGeom prst="rect">
            <a:avLst/>
          </a:prstGeom>
        </p:spPr>
      </p:pic>
      <p:pic>
        <p:nvPicPr>
          <p:cNvPr id="54" name="Picture 53" descr="Sync ">
            <a:extLst>
              <a:ext uri="{FF2B5EF4-FFF2-40B4-BE49-F238E27FC236}">
                <a16:creationId xmlns:a16="http://schemas.microsoft.com/office/drawing/2014/main" id="{851769CB-9095-662D-9F21-351A8161E8A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4537905"/>
            <a:ext cx="232746" cy="232746"/>
          </a:xfrm>
          <a:prstGeom prst="rect">
            <a:avLst/>
          </a:prstGeom>
        </p:spPr>
      </p:pic>
      <p:pic>
        <p:nvPicPr>
          <p:cNvPr id="58" name="Picture 57" descr="Sync ">
            <a:extLst>
              <a:ext uri="{FF2B5EF4-FFF2-40B4-BE49-F238E27FC236}">
                <a16:creationId xmlns:a16="http://schemas.microsoft.com/office/drawing/2014/main" id="{4F3EC7AC-380A-B23E-1F73-1E566CF1C40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4983836"/>
            <a:ext cx="232746" cy="232746"/>
          </a:xfrm>
          <a:prstGeom prst="rect">
            <a:avLst/>
          </a:prstGeom>
        </p:spPr>
      </p:pic>
      <p:pic>
        <p:nvPicPr>
          <p:cNvPr id="62" name="Picture 61" descr="Sync ">
            <a:extLst>
              <a:ext uri="{FF2B5EF4-FFF2-40B4-BE49-F238E27FC236}">
                <a16:creationId xmlns:a16="http://schemas.microsoft.com/office/drawing/2014/main" id="{AB6A690D-D9F7-E59B-EC51-B0B3E63CFC4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5415598"/>
            <a:ext cx="232746" cy="232746"/>
          </a:xfrm>
          <a:prstGeom prst="rect">
            <a:avLst/>
          </a:prstGeom>
        </p:spPr>
      </p:pic>
      <p:pic>
        <p:nvPicPr>
          <p:cNvPr id="9" name="Picture 8" descr="Sync ">
            <a:extLst>
              <a:ext uri="{FF2B5EF4-FFF2-40B4-BE49-F238E27FC236}">
                <a16:creationId xmlns:a16="http://schemas.microsoft.com/office/drawing/2014/main" id="{46E1654E-2FEB-0729-9F77-E44B49A37DC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51339" y="1866270"/>
            <a:ext cx="232746" cy="232746"/>
          </a:xfrm>
          <a:prstGeom prst="rect">
            <a:avLst/>
          </a:prstGeom>
        </p:spPr>
      </p:pic>
      <p:pic>
        <p:nvPicPr>
          <p:cNvPr id="23" name="Picture 22" descr="Sync ">
            <a:extLst>
              <a:ext uri="{FF2B5EF4-FFF2-40B4-BE49-F238E27FC236}">
                <a16:creationId xmlns:a16="http://schemas.microsoft.com/office/drawing/2014/main" id="{9F63404C-79A8-5B49-FC74-0934B2F2A7F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51339" y="2319148"/>
            <a:ext cx="232746" cy="232746"/>
          </a:xfrm>
          <a:prstGeom prst="rect">
            <a:avLst/>
          </a:prstGeom>
        </p:spPr>
      </p:pic>
      <p:pic>
        <p:nvPicPr>
          <p:cNvPr id="33" name="Picture 32" descr="Sync ">
            <a:extLst>
              <a:ext uri="{FF2B5EF4-FFF2-40B4-BE49-F238E27FC236}">
                <a16:creationId xmlns:a16="http://schemas.microsoft.com/office/drawing/2014/main" id="{C2351ABB-D56C-1D41-16E9-4BA6C4836AD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51339" y="2760310"/>
            <a:ext cx="232746" cy="232746"/>
          </a:xfrm>
          <a:prstGeom prst="rect">
            <a:avLst/>
          </a:prstGeom>
        </p:spPr>
      </p:pic>
      <p:pic>
        <p:nvPicPr>
          <p:cNvPr id="39" name="Picture 38" descr="Sync ">
            <a:extLst>
              <a:ext uri="{FF2B5EF4-FFF2-40B4-BE49-F238E27FC236}">
                <a16:creationId xmlns:a16="http://schemas.microsoft.com/office/drawing/2014/main" id="{6FA25FD1-490E-309F-6BC2-DFD95DE5E29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51339" y="3205924"/>
            <a:ext cx="232746" cy="232746"/>
          </a:xfrm>
          <a:prstGeom prst="rect">
            <a:avLst/>
          </a:prstGeom>
        </p:spPr>
      </p:pic>
      <p:pic>
        <p:nvPicPr>
          <p:cNvPr id="43" name="Picture 42" descr="Sync ">
            <a:extLst>
              <a:ext uri="{FF2B5EF4-FFF2-40B4-BE49-F238E27FC236}">
                <a16:creationId xmlns:a16="http://schemas.microsoft.com/office/drawing/2014/main" id="{71EB6889-A59A-DAA1-121B-CB0A9C56775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51339" y="3633680"/>
            <a:ext cx="232746" cy="232746"/>
          </a:xfrm>
          <a:prstGeom prst="rect">
            <a:avLst/>
          </a:prstGeom>
        </p:spPr>
      </p:pic>
      <p:pic>
        <p:nvPicPr>
          <p:cNvPr id="47" name="Picture 46" descr="Sync ">
            <a:extLst>
              <a:ext uri="{FF2B5EF4-FFF2-40B4-BE49-F238E27FC236}">
                <a16:creationId xmlns:a16="http://schemas.microsoft.com/office/drawing/2014/main" id="{D021AAA0-5F53-F596-F11C-10FB56D1B19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951339" y="4063317"/>
            <a:ext cx="232746" cy="232746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9EAAE2C-A3EE-5BAC-6230-D2F5C5035AFB}"/>
              </a:ext>
            </a:extLst>
          </p:cNvPr>
          <p:cNvSpPr txBox="1"/>
          <p:nvPr/>
        </p:nvSpPr>
        <p:spPr>
          <a:xfrm>
            <a:off x="7388406" y="5828996"/>
            <a:ext cx="1369485" cy="340519"/>
          </a:xfrm>
          <a:prstGeom prst="roundRect">
            <a:avLst/>
          </a:prstGeom>
          <a:solidFill>
            <a:srgbClr val="4CD4B0">
              <a:alpha val="39000"/>
            </a:srgb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100000"/>
              <a:buFontTx/>
              <a:buNone/>
              <a:tabLst/>
              <a:defRPr/>
            </a:pPr>
            <a:r>
              <a:rPr lang="pt-BR" sz="1000">
                <a:latin typeface="Arial Nova Cond" panose="020B0506020202020204" pitchFamily="34" charset="0"/>
              </a:rPr>
              <a:t>Próximo gate: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100000"/>
              <a:buFontTx/>
              <a:buNone/>
              <a:tabLst/>
              <a:defRPr/>
            </a:pPr>
            <a:r>
              <a:rPr lang="pt-BR" sz="1000">
                <a:latin typeface="Arial Nova Cond" panose="020B0506020202020204" pitchFamily="34" charset="0"/>
              </a:rPr>
              <a:t>a partir de 06/10 </a:t>
            </a:r>
            <a:endParaRPr kumimoji="0" lang="pt-BR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2D6CDF-2A1F-9325-1199-2FFABE538CE1}"/>
              </a:ext>
            </a:extLst>
          </p:cNvPr>
          <p:cNvSpPr txBox="1"/>
          <p:nvPr/>
        </p:nvSpPr>
        <p:spPr>
          <a:xfrm>
            <a:off x="8880512" y="5817891"/>
            <a:ext cx="1369485" cy="340519"/>
          </a:xfrm>
          <a:prstGeom prst="roundRect">
            <a:avLst/>
          </a:prstGeom>
          <a:solidFill>
            <a:srgbClr val="4CD4B0">
              <a:alpha val="39000"/>
            </a:srgb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100000"/>
              <a:buFontTx/>
              <a:buNone/>
              <a:tabLst/>
              <a:defRPr/>
            </a:pPr>
            <a:r>
              <a:rPr lang="pt-BR" sz="1000">
                <a:latin typeface="Arial Nova Cond" panose="020B0506020202020204" pitchFamily="34" charset="0"/>
              </a:rPr>
              <a:t>Próximo gate: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100000"/>
              <a:buFontTx/>
              <a:buNone/>
              <a:tabLst/>
              <a:defRPr/>
            </a:pPr>
            <a:r>
              <a:rPr lang="pt-BR" sz="1000">
                <a:latin typeface="Arial Nova Cond" panose="020B0506020202020204" pitchFamily="34" charset="0"/>
              </a:rPr>
              <a:t>em 05/10</a:t>
            </a:r>
            <a:endParaRPr kumimoji="0" lang="pt-BR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5" name="TextBox 50">
            <a:extLst>
              <a:ext uri="{FF2B5EF4-FFF2-40B4-BE49-F238E27FC236}">
                <a16:creationId xmlns:a16="http://schemas.microsoft.com/office/drawing/2014/main" id="{2186668B-142F-7EED-9818-DC1394B221F9}"/>
              </a:ext>
            </a:extLst>
          </p:cNvPr>
          <p:cNvSpPr txBox="1"/>
          <p:nvPr/>
        </p:nvSpPr>
        <p:spPr>
          <a:xfrm>
            <a:off x="5896300" y="5828996"/>
            <a:ext cx="1369485" cy="340519"/>
          </a:xfrm>
          <a:prstGeom prst="roundRect">
            <a:avLst/>
          </a:prstGeom>
          <a:solidFill>
            <a:srgbClr val="4CD4B0">
              <a:alpha val="39000"/>
            </a:srgb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100000"/>
              <a:buFontTx/>
              <a:buNone/>
              <a:tabLst/>
              <a:defRPr/>
            </a:pPr>
            <a:r>
              <a:rPr lang="pt-BR" sz="1000">
                <a:latin typeface="Arial Nova Cond" panose="020B0506020202020204" pitchFamily="34" charset="0"/>
              </a:rPr>
              <a:t>Próximo </a:t>
            </a:r>
            <a:r>
              <a:rPr lang="en-US" sz="1000" noProof="0">
                <a:latin typeface="Arial Nova Cond" panose="020B0506020202020204" pitchFamily="34" charset="0"/>
              </a:rPr>
              <a:t>gate</a:t>
            </a:r>
            <a:r>
              <a:rPr lang="pt-BR" sz="1000">
                <a:latin typeface="Arial Nova Cond" panose="020B0506020202020204" pitchFamily="34" charset="0"/>
              </a:rPr>
              <a:t>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100000"/>
              <a:buFontTx/>
              <a:buNone/>
              <a:tabLst/>
              <a:defRPr/>
            </a:pPr>
            <a:r>
              <a:rPr lang="pt-BR" sz="1000">
                <a:latin typeface="Arial Nova Cond" panose="020B0506020202020204" pitchFamily="34" charset="0"/>
              </a:rPr>
              <a:t>Em 02/10 </a:t>
            </a:r>
            <a:endParaRPr kumimoji="0" lang="pt-BR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15" name="TextBox 50">
            <a:extLst>
              <a:ext uri="{FF2B5EF4-FFF2-40B4-BE49-F238E27FC236}">
                <a16:creationId xmlns:a16="http://schemas.microsoft.com/office/drawing/2014/main" id="{7EE87B2A-FE2D-06B8-03BF-7892A7BB7907}"/>
              </a:ext>
            </a:extLst>
          </p:cNvPr>
          <p:cNvSpPr txBox="1"/>
          <p:nvPr/>
        </p:nvSpPr>
        <p:spPr>
          <a:xfrm>
            <a:off x="4404194" y="5828996"/>
            <a:ext cx="1369485" cy="340519"/>
          </a:xfrm>
          <a:prstGeom prst="roundRect">
            <a:avLst/>
          </a:prstGeom>
          <a:solidFill>
            <a:srgbClr val="4CD4B0">
              <a:alpha val="39000"/>
            </a:srgb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100000"/>
              <a:buFontTx/>
              <a:buNone/>
              <a:tabLst/>
              <a:defRPr/>
            </a:pPr>
            <a:r>
              <a:rPr lang="pt-BR" sz="1000">
                <a:latin typeface="Arial Nova Cond" panose="020B0506020202020204" pitchFamily="34" charset="0"/>
              </a:rPr>
              <a:t>Em acompanhamento até 09/10</a:t>
            </a:r>
          </a:p>
        </p:txBody>
      </p:sp>
    </p:spTree>
    <p:extLst>
      <p:ext uri="{BB962C8B-B14F-4D97-AF65-F5344CB8AC3E}">
        <p14:creationId xmlns:p14="http://schemas.microsoft.com/office/powerpoint/2010/main" val="3222984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0E6B2-9E6E-B8FC-4050-01ACDC06E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D002D5BB-3345-D45C-1699-445AAB2A6A5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02D5BB-3345-D45C-1699-445AAB2A6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DA26B67-0D82-29C4-7549-0209D634BF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BA18E5-DAA9-F997-89C9-15CE6966B5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1D31A855-AC7C-0F57-349F-2AEA27036B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907729"/>
              </p:ext>
            </p:extLst>
          </p:nvPr>
        </p:nvGraphicFramePr>
        <p:xfrm>
          <a:off x="163630" y="1477813"/>
          <a:ext cx="11685471" cy="498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16/10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do time para participação das trilhas de Capacitação.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Compartilhamento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cronograma da trilha de capacitação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de forma antecipada.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Gravação, edição e disponibilização dos treinamentos de forma online.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Sensibilização da importância dos treinamentos pelos gestores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16/10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das áreas clientes atuando no modelo de operação da FE.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 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Sensibilização das áreas clientes por meio de webinar sobre o Modelo.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Revisitação do DQQ para acomodar a participação dos recursos na validação de novas funcionalidades (DPL - PL e PE / DOP - PR e PD).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16/10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156966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5F4C9C1-AF3E-3C12-9522-87BB60990B83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880613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9351-A9E8-4BE8-4ACF-6D513D98A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9801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4FC2C7A0-1BAD-335B-6F2C-17DABA5B9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BC1A207B-3331-4645-B998-4B443F5E9B1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C1A207B-3331-4645-B998-4B443F5E9B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6C477EAF-9903-1B92-E4F8-BE9983238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FB11BB-CC10-B048-CF27-5AE73A3C1E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D82FA2-EF9D-C70E-01CA-A07C9541CD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23 de Setembro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AAB3A7AA-9A59-CD50-4B8C-D642C97A79EA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B44B0653-1055-88EE-F076-124610178C65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E13D6814-9C89-844E-5E44-DFAC0B08FB06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3E3A69-E044-9105-8715-AAC1CE855C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11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6CC3480B-8E6C-3D00-7D47-B83754533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E3F72954-865B-1FBD-8C1D-F43043B70F4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B22D8E8-4DFC-776F-EEF6-1E29EC56E17C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Gestor</a:t>
            </a:r>
          </a:p>
        </p:txBody>
      </p:sp>
    </p:spTree>
    <p:extLst>
      <p:ext uri="{BB962C8B-B14F-4D97-AF65-F5344CB8AC3E}">
        <p14:creationId xmlns:p14="http://schemas.microsoft.com/office/powerpoint/2010/main" val="3262377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71C20D-E8B6-656B-FEDA-271B57282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0829E85A-69EA-1218-86AF-920E4A72B8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29E85A-69EA-1218-86AF-920E4A72B8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0581E01-85EE-BD2A-38CC-E43F448B1C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A198340-8AC2-43DD-AFB4-65ABEA7CF65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54081BBE-806C-1227-8327-7B0183252C19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CF2CEA-9511-F7FA-4ADD-E3BE5A96B176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BF656E45-5710-A360-70FC-9E0BE5157904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BE5D557B-982D-D276-FCCC-79591996CB8F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D54AC454-126C-0639-7D88-AB8F44987B64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8E2D2B08-C619-F100-37E2-5B88C1BA769E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9F8F45D6-D95F-DFAB-E994-D9063629DC4C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B225BD98-725B-7474-9B80-E803C9E59555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F6D3918A-EF0D-BAFF-F5BB-BB2B21EA6285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DFF0327-0645-3C27-74AF-90719AD95A5C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6163858B-F61F-4BE9-F905-B5E2EDA0A1B4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F96DF2E5-EF34-9838-7DA3-6B7432EAC50A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DED8F723-3761-8293-501B-251BF4835F1D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E5A2791D-50D0-377F-EE94-3384E92C63CD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75DF8B93-E279-684C-3919-740B76E2F1FD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04BCB59C-5673-F6EF-DEB2-7BEE05F622F3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2E81B655-8947-5A21-9B2F-AF66C49110C4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868AE581-AFC9-E5B6-95F2-BEDACC8ABA83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17D91278-F9BF-4822-2DFD-30429C6A98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8C3EA368-2114-E331-25DF-AA23D3625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9C060210-4B91-A579-2501-74A64EE891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62C92454-9B54-0542-7BFD-C8C4235FF3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4355DCC6-C596-DC52-2BED-DF1D38B90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E00837B7-3927-759D-E6FF-5FCA6956DC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15149153-7A34-E5D8-AC1C-28B1A1374C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220E8D4E-D5BC-16A6-06B2-830DBCE896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9C0982D7-BC94-FB1B-E24C-0A47875736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94248D60-79F4-1455-15A8-7857A41A2E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25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4845C5-5D34-5BBB-D192-A2576D1F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384635B7-2F0D-63C9-3C8B-3923CE566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6486631"/>
              </p:ext>
            </p:extLst>
          </p:nvPr>
        </p:nvGraphicFramePr>
        <p:xfrm>
          <a:off x="372000" y="1043929"/>
          <a:ext cx="11448000" cy="5432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8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estratégico -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>
                          <a:latin typeface="Arial Nova Cond" panose="020B0506020202020204" pitchFamily="34" charset="0"/>
                        </a:rPr>
                        <a:t>Monitoramento, ajustes e transferência </a:t>
                      </a:r>
                      <a:r>
                        <a:rPr lang="pt-BR" sz="1200">
                          <a:latin typeface="Arial Nova Cond" panose="020B0506020202020204" pitchFamily="34" charset="0"/>
                        </a:rPr>
                        <a:t>(aderência aos fóruns, clareza de papéis, uso de ferramentas e interfaces)</a:t>
                      </a:r>
                      <a:endParaRPr lang="pt-BR" sz="12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337588"/>
                  </a:ext>
                </a:extLst>
              </a:tr>
            </a:tbl>
          </a:graphicData>
        </a:graphic>
      </p:graphicFrame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3CDD5F1F-31C4-E065-11A1-1CECDDA80E0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DD5F1F-31C4-E065-11A1-1CECDDA80E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B42E17-0497-784D-A89F-C381F2470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396275-B0AB-A22B-7CEB-D486E05100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3DBD9F-9CCD-F372-A14F-1C30359E9A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073619-5F09-5B7C-285D-3112C1D662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15FC5-DCA1-88CE-A0E8-223F9FB0B108}"/>
              </a:ext>
            </a:extLst>
          </p:cNvPr>
          <p:cNvCxnSpPr>
            <a:cxnSpLocks/>
          </p:cNvCxnSpPr>
          <p:nvPr/>
        </p:nvCxnSpPr>
        <p:spPr>
          <a:xfrm>
            <a:off x="5731038" y="1731410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3D4281-EB27-F104-DE2F-C3BFE78BC8E6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164317-2F85-E8CF-AE51-1A99D6389D12}"/>
              </a:ext>
            </a:extLst>
          </p:cNvPr>
          <p:cNvCxnSpPr>
            <a:cxnSpLocks/>
          </p:cNvCxnSpPr>
          <p:nvPr/>
        </p:nvCxnSpPr>
        <p:spPr>
          <a:xfrm>
            <a:off x="9956036" y="1731408"/>
            <a:ext cx="0" cy="482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2EB8434B-C3EA-742F-92FF-6BFD76FF2419}"/>
              </a:ext>
            </a:extLst>
          </p:cNvPr>
          <p:cNvSpPr/>
          <p:nvPr/>
        </p:nvSpPr>
        <p:spPr bwMode="auto">
          <a:xfrm>
            <a:off x="5825620" y="3832026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E6896E37-535F-030C-C387-209B55424B5A}"/>
              </a:ext>
            </a:extLst>
          </p:cNvPr>
          <p:cNvSpPr/>
          <p:nvPr/>
        </p:nvSpPr>
        <p:spPr bwMode="auto">
          <a:xfrm>
            <a:off x="8287625" y="5132187"/>
            <a:ext cx="2556000" cy="1872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48C71ADB-C5BD-6A10-4FFF-43023D2BC215}"/>
              </a:ext>
            </a:extLst>
          </p:cNvPr>
          <p:cNvSpPr/>
          <p:nvPr/>
        </p:nvSpPr>
        <p:spPr bwMode="auto">
          <a:xfrm>
            <a:off x="4566466" y="2918453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A971FEA0-0F05-B409-1C1F-10A9ACBC4458}"/>
              </a:ext>
            </a:extLst>
          </p:cNvPr>
          <p:cNvSpPr/>
          <p:nvPr/>
        </p:nvSpPr>
        <p:spPr bwMode="auto">
          <a:xfrm>
            <a:off x="4749831" y="5641727"/>
            <a:ext cx="6480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2ADCBAA-0586-8605-EE16-ACAA3446C869}"/>
              </a:ext>
            </a:extLst>
          </p:cNvPr>
          <p:cNvSpPr/>
          <p:nvPr/>
        </p:nvSpPr>
        <p:spPr bwMode="auto">
          <a:xfrm>
            <a:off x="4566467" y="233160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2321B303-3F5E-D176-FEDC-F66041F476B7}"/>
              </a:ext>
            </a:extLst>
          </p:cNvPr>
          <p:cNvSpPr/>
          <p:nvPr/>
        </p:nvSpPr>
        <p:spPr bwMode="auto">
          <a:xfrm>
            <a:off x="4566468" y="173208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8">
            <a:extLst>
              <a:ext uri="{FF2B5EF4-FFF2-40B4-BE49-F238E27FC236}">
                <a16:creationId xmlns:a16="http://schemas.microsoft.com/office/drawing/2014/main" id="{802BAE34-6E5F-1D4A-0182-13725763682C}"/>
              </a:ext>
            </a:extLst>
          </p:cNvPr>
          <p:cNvSpPr/>
          <p:nvPr/>
        </p:nvSpPr>
        <p:spPr bwMode="auto">
          <a:xfrm>
            <a:off x="7418558" y="4228483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" name="Retângulo: Cantos Arredondados 18">
            <a:extLst>
              <a:ext uri="{FF2B5EF4-FFF2-40B4-BE49-F238E27FC236}">
                <a16:creationId xmlns:a16="http://schemas.microsoft.com/office/drawing/2014/main" id="{0F611C78-9FB9-FC36-85ED-1439D5F7A896}"/>
              </a:ext>
            </a:extLst>
          </p:cNvPr>
          <p:cNvSpPr/>
          <p:nvPr/>
        </p:nvSpPr>
        <p:spPr bwMode="auto">
          <a:xfrm>
            <a:off x="9055974" y="4682848"/>
            <a:ext cx="2700000" cy="1872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16">
            <a:extLst>
              <a:ext uri="{FF2B5EF4-FFF2-40B4-BE49-F238E27FC236}">
                <a16:creationId xmlns:a16="http://schemas.microsoft.com/office/drawing/2014/main" id="{E0441516-5CEC-735C-4FCA-3FF9B37EEDD7}"/>
              </a:ext>
            </a:extLst>
          </p:cNvPr>
          <p:cNvSpPr/>
          <p:nvPr/>
        </p:nvSpPr>
        <p:spPr bwMode="auto">
          <a:xfrm>
            <a:off x="8482700" y="6157101"/>
            <a:ext cx="3240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84295634-F3D1-9B5E-DFA4-DC4A538305F3}"/>
              </a:ext>
            </a:extLst>
          </p:cNvPr>
          <p:cNvGrpSpPr/>
          <p:nvPr/>
        </p:nvGrpSpPr>
        <p:grpSpPr>
          <a:xfrm>
            <a:off x="8802489" y="1693944"/>
            <a:ext cx="883575" cy="5160623"/>
            <a:chOff x="2158786" y="1504831"/>
            <a:chExt cx="883575" cy="5406397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DEDA527C-F2BC-4AF8-0387-2B6A7BB36D6C}"/>
                </a:ext>
              </a:extLst>
            </p:cNvPr>
            <p:cNvSpPr txBox="1"/>
            <p:nvPr/>
          </p:nvSpPr>
          <p:spPr>
            <a:xfrm>
              <a:off x="2158786" y="6635097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73A84F46-7E30-9F85-A9B8-AB975F60C990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E5B872AA-82F9-A2D1-FFFF-86085034341B}"/>
              </a:ext>
            </a:extLst>
          </p:cNvPr>
          <p:cNvSpPr/>
          <p:nvPr/>
        </p:nvSpPr>
        <p:spPr bwMode="auto">
          <a:xfrm>
            <a:off x="4566467" y="3364329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701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0337FF-8145-4784-BB14-5D76DE23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38782F74-DD17-F5DE-6DF1-91A75EAFD9B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8782F74-DD17-F5DE-6DF1-91A75EAFD9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2A9DB5-990B-2568-2BA6-381343D52F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296272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23BC62A-64A2-467E-F2EE-AC82B69210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701" y="684701"/>
            <a:ext cx="11254186" cy="186823"/>
          </a:xfrm>
        </p:spPr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8983C5A-EE66-A0A4-C9BE-F003E268EF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330200"/>
            <a:ext cx="11251289" cy="242369"/>
          </a:xfrm>
        </p:spPr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84F5705-7138-B5C3-7199-E0857A46C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528057"/>
              </p:ext>
            </p:extLst>
          </p:nvPr>
        </p:nvGraphicFramePr>
        <p:xfrm>
          <a:off x="469562" y="1123687"/>
          <a:ext cx="11251288" cy="511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73569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32000">
                <a:tc rowSpan="6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Workshop da FEG (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fóruns, processos e rotinas operacionais)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16/09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1º Sessão: Documentação dos Fóruns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2º Sessão: Processo de Recebimento de Demandas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Workshop da FEG - Comunidades Técnicas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22/09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Classificação de demandas no padrão TRL e identificação de times envolvidos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062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Configuração do Azure Devops (ambiente de homologação)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Envio do convite do fórum de integração de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Primeiro fórum previsto até 16/10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52024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Treinamento de Arquitetura de Modelos Eletroenergéticos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Sessões: 23 e 28/09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1433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Workshop FEG - 3º Sessão com foco em Captação Orçamentária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29/09 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334920"/>
                  </a:ext>
                </a:extLst>
              </a:tr>
              <a:tr h="455948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Publicação do treinamento Gestão de Projetos Ágeis na plataforma de e-learning do ONS Educa+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17/09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477314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Elaboração de Guia de Bolso Interativo para facilitar a aderência ao modelo de Operação (Gerências e Comunidades)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311997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Comunicado para as áreas de negócio formalizando os indicados e responsabilidades que eles terão nas comunidades (Entrega e Técnica)  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22/09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Construção de Toolkits para incorporar ao Guia de Bolso Interativo, disponibilizando soluções padronizadas e reutilizáveis (apresentações, produtos digitais e sistemas customizados)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656614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BC52415B-9D9C-BFF7-EC32-A20CF9E8D785}"/>
              </a:ext>
            </a:extLst>
          </p:cNvPr>
          <p:cNvSpPr/>
          <p:nvPr/>
        </p:nvSpPr>
        <p:spPr>
          <a:xfrm>
            <a:off x="6794501" y="6296271"/>
            <a:ext cx="4799706" cy="3458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6A759DF-542F-DD38-93BD-8B7328544C08}"/>
              </a:ext>
            </a:extLst>
          </p:cNvPr>
          <p:cNvGrpSpPr/>
          <p:nvPr/>
        </p:nvGrpSpPr>
        <p:grpSpPr>
          <a:xfrm>
            <a:off x="8685910" y="6345523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5272BD2C-6247-4527-8CDF-F4A4D3849EEA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836B14E-C463-4A39-8DC7-345508D87EFA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C69D6030-271F-5D0A-20B5-C5AAD629BCBA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D993F18-1FE1-BCFC-7C05-0EF95B6C04D5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F1EC71D-8F71-6A06-BE55-197B28352157}"/>
              </a:ext>
            </a:extLst>
          </p:cNvPr>
          <p:cNvGrpSpPr/>
          <p:nvPr/>
        </p:nvGrpSpPr>
        <p:grpSpPr>
          <a:xfrm>
            <a:off x="10748263" y="6345523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2EB1CDA-A6BE-AB82-E80C-ADA092591F58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9C25BF9-000D-E2F1-0A34-50D5472AE281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B35F1E-294B-E7D1-5F4C-A13019A4D824}"/>
              </a:ext>
            </a:extLst>
          </p:cNvPr>
          <p:cNvGrpSpPr/>
          <p:nvPr/>
        </p:nvGrpSpPr>
        <p:grpSpPr>
          <a:xfrm>
            <a:off x="9838283" y="6375686"/>
            <a:ext cx="187325" cy="187325"/>
            <a:chOff x="2336800" y="6319552"/>
            <a:chExt cx="187325" cy="18732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64CAD2E-D96F-BECA-0177-91D7DD41ADC5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841422BD-65A4-37D7-F79D-7DAD05B18F5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BEB186B-FE0B-2252-DC6D-AB0975B7E57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87508" y="6345523"/>
            <a:ext cx="968375" cy="24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Em Atraso</a:t>
            </a:r>
          </a:p>
        </p:txBody>
      </p:sp>
      <p:sp>
        <p:nvSpPr>
          <p:cNvPr id="3" name="TextBox 95">
            <a:extLst>
              <a:ext uri="{FF2B5EF4-FFF2-40B4-BE49-F238E27FC236}">
                <a16:creationId xmlns:a16="http://schemas.microsoft.com/office/drawing/2014/main" id="{E2BF26B8-5707-0421-5C5F-A50C6AAA916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41451" y="6346238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8018BB3-1927-AD0C-E8F9-FD09431E48C2}"/>
              </a:ext>
            </a:extLst>
          </p:cNvPr>
          <p:cNvGrpSpPr/>
          <p:nvPr/>
        </p:nvGrpSpPr>
        <p:grpSpPr>
          <a:xfrm>
            <a:off x="7606178" y="6345523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72FC6B5-2678-86CE-F373-66A0ABBBF7BB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299C874-679E-667E-140A-575302085372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27" name="Group 41">
            <a:extLst>
              <a:ext uri="{FF2B5EF4-FFF2-40B4-BE49-F238E27FC236}">
                <a16:creationId xmlns:a16="http://schemas.microsoft.com/office/drawing/2014/main" id="{6997B2BF-0011-9EB8-0B8B-C14C9C4D0BF2}"/>
              </a:ext>
            </a:extLst>
          </p:cNvPr>
          <p:cNvGrpSpPr/>
          <p:nvPr/>
        </p:nvGrpSpPr>
        <p:grpSpPr>
          <a:xfrm>
            <a:off x="8058879" y="5275354"/>
            <a:ext cx="183822" cy="187325"/>
            <a:chOff x="2336800" y="6319552"/>
            <a:chExt cx="187325" cy="187325"/>
          </a:xfrm>
        </p:grpSpPr>
        <p:sp>
          <p:nvSpPr>
            <p:cNvPr id="31" name="Oval 42">
              <a:extLst>
                <a:ext uri="{FF2B5EF4-FFF2-40B4-BE49-F238E27FC236}">
                  <a16:creationId xmlns:a16="http://schemas.microsoft.com/office/drawing/2014/main" id="{E721D88E-A6F9-2E7C-6D98-7B5549E5DDC9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43">
              <a:extLst>
                <a:ext uri="{FF2B5EF4-FFF2-40B4-BE49-F238E27FC236}">
                  <a16:creationId xmlns:a16="http://schemas.microsoft.com/office/drawing/2014/main" id="{9ECCD583-5D74-6EBA-5795-6F41BD35ADDD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55" name="Group 3">
            <a:extLst>
              <a:ext uri="{FF2B5EF4-FFF2-40B4-BE49-F238E27FC236}">
                <a16:creationId xmlns:a16="http://schemas.microsoft.com/office/drawing/2014/main" id="{DB82262E-9E63-2F90-995F-6AEAA7955CCC}"/>
              </a:ext>
            </a:extLst>
          </p:cNvPr>
          <p:cNvGrpSpPr/>
          <p:nvPr/>
        </p:nvGrpSpPr>
        <p:grpSpPr>
          <a:xfrm>
            <a:off x="8058879" y="2626385"/>
            <a:ext cx="183822" cy="187325"/>
            <a:chOff x="2336800" y="6319552"/>
            <a:chExt cx="187325" cy="187325"/>
          </a:xfrm>
        </p:grpSpPr>
        <p:sp>
          <p:nvSpPr>
            <p:cNvPr id="57" name="Oval 5">
              <a:extLst>
                <a:ext uri="{FF2B5EF4-FFF2-40B4-BE49-F238E27FC236}">
                  <a16:creationId xmlns:a16="http://schemas.microsoft.com/office/drawing/2014/main" id="{F60F14E3-420E-3400-41D8-CD57D25FD4F2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" name="Arc 6">
              <a:extLst>
                <a:ext uri="{FF2B5EF4-FFF2-40B4-BE49-F238E27FC236}">
                  <a16:creationId xmlns:a16="http://schemas.microsoft.com/office/drawing/2014/main" id="{37840068-8FF1-0BEE-0FC5-AE410068FFBD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7" name="Oval 34">
            <a:extLst>
              <a:ext uri="{FF2B5EF4-FFF2-40B4-BE49-F238E27FC236}">
                <a16:creationId xmlns:a16="http://schemas.microsoft.com/office/drawing/2014/main" id="{4AC8875A-8032-1871-1612-949214596CF6}"/>
              </a:ext>
            </a:extLst>
          </p:cNvPr>
          <p:cNvSpPr/>
          <p:nvPr/>
        </p:nvSpPr>
        <p:spPr bwMode="auto">
          <a:xfrm>
            <a:off x="8058879" y="1647262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3" name="Group 3">
            <a:extLst>
              <a:ext uri="{FF2B5EF4-FFF2-40B4-BE49-F238E27FC236}">
                <a16:creationId xmlns:a16="http://schemas.microsoft.com/office/drawing/2014/main" id="{05A6867C-23AA-7ACB-F9BF-AD71F7A7B4D5}"/>
              </a:ext>
            </a:extLst>
          </p:cNvPr>
          <p:cNvGrpSpPr/>
          <p:nvPr/>
        </p:nvGrpSpPr>
        <p:grpSpPr>
          <a:xfrm>
            <a:off x="8058879" y="3068099"/>
            <a:ext cx="183822" cy="187325"/>
            <a:chOff x="2336800" y="6319552"/>
            <a:chExt cx="187325" cy="187325"/>
          </a:xfrm>
        </p:grpSpPr>
        <p:sp>
          <p:nvSpPr>
            <p:cNvPr id="44" name="Oval 5">
              <a:extLst>
                <a:ext uri="{FF2B5EF4-FFF2-40B4-BE49-F238E27FC236}">
                  <a16:creationId xmlns:a16="http://schemas.microsoft.com/office/drawing/2014/main" id="{DAA65A8B-AF24-68CF-7446-5E8251B8C299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" name="Arc 6">
              <a:extLst>
                <a:ext uri="{FF2B5EF4-FFF2-40B4-BE49-F238E27FC236}">
                  <a16:creationId xmlns:a16="http://schemas.microsoft.com/office/drawing/2014/main" id="{0081E4B0-594A-5657-7A39-F2DF0A980A0A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" name="Group 41">
            <a:extLst>
              <a:ext uri="{FF2B5EF4-FFF2-40B4-BE49-F238E27FC236}">
                <a16:creationId xmlns:a16="http://schemas.microsoft.com/office/drawing/2014/main" id="{53506455-8157-CFCE-D1B9-8600BCB000FD}"/>
              </a:ext>
            </a:extLst>
          </p:cNvPr>
          <p:cNvGrpSpPr/>
          <p:nvPr/>
        </p:nvGrpSpPr>
        <p:grpSpPr>
          <a:xfrm>
            <a:off x="8058879" y="5819767"/>
            <a:ext cx="183822" cy="187325"/>
            <a:chOff x="2336800" y="6319552"/>
            <a:chExt cx="187325" cy="187325"/>
          </a:xfrm>
        </p:grpSpPr>
        <p:sp>
          <p:nvSpPr>
            <p:cNvPr id="6" name="Oval 42">
              <a:extLst>
                <a:ext uri="{FF2B5EF4-FFF2-40B4-BE49-F238E27FC236}">
                  <a16:creationId xmlns:a16="http://schemas.microsoft.com/office/drawing/2014/main" id="{5A813810-B9D8-40BA-5826-0E60C11AD0FA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43">
              <a:extLst>
                <a:ext uri="{FF2B5EF4-FFF2-40B4-BE49-F238E27FC236}">
                  <a16:creationId xmlns:a16="http://schemas.microsoft.com/office/drawing/2014/main" id="{C6BDE446-B12B-8961-26CA-6510C00EF30E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9" name="Oval 34">
            <a:extLst>
              <a:ext uri="{FF2B5EF4-FFF2-40B4-BE49-F238E27FC236}">
                <a16:creationId xmlns:a16="http://schemas.microsoft.com/office/drawing/2014/main" id="{97F21908-CFDC-DE23-3496-E00884BAF570}"/>
              </a:ext>
            </a:extLst>
          </p:cNvPr>
          <p:cNvSpPr/>
          <p:nvPr/>
        </p:nvSpPr>
        <p:spPr bwMode="auto">
          <a:xfrm>
            <a:off x="8058879" y="437496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val 34">
            <a:extLst>
              <a:ext uri="{FF2B5EF4-FFF2-40B4-BE49-F238E27FC236}">
                <a16:creationId xmlns:a16="http://schemas.microsoft.com/office/drawing/2014/main" id="{8C674E34-A91D-E680-AC35-860F46A789E0}"/>
              </a:ext>
            </a:extLst>
          </p:cNvPr>
          <p:cNvSpPr/>
          <p:nvPr/>
        </p:nvSpPr>
        <p:spPr bwMode="auto">
          <a:xfrm>
            <a:off x="8058879" y="217456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34">
            <a:extLst>
              <a:ext uri="{FF2B5EF4-FFF2-40B4-BE49-F238E27FC236}">
                <a16:creationId xmlns:a16="http://schemas.microsoft.com/office/drawing/2014/main" id="{733F651F-C7F7-AE30-C24A-86714B350E75}"/>
              </a:ext>
            </a:extLst>
          </p:cNvPr>
          <p:cNvSpPr/>
          <p:nvPr/>
        </p:nvSpPr>
        <p:spPr bwMode="auto">
          <a:xfrm>
            <a:off x="8058879" y="482952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6" name="Group 3">
            <a:extLst>
              <a:ext uri="{FF2B5EF4-FFF2-40B4-BE49-F238E27FC236}">
                <a16:creationId xmlns:a16="http://schemas.microsoft.com/office/drawing/2014/main" id="{55811046-7D53-F242-832C-9A5B399510EF}"/>
              </a:ext>
            </a:extLst>
          </p:cNvPr>
          <p:cNvGrpSpPr/>
          <p:nvPr/>
        </p:nvGrpSpPr>
        <p:grpSpPr>
          <a:xfrm>
            <a:off x="8058879" y="3484849"/>
            <a:ext cx="183822" cy="187325"/>
            <a:chOff x="2336800" y="6319552"/>
            <a:chExt cx="187325" cy="187325"/>
          </a:xfrm>
        </p:grpSpPr>
        <p:sp>
          <p:nvSpPr>
            <p:cNvPr id="23" name="Oval 5">
              <a:extLst>
                <a:ext uri="{FF2B5EF4-FFF2-40B4-BE49-F238E27FC236}">
                  <a16:creationId xmlns:a16="http://schemas.microsoft.com/office/drawing/2014/main" id="{E7440BB1-4BBC-6BAD-8B40-473D66FDA7D1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4" name="Arc 6">
              <a:extLst>
                <a:ext uri="{FF2B5EF4-FFF2-40B4-BE49-F238E27FC236}">
                  <a16:creationId xmlns:a16="http://schemas.microsoft.com/office/drawing/2014/main" id="{F32D4ABD-9354-BC2F-4EFA-A3150D66243A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5" name="Group 3">
            <a:extLst>
              <a:ext uri="{FF2B5EF4-FFF2-40B4-BE49-F238E27FC236}">
                <a16:creationId xmlns:a16="http://schemas.microsoft.com/office/drawing/2014/main" id="{2ED88197-3E55-A1DD-6960-60C4B4AF76E1}"/>
              </a:ext>
            </a:extLst>
          </p:cNvPr>
          <p:cNvGrpSpPr/>
          <p:nvPr/>
        </p:nvGrpSpPr>
        <p:grpSpPr>
          <a:xfrm>
            <a:off x="8058879" y="3918126"/>
            <a:ext cx="183822" cy="187325"/>
            <a:chOff x="2336800" y="6319552"/>
            <a:chExt cx="187325" cy="187325"/>
          </a:xfrm>
        </p:grpSpPr>
        <p:sp>
          <p:nvSpPr>
            <p:cNvPr id="26" name="Oval 5">
              <a:extLst>
                <a:ext uri="{FF2B5EF4-FFF2-40B4-BE49-F238E27FC236}">
                  <a16:creationId xmlns:a16="http://schemas.microsoft.com/office/drawing/2014/main" id="{7717D32E-8F3B-60BA-4013-3A48AB014966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" name="Arc 6">
              <a:extLst>
                <a:ext uri="{FF2B5EF4-FFF2-40B4-BE49-F238E27FC236}">
                  <a16:creationId xmlns:a16="http://schemas.microsoft.com/office/drawing/2014/main" id="{909CF108-A41E-F095-0C0E-8137AA471715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6563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7BF91D1-5215-4A09-7226-09E2E29A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857201-13CC-E8F3-4047-D0BD73DF6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A4A75A-82B3-7F4B-B4EA-AD1D685CA36E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670D1-E36C-10C5-7FF3-C2FA77AB45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Plano de Monitoramento, ajustes e transferência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6B4E2-F22D-F9A5-E1DB-B43E7DFD2D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18405173-BA0E-43D8-AF87-889A5B9F121A}"/>
              </a:ext>
            </a:extLst>
          </p:cNvPr>
          <p:cNvSpPr/>
          <p:nvPr/>
        </p:nvSpPr>
        <p:spPr>
          <a:xfrm>
            <a:off x="468251" y="1699621"/>
            <a:ext cx="2240280" cy="3703320"/>
          </a:xfrm>
          <a:prstGeom prst="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Rounded Rectangle 17">
            <a:extLst>
              <a:ext uri="{FF2B5EF4-FFF2-40B4-BE49-F238E27FC236}">
                <a16:creationId xmlns:a16="http://schemas.microsoft.com/office/drawing/2014/main" id="{47108470-FD16-C907-79E6-F26610B81E71}"/>
              </a:ext>
            </a:extLst>
          </p:cNvPr>
          <p:cNvSpPr/>
          <p:nvPr/>
        </p:nvSpPr>
        <p:spPr>
          <a:xfrm>
            <a:off x="2994119" y="1699621"/>
            <a:ext cx="2788920" cy="3703320"/>
          </a:xfrm>
          <a:prstGeom prst="rect">
            <a:avLst/>
          </a:prstGeom>
          <a:solidFill>
            <a:srgbClr val="FBEFE1"/>
          </a:solidFill>
          <a:ln w="10160">
            <a:solidFill>
              <a:srgbClr val="EAD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Rounded Rectangle 31">
            <a:extLst>
              <a:ext uri="{FF2B5EF4-FFF2-40B4-BE49-F238E27FC236}">
                <a16:creationId xmlns:a16="http://schemas.microsoft.com/office/drawing/2014/main" id="{03D9428A-5248-2131-C943-8B3BAD785EF2}"/>
              </a:ext>
            </a:extLst>
          </p:cNvPr>
          <p:cNvSpPr/>
          <p:nvPr/>
        </p:nvSpPr>
        <p:spPr>
          <a:xfrm>
            <a:off x="6071074" y="1699621"/>
            <a:ext cx="2788920" cy="3703320"/>
          </a:xfrm>
          <a:prstGeom prst="rect">
            <a:avLst/>
          </a:prstGeom>
          <a:solidFill>
            <a:srgbClr val="FBEFE1"/>
          </a:solidFill>
          <a:ln w="10160">
            <a:solidFill>
              <a:srgbClr val="EAD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DE2A962A-2AC3-6C85-D586-4CE64CD1B229}"/>
              </a:ext>
            </a:extLst>
          </p:cNvPr>
          <p:cNvSpPr/>
          <p:nvPr/>
        </p:nvSpPr>
        <p:spPr>
          <a:xfrm>
            <a:off x="9148030" y="1699621"/>
            <a:ext cx="2790000" cy="3703320"/>
          </a:xfrm>
          <a:prstGeom prst="rect">
            <a:avLst/>
          </a:prstGeom>
          <a:solidFill>
            <a:srgbClr val="FFFFFF"/>
          </a:solidFill>
          <a:ln w="10160">
            <a:solidFill>
              <a:srgbClr val="23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783C148-BA22-05CD-B55D-9DC36F52D1A6}"/>
              </a:ext>
            </a:extLst>
          </p:cNvPr>
          <p:cNvSpPr txBox="1"/>
          <p:nvPr/>
        </p:nvSpPr>
        <p:spPr>
          <a:xfrm>
            <a:off x="687707" y="2550013"/>
            <a:ext cx="180136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6F6F6B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BASE DEFINIDA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2B6135C-D7B0-1DD6-564E-692DF1976DAE}"/>
              </a:ext>
            </a:extLst>
          </p:cNvPr>
          <p:cNvSpPr txBox="1"/>
          <p:nvPr/>
        </p:nvSpPr>
        <p:spPr>
          <a:xfrm>
            <a:off x="3213575" y="2550013"/>
            <a:ext cx="235000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PONTOS DE CONTROLE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A13CB75-A30F-E17B-A087-A68D678B55E3}"/>
              </a:ext>
            </a:extLst>
          </p:cNvPr>
          <p:cNvSpPr txBox="1"/>
          <p:nvPr/>
        </p:nvSpPr>
        <p:spPr>
          <a:xfrm>
            <a:off x="6290530" y="2550013"/>
            <a:ext cx="235000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RESPOSTAS AOS GAPS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197F720-73C2-3231-5177-E4A35DFEFFBA}"/>
              </a:ext>
            </a:extLst>
          </p:cNvPr>
          <p:cNvSpPr txBox="1"/>
          <p:nvPr/>
        </p:nvSpPr>
        <p:spPr>
          <a:xfrm>
            <a:off x="9367486" y="2550013"/>
            <a:ext cx="2322576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SUSTENTAÇÃO DA OPERAÇÃO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406B73FF-CA45-5750-8E1A-BCD2291A3B74}"/>
              </a:ext>
            </a:extLst>
          </p:cNvPr>
          <p:cNvSpPr/>
          <p:nvPr/>
        </p:nvSpPr>
        <p:spPr>
          <a:xfrm>
            <a:off x="651131" y="1909933"/>
            <a:ext cx="548640" cy="548640"/>
          </a:xfrm>
          <a:prstGeom prst="ellipse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0CC4BAFE-733D-11F0-FFCB-3CD7827FB8EF}"/>
              </a:ext>
            </a:extLst>
          </p:cNvPr>
          <p:cNvSpPr/>
          <p:nvPr/>
        </p:nvSpPr>
        <p:spPr>
          <a:xfrm>
            <a:off x="1090043" y="1836781"/>
            <a:ext cx="246888" cy="246888"/>
          </a:xfrm>
          <a:prstGeom prst="ellipse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6F8014E-0D14-00E4-9A65-227D3D1B1ADE}"/>
              </a:ext>
            </a:extLst>
          </p:cNvPr>
          <p:cNvSpPr txBox="1"/>
          <p:nvPr/>
        </p:nvSpPr>
        <p:spPr>
          <a:xfrm>
            <a:off x="1089479" y="1841353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151B65A5-41C4-143E-032C-27B6CB65B323}"/>
              </a:ext>
            </a:extLst>
          </p:cNvPr>
          <p:cNvSpPr txBox="1"/>
          <p:nvPr/>
        </p:nvSpPr>
        <p:spPr>
          <a:xfrm>
            <a:off x="1309499" y="1909933"/>
            <a:ext cx="125272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srgbClr val="6F6F6B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Estruturar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673F364-017B-E450-4CAD-5C24E4DA7937}"/>
              </a:ext>
            </a:extLst>
          </p:cNvPr>
          <p:cNvSpPr txBox="1"/>
          <p:nvPr/>
        </p:nvSpPr>
        <p:spPr>
          <a:xfrm>
            <a:off x="1309499" y="2202541"/>
            <a:ext cx="125272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50" b="1" i="0" u="none" strike="noStrike" kern="1200" cap="none" spc="0" normalizeH="0" baseline="0" noProof="0">
                <a:ln>
                  <a:noFill/>
                </a:ln>
                <a:solidFill>
                  <a:srgbClr val="9D9D97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EM ANDAMENTO</a:t>
            </a:r>
            <a:endParaRPr kumimoji="0" sz="850" b="1" i="0" u="none" strike="noStrike" kern="1200" cap="none" spc="0" normalizeH="0" baseline="0" noProof="0">
              <a:ln>
                <a:noFill/>
              </a:ln>
              <a:solidFill>
                <a:srgbClr val="9D9D97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8C794126-328A-516E-E2E9-609BBC02A823}"/>
              </a:ext>
            </a:extLst>
          </p:cNvPr>
          <p:cNvSpPr/>
          <p:nvPr/>
        </p:nvSpPr>
        <p:spPr>
          <a:xfrm>
            <a:off x="3176999" y="1909933"/>
            <a:ext cx="548640" cy="548640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00C1DDE7-30C8-1DC2-256B-8E6AAD2FA99E}"/>
              </a:ext>
            </a:extLst>
          </p:cNvPr>
          <p:cNvSpPr/>
          <p:nvPr/>
        </p:nvSpPr>
        <p:spPr>
          <a:xfrm>
            <a:off x="3615911" y="1836781"/>
            <a:ext cx="246888" cy="246888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46B8DF9-823D-54CD-374C-D6F3E3CF57B6}"/>
              </a:ext>
            </a:extLst>
          </p:cNvPr>
          <p:cNvSpPr txBox="1"/>
          <p:nvPr/>
        </p:nvSpPr>
        <p:spPr>
          <a:xfrm>
            <a:off x="3615911" y="1841353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85227C7-CA70-BD6F-0811-14FBDACDB1D1}"/>
              </a:ext>
            </a:extLst>
          </p:cNvPr>
          <p:cNvSpPr txBox="1"/>
          <p:nvPr/>
        </p:nvSpPr>
        <p:spPr>
          <a:xfrm>
            <a:off x="3835367" y="1909933"/>
            <a:ext cx="180136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33F70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4B206BF-DC6F-E62E-716C-5F664C757ACD}"/>
              </a:ext>
            </a:extLst>
          </p:cNvPr>
          <p:cNvSpPr txBox="1"/>
          <p:nvPr/>
        </p:nvSpPr>
        <p:spPr>
          <a:xfrm>
            <a:off x="3835367" y="2202541"/>
            <a:ext cx="1801367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FOCO ATUAL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11A8304B-F51D-4D11-852F-8F41DEF118E5}"/>
              </a:ext>
            </a:extLst>
          </p:cNvPr>
          <p:cNvSpPr/>
          <p:nvPr/>
        </p:nvSpPr>
        <p:spPr>
          <a:xfrm>
            <a:off x="6253954" y="1909933"/>
            <a:ext cx="548640" cy="548640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07DE7568-4BB5-1B22-BA34-39F68AEF73F0}"/>
              </a:ext>
            </a:extLst>
          </p:cNvPr>
          <p:cNvSpPr/>
          <p:nvPr/>
        </p:nvSpPr>
        <p:spPr>
          <a:xfrm>
            <a:off x="6692865" y="1836781"/>
            <a:ext cx="246888" cy="246888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EE2BAA3A-D070-4A65-15EC-B297138A291A}"/>
              </a:ext>
            </a:extLst>
          </p:cNvPr>
          <p:cNvSpPr txBox="1"/>
          <p:nvPr/>
        </p:nvSpPr>
        <p:spPr>
          <a:xfrm>
            <a:off x="6692865" y="1841353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3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5635C26A-B9B9-3D9C-8445-D31B22149F47}"/>
              </a:ext>
            </a:extLst>
          </p:cNvPr>
          <p:cNvSpPr txBox="1"/>
          <p:nvPr/>
        </p:nvSpPr>
        <p:spPr>
          <a:xfrm>
            <a:off x="6912322" y="1909933"/>
            <a:ext cx="180136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233F70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Ajustar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956AC44-8730-FB82-B20C-B49DA7F2FD03}"/>
              </a:ext>
            </a:extLst>
          </p:cNvPr>
          <p:cNvSpPr txBox="1"/>
          <p:nvPr/>
        </p:nvSpPr>
        <p:spPr>
          <a:xfrm>
            <a:off x="6912322" y="2202541"/>
            <a:ext cx="1801367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FOCO ATUAL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34A7A65D-C98D-C4A3-6F39-38E5C43AF48E}"/>
              </a:ext>
            </a:extLst>
          </p:cNvPr>
          <p:cNvSpPr/>
          <p:nvPr/>
        </p:nvSpPr>
        <p:spPr>
          <a:xfrm>
            <a:off x="9330910" y="1909933"/>
            <a:ext cx="548640" cy="548640"/>
          </a:xfrm>
          <a:prstGeom prst="ellipse">
            <a:avLst/>
          </a:prstGeom>
          <a:solidFill>
            <a:srgbClr val="23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106D02E9-7B05-E201-001C-3E14F6C4F686}"/>
              </a:ext>
            </a:extLst>
          </p:cNvPr>
          <p:cNvSpPr/>
          <p:nvPr/>
        </p:nvSpPr>
        <p:spPr>
          <a:xfrm>
            <a:off x="9769822" y="1836781"/>
            <a:ext cx="246888" cy="246888"/>
          </a:xfrm>
          <a:prstGeom prst="ellipse">
            <a:avLst/>
          </a:prstGeom>
          <a:solidFill>
            <a:srgbClr val="23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E98A2E9-F8DB-360B-924F-DB4A6FDAD161}"/>
              </a:ext>
            </a:extLst>
          </p:cNvPr>
          <p:cNvSpPr txBox="1"/>
          <p:nvPr/>
        </p:nvSpPr>
        <p:spPr>
          <a:xfrm>
            <a:off x="9762802" y="1845925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4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02B032B-DBD7-C572-62C1-2687E52EFD7B}"/>
              </a:ext>
            </a:extLst>
          </p:cNvPr>
          <p:cNvSpPr txBox="1"/>
          <p:nvPr/>
        </p:nvSpPr>
        <p:spPr>
          <a:xfrm>
            <a:off x="9989278" y="1909933"/>
            <a:ext cx="177393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>
                <a:ln>
                  <a:noFill/>
                </a:ln>
                <a:solidFill>
                  <a:srgbClr val="233F70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Transferir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4A721EBC-A141-90F6-E996-8E8F469ECE8E}"/>
              </a:ext>
            </a:extLst>
          </p:cNvPr>
          <p:cNvSpPr txBox="1"/>
          <p:nvPr/>
        </p:nvSpPr>
        <p:spPr>
          <a:xfrm>
            <a:off x="9989278" y="2202541"/>
            <a:ext cx="1773936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C96F2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PRÓXIMA ETAPA</a:t>
            </a:r>
          </a:p>
        </p:txBody>
      </p:sp>
      <p:pic>
        <p:nvPicPr>
          <p:cNvPr id="140" name="Image 0" descr="/home/claude/am_deck/icons/search.png">
            <a:extLst>
              <a:ext uri="{FF2B5EF4-FFF2-40B4-BE49-F238E27FC236}">
                <a16:creationId xmlns:a16="http://schemas.microsoft.com/office/drawing/2014/main" id="{5C6E1B61-8A72-9242-1502-A1BF9DBD5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11" y="2032489"/>
            <a:ext cx="303528" cy="303528"/>
          </a:xfrm>
          <a:prstGeom prst="rect">
            <a:avLst/>
          </a:prstGeom>
        </p:spPr>
      </p:pic>
      <p:pic>
        <p:nvPicPr>
          <p:cNvPr id="142" name="Image 1" descr="/home/claude/am_deck/icons/refresh.png">
            <a:extLst>
              <a:ext uri="{FF2B5EF4-FFF2-40B4-BE49-F238E27FC236}">
                <a16:creationId xmlns:a16="http://schemas.microsoft.com/office/drawing/2014/main" id="{76D782FC-4B06-ACF2-A6B9-9BBB5A649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471" y="2032489"/>
            <a:ext cx="302400" cy="302400"/>
          </a:xfrm>
          <a:prstGeom prst="rect">
            <a:avLst/>
          </a:prstGeom>
        </p:spPr>
      </p:pic>
      <p:pic>
        <p:nvPicPr>
          <p:cNvPr id="144" name="Image 2" descr="/home/claude/am_deck/icons/tool.png">
            <a:extLst>
              <a:ext uri="{FF2B5EF4-FFF2-40B4-BE49-F238E27FC236}">
                <a16:creationId xmlns:a16="http://schemas.microsoft.com/office/drawing/2014/main" id="{AC0447D9-01C2-6CE2-482B-BD5E5BC0C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824" y="2029313"/>
            <a:ext cx="302400" cy="302400"/>
          </a:xfrm>
          <a:prstGeom prst="rect">
            <a:avLst/>
          </a:prstGeom>
        </p:spPr>
      </p:pic>
      <p:pic>
        <p:nvPicPr>
          <p:cNvPr id="146" name="Image 3" descr="/home/claude/am_deck/icons/gradcap.png">
            <a:extLst>
              <a:ext uri="{FF2B5EF4-FFF2-40B4-BE49-F238E27FC236}">
                <a16:creationId xmlns:a16="http://schemas.microsoft.com/office/drawing/2014/main" id="{6B02EE45-3752-6A4E-7B96-9F7F1D190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030" y="2043706"/>
            <a:ext cx="302400" cy="302400"/>
          </a:xfrm>
          <a:prstGeom prst="rect">
            <a:avLst/>
          </a:prstGeom>
        </p:spPr>
      </p:pic>
      <p:sp>
        <p:nvSpPr>
          <p:cNvPr id="148" name="Text 6">
            <a:extLst>
              <a:ext uri="{FF2B5EF4-FFF2-40B4-BE49-F238E27FC236}">
                <a16:creationId xmlns:a16="http://schemas.microsoft.com/office/drawing/2014/main" id="{62557172-2C95-7289-D7AC-FD3B9BF478B0}"/>
              </a:ext>
            </a:extLst>
          </p:cNvPr>
          <p:cNvSpPr/>
          <p:nvPr/>
        </p:nvSpPr>
        <p:spPr>
          <a:xfrm>
            <a:off x="686594" y="2899064"/>
            <a:ext cx="1803594" cy="1730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Gerências e Comunidades operacionalizadas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Modelo de governança e fóruns definidos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Papéis e responsabilidades estruturados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Primeira leva de capacitação concluída</a:t>
            </a:r>
          </a:p>
        </p:txBody>
      </p:sp>
      <p:sp>
        <p:nvSpPr>
          <p:cNvPr id="150" name="Text 6">
            <a:extLst>
              <a:ext uri="{FF2B5EF4-FFF2-40B4-BE49-F238E27FC236}">
                <a16:creationId xmlns:a16="http://schemas.microsoft.com/office/drawing/2014/main" id="{32FB37EE-C28D-68E9-CB9C-943A954598BD}"/>
              </a:ext>
            </a:extLst>
          </p:cNvPr>
          <p:cNvSpPr/>
          <p:nvPr/>
        </p:nvSpPr>
        <p:spPr>
          <a:xfrm>
            <a:off x="3389980" y="2897936"/>
            <a:ext cx="1997199" cy="208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Aderência aos ritos e fóruns de governança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Clareza de papéis, responsabilidades e interfaces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Backlog, priorização e uso das ferramentas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Aplicação prática da metodologia, dúvidas recorrentes e gaps pós-treinamentos</a:t>
            </a: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3C971DC6-82DA-7356-AB51-07A2CA157A15}"/>
              </a:ext>
            </a:extLst>
          </p:cNvPr>
          <p:cNvSpPr/>
          <p:nvPr/>
        </p:nvSpPr>
        <p:spPr>
          <a:xfrm>
            <a:off x="6178900" y="2897936"/>
            <a:ext cx="236073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Ajustar ritos e fóruns de governança (convites, pauta e cadência)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Reforçar papéis, responsabilidades e atuação esperada de cada perfil (guia de bolso interativo)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Orientar ajustes na organização do backlog e uso da ferramenta para gestão de projetos e portfólio (configuração do Azure DevOps)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Realizar reforços pontuais de capacitação por meio de reuniões</a:t>
            </a:r>
          </a:p>
        </p:txBody>
      </p:sp>
      <p:sp>
        <p:nvSpPr>
          <p:cNvPr id="154" name="Text 6">
            <a:extLst>
              <a:ext uri="{FF2B5EF4-FFF2-40B4-BE49-F238E27FC236}">
                <a16:creationId xmlns:a16="http://schemas.microsoft.com/office/drawing/2014/main" id="{A31596C2-9509-A9C9-0693-54D754B914D4}"/>
              </a:ext>
            </a:extLst>
          </p:cNvPr>
          <p:cNvSpPr/>
          <p:nvPr/>
        </p:nvSpPr>
        <p:spPr>
          <a:xfrm>
            <a:off x="9500047" y="2897936"/>
            <a:ext cx="2085967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Consolidar materiais e orientações finais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Transferir conhecimento para os responsáveis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Formalizar a sustentação e reduzir gradualmente a atuação na operação assistida</a:t>
            </a:r>
          </a:p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pt-BR" sz="1000" b="1" i="0" u="none" strike="noStrike" kern="1200" cap="none" spc="0" normalizeH="0" baseline="0" noProof="0">
              <a:ln>
                <a:noFill/>
              </a:ln>
              <a:solidFill>
                <a:srgbClr val="0B2E4A"/>
              </a:solidFill>
              <a:effectLst/>
              <a:uLnTx/>
              <a:uFillTx/>
              <a:latin typeface="Arial Nova Cond" panose="020B0506020202020204" pitchFamily="34" charset="0"/>
              <a:ea typeface="Arial" pitchFamily="34" charset="-122"/>
              <a:cs typeface="Arial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B2E4A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Garantir que a FEG seja guardiã do modelo de operação</a:t>
            </a: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8DB038E5-AC0D-CB48-7F9E-94B7FD5EF818}"/>
              </a:ext>
            </a:extLst>
          </p:cNvPr>
          <p:cNvCxnSpPr>
            <a:cxnSpLocks/>
          </p:cNvCxnSpPr>
          <p:nvPr/>
        </p:nvCxnSpPr>
        <p:spPr>
          <a:xfrm>
            <a:off x="2708531" y="3551281"/>
            <a:ext cx="285588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1D662B6F-BE5F-846B-6C12-2B65B97FAFA4}"/>
              </a:ext>
            </a:extLst>
          </p:cNvPr>
          <p:cNvCxnSpPr>
            <a:cxnSpLocks/>
          </p:cNvCxnSpPr>
          <p:nvPr/>
        </p:nvCxnSpPr>
        <p:spPr>
          <a:xfrm>
            <a:off x="5785486" y="3551281"/>
            <a:ext cx="285588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E31B530-16FB-29A8-F8BF-C7AB04C0439A}"/>
              </a:ext>
            </a:extLst>
          </p:cNvPr>
          <p:cNvCxnSpPr>
            <a:cxnSpLocks/>
          </p:cNvCxnSpPr>
          <p:nvPr/>
        </p:nvCxnSpPr>
        <p:spPr>
          <a:xfrm>
            <a:off x="8859994" y="3551281"/>
            <a:ext cx="285588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80F0876C-98FA-0111-CF88-B2A07C59C8CE}"/>
              </a:ext>
            </a:extLst>
          </p:cNvPr>
          <p:cNvCxnSpPr/>
          <p:nvPr/>
        </p:nvCxnSpPr>
        <p:spPr>
          <a:xfrm rot="16200000" flipV="1">
            <a:off x="5927057" y="161143"/>
            <a:ext cx="12700" cy="3076955"/>
          </a:xfrm>
          <a:prstGeom prst="bentConnector3">
            <a:avLst>
              <a:gd name="adj1" fmla="val 1800000"/>
            </a:avLst>
          </a:prstGeom>
          <a:ln>
            <a:solidFill>
              <a:schemeClr val="accent4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9A35B78F-DA7B-C209-5E8F-B327FA3A2105}"/>
              </a:ext>
            </a:extLst>
          </p:cNvPr>
          <p:cNvSpPr txBox="1"/>
          <p:nvPr/>
        </p:nvSpPr>
        <p:spPr>
          <a:xfrm>
            <a:off x="4394929" y="1076252"/>
            <a:ext cx="30769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78B15">
                    <a:lumMod val="50000"/>
                  </a:srgbClr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CICLO DE ESTABILIZAÇÃO</a:t>
            </a:r>
            <a:endParaRPr kumimoji="0" lang="pt-BR" sz="900" b="1" i="0" u="none" strike="noStrike" kern="1200" cap="none" spc="0" normalizeH="0" baseline="0" noProof="0">
              <a:ln>
                <a:noFill/>
              </a:ln>
              <a:solidFill>
                <a:srgbClr val="F78B15">
                  <a:lumMod val="50000"/>
                </a:srgbClr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78B15">
                    <a:lumMod val="50000"/>
                  </a:srgbClr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⇄ AJUSTAR</a:t>
            </a:r>
          </a:p>
        </p:txBody>
      </p:sp>
      <p:sp>
        <p:nvSpPr>
          <p:cNvPr id="166" name="Rounded Rectangle 58">
            <a:extLst>
              <a:ext uri="{FF2B5EF4-FFF2-40B4-BE49-F238E27FC236}">
                <a16:creationId xmlns:a16="http://schemas.microsoft.com/office/drawing/2014/main" id="{15558D2E-8215-3BB3-A927-E66A98B4DB1E}"/>
              </a:ext>
            </a:extLst>
          </p:cNvPr>
          <p:cNvSpPr/>
          <p:nvPr/>
        </p:nvSpPr>
        <p:spPr>
          <a:xfrm>
            <a:off x="8539630" y="3643683"/>
            <a:ext cx="914400" cy="263023"/>
          </a:xfrm>
          <a:prstGeom prst="roundRect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Operação estabilizada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167" name="Speech Bubble: Rectangle with Corners Rounded 166">
            <a:extLst>
              <a:ext uri="{FF2B5EF4-FFF2-40B4-BE49-F238E27FC236}">
                <a16:creationId xmlns:a16="http://schemas.microsoft.com/office/drawing/2014/main" id="{B4419536-85CB-AD65-8B00-3053729ABFBF}"/>
              </a:ext>
            </a:extLst>
          </p:cNvPr>
          <p:cNvSpPr/>
          <p:nvPr/>
        </p:nvSpPr>
        <p:spPr>
          <a:xfrm>
            <a:off x="3601871" y="5288284"/>
            <a:ext cx="4127499" cy="1404172"/>
          </a:xfrm>
          <a:prstGeom prst="wedgeRoundRectCallout">
            <a:avLst>
              <a:gd name="adj1" fmla="val -24944"/>
              <a:gd name="adj2" fmla="val -63682"/>
              <a:gd name="adj3" fmla="val 16667"/>
            </a:avLst>
          </a:prstGeom>
          <a:solidFill>
            <a:srgbClr val="4CD4B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9" name="Text 6">
            <a:extLst>
              <a:ext uri="{FF2B5EF4-FFF2-40B4-BE49-F238E27FC236}">
                <a16:creationId xmlns:a16="http://schemas.microsoft.com/office/drawing/2014/main" id="{C3143CE2-642A-F329-61E9-80F9A7BB80F3}"/>
              </a:ext>
            </a:extLst>
          </p:cNvPr>
          <p:cNvSpPr/>
          <p:nvPr/>
        </p:nvSpPr>
        <p:spPr>
          <a:xfrm>
            <a:off x="3705272" y="5333372"/>
            <a:ext cx="3920696" cy="1321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COMO CAPTAMOS OS PONTOS DE ATENÇÃO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Fóruns e ritos: Observação dos encontros formais e da dinâmica de governança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Encontros semanais: Check-in estruturado com líderes para consolidar pontos e evolução</a:t>
            </a:r>
          </a:p>
          <a:p>
            <a:pPr marL="171450" marR="0" lvl="0" indent="-17145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Percepções e dúvidas trazidas pelas equipes durante a operação</a:t>
            </a:r>
          </a:p>
        </p:txBody>
      </p:sp>
    </p:spTree>
    <p:extLst>
      <p:ext uri="{BB962C8B-B14F-4D97-AF65-F5344CB8AC3E}">
        <p14:creationId xmlns:p14="http://schemas.microsoft.com/office/powerpoint/2010/main" val="3664074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5A53DC-FE32-64B6-0121-2D77227281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smtClean="0"/>
              <a:pPr/>
              <a:t>16</a:t>
            </a:fld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FDA249-BA0A-ED80-5DCF-ABDF689225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Monitoramento, ajustes e transferência - Frentes de adoção ao Modelo de Operação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8C189-4684-DF86-5661-E484666619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A29134-EDAF-8915-1BAE-2A218A11B55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1297D0-BC72-FAA4-5803-A749E508A0D4}"/>
              </a:ext>
            </a:extLst>
          </p:cNvPr>
          <p:cNvSpPr/>
          <p:nvPr/>
        </p:nvSpPr>
        <p:spPr>
          <a:xfrm>
            <a:off x="530352" y="5234624"/>
            <a:ext cx="11109960" cy="972835"/>
          </a:xfrm>
          <a:prstGeom prst="rect">
            <a:avLst/>
          </a:prstGeom>
          <a:solidFill>
            <a:srgbClr val="F7FAFC"/>
          </a:solidFill>
          <a:ln w="10160" cap="flat" cmpd="sng" algn="ctr">
            <a:solidFill>
              <a:srgbClr val="D8E0E6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829C23-8A36-B07B-370F-85801CFBC8C6}"/>
              </a:ext>
            </a:extLst>
          </p:cNvPr>
          <p:cNvSpPr/>
          <p:nvPr/>
        </p:nvSpPr>
        <p:spPr>
          <a:xfrm>
            <a:off x="4036836" y="5234625"/>
            <a:ext cx="7315" cy="972000"/>
          </a:xfrm>
          <a:prstGeom prst="rect">
            <a:avLst/>
          </a:prstGeom>
          <a:solidFill>
            <a:srgbClr val="D8E0E6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D9944C-DB55-A718-1C76-9BEFB976EC53}"/>
              </a:ext>
            </a:extLst>
          </p:cNvPr>
          <p:cNvSpPr txBox="1"/>
          <p:nvPr/>
        </p:nvSpPr>
        <p:spPr>
          <a:xfrm>
            <a:off x="574243" y="5291142"/>
            <a:ext cx="315468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0B3554"/>
                </a:solidFill>
                <a:effectLst/>
                <a:uLnTx/>
                <a:uFillTx/>
                <a:latin typeface="Arial Nova Cond" panose="020B0506020202020204" pitchFamily="34" charset="0"/>
              </a:rPr>
              <a:t>Como o percentual é calculado?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1B3DF5-593B-AB21-92D6-ADFB52FDCA00}"/>
              </a:ext>
            </a:extLst>
          </p:cNvPr>
          <p:cNvSpPr txBox="1"/>
          <p:nvPr/>
        </p:nvSpPr>
        <p:spPr>
          <a:xfrm>
            <a:off x="567716" y="5556366"/>
            <a:ext cx="3520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4F6577"/>
                </a:solidFill>
                <a:effectLst/>
                <a:uLnTx/>
                <a:uFillTx/>
                <a:latin typeface="Arial Nova Cond" panose="020B0506020202020204" pitchFamily="34" charset="0"/>
              </a:rPr>
              <a:t>Soma dos pesos dos critérios atendidos em cada frente. Critérios não aplicáveis não penalizam o resultado.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CB57BD-F6F5-5B0C-111C-12ABA138CBC1}"/>
              </a:ext>
            </a:extLst>
          </p:cNvPr>
          <p:cNvSpPr txBox="1"/>
          <p:nvPr/>
        </p:nvSpPr>
        <p:spPr>
          <a:xfrm>
            <a:off x="4504286" y="5566737"/>
            <a:ext cx="1410003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0%  Não iniciado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9F4782-AB27-B69C-9118-CAAC3E1AE661}"/>
              </a:ext>
            </a:extLst>
          </p:cNvPr>
          <p:cNvSpPr/>
          <p:nvPr/>
        </p:nvSpPr>
        <p:spPr>
          <a:xfrm>
            <a:off x="5883402" y="5713767"/>
            <a:ext cx="713232" cy="13716"/>
          </a:xfrm>
          <a:prstGeom prst="rect">
            <a:avLst/>
          </a:prstGeom>
          <a:solidFill>
            <a:srgbClr val="BDCBD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713F8-6887-A871-ABE1-5ADEE7D1906E}"/>
              </a:ext>
            </a:extLst>
          </p:cNvPr>
          <p:cNvSpPr txBox="1"/>
          <p:nvPr/>
        </p:nvSpPr>
        <p:spPr>
          <a:xfrm>
            <a:off x="6989062" y="5459015"/>
            <a:ext cx="19080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1–99%  I</a:t>
            </a:r>
            <a:r>
              <a:rPr lang="pt-BR" sz="1400" kern="0" noProof="0">
                <a:solidFill>
                  <a:srgbClr val="213D52"/>
                </a:solidFill>
                <a:latin typeface="Arial Nova Cond" panose="020B0506020202020204" pitchFamily="34" charset="0"/>
              </a:rPr>
              <a:t>mplantação / </a:t>
            </a: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 </a:t>
            </a:r>
            <a:r>
              <a:rPr lang="pt-BR" sz="1400" kern="0" noProof="0">
                <a:solidFill>
                  <a:srgbClr val="213D52"/>
                </a:solidFill>
                <a:latin typeface="Arial Nova Cond" panose="020B0506020202020204" pitchFamily="34" charset="0"/>
              </a:rPr>
              <a:t>monitoramento / ajustes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213D52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622A06-BE09-6E3B-8BA3-EB53CA7343B9}"/>
              </a:ext>
            </a:extLst>
          </p:cNvPr>
          <p:cNvSpPr/>
          <p:nvPr/>
        </p:nvSpPr>
        <p:spPr>
          <a:xfrm>
            <a:off x="8887714" y="5713767"/>
            <a:ext cx="713232" cy="13716"/>
          </a:xfrm>
          <a:prstGeom prst="rect">
            <a:avLst/>
          </a:prstGeom>
          <a:solidFill>
            <a:srgbClr val="BDCBD5"/>
          </a:solidFill>
          <a:ln w="9525" cap="flat" cmpd="sng" algn="ctr">
            <a:noFill/>
            <a:prstDash val="solid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8D5ACF-B37C-CD71-5D85-635765E855EA}"/>
              </a:ext>
            </a:extLst>
          </p:cNvPr>
          <p:cNvSpPr txBox="1"/>
          <p:nvPr/>
        </p:nvSpPr>
        <p:spPr>
          <a:xfrm>
            <a:off x="10054590" y="5459015"/>
            <a:ext cx="1481328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213D52"/>
                </a:solidFill>
                <a:effectLst/>
                <a:uLnTx/>
                <a:uFillTx/>
                <a:latin typeface="Arial Nova Cond" panose="020B0506020202020204" pitchFamily="34" charset="0"/>
              </a:rPr>
              <a:t>100%  Concluído / transferido</a:t>
            </a:r>
          </a:p>
        </p:txBody>
      </p:sp>
      <p:pic>
        <p:nvPicPr>
          <p:cNvPr id="21" name="Graphic 20" descr="Badge Tick1 with solid fill">
            <a:extLst>
              <a:ext uri="{FF2B5EF4-FFF2-40B4-BE49-F238E27FC236}">
                <a16:creationId xmlns:a16="http://schemas.microsoft.com/office/drawing/2014/main" id="{16BE3090-C7A9-0469-BDDB-1BA88714B0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41612" y="5544200"/>
            <a:ext cx="352851" cy="352851"/>
          </a:xfrm>
          <a:prstGeom prst="rect">
            <a:avLst/>
          </a:prstGeom>
        </p:spPr>
      </p:pic>
      <p:pic>
        <p:nvPicPr>
          <p:cNvPr id="23" name="Picture 22" descr="Sync ">
            <a:extLst>
              <a:ext uri="{FF2B5EF4-FFF2-40B4-BE49-F238E27FC236}">
                <a16:creationId xmlns:a16="http://schemas.microsoft.com/office/drawing/2014/main" id="{409ACB64-2CDE-03FB-2B40-4F9B1DF3FE7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04866" y="5585507"/>
            <a:ext cx="270237" cy="270237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97B0690D-A30A-00D0-270C-B9357CB76FBB}"/>
              </a:ext>
            </a:extLst>
          </p:cNvPr>
          <p:cNvSpPr/>
          <p:nvPr/>
        </p:nvSpPr>
        <p:spPr>
          <a:xfrm>
            <a:off x="4244645" y="5583825"/>
            <a:ext cx="273559" cy="2736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7910C5-BC6B-99E7-9EA5-5B9FECF892AA}"/>
              </a:ext>
            </a:extLst>
          </p:cNvPr>
          <p:cNvSpPr/>
          <p:nvPr/>
        </p:nvSpPr>
        <p:spPr>
          <a:xfrm>
            <a:off x="530352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A1B0D8-AFEC-2B04-2387-8A230BD08626}"/>
              </a:ext>
            </a:extLst>
          </p:cNvPr>
          <p:cNvSpPr/>
          <p:nvPr/>
        </p:nvSpPr>
        <p:spPr>
          <a:xfrm>
            <a:off x="530352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58D231-F6B1-1C48-4B4A-94A0781F54FD}"/>
              </a:ext>
            </a:extLst>
          </p:cNvPr>
          <p:cNvSpPr txBox="1"/>
          <p:nvPr/>
        </p:nvSpPr>
        <p:spPr>
          <a:xfrm>
            <a:off x="640080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RITOS E FÓRUNS
DE GOVERNANÇA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18C7177-036B-3822-C715-18189CBDE8C9}"/>
              </a:ext>
            </a:extLst>
          </p:cNvPr>
          <p:cNvSpPr/>
          <p:nvPr/>
        </p:nvSpPr>
        <p:spPr>
          <a:xfrm>
            <a:off x="1380744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BAF6F3-119F-DEFB-297B-6543C15DF1CC}"/>
              </a:ext>
            </a:extLst>
          </p:cNvPr>
          <p:cNvSpPr txBox="1"/>
          <p:nvPr/>
        </p:nvSpPr>
        <p:spPr>
          <a:xfrm>
            <a:off x="1380744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92AF0E-5EE6-E3B5-5DE4-BFC3B3A69572}"/>
              </a:ext>
            </a:extLst>
          </p:cNvPr>
          <p:cNvSpPr txBox="1"/>
          <p:nvPr/>
        </p:nvSpPr>
        <p:spPr>
          <a:xfrm>
            <a:off x="667656" y="2831472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Recorrência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F48A35D-2BD0-CB91-66F1-6309A89ACD8E}"/>
              </a:ext>
            </a:extLst>
          </p:cNvPr>
          <p:cNvSpPr/>
          <p:nvPr/>
        </p:nvSpPr>
        <p:spPr>
          <a:xfrm>
            <a:off x="667656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A540C5-3BFA-ED5D-C833-7CCFED4D1441}"/>
              </a:ext>
            </a:extLst>
          </p:cNvPr>
          <p:cNvSpPr txBox="1"/>
          <p:nvPr/>
        </p:nvSpPr>
        <p:spPr>
          <a:xfrm>
            <a:off x="667656" y="3230150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Pauta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21B8FBF-C4D0-9260-58A0-C38151AC2185}"/>
              </a:ext>
            </a:extLst>
          </p:cNvPr>
          <p:cNvSpPr/>
          <p:nvPr/>
        </p:nvSpPr>
        <p:spPr>
          <a:xfrm>
            <a:off x="667656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C57C3B-3C27-0571-85BA-2428AFC88648}"/>
              </a:ext>
            </a:extLst>
          </p:cNvPr>
          <p:cNvSpPr txBox="1"/>
          <p:nvPr/>
        </p:nvSpPr>
        <p:spPr>
          <a:xfrm>
            <a:off x="667656" y="3628828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Facilitador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4352F38-6D9A-EEDB-79CC-B8E81A997D49}"/>
              </a:ext>
            </a:extLst>
          </p:cNvPr>
          <p:cNvSpPr/>
          <p:nvPr/>
        </p:nvSpPr>
        <p:spPr>
          <a:xfrm>
            <a:off x="667656" y="3948379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D9EB5D0-0023-595F-C237-AE2CF2383987}"/>
              </a:ext>
            </a:extLst>
          </p:cNvPr>
          <p:cNvSpPr txBox="1"/>
          <p:nvPr/>
        </p:nvSpPr>
        <p:spPr>
          <a:xfrm>
            <a:off x="667656" y="4027507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Ferramenta de suporte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CCA6550-573C-D6A9-E9B4-D926378B0DB5}"/>
              </a:ext>
            </a:extLst>
          </p:cNvPr>
          <p:cNvSpPr/>
          <p:nvPr/>
        </p:nvSpPr>
        <p:spPr>
          <a:xfrm>
            <a:off x="667656" y="4347057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2B2D62-45BD-620F-1858-D9F358D93987}"/>
              </a:ext>
            </a:extLst>
          </p:cNvPr>
          <p:cNvSpPr txBox="1"/>
          <p:nvPr/>
        </p:nvSpPr>
        <p:spPr>
          <a:xfrm>
            <a:off x="667656" y="4426185"/>
            <a:ext cx="1901952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Registro da reunião (ata)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AE2458D-2B7B-DFEA-8A65-56C9873E685A}"/>
              </a:ext>
            </a:extLst>
          </p:cNvPr>
          <p:cNvSpPr/>
          <p:nvPr/>
        </p:nvSpPr>
        <p:spPr>
          <a:xfrm>
            <a:off x="2770632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90104A5-1C81-779B-4B1A-A4EEFB1C81B5}"/>
              </a:ext>
            </a:extLst>
          </p:cNvPr>
          <p:cNvSpPr/>
          <p:nvPr/>
        </p:nvSpPr>
        <p:spPr>
          <a:xfrm>
            <a:off x="2770632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3E392A1-D995-CBC6-B9A3-261202D5BC9B}"/>
              </a:ext>
            </a:extLst>
          </p:cNvPr>
          <p:cNvSpPr txBox="1"/>
          <p:nvPr/>
        </p:nvSpPr>
        <p:spPr>
          <a:xfrm>
            <a:off x="2880360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CLAREZA DE PAPÉIS E
RESPONSABILIDADES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4CF3E0E-E5AD-F80B-C422-B6B1012B5C38}"/>
              </a:ext>
            </a:extLst>
          </p:cNvPr>
          <p:cNvSpPr/>
          <p:nvPr/>
        </p:nvSpPr>
        <p:spPr>
          <a:xfrm>
            <a:off x="3621024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706B8B-A939-F24B-D26E-5A1CBF9D6F8E}"/>
              </a:ext>
            </a:extLst>
          </p:cNvPr>
          <p:cNvSpPr txBox="1"/>
          <p:nvPr/>
        </p:nvSpPr>
        <p:spPr>
          <a:xfrm>
            <a:off x="3621024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D252ED-BD83-F477-73E3-1B1609E77743}"/>
              </a:ext>
            </a:extLst>
          </p:cNvPr>
          <p:cNvSpPr txBox="1"/>
          <p:nvPr/>
        </p:nvSpPr>
        <p:spPr>
          <a:xfrm>
            <a:off x="2907936" y="2739139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Guia de bolso disponibilizado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1614142-FF1D-9A7A-133C-14CD3A3976F8}"/>
              </a:ext>
            </a:extLst>
          </p:cNvPr>
          <p:cNvSpPr/>
          <p:nvPr/>
        </p:nvSpPr>
        <p:spPr>
          <a:xfrm>
            <a:off x="2907936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03AC526-A07C-13D4-273A-95CE5BA5EF12}"/>
              </a:ext>
            </a:extLst>
          </p:cNvPr>
          <p:cNvSpPr txBox="1"/>
          <p:nvPr/>
        </p:nvSpPr>
        <p:spPr>
          <a:xfrm>
            <a:off x="2907936" y="3137817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Alinhamento com gerentes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A38F67C-D70A-E107-6024-E3B8A9F154A8}"/>
              </a:ext>
            </a:extLst>
          </p:cNvPr>
          <p:cNvSpPr/>
          <p:nvPr/>
        </p:nvSpPr>
        <p:spPr>
          <a:xfrm>
            <a:off x="2907936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DF5D0C-ED66-DF19-11D2-E2DC5C106B58}"/>
              </a:ext>
            </a:extLst>
          </p:cNvPr>
          <p:cNvSpPr txBox="1"/>
          <p:nvPr/>
        </p:nvSpPr>
        <p:spPr>
          <a:xfrm>
            <a:off x="2907936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Alinhamento com lideres de comunidade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9577A3E-DAB4-D198-E6ED-ECB78A1491CF}"/>
              </a:ext>
            </a:extLst>
          </p:cNvPr>
          <p:cNvSpPr/>
          <p:nvPr/>
        </p:nvSpPr>
        <p:spPr>
          <a:xfrm>
            <a:off x="2907936" y="3948379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159756D-2C32-375D-1503-59C4CB06F201}"/>
              </a:ext>
            </a:extLst>
          </p:cNvPr>
          <p:cNvSpPr txBox="1"/>
          <p:nvPr/>
        </p:nvSpPr>
        <p:spPr>
          <a:xfrm>
            <a:off x="2907936" y="4027507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Exercício dos papéis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AEDF41B-EA37-C487-7FD8-1903679492F7}"/>
              </a:ext>
            </a:extLst>
          </p:cNvPr>
          <p:cNvSpPr/>
          <p:nvPr/>
        </p:nvSpPr>
        <p:spPr>
          <a:xfrm>
            <a:off x="5010912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CC4E531-56F1-8BF4-BEDC-DDCA8885F58B}"/>
              </a:ext>
            </a:extLst>
          </p:cNvPr>
          <p:cNvSpPr/>
          <p:nvPr/>
        </p:nvSpPr>
        <p:spPr>
          <a:xfrm>
            <a:off x="5010912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A80A9B8-B367-DC5E-9942-EC62306FA124}"/>
              </a:ext>
            </a:extLst>
          </p:cNvPr>
          <p:cNvSpPr txBox="1"/>
          <p:nvPr/>
        </p:nvSpPr>
        <p:spPr>
          <a:xfrm>
            <a:off x="5120640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INTERFACES COM
ÁREAS DE NEGÓCIO</a:t>
            </a: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9D02704-8DCD-9DF9-8B6B-E1D6C4174BA8}"/>
              </a:ext>
            </a:extLst>
          </p:cNvPr>
          <p:cNvSpPr/>
          <p:nvPr/>
        </p:nvSpPr>
        <p:spPr>
          <a:xfrm>
            <a:off x="5861304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A98CF9-89FA-1ABC-52B7-A5366440C551}"/>
              </a:ext>
            </a:extLst>
          </p:cNvPr>
          <p:cNvSpPr txBox="1"/>
          <p:nvPr/>
        </p:nvSpPr>
        <p:spPr>
          <a:xfrm>
            <a:off x="5861304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BD5B6AF-5935-A01D-DDB9-3DA41416595D}"/>
              </a:ext>
            </a:extLst>
          </p:cNvPr>
          <p:cNvSpPr txBox="1"/>
          <p:nvPr/>
        </p:nvSpPr>
        <p:spPr>
          <a:xfrm>
            <a:off x="5148216" y="2831472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Representantes definidos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3B9C5A7-49E9-F10B-F1E0-4026D7AB257A}"/>
              </a:ext>
            </a:extLst>
          </p:cNvPr>
          <p:cNvSpPr/>
          <p:nvPr/>
        </p:nvSpPr>
        <p:spPr>
          <a:xfrm>
            <a:off x="5148216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249E04E-7651-9626-BE58-DC18A5152542}"/>
              </a:ext>
            </a:extLst>
          </p:cNvPr>
          <p:cNvSpPr txBox="1"/>
          <p:nvPr/>
        </p:nvSpPr>
        <p:spPr>
          <a:xfrm>
            <a:off x="5148216" y="3137817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Interação formalizada entre represante e líder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62B65B46-83CE-7B20-18C2-299D72D5E295}"/>
              </a:ext>
            </a:extLst>
          </p:cNvPr>
          <p:cNvSpPr/>
          <p:nvPr/>
        </p:nvSpPr>
        <p:spPr>
          <a:xfrm>
            <a:off x="5148216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BEBFFBC-864E-1580-5D63-A69CB08B1A72}"/>
              </a:ext>
            </a:extLst>
          </p:cNvPr>
          <p:cNvSpPr txBox="1"/>
          <p:nvPr/>
        </p:nvSpPr>
        <p:spPr>
          <a:xfrm>
            <a:off x="5148216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213D52"/>
                </a:solidFill>
                <a:latin typeface="Arial Nova Cond" panose="020B0506020202020204" pitchFamily="34" charset="0"/>
              </a:rPr>
              <a:t>Mecanismos de comunicação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A497641-CF5D-EE9A-113B-328B157A5EC1}"/>
              </a:ext>
            </a:extLst>
          </p:cNvPr>
          <p:cNvSpPr/>
          <p:nvPr/>
        </p:nvSpPr>
        <p:spPr>
          <a:xfrm>
            <a:off x="7249184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1722ABD9-B496-DC92-4D14-686B369BFF98}"/>
              </a:ext>
            </a:extLst>
          </p:cNvPr>
          <p:cNvSpPr/>
          <p:nvPr/>
        </p:nvSpPr>
        <p:spPr>
          <a:xfrm>
            <a:off x="7249184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79AEE93-D147-07BF-1DC0-E6DAAB701A5D}"/>
              </a:ext>
            </a:extLst>
          </p:cNvPr>
          <p:cNvSpPr txBox="1"/>
          <p:nvPr/>
        </p:nvSpPr>
        <p:spPr>
          <a:xfrm>
            <a:off x="7358912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USO DAS FERRAMENTAS
OFICIAIS</a:t>
            </a: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33304F8A-840A-21B3-9192-03A85F3BE4C2}"/>
              </a:ext>
            </a:extLst>
          </p:cNvPr>
          <p:cNvSpPr/>
          <p:nvPr/>
        </p:nvSpPr>
        <p:spPr>
          <a:xfrm>
            <a:off x="8099576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6F6E416-274A-70E0-2380-4E75457D119A}"/>
              </a:ext>
            </a:extLst>
          </p:cNvPr>
          <p:cNvSpPr txBox="1"/>
          <p:nvPr/>
        </p:nvSpPr>
        <p:spPr>
          <a:xfrm>
            <a:off x="8099576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04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33E3170-E4AE-C903-4F36-A44E770C8178}"/>
              </a:ext>
            </a:extLst>
          </p:cNvPr>
          <p:cNvSpPr txBox="1"/>
          <p:nvPr/>
        </p:nvSpPr>
        <p:spPr>
          <a:xfrm>
            <a:off x="7386488" y="2739139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Configuração em homologação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7D899186-3320-C22C-19D9-76EA2A58769C}"/>
              </a:ext>
            </a:extLst>
          </p:cNvPr>
          <p:cNvSpPr/>
          <p:nvPr/>
        </p:nvSpPr>
        <p:spPr>
          <a:xfrm>
            <a:off x="7386488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F22CEFA-3D2C-31EE-9065-F336B877BD4F}"/>
              </a:ext>
            </a:extLst>
          </p:cNvPr>
          <p:cNvSpPr txBox="1"/>
          <p:nvPr/>
        </p:nvSpPr>
        <p:spPr>
          <a:xfrm>
            <a:off x="7386488" y="3230150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Validação</a:t>
            </a:r>
            <a:r>
              <a:rPr lang="pt-BR" sz="1200" b="0">
                <a:solidFill>
                  <a:srgbClr val="213D52"/>
                </a:solidFill>
                <a:latin typeface="Arial Nova Cond" panose="020B0506020202020204" pitchFamily="34" charset="0"/>
              </a:rPr>
              <a:t> pela liderança</a:t>
            </a:r>
            <a:endParaRPr sz="1200" b="0">
              <a:solidFill>
                <a:srgbClr val="213D5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4A200E1B-1976-FBAF-9C46-18898CE9019B}"/>
              </a:ext>
            </a:extLst>
          </p:cNvPr>
          <p:cNvSpPr/>
          <p:nvPr/>
        </p:nvSpPr>
        <p:spPr>
          <a:xfrm>
            <a:off x="7386488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343D5DA-F1B5-E30A-C0BD-2CFD238CF82B}"/>
              </a:ext>
            </a:extLst>
          </p:cNvPr>
          <p:cNvSpPr txBox="1"/>
          <p:nvPr/>
        </p:nvSpPr>
        <p:spPr>
          <a:xfrm>
            <a:off x="7386488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Implantação em produção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6F4E18A-20E7-18F9-8848-443650EC1C3F}"/>
              </a:ext>
            </a:extLst>
          </p:cNvPr>
          <p:cNvSpPr/>
          <p:nvPr/>
        </p:nvSpPr>
        <p:spPr>
          <a:xfrm>
            <a:off x="7386488" y="3948379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22BE333-0A8F-8D40-68AC-84889505396C}"/>
              </a:ext>
            </a:extLst>
          </p:cNvPr>
          <p:cNvSpPr txBox="1"/>
          <p:nvPr/>
        </p:nvSpPr>
        <p:spPr>
          <a:xfrm>
            <a:off x="7386488" y="3935174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Uso do Azure DevOps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DE313E2-9536-9014-9B44-32C8C9D788DA}"/>
              </a:ext>
            </a:extLst>
          </p:cNvPr>
          <p:cNvSpPr/>
          <p:nvPr/>
        </p:nvSpPr>
        <p:spPr>
          <a:xfrm>
            <a:off x="7386488" y="4347057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4622DAE-C5E6-EBD1-A869-F677EB08903B}"/>
              </a:ext>
            </a:extLst>
          </p:cNvPr>
          <p:cNvSpPr txBox="1"/>
          <p:nvPr/>
        </p:nvSpPr>
        <p:spPr>
          <a:xfrm>
            <a:off x="7386488" y="4333852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Atualização das informações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E30DE25-6CC1-0BED-A4D6-78B214981EBD}"/>
              </a:ext>
            </a:extLst>
          </p:cNvPr>
          <p:cNvSpPr/>
          <p:nvPr/>
        </p:nvSpPr>
        <p:spPr>
          <a:xfrm>
            <a:off x="9464063" y="1481328"/>
            <a:ext cx="2121408" cy="3456432"/>
          </a:xfrm>
          <a:prstGeom prst="rect">
            <a:avLst/>
          </a:prstGeom>
          <a:solidFill>
            <a:srgbClr val="FAFBFC"/>
          </a:solidFill>
          <a:ln w="10160">
            <a:solidFill>
              <a:srgbClr val="D8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9432A455-C829-AD74-AD99-7FFFA9A106DD}"/>
              </a:ext>
            </a:extLst>
          </p:cNvPr>
          <p:cNvSpPr/>
          <p:nvPr/>
        </p:nvSpPr>
        <p:spPr>
          <a:xfrm>
            <a:off x="9464063" y="1481328"/>
            <a:ext cx="2121408" cy="64008"/>
          </a:xfrm>
          <a:prstGeom prst="rect">
            <a:avLst/>
          </a:prstGeom>
          <a:solidFill>
            <a:srgbClr val="D5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81F5051-73F5-496E-FE9D-91CE787917D3}"/>
              </a:ext>
            </a:extLst>
          </p:cNvPr>
          <p:cNvSpPr txBox="1"/>
          <p:nvPr/>
        </p:nvSpPr>
        <p:spPr>
          <a:xfrm>
            <a:off x="9573791" y="1666547"/>
            <a:ext cx="1901952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D56F00"/>
                </a:solidFill>
                <a:latin typeface="Arial Nova Cond" panose="020B0506020202020204" pitchFamily="34" charset="0"/>
              </a:rPr>
              <a:t>ADOÇÃO DO FLUXO
DE BACKLOG</a:t>
            </a: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538FE4B2-412F-0962-BC4F-60851D37FF4D}"/>
              </a:ext>
            </a:extLst>
          </p:cNvPr>
          <p:cNvSpPr/>
          <p:nvPr/>
        </p:nvSpPr>
        <p:spPr>
          <a:xfrm>
            <a:off x="10314455" y="2212848"/>
            <a:ext cx="420624" cy="42062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B4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5961B7F-5D41-4348-07D0-8799DE7A1191}"/>
              </a:ext>
            </a:extLst>
          </p:cNvPr>
          <p:cNvSpPr txBox="1"/>
          <p:nvPr/>
        </p:nvSpPr>
        <p:spPr>
          <a:xfrm>
            <a:off x="10314455" y="2284661"/>
            <a:ext cx="420624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B4D78"/>
                </a:solidFill>
                <a:latin typeface="Arial Nova Cond" panose="020B0506020202020204" pitchFamily="34" charset="0"/>
              </a:rPr>
              <a:t>05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164B4394-C26A-8848-C74C-8154D25F323C}"/>
              </a:ext>
            </a:extLst>
          </p:cNvPr>
          <p:cNvSpPr txBox="1"/>
          <p:nvPr/>
        </p:nvSpPr>
        <p:spPr>
          <a:xfrm>
            <a:off x="9601367" y="2739139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1200" b="0">
                <a:solidFill>
                  <a:srgbClr val="213D52"/>
                </a:solidFill>
                <a:latin typeface="Arial Nova Cond" panose="020B0506020202020204" pitchFamily="34" charset="0"/>
              </a:rPr>
              <a:t>Entrada e </a:t>
            </a:r>
            <a:r>
              <a:rPr lang="pt-BR" sz="1200" b="0">
                <a:solidFill>
                  <a:srgbClr val="213D52"/>
                </a:solidFill>
                <a:latin typeface="Arial Nova Cond" panose="020B0506020202020204" pitchFamily="34" charset="0"/>
              </a:rPr>
              <a:t>priorização das demandas</a:t>
            </a:r>
            <a:endParaRPr sz="1200" b="0">
              <a:solidFill>
                <a:srgbClr val="213D5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7A7D9D89-763C-10E3-B9E0-931E0A27C945}"/>
              </a:ext>
            </a:extLst>
          </p:cNvPr>
          <p:cNvSpPr/>
          <p:nvPr/>
        </p:nvSpPr>
        <p:spPr>
          <a:xfrm>
            <a:off x="9601367" y="315102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57DC314-A69E-3326-8139-342EBCCEA3F6}"/>
              </a:ext>
            </a:extLst>
          </p:cNvPr>
          <p:cNvSpPr txBox="1"/>
          <p:nvPr/>
        </p:nvSpPr>
        <p:spPr>
          <a:xfrm>
            <a:off x="9601367" y="3230150"/>
            <a:ext cx="18468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>
                <a:solidFill>
                  <a:srgbClr val="213D52"/>
                </a:solidFill>
                <a:latin typeface="Arial Nova Cond" panose="020B0506020202020204" pitchFamily="34" charset="0"/>
              </a:rPr>
              <a:t>Uso nos fóruns</a:t>
            </a:r>
            <a:endParaRPr sz="1200" b="0">
              <a:solidFill>
                <a:srgbClr val="213D5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B88C256C-FCCC-4E37-6354-DE3C187DB3C3}"/>
              </a:ext>
            </a:extLst>
          </p:cNvPr>
          <p:cNvSpPr/>
          <p:nvPr/>
        </p:nvSpPr>
        <p:spPr>
          <a:xfrm>
            <a:off x="9601367" y="3549700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sz="1200">
              <a:latin typeface="Arial Nova Cond" panose="020B0506020202020204" pitchFamily="34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1BCB7625-439E-BB6C-CA18-FCDE41C92FC4}"/>
              </a:ext>
            </a:extLst>
          </p:cNvPr>
          <p:cNvSpPr txBox="1"/>
          <p:nvPr/>
        </p:nvSpPr>
        <p:spPr>
          <a:xfrm>
            <a:off x="9601367" y="3536495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noProof="0">
                <a:solidFill>
                  <a:srgbClr val="213D52"/>
                </a:solidFill>
                <a:latin typeface="Arial Nova Cond" panose="020B0506020202020204" pitchFamily="34" charset="0"/>
              </a:rPr>
              <a:t>Movimentação das demandas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12A44AB9-3DD8-4F3E-9C5C-2D41EE5F5C19}"/>
              </a:ext>
            </a:extLst>
          </p:cNvPr>
          <p:cNvSpPr/>
          <p:nvPr/>
        </p:nvSpPr>
        <p:spPr>
          <a:xfrm>
            <a:off x="2907936" y="4360262"/>
            <a:ext cx="1846800" cy="5486"/>
          </a:xfrm>
          <a:prstGeom prst="rect">
            <a:avLst/>
          </a:prstGeom>
          <a:solidFill>
            <a:srgbClr val="E3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endParaRPr lang="pt-BR" sz="1200" noProof="0">
              <a:latin typeface="Arial Nova Cond" panose="020B0506020202020204" pitchFamily="34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B602358-C153-4A4B-99F7-69B1ADE2A21B}"/>
              </a:ext>
            </a:extLst>
          </p:cNvPr>
          <p:cNvSpPr txBox="1"/>
          <p:nvPr/>
        </p:nvSpPr>
        <p:spPr>
          <a:xfrm>
            <a:off x="2907936" y="4347057"/>
            <a:ext cx="18468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BR" sz="1200" b="0" noProof="0">
                <a:solidFill>
                  <a:srgbClr val="213D52"/>
                </a:solidFill>
                <a:latin typeface="Arial Nova Cond" panose="020B0506020202020204" pitchFamily="34" charset="0"/>
              </a:rPr>
              <a:t>Desdobramento para o time</a:t>
            </a:r>
          </a:p>
        </p:txBody>
      </p:sp>
    </p:spTree>
    <p:extLst>
      <p:ext uri="{BB962C8B-B14F-4D97-AF65-F5344CB8AC3E}">
        <p14:creationId xmlns:p14="http://schemas.microsoft.com/office/powerpoint/2010/main" val="3623780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5702D5-3ED4-0C65-9097-3DCD724B43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smtClean="0"/>
              <a:pPr/>
              <a:t>17</a:t>
            </a:fld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09604-28B9-D912-BE24-994F4B5594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899"/>
            <a:ext cx="11251289" cy="319059"/>
          </a:xfrm>
        </p:spPr>
        <p:txBody>
          <a:bodyPr/>
          <a:lstStyle/>
          <a:p>
            <a:r>
              <a:rPr lang="pt-BR"/>
              <a:t>Evolução das Comunidades - Frentes de adoção ao Modelo de Operação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E5F479-F761-A92F-501E-5AEE2D6609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Tabela 2">
            <a:extLst>
              <a:ext uri="{FF2B5EF4-FFF2-40B4-BE49-F238E27FC236}">
                <a16:creationId xmlns:a16="http://schemas.microsoft.com/office/drawing/2014/main" id="{B50CDA9A-929C-AA23-F862-FBEA71632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769707"/>
              </p:ext>
            </p:extLst>
          </p:nvPr>
        </p:nvGraphicFramePr>
        <p:xfrm>
          <a:off x="469562" y="1383172"/>
          <a:ext cx="11251288" cy="438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828">
                  <a:extLst>
                    <a:ext uri="{9D8B030D-6E8A-4147-A177-3AD203B41FA5}">
                      <a16:colId xmlns:a16="http://schemas.microsoft.com/office/drawing/2014/main" val="3825107966"/>
                    </a:ext>
                  </a:extLst>
                </a:gridCol>
                <a:gridCol w="233828">
                  <a:extLst>
                    <a:ext uri="{9D8B030D-6E8A-4147-A177-3AD203B41FA5}">
                      <a16:colId xmlns:a16="http://schemas.microsoft.com/office/drawing/2014/main" val="2458210763"/>
                    </a:ext>
                  </a:extLst>
                </a:gridCol>
                <a:gridCol w="3440927">
                  <a:extLst>
                    <a:ext uri="{9D8B030D-6E8A-4147-A177-3AD203B41FA5}">
                      <a16:colId xmlns:a16="http://schemas.microsoft.com/office/drawing/2014/main" val="3078188878"/>
                    </a:ext>
                  </a:extLst>
                </a:gridCol>
                <a:gridCol w="1468541">
                  <a:extLst>
                    <a:ext uri="{9D8B030D-6E8A-4147-A177-3AD203B41FA5}">
                      <a16:colId xmlns:a16="http://schemas.microsoft.com/office/drawing/2014/main" val="4067900397"/>
                    </a:ext>
                  </a:extLst>
                </a:gridCol>
                <a:gridCol w="1468541">
                  <a:extLst>
                    <a:ext uri="{9D8B030D-6E8A-4147-A177-3AD203B41FA5}">
                      <a16:colId xmlns:a16="http://schemas.microsoft.com/office/drawing/2014/main" val="2557030225"/>
                    </a:ext>
                  </a:extLst>
                </a:gridCol>
                <a:gridCol w="1468541">
                  <a:extLst>
                    <a:ext uri="{9D8B030D-6E8A-4147-A177-3AD203B41FA5}">
                      <a16:colId xmlns:a16="http://schemas.microsoft.com/office/drawing/2014/main" val="2732463539"/>
                    </a:ext>
                  </a:extLst>
                </a:gridCol>
                <a:gridCol w="1468541">
                  <a:extLst>
                    <a:ext uri="{9D8B030D-6E8A-4147-A177-3AD203B41FA5}">
                      <a16:colId xmlns:a16="http://schemas.microsoft.com/office/drawing/2014/main" val="983252060"/>
                    </a:ext>
                  </a:extLst>
                </a:gridCol>
                <a:gridCol w="1468541">
                  <a:extLst>
                    <a:ext uri="{9D8B030D-6E8A-4147-A177-3AD203B41FA5}">
                      <a16:colId xmlns:a16="http://schemas.microsoft.com/office/drawing/2014/main" val="3540837601"/>
                    </a:ext>
                  </a:extLst>
                </a:gridCol>
              </a:tblGrid>
              <a:tr h="266580">
                <a:tc>
                  <a:txBody>
                    <a:bodyPr/>
                    <a:lstStyle/>
                    <a:p>
                      <a:pPr algn="l"/>
                      <a:endParaRPr lang="pt-BR" sz="1050" b="0" spc="300">
                        <a:solidFill>
                          <a:schemeClr val="accent4">
                            <a:lumMod val="50000"/>
                          </a:schemeClr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sz="1050" b="0" spc="300">
                        <a:solidFill>
                          <a:schemeClr val="accent4">
                            <a:lumMod val="50000"/>
                          </a:schemeClr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pt-BR" sz="1050" b="0" spc="3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spc="0">
                          <a:solidFill>
                            <a:schemeClr val="accent4"/>
                          </a:solidFill>
                          <a:latin typeface="Arial Nova Cond Light" panose="020B0306020202020204" pitchFamily="34" charset="0"/>
                        </a:rPr>
                        <a:t>ADERÊNCIA AOS RITOS E FÓRUNS DE GOVERNANÇA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spc="0">
                          <a:solidFill>
                            <a:schemeClr val="accent4"/>
                          </a:solidFill>
                          <a:latin typeface="Arial Nova Cond Light" panose="020B0306020202020204" pitchFamily="34" charset="0"/>
                        </a:rPr>
                        <a:t>CLAREZA DE PAPÉIS E RESPONSABILIDADES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spc="0">
                          <a:solidFill>
                            <a:schemeClr val="accent4"/>
                          </a:solidFill>
                          <a:latin typeface="Arial Nova Cond Light" panose="020B0306020202020204" pitchFamily="34" charset="0"/>
                        </a:rPr>
                        <a:t>INTERFACES COM ÁREAS DE NEGÓCIO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1" spc="0">
                          <a:solidFill>
                            <a:schemeClr val="accent4"/>
                          </a:solidFill>
                          <a:latin typeface="Arial Nova Cond Light" panose="020B0306020202020204" pitchFamily="34" charset="0"/>
                        </a:rPr>
                        <a:t>USO DAS FERRAMENTAS OFICIAIS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="1" spc="0">
                          <a:solidFill>
                            <a:schemeClr val="accent4"/>
                          </a:solidFill>
                          <a:latin typeface="Arial Nova Cond Light" panose="020B0306020202020204" pitchFamily="34" charset="0"/>
                        </a:rPr>
                        <a:t>ADOÇÃO DO FLUXO DE BACKLOG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41166"/>
                  </a:ext>
                </a:extLst>
              </a:tr>
              <a:tr h="442800">
                <a:tc rowSpan="6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FEL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b="1">
                          <a:latin typeface="Arial Nova Cond" panose="020B0506020202020204" pitchFamily="34" charset="0"/>
                        </a:rPr>
                        <a:t>TRANSITÓRIOS ELETROMAGNÉTICOS (EMT)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85%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439470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REGIME PERMANENTE E TRANSITÓRIOS ELETROMECÂNICOS (RMS)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75%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9196523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FEN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PLANEJAMENTO E PROGRAMAÇÃO ENERGÉTICA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75%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560162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FER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RECURSOS HIDROLÓGICOS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30%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828164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GERAÇÃO RENOVÁVEL VARIÁVEL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70%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81468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900" b="0">
                        <a:solidFill>
                          <a:schemeClr val="bg1">
                            <a:lumMod val="50000"/>
                          </a:schemeClr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CARGA E RECURSOS ENERGÉTICOS DISTRIBUÍDOS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70%</a:t>
                      </a: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35%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r>
                        <a:rPr lang="pt-BR" sz="1400" b="1" kern="1200">
                          <a:solidFill>
                            <a:srgbClr val="163B63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800162"/>
                  </a:ext>
                </a:extLst>
              </a:tr>
              <a:tr h="442800">
                <a:tc rowSpan="3">
                  <a:txBody>
                    <a:bodyPr/>
                    <a:lstStyle/>
                    <a:p>
                      <a:pPr algn="ctr"/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COMUNIDADES TÉCNICA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pt-BR" sz="900" b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</a:rPr>
                        <a:t>FEG</a:t>
                      </a:r>
                    </a:p>
                  </a:txBody>
                  <a:tcPr vert="vert270"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PROSPECÇÃO E EVOLUÇÃO TÉCNICA DAS FERRAMENTAS ELÉTRICAS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60%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598596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PROSPECÇÃO E EVOLUÇÃO TÉCNICA DAS FERRAMENTAS ENERGÉTICAS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50%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60%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3355052"/>
                  </a:ext>
                </a:extLst>
              </a:tr>
              <a:tr h="442800">
                <a:tc vMerge="1">
                  <a:txBody>
                    <a:bodyPr/>
                    <a:lstStyle/>
                    <a:p>
                      <a:pPr algn="l"/>
                      <a:endParaRPr lang="pt-BR" sz="1050" b="1"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050" b="1">
                          <a:latin typeface="Arial Nova Cond" panose="020B0506020202020204" pitchFamily="34" charset="0"/>
                        </a:rPr>
                        <a:t>PLATAFORMIZAÇÃO, ESCALABILIDADE E PERFORMANCE DAS FERRAMENTAS</a:t>
                      </a:r>
                    </a:p>
                  </a:txBody>
                  <a:tcPr anchor="ctr">
                    <a:lnL w="12700" cmpd="sng">
                      <a:noFill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4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3B63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20%</a:t>
                      </a: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8EE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400" b="1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016427"/>
                  </a:ext>
                </a:extLst>
              </a:tr>
            </a:tbl>
          </a:graphicData>
        </a:graphic>
      </p:graphicFrame>
      <p:sp>
        <p:nvSpPr>
          <p:cNvPr id="12" name="CaixaDeTexto 35">
            <a:extLst>
              <a:ext uri="{FF2B5EF4-FFF2-40B4-BE49-F238E27FC236}">
                <a16:creationId xmlns:a16="http://schemas.microsoft.com/office/drawing/2014/main" id="{D5EC1F1E-FA61-2641-1309-495A4669F4F3}"/>
              </a:ext>
            </a:extLst>
          </p:cNvPr>
          <p:cNvSpPr txBox="1"/>
          <p:nvPr/>
        </p:nvSpPr>
        <p:spPr>
          <a:xfrm>
            <a:off x="599089" y="6401212"/>
            <a:ext cx="671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>
                <a:solidFill>
                  <a:srgbClr val="002A46"/>
                </a:solidFill>
                <a:latin typeface="Arial Nova Cond" panose="020B0506020202020204" pitchFamily="34" charset="0"/>
              </a:rPr>
              <a:t>Legenda: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E0037B-600E-023A-7663-4C86E85E0A3F}"/>
              </a:ext>
            </a:extLst>
          </p:cNvPr>
          <p:cNvGrpSpPr/>
          <p:nvPr/>
        </p:nvGrpSpPr>
        <p:grpSpPr>
          <a:xfrm>
            <a:off x="1370184" y="6376722"/>
            <a:ext cx="928043" cy="295200"/>
            <a:chOff x="7279678" y="6363025"/>
            <a:chExt cx="928043" cy="29520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BB34CB-B235-55EA-2FAB-02BCF29A6353}"/>
                </a:ext>
              </a:extLst>
            </p:cNvPr>
            <p:cNvSpPr txBox="1"/>
            <p:nvPr/>
          </p:nvSpPr>
          <p:spPr>
            <a:xfrm>
              <a:off x="7595721" y="6433681"/>
              <a:ext cx="61200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kumimoji="0" lang="pt-BR" sz="10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</a:rPr>
                <a:t>Concluído</a:t>
              </a:r>
            </a:p>
          </p:txBody>
        </p:sp>
        <p:pic>
          <p:nvPicPr>
            <p:cNvPr id="25" name="Graphic 24" descr="Badge Tick1 with solid fill">
              <a:extLst>
                <a:ext uri="{FF2B5EF4-FFF2-40B4-BE49-F238E27FC236}">
                  <a16:creationId xmlns:a16="http://schemas.microsoft.com/office/drawing/2014/main" id="{6A55D4F2-14B2-D92F-3692-7195024F7A9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279678" y="6363025"/>
              <a:ext cx="295200" cy="2952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50ED76-75D7-2F12-25EF-50EB03545729}"/>
              </a:ext>
            </a:extLst>
          </p:cNvPr>
          <p:cNvGrpSpPr/>
          <p:nvPr/>
        </p:nvGrpSpPr>
        <p:grpSpPr>
          <a:xfrm>
            <a:off x="3555949" y="6421722"/>
            <a:ext cx="1098265" cy="205200"/>
            <a:chOff x="9757060" y="6388101"/>
            <a:chExt cx="1098265" cy="20520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CA6E95C-27E0-8136-7682-20CDC4380853}"/>
                </a:ext>
              </a:extLst>
            </p:cNvPr>
            <p:cNvSpPr txBox="1"/>
            <p:nvPr/>
          </p:nvSpPr>
          <p:spPr>
            <a:xfrm>
              <a:off x="10003877" y="6413757"/>
              <a:ext cx="85144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pt-BR" sz="1000">
                  <a:solidFill>
                    <a:srgbClr val="002A46"/>
                  </a:solidFill>
                  <a:latin typeface="Arial Nova Cond" panose="020B0506020202020204" pitchFamily="34" charset="0"/>
                </a:rPr>
                <a:t>Não iniciado</a:t>
              </a:r>
              <a:endPara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5D059DA-3864-9DAA-90DB-5FF4C815E571}"/>
                </a:ext>
              </a:extLst>
            </p:cNvPr>
            <p:cNvSpPr/>
            <p:nvPr/>
          </p:nvSpPr>
          <p:spPr>
            <a:xfrm>
              <a:off x="9757060" y="6388101"/>
              <a:ext cx="205131" cy="2052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02A4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26FF3C0A-38AF-7FFE-A531-8B846D399A81}"/>
              </a:ext>
            </a:extLst>
          </p:cNvPr>
          <p:cNvSpPr/>
          <p:nvPr/>
        </p:nvSpPr>
        <p:spPr>
          <a:xfrm>
            <a:off x="9360124" y="4548526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AEDE98DA-465B-F7B6-B52B-745107913C38}"/>
              </a:ext>
            </a:extLst>
          </p:cNvPr>
          <p:cNvSpPr/>
          <p:nvPr/>
        </p:nvSpPr>
        <p:spPr>
          <a:xfrm>
            <a:off x="9360124" y="4995283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048F2895-9297-2301-D2E9-90EAE17974AF}"/>
              </a:ext>
            </a:extLst>
          </p:cNvPr>
          <p:cNvSpPr/>
          <p:nvPr/>
        </p:nvSpPr>
        <p:spPr>
          <a:xfrm>
            <a:off x="9360124" y="5436744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03C5BCC-3399-6AEE-6C9A-ADCE1ED65D6A}"/>
              </a:ext>
            </a:extLst>
          </p:cNvPr>
          <p:cNvGrpSpPr/>
          <p:nvPr/>
        </p:nvGrpSpPr>
        <p:grpSpPr>
          <a:xfrm>
            <a:off x="2364251" y="6388101"/>
            <a:ext cx="1191698" cy="270237"/>
            <a:chOff x="2364251" y="6388101"/>
            <a:chExt cx="1191698" cy="27023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A07DF6-2F30-5F5F-EE27-943DD4AE292D}"/>
                </a:ext>
              </a:extLst>
            </p:cNvPr>
            <p:cNvSpPr txBox="1"/>
            <p:nvPr/>
          </p:nvSpPr>
          <p:spPr>
            <a:xfrm>
              <a:off x="2704501" y="6447378"/>
              <a:ext cx="851448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100000"/>
                <a:buFontTx/>
                <a:buNone/>
                <a:tabLst/>
                <a:defRPr/>
              </a:pPr>
              <a:r>
                <a:rPr lang="pt-BR" sz="1000">
                  <a:solidFill>
                    <a:srgbClr val="002A46"/>
                  </a:solidFill>
                  <a:latin typeface="Arial Nova Cond" panose="020B0506020202020204" pitchFamily="34" charset="0"/>
                </a:rPr>
                <a:t>Em andamento</a:t>
              </a:r>
              <a:endPara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</a:endParaRPr>
            </a:p>
          </p:txBody>
        </p:sp>
        <p:pic>
          <p:nvPicPr>
            <p:cNvPr id="88" name="Picture 87" descr="Sync ">
              <a:extLst>
                <a:ext uri="{FF2B5EF4-FFF2-40B4-BE49-F238E27FC236}">
                  <a16:creationId xmlns:a16="http://schemas.microsoft.com/office/drawing/2014/main" id="{AD8AD312-45E3-3786-6FC4-D42702F0B8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364251" y="6388101"/>
              <a:ext cx="270237" cy="270237"/>
            </a:xfrm>
            <a:prstGeom prst="rect">
              <a:avLst/>
            </a:prstGeom>
          </p:spPr>
        </p:pic>
      </p:grpSp>
      <p:sp>
        <p:nvSpPr>
          <p:cNvPr id="91" name="Oval 90">
            <a:extLst>
              <a:ext uri="{FF2B5EF4-FFF2-40B4-BE49-F238E27FC236}">
                <a16:creationId xmlns:a16="http://schemas.microsoft.com/office/drawing/2014/main" id="{B9AB9BA7-93E5-62BB-BC2C-C97C95AF18FE}"/>
              </a:ext>
            </a:extLst>
          </p:cNvPr>
          <p:cNvSpPr/>
          <p:nvPr/>
        </p:nvSpPr>
        <p:spPr>
          <a:xfrm>
            <a:off x="4955705" y="4548526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30D972EC-038C-C5F1-11F0-100BE540A3DE}"/>
              </a:ext>
            </a:extLst>
          </p:cNvPr>
          <p:cNvSpPr/>
          <p:nvPr/>
        </p:nvSpPr>
        <p:spPr>
          <a:xfrm>
            <a:off x="4955705" y="4995283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85016BE5-D70D-3631-771C-07C0F0C6E46B}"/>
              </a:ext>
            </a:extLst>
          </p:cNvPr>
          <p:cNvSpPr/>
          <p:nvPr/>
        </p:nvSpPr>
        <p:spPr>
          <a:xfrm>
            <a:off x="4955705" y="5436744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" name="Picture 112" descr="Sync ">
            <a:extLst>
              <a:ext uri="{FF2B5EF4-FFF2-40B4-BE49-F238E27FC236}">
                <a16:creationId xmlns:a16="http://schemas.microsoft.com/office/drawing/2014/main" id="{C284F13F-BEE4-FA53-D52E-0040A3DD663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1866270"/>
            <a:ext cx="232746" cy="232746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DB88A3E1-08B4-B2DD-88DD-A1C456C5AA44}"/>
              </a:ext>
            </a:extLst>
          </p:cNvPr>
          <p:cNvSpPr/>
          <p:nvPr/>
        </p:nvSpPr>
        <p:spPr>
          <a:xfrm>
            <a:off x="10888409" y="1866270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1BC1434-72B2-61D5-2679-9A50213779CB}"/>
              </a:ext>
            </a:extLst>
          </p:cNvPr>
          <p:cNvSpPr/>
          <p:nvPr/>
        </p:nvSpPr>
        <p:spPr>
          <a:xfrm>
            <a:off x="10888409" y="2319148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3A4D0BD-FCD9-2212-FF25-20A3DF15F1A3}"/>
              </a:ext>
            </a:extLst>
          </p:cNvPr>
          <p:cNvSpPr/>
          <p:nvPr/>
        </p:nvSpPr>
        <p:spPr>
          <a:xfrm>
            <a:off x="10888409" y="2760310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02FF01A-BAE1-C937-E8AE-FB275314CC4B}"/>
              </a:ext>
            </a:extLst>
          </p:cNvPr>
          <p:cNvSpPr/>
          <p:nvPr/>
        </p:nvSpPr>
        <p:spPr>
          <a:xfrm>
            <a:off x="10888409" y="3205924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C59B772-4212-C192-0F0D-69148C61925C}"/>
              </a:ext>
            </a:extLst>
          </p:cNvPr>
          <p:cNvSpPr/>
          <p:nvPr/>
        </p:nvSpPr>
        <p:spPr>
          <a:xfrm>
            <a:off x="10888409" y="3633680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459079D-B55F-13FE-879C-30C91358E245}"/>
              </a:ext>
            </a:extLst>
          </p:cNvPr>
          <p:cNvSpPr/>
          <p:nvPr/>
        </p:nvSpPr>
        <p:spPr>
          <a:xfrm>
            <a:off x="10888409" y="4063317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FDAD987-36AC-39DB-D0EA-CCA14272E936}"/>
              </a:ext>
            </a:extLst>
          </p:cNvPr>
          <p:cNvSpPr/>
          <p:nvPr/>
        </p:nvSpPr>
        <p:spPr>
          <a:xfrm>
            <a:off x="10888409" y="4548526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9DFCD42-B361-BA7D-1BB0-9ADA3C0B5816}"/>
              </a:ext>
            </a:extLst>
          </p:cNvPr>
          <p:cNvSpPr/>
          <p:nvPr/>
        </p:nvSpPr>
        <p:spPr>
          <a:xfrm>
            <a:off x="10888409" y="4995283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15D4116-6718-0FD2-EB93-848709F434ED}"/>
              </a:ext>
            </a:extLst>
          </p:cNvPr>
          <p:cNvSpPr/>
          <p:nvPr/>
        </p:nvSpPr>
        <p:spPr>
          <a:xfrm>
            <a:off x="10888409" y="5436744"/>
            <a:ext cx="205131" cy="205200"/>
          </a:xfrm>
          <a:prstGeom prst="ellipse">
            <a:avLst/>
          </a:prstGeom>
          <a:solidFill>
            <a:schemeClr val="bg1"/>
          </a:solidFill>
          <a:ln>
            <a:solidFill>
              <a:srgbClr val="002A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0" name="Picture 119" descr="Sync ">
            <a:extLst>
              <a:ext uri="{FF2B5EF4-FFF2-40B4-BE49-F238E27FC236}">
                <a16:creationId xmlns:a16="http://schemas.microsoft.com/office/drawing/2014/main" id="{D71EF54E-F158-9910-61B6-1C7BF16E19C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2319148"/>
            <a:ext cx="232746" cy="232746"/>
          </a:xfrm>
          <a:prstGeom prst="rect">
            <a:avLst/>
          </a:prstGeom>
        </p:spPr>
      </p:pic>
      <p:pic>
        <p:nvPicPr>
          <p:cNvPr id="122" name="Picture 121" descr="Sync ">
            <a:extLst>
              <a:ext uri="{FF2B5EF4-FFF2-40B4-BE49-F238E27FC236}">
                <a16:creationId xmlns:a16="http://schemas.microsoft.com/office/drawing/2014/main" id="{EE69D860-5B7C-68B2-5A1A-503A6DB8F9C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2760310"/>
            <a:ext cx="232746" cy="232746"/>
          </a:xfrm>
          <a:prstGeom prst="rect">
            <a:avLst/>
          </a:prstGeom>
        </p:spPr>
      </p:pic>
      <p:pic>
        <p:nvPicPr>
          <p:cNvPr id="124" name="Picture 123" descr="Sync ">
            <a:extLst>
              <a:ext uri="{FF2B5EF4-FFF2-40B4-BE49-F238E27FC236}">
                <a16:creationId xmlns:a16="http://schemas.microsoft.com/office/drawing/2014/main" id="{3DB98B99-1628-5B7B-75C9-17F88EE602A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3205924"/>
            <a:ext cx="232746" cy="232746"/>
          </a:xfrm>
          <a:prstGeom prst="rect">
            <a:avLst/>
          </a:prstGeom>
        </p:spPr>
      </p:pic>
      <p:pic>
        <p:nvPicPr>
          <p:cNvPr id="126" name="Picture 125" descr="Sync ">
            <a:extLst>
              <a:ext uri="{FF2B5EF4-FFF2-40B4-BE49-F238E27FC236}">
                <a16:creationId xmlns:a16="http://schemas.microsoft.com/office/drawing/2014/main" id="{682F6E7C-BF72-3293-5A19-6F7D18BADD5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3633680"/>
            <a:ext cx="232746" cy="232746"/>
          </a:xfrm>
          <a:prstGeom prst="rect">
            <a:avLst/>
          </a:prstGeom>
        </p:spPr>
      </p:pic>
      <p:pic>
        <p:nvPicPr>
          <p:cNvPr id="128" name="Picture 127" descr="Sync ">
            <a:extLst>
              <a:ext uri="{FF2B5EF4-FFF2-40B4-BE49-F238E27FC236}">
                <a16:creationId xmlns:a16="http://schemas.microsoft.com/office/drawing/2014/main" id="{9D0CC45F-4A68-16BA-AD99-F45C162D0D0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421804" y="4063317"/>
            <a:ext cx="232746" cy="232746"/>
          </a:xfrm>
          <a:prstGeom prst="rect">
            <a:avLst/>
          </a:prstGeom>
        </p:spPr>
      </p:pic>
      <p:pic>
        <p:nvPicPr>
          <p:cNvPr id="130" name="Picture 129" descr="Sync ">
            <a:extLst>
              <a:ext uri="{FF2B5EF4-FFF2-40B4-BE49-F238E27FC236}">
                <a16:creationId xmlns:a16="http://schemas.microsoft.com/office/drawing/2014/main" id="{05DCDF1C-C2B2-6934-9323-BF88816DD18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1866270"/>
            <a:ext cx="232746" cy="232746"/>
          </a:xfrm>
          <a:prstGeom prst="rect">
            <a:avLst/>
          </a:prstGeom>
        </p:spPr>
      </p:pic>
      <p:pic>
        <p:nvPicPr>
          <p:cNvPr id="132" name="Picture 131" descr="Sync ">
            <a:extLst>
              <a:ext uri="{FF2B5EF4-FFF2-40B4-BE49-F238E27FC236}">
                <a16:creationId xmlns:a16="http://schemas.microsoft.com/office/drawing/2014/main" id="{A7340485-8ED2-7D49-5767-B11085BBD93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2319148"/>
            <a:ext cx="232746" cy="232746"/>
          </a:xfrm>
          <a:prstGeom prst="rect">
            <a:avLst/>
          </a:prstGeom>
        </p:spPr>
      </p:pic>
      <p:pic>
        <p:nvPicPr>
          <p:cNvPr id="134" name="Picture 133" descr="Sync ">
            <a:extLst>
              <a:ext uri="{FF2B5EF4-FFF2-40B4-BE49-F238E27FC236}">
                <a16:creationId xmlns:a16="http://schemas.microsoft.com/office/drawing/2014/main" id="{C78F1867-9077-1AE5-01AE-F402859369E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2760310"/>
            <a:ext cx="232746" cy="232746"/>
          </a:xfrm>
          <a:prstGeom prst="rect">
            <a:avLst/>
          </a:prstGeom>
        </p:spPr>
      </p:pic>
      <p:pic>
        <p:nvPicPr>
          <p:cNvPr id="136" name="Picture 135" descr="Sync ">
            <a:extLst>
              <a:ext uri="{FF2B5EF4-FFF2-40B4-BE49-F238E27FC236}">
                <a16:creationId xmlns:a16="http://schemas.microsoft.com/office/drawing/2014/main" id="{C3EC99D9-2977-1F2B-6D4F-BD3BB2F7D00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3205924"/>
            <a:ext cx="232746" cy="232746"/>
          </a:xfrm>
          <a:prstGeom prst="rect">
            <a:avLst/>
          </a:prstGeom>
        </p:spPr>
      </p:pic>
      <p:pic>
        <p:nvPicPr>
          <p:cNvPr id="138" name="Picture 137" descr="Sync ">
            <a:extLst>
              <a:ext uri="{FF2B5EF4-FFF2-40B4-BE49-F238E27FC236}">
                <a16:creationId xmlns:a16="http://schemas.microsoft.com/office/drawing/2014/main" id="{3FDE0CC0-1D62-61EA-96B6-53781C7276E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3633680"/>
            <a:ext cx="232746" cy="232746"/>
          </a:xfrm>
          <a:prstGeom prst="rect">
            <a:avLst/>
          </a:prstGeom>
        </p:spPr>
      </p:pic>
      <p:pic>
        <p:nvPicPr>
          <p:cNvPr id="140" name="Picture 139" descr="Sync ">
            <a:extLst>
              <a:ext uri="{FF2B5EF4-FFF2-40B4-BE49-F238E27FC236}">
                <a16:creationId xmlns:a16="http://schemas.microsoft.com/office/drawing/2014/main" id="{5A2DFD9D-F176-8A4C-3F7D-9846E1A5664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4063317"/>
            <a:ext cx="232746" cy="232746"/>
          </a:xfrm>
          <a:prstGeom prst="rect">
            <a:avLst/>
          </a:prstGeom>
        </p:spPr>
      </p:pic>
      <p:pic>
        <p:nvPicPr>
          <p:cNvPr id="6" name="Picture 112" descr="Sync ">
            <a:extLst>
              <a:ext uri="{FF2B5EF4-FFF2-40B4-BE49-F238E27FC236}">
                <a16:creationId xmlns:a16="http://schemas.microsoft.com/office/drawing/2014/main" id="{E1A8B8AB-71E3-9C67-59D7-378B27A3661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1866270"/>
            <a:ext cx="232746" cy="232746"/>
          </a:xfrm>
          <a:prstGeom prst="rect">
            <a:avLst/>
          </a:prstGeom>
        </p:spPr>
      </p:pic>
      <p:pic>
        <p:nvPicPr>
          <p:cNvPr id="10" name="Picture 112" descr="Sync ">
            <a:extLst>
              <a:ext uri="{FF2B5EF4-FFF2-40B4-BE49-F238E27FC236}">
                <a16:creationId xmlns:a16="http://schemas.microsoft.com/office/drawing/2014/main" id="{60801E0C-AC06-5F57-BCC4-61A24A6C3D3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2319148"/>
            <a:ext cx="232746" cy="232746"/>
          </a:xfrm>
          <a:prstGeom prst="rect">
            <a:avLst/>
          </a:prstGeom>
        </p:spPr>
      </p:pic>
      <p:pic>
        <p:nvPicPr>
          <p:cNvPr id="13" name="Picture 112" descr="Sync ">
            <a:extLst>
              <a:ext uri="{FF2B5EF4-FFF2-40B4-BE49-F238E27FC236}">
                <a16:creationId xmlns:a16="http://schemas.microsoft.com/office/drawing/2014/main" id="{D91E953B-ACA1-752D-6F4E-98EEBCA30D1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3205924"/>
            <a:ext cx="232746" cy="232746"/>
          </a:xfrm>
          <a:prstGeom prst="rect">
            <a:avLst/>
          </a:prstGeom>
        </p:spPr>
      </p:pic>
      <p:pic>
        <p:nvPicPr>
          <p:cNvPr id="17" name="Picture 112" descr="Sync ">
            <a:extLst>
              <a:ext uri="{FF2B5EF4-FFF2-40B4-BE49-F238E27FC236}">
                <a16:creationId xmlns:a16="http://schemas.microsoft.com/office/drawing/2014/main" id="{0373A922-468D-9FAB-B4A7-12202750AE2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3633680"/>
            <a:ext cx="232746" cy="232746"/>
          </a:xfrm>
          <a:prstGeom prst="rect">
            <a:avLst/>
          </a:prstGeom>
        </p:spPr>
      </p:pic>
      <p:pic>
        <p:nvPicPr>
          <p:cNvPr id="21" name="Picture 112" descr="Sync ">
            <a:extLst>
              <a:ext uri="{FF2B5EF4-FFF2-40B4-BE49-F238E27FC236}">
                <a16:creationId xmlns:a16="http://schemas.microsoft.com/office/drawing/2014/main" id="{A349F8E1-1E5E-64F1-37C5-6FA0AAB9066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4063317"/>
            <a:ext cx="232746" cy="232746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C1D7FE19-C975-8B97-FEC9-008A61D915B3}"/>
              </a:ext>
            </a:extLst>
          </p:cNvPr>
          <p:cNvSpPr txBox="1"/>
          <p:nvPr/>
        </p:nvSpPr>
        <p:spPr>
          <a:xfrm>
            <a:off x="9728200" y="5859484"/>
            <a:ext cx="19926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Pct val="100000"/>
              <a:buFontTx/>
              <a:buNone/>
              <a:tabLst/>
              <a:defRPr/>
            </a:pPr>
            <a:r>
              <a:rPr lang="pt-BR" sz="1200">
                <a:solidFill>
                  <a:schemeClr val="tx2">
                    <a:lumMod val="75000"/>
                  </a:schemeClr>
                </a:solidFill>
                <a:latin typeface="Arial Nova Cond" panose="020B0506020202020204" pitchFamily="34" charset="0"/>
              </a:rPr>
              <a:t>Data de referência: 22/09</a:t>
            </a:r>
            <a:endParaRPr kumimoji="0" lang="pt-BR" sz="1200" i="0" u="none" strike="noStrike" kern="1200" cap="none" spc="0" normalizeH="0" baseline="0" noProof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Arial Nova Cond" panose="020B0506020202020204" pitchFamily="34" charset="0"/>
            </a:endParaRPr>
          </a:p>
        </p:txBody>
      </p:sp>
      <p:pic>
        <p:nvPicPr>
          <p:cNvPr id="8" name="Picture 7" descr="Sync ">
            <a:extLst>
              <a:ext uri="{FF2B5EF4-FFF2-40B4-BE49-F238E27FC236}">
                <a16:creationId xmlns:a16="http://schemas.microsoft.com/office/drawing/2014/main" id="{0DF54FDF-4FF6-85B7-EB74-CBECB7F6A8F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27570" y="1866270"/>
            <a:ext cx="270237" cy="270237"/>
          </a:xfrm>
          <a:prstGeom prst="rect">
            <a:avLst/>
          </a:prstGeom>
        </p:spPr>
      </p:pic>
      <p:pic>
        <p:nvPicPr>
          <p:cNvPr id="11" name="Picture 10" descr="Sync ">
            <a:extLst>
              <a:ext uri="{FF2B5EF4-FFF2-40B4-BE49-F238E27FC236}">
                <a16:creationId xmlns:a16="http://schemas.microsoft.com/office/drawing/2014/main" id="{33253E85-927C-68F6-EC35-ED7E044F221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27570" y="2319148"/>
            <a:ext cx="270237" cy="270237"/>
          </a:xfrm>
          <a:prstGeom prst="rect">
            <a:avLst/>
          </a:prstGeom>
        </p:spPr>
      </p:pic>
      <p:pic>
        <p:nvPicPr>
          <p:cNvPr id="19" name="Picture 18" descr="Sync ">
            <a:extLst>
              <a:ext uri="{FF2B5EF4-FFF2-40B4-BE49-F238E27FC236}">
                <a16:creationId xmlns:a16="http://schemas.microsoft.com/office/drawing/2014/main" id="{F63AF2C7-1AF3-AE48-0DBF-29465E98A3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29562" y="2760310"/>
            <a:ext cx="270237" cy="270237"/>
          </a:xfrm>
          <a:prstGeom prst="rect">
            <a:avLst/>
          </a:prstGeom>
        </p:spPr>
      </p:pic>
      <p:pic>
        <p:nvPicPr>
          <p:cNvPr id="28" name="Picture 27" descr="Sync ">
            <a:extLst>
              <a:ext uri="{FF2B5EF4-FFF2-40B4-BE49-F238E27FC236}">
                <a16:creationId xmlns:a16="http://schemas.microsoft.com/office/drawing/2014/main" id="{804584B1-CFAD-BE7F-A9E2-80C67F2A4A9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27570" y="3205924"/>
            <a:ext cx="270237" cy="270237"/>
          </a:xfrm>
          <a:prstGeom prst="rect">
            <a:avLst/>
          </a:prstGeom>
        </p:spPr>
      </p:pic>
      <p:pic>
        <p:nvPicPr>
          <p:cNvPr id="32" name="Picture 31" descr="Sync ">
            <a:extLst>
              <a:ext uri="{FF2B5EF4-FFF2-40B4-BE49-F238E27FC236}">
                <a16:creationId xmlns:a16="http://schemas.microsoft.com/office/drawing/2014/main" id="{BFE1DAC3-0D1B-DB26-9A1D-0C2FE75F61D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27570" y="3633680"/>
            <a:ext cx="270237" cy="270237"/>
          </a:xfrm>
          <a:prstGeom prst="rect">
            <a:avLst/>
          </a:prstGeom>
        </p:spPr>
      </p:pic>
      <p:pic>
        <p:nvPicPr>
          <p:cNvPr id="35" name="Picture 34" descr="Sync ">
            <a:extLst>
              <a:ext uri="{FF2B5EF4-FFF2-40B4-BE49-F238E27FC236}">
                <a16:creationId xmlns:a16="http://schemas.microsoft.com/office/drawing/2014/main" id="{500436D7-11CA-2020-9E7C-8E6E6F580CB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27570" y="4063317"/>
            <a:ext cx="270237" cy="270237"/>
          </a:xfrm>
          <a:prstGeom prst="rect">
            <a:avLst/>
          </a:prstGeom>
        </p:spPr>
      </p:pic>
      <p:pic>
        <p:nvPicPr>
          <p:cNvPr id="37" name="Picture 112" descr="Sync ">
            <a:extLst>
              <a:ext uri="{FF2B5EF4-FFF2-40B4-BE49-F238E27FC236}">
                <a16:creationId xmlns:a16="http://schemas.microsoft.com/office/drawing/2014/main" id="{319363D0-7F8D-4609-2DFD-EA00273668C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2770155"/>
            <a:ext cx="232746" cy="232746"/>
          </a:xfrm>
          <a:prstGeom prst="rect">
            <a:avLst/>
          </a:prstGeom>
        </p:spPr>
      </p:pic>
      <p:pic>
        <p:nvPicPr>
          <p:cNvPr id="40" name="Picture 39" descr="Sync ">
            <a:extLst>
              <a:ext uri="{FF2B5EF4-FFF2-40B4-BE49-F238E27FC236}">
                <a16:creationId xmlns:a16="http://schemas.microsoft.com/office/drawing/2014/main" id="{F677D3F5-EF6C-53D0-9350-C84D5AAA19D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4534753"/>
            <a:ext cx="232746" cy="232746"/>
          </a:xfrm>
          <a:prstGeom prst="rect">
            <a:avLst/>
          </a:prstGeom>
        </p:spPr>
      </p:pic>
      <p:pic>
        <p:nvPicPr>
          <p:cNvPr id="44" name="Picture 43" descr="Sync ">
            <a:extLst>
              <a:ext uri="{FF2B5EF4-FFF2-40B4-BE49-F238E27FC236}">
                <a16:creationId xmlns:a16="http://schemas.microsoft.com/office/drawing/2014/main" id="{7AB370D7-0A7A-580E-CA29-8522717E239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4980684"/>
            <a:ext cx="232746" cy="232746"/>
          </a:xfrm>
          <a:prstGeom prst="rect">
            <a:avLst/>
          </a:prstGeom>
        </p:spPr>
      </p:pic>
      <p:pic>
        <p:nvPicPr>
          <p:cNvPr id="50" name="Picture 49" descr="Sync ">
            <a:extLst>
              <a:ext uri="{FF2B5EF4-FFF2-40B4-BE49-F238E27FC236}">
                <a16:creationId xmlns:a16="http://schemas.microsoft.com/office/drawing/2014/main" id="{0532E419-CCB4-BE24-797F-DE0E540234D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647" y="5412446"/>
            <a:ext cx="232746" cy="232746"/>
          </a:xfrm>
          <a:prstGeom prst="rect">
            <a:avLst/>
          </a:prstGeom>
        </p:spPr>
      </p:pic>
      <p:pic>
        <p:nvPicPr>
          <p:cNvPr id="54" name="Picture 53" descr="Sync ">
            <a:extLst>
              <a:ext uri="{FF2B5EF4-FFF2-40B4-BE49-F238E27FC236}">
                <a16:creationId xmlns:a16="http://schemas.microsoft.com/office/drawing/2014/main" id="{4BA6B6C4-FEE7-B3A5-981C-B598C3098C5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4537905"/>
            <a:ext cx="232746" cy="232746"/>
          </a:xfrm>
          <a:prstGeom prst="rect">
            <a:avLst/>
          </a:prstGeom>
        </p:spPr>
      </p:pic>
      <p:pic>
        <p:nvPicPr>
          <p:cNvPr id="58" name="Picture 57" descr="Sync ">
            <a:extLst>
              <a:ext uri="{FF2B5EF4-FFF2-40B4-BE49-F238E27FC236}">
                <a16:creationId xmlns:a16="http://schemas.microsoft.com/office/drawing/2014/main" id="{00415B15-DDCB-ACC9-11D9-8116FDAE8DD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4983836"/>
            <a:ext cx="232746" cy="232746"/>
          </a:xfrm>
          <a:prstGeom prst="rect">
            <a:avLst/>
          </a:prstGeom>
        </p:spPr>
      </p:pic>
      <p:pic>
        <p:nvPicPr>
          <p:cNvPr id="62" name="Picture 61" descr="Sync ">
            <a:extLst>
              <a:ext uri="{FF2B5EF4-FFF2-40B4-BE49-F238E27FC236}">
                <a16:creationId xmlns:a16="http://schemas.microsoft.com/office/drawing/2014/main" id="{C0F69DF0-382E-8F26-47AB-53008476F82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936496" y="5415598"/>
            <a:ext cx="232746" cy="23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406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09C5E41-3231-3FD9-65CE-936FC7120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03560FA8-1223-7A85-3549-0A4E124387B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560FA8-1223-7A85-3549-0A4E124387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CE38E-13EE-1306-38C0-17F388CF5B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A44A87-700E-04B0-5FD4-A77B166F31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71DD02A6-D487-CC01-8F05-40A9714ACD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599043"/>
              </p:ext>
            </p:extLst>
          </p:nvPr>
        </p:nvGraphicFramePr>
        <p:xfrm>
          <a:off x="163630" y="1477813"/>
          <a:ext cx="11685471" cy="498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do time para participação das trilhas de Capacitação.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Compartilhamento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cronograma da trilha de capacitação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de forma antecipada.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Gravação, edição e disponibilização dos treinamentos de forma online.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Sensibilização da importância dos treinamentos pelos gestores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16/10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das áreas clientes atuando no modelo de operação da FE.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 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Sensibilização das áreas clientes por meio de webinar sobre o Modelo.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Revisitação do DQQ para acomodar a participação dos recursos na validação de novas funcionalidades (DPL - PL e PE / DOP - PR e PD).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16/10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156966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DD78F79-16F0-8BC0-54CC-B8E19F66C641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14112829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E8D7DC5-DC55-1F54-663D-859174150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927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3863508A-E8BA-F3F6-7E83-75CD438C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00FECBC1-4D7E-70FB-9A9E-05D902D58F5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0FECBC1-4D7E-70FB-9A9E-05D902D58F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C35E08E5-A45A-7682-8BE3-C20797806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8F0E89-FEF3-3DF3-3EBF-4F38792EA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8784D-648F-6CB2-C693-C077E7F6B9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16 de Setembro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5308F62D-C01B-7028-FEEC-03620629456F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78BA6542-9DDC-6799-B92F-43A83FFE07F5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348EF616-9376-8487-5E65-5D7696FFA62D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8F2F6-6618-056E-2F98-AC5F96E940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20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77BAE5AF-F768-7E76-B09A-4E4CC89A7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1226F55C-330A-CC01-D329-5CC128D9370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C59582B-3BE8-592A-049D-0095ECE7EAF3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Gestor</a:t>
            </a:r>
          </a:p>
        </p:txBody>
      </p:sp>
    </p:spTree>
    <p:extLst>
      <p:ext uri="{BB962C8B-B14F-4D97-AF65-F5344CB8AC3E}">
        <p14:creationId xmlns:p14="http://schemas.microsoft.com/office/powerpoint/2010/main" val="2682634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89F8B4-7D2F-0A2E-D3B1-81B3F285C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4CA3F653-6994-A469-F240-500B0369B9C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A3F653-6994-A469-F240-500B0369B9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32CFE2-B215-3D91-FFDD-973FF67F24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96649A3-4100-0D92-9995-41B6BFF460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0C3751EC-D0DE-87ED-6E93-B76BC212896B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F5B437-1DAB-8E50-5012-8539D31EF347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D1CAE141-82FD-2EC7-A513-40A4EA723632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44CCA13F-DBCD-6AD6-2087-3B099E43D171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2FDB130E-3F37-8247-4FDF-50F0E75128B9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B60B5BEE-A7BC-851D-B06F-26DB77D971BC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54FA6532-19BA-37A1-E159-E6B77C2CBAC5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B3FEEAD8-2586-0AA4-7B23-9C0DDAA82A4D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7F37E76E-2479-6089-6A6A-6E9C7335FB04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1E54ED6-D84A-F75A-BDCF-C3A413EAF4E7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1E114394-48DA-CF07-6246-AC71E9B1D7A2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95184B97-DF05-E88F-57C4-5C9AD1F810D9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96E8C9B7-AF9D-FFFE-9F6A-9660F3D9B54C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1F5A8798-702B-28CE-312B-FD09CD420097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A26F6460-8C0C-7A48-C3FC-3653354BC64F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E6898279-C869-5007-03B2-B864ECBBB7C3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F87F95BC-A847-3DB5-6314-D052D29719B2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BD91C734-E7CD-A970-BA1E-87E7088B07F3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D316288A-6B36-1324-8C52-4E39E851C3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71B00D85-253A-7671-8BA9-4D94659FA9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A5134763-A353-F05E-7B90-4CD173144A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6CBE92E6-05BB-4C46-6292-A1B24D879D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A78D5301-A5CA-DB93-3E0B-223F06AD1F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52C594B6-969A-AC16-E110-FC22E8AC12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DD17068D-EA40-0625-A970-1F48BB50A3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9C855870-39C3-EF6A-CC8F-959B4F752B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8176F646-A51F-D357-7EF2-91EF826AC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B87844F0-B4F8-0782-2170-03EA55DCAC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59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4845C5-5D34-5BBB-D192-A2576D1F5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384635B7-2F0D-63C9-3C8B-3923CE566E22}"/>
              </a:ext>
            </a:extLst>
          </p:cNvPr>
          <p:cNvGraphicFramePr>
            <a:graphicFrameLocks noGrp="1"/>
          </p:cNvGraphicFramePr>
          <p:nvPr/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E5B872AA-82F9-A2D1-FFFF-86085034341B}"/>
              </a:ext>
            </a:extLst>
          </p:cNvPr>
          <p:cNvSpPr/>
          <p:nvPr/>
        </p:nvSpPr>
        <p:spPr bwMode="auto">
          <a:xfrm>
            <a:off x="4566467" y="3493536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3CDD5F1F-31C4-E065-11A1-1CECDDA80E0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DD5F1F-31C4-E065-11A1-1CECDDA80E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B42E17-0497-784D-A89F-C381F24706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8396275-B0AB-A22B-7CEB-D486E05100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3DBD9F-9CCD-F372-A14F-1C30359E9A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073619-5F09-5B7C-285D-3112C1D662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4415FC5-DCA1-88CE-A0E8-223F9FB0B108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3D4281-EB27-F104-DE2F-C3BFE78BC8E6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E164317-2F85-E8CF-AE51-1A99D6389D12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2EB8434B-C3EA-742F-92FF-6BFD76FF2419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E6896E37-535F-030C-C387-209B55424B5A}"/>
              </a:ext>
            </a:extLst>
          </p:cNvPr>
          <p:cNvSpPr/>
          <p:nvPr/>
        </p:nvSpPr>
        <p:spPr bwMode="auto">
          <a:xfrm>
            <a:off x="7899214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48C71ADB-C5BD-6A10-4FFF-43023D2BC215}"/>
              </a:ext>
            </a:extLst>
          </p:cNvPr>
          <p:cNvSpPr/>
          <p:nvPr/>
        </p:nvSpPr>
        <p:spPr bwMode="auto">
          <a:xfrm>
            <a:off x="4566466" y="2978087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A971FEA0-0F05-B409-1C1F-10A9ACBC4458}"/>
              </a:ext>
            </a:extLst>
          </p:cNvPr>
          <p:cNvSpPr/>
          <p:nvPr/>
        </p:nvSpPr>
        <p:spPr bwMode="auto">
          <a:xfrm>
            <a:off x="4749831" y="5981643"/>
            <a:ext cx="6552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32ADCBAA-0586-8605-EE16-ACAA3446C869}"/>
              </a:ext>
            </a:extLst>
          </p:cNvPr>
          <p:cNvSpPr/>
          <p:nvPr/>
        </p:nvSpPr>
        <p:spPr bwMode="auto">
          <a:xfrm>
            <a:off x="4566467" y="243099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2321B303-3F5E-D176-FEDC-F66041F476B7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8">
            <a:extLst>
              <a:ext uri="{FF2B5EF4-FFF2-40B4-BE49-F238E27FC236}">
                <a16:creationId xmlns:a16="http://schemas.microsoft.com/office/drawing/2014/main" id="{802BAE34-6E5F-1D4A-0182-13725763682C}"/>
              </a:ext>
            </a:extLst>
          </p:cNvPr>
          <p:cNvSpPr/>
          <p:nvPr/>
        </p:nvSpPr>
        <p:spPr bwMode="auto">
          <a:xfrm>
            <a:off x="7418560" y="4540967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" name="Retângulo: Cantos Arredondados 18">
            <a:extLst>
              <a:ext uri="{FF2B5EF4-FFF2-40B4-BE49-F238E27FC236}">
                <a16:creationId xmlns:a16="http://schemas.microsoft.com/office/drawing/2014/main" id="{0F611C78-9FB9-FC36-85ED-1439D5F7A896}"/>
              </a:ext>
            </a:extLst>
          </p:cNvPr>
          <p:cNvSpPr/>
          <p:nvPr/>
        </p:nvSpPr>
        <p:spPr bwMode="auto">
          <a:xfrm>
            <a:off x="7418560" y="5033398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84295634-F3D1-9B5E-DFA4-DC4A538305F3}"/>
              </a:ext>
            </a:extLst>
          </p:cNvPr>
          <p:cNvGrpSpPr/>
          <p:nvPr/>
        </p:nvGrpSpPr>
        <p:grpSpPr>
          <a:xfrm>
            <a:off x="8324018" y="1693944"/>
            <a:ext cx="883575" cy="5096824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DEDA527C-F2BC-4AF8-0387-2B6A7BB36D6C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73A84F46-7E30-9F85-A9B8-AB975F60C990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1212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39B7811-0AC4-70B0-F9DB-F9644DF90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B0684A9E-064F-ACF5-F55F-56FB707BAED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684A9E-064F-ACF5-F55F-56FB707BAE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F6830B-476A-DB5E-A87C-70578970E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391969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A1E7B94-9B5A-BE25-D32F-DFCA5DA876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701" y="684701"/>
            <a:ext cx="11254186" cy="186823"/>
          </a:xfrm>
        </p:spPr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BE7842A-BBCF-C574-8A57-987F6CB0E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330200"/>
            <a:ext cx="11251289" cy="242369"/>
          </a:xfrm>
        </p:spPr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7CFC41A-DFE0-996E-DF8D-FB74219A578D}"/>
              </a:ext>
            </a:extLst>
          </p:cNvPr>
          <p:cNvGraphicFramePr>
            <a:graphicFrameLocks noGrp="1"/>
          </p:cNvGraphicFramePr>
          <p:nvPr/>
        </p:nvGraphicFramePr>
        <p:xfrm>
          <a:off x="469562" y="990994"/>
          <a:ext cx="11251288" cy="538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73569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32000">
                <a:tc rowSpan="7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Consolidação do backlog inicial das Comunidades de Entrega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strike="noStrike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09/09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Exceto EMT - Transitórios Eletromagnéticos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Reunião de alinhamento sobre o Modelo de Operação: </a:t>
                      </a:r>
                    </a:p>
                    <a:p>
                      <a:pPr marL="171450" marR="0" lvl="0" indent="-17145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Atuação dos Representantes de Negócio nas Comunidade de Entrega</a:t>
                      </a:r>
                    </a:p>
                    <a:p>
                      <a:pPr marL="171450" marR="0" lvl="0" indent="-17145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Atuação nas Comunidades Técnicas de prospecção e novos métodos 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Representantes Comunidades Técnicas e 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noProof="0">
                          <a:latin typeface="Arial Nova Cond" panose="020B0506020202020204" pitchFamily="34" charset="0"/>
                        </a:rPr>
                        <a:t>Demandas de evolução das ferramentas - 16/09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0628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treinamento sobre Metodologias de Gestão de Projetos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Reforço de conceitos no plano de Monitoramento e Ajustes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Workshop da FEG (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fóruns, processos e rotinas operacionais)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16/09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1º Sessão realizada em 15/09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2º Sessão agendada para 16/09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Workshop da FEG - Comunidades Técnicas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22/09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652024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Treinamento de Arquitetura de Modelos Eletroenergéticos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Sessões: 23 e 24/09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1433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Configuração do Azure Devops (ambiente de homologação)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334920"/>
                  </a:ext>
                </a:extLst>
              </a:tr>
              <a:tr h="455948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Apresentação dos Resultados do Diagnótico dos Lideres de Comunidade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Consolidação dos resultados da Atividade de Fixação referente ao Treinamento Modelo de Operação Matricial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Publicação do treinamento Gestão de Projetos Ageis na plataforma de e-learning do ONS Educa+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17/09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Elaboração de Guia de Bolso Interativo para Catequização das Gerências e Comunidades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656614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6849D5F-CB5F-44F0-0815-5F543A3DAD3E}"/>
              </a:ext>
            </a:extLst>
          </p:cNvPr>
          <p:cNvSpPr/>
          <p:nvPr/>
        </p:nvSpPr>
        <p:spPr>
          <a:xfrm>
            <a:off x="6794501" y="6391968"/>
            <a:ext cx="4799706" cy="3458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C8B1FC2-22F8-1E2F-FF7B-AF8DCAAAAE67}"/>
              </a:ext>
            </a:extLst>
          </p:cNvPr>
          <p:cNvGrpSpPr/>
          <p:nvPr/>
        </p:nvGrpSpPr>
        <p:grpSpPr>
          <a:xfrm>
            <a:off x="8685910" y="6441220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D36B0F0-AB22-5877-5D9C-65C86F509E15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A6F7ADBD-F993-96E6-FFC6-38D63B59F468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3DA9D7ED-0532-5456-70C7-C88AC2E38B2E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511A837-4CE6-4E91-5AB0-5A7C2FDAA1F2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E69C7F3-C116-B1A6-4520-9694CE270812}"/>
              </a:ext>
            </a:extLst>
          </p:cNvPr>
          <p:cNvGrpSpPr/>
          <p:nvPr/>
        </p:nvGrpSpPr>
        <p:grpSpPr>
          <a:xfrm>
            <a:off x="10748263" y="6441220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800E6286-CBBF-70C3-B5D0-DA94D4B44419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DDFF1868-F6D4-6A60-156B-2FD4961CA3CE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E4F08CC-764E-C181-18B2-67FB2841F64A}"/>
              </a:ext>
            </a:extLst>
          </p:cNvPr>
          <p:cNvGrpSpPr/>
          <p:nvPr/>
        </p:nvGrpSpPr>
        <p:grpSpPr>
          <a:xfrm>
            <a:off x="9838283" y="6471383"/>
            <a:ext cx="187325" cy="187325"/>
            <a:chOff x="2336800" y="6319552"/>
            <a:chExt cx="187325" cy="18732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22757E0-42C3-7C5F-B842-2777D5E04BEF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6FFCC61E-E586-BFDA-059C-1F8F8C666E7C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9A3C7FC-54A1-4ED1-69F2-504219B8BDD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87508" y="6441220"/>
            <a:ext cx="968375" cy="24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Em Atraso</a:t>
            </a:r>
          </a:p>
        </p:txBody>
      </p:sp>
      <p:sp>
        <p:nvSpPr>
          <p:cNvPr id="3" name="TextBox 95">
            <a:extLst>
              <a:ext uri="{FF2B5EF4-FFF2-40B4-BE49-F238E27FC236}">
                <a16:creationId xmlns:a16="http://schemas.microsoft.com/office/drawing/2014/main" id="{73549D45-B444-A8EC-06A1-D0627A7F8F8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41451" y="6441935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23A1D57-9C5B-65B9-7A9C-D653D8FE4643}"/>
              </a:ext>
            </a:extLst>
          </p:cNvPr>
          <p:cNvGrpSpPr/>
          <p:nvPr/>
        </p:nvGrpSpPr>
        <p:grpSpPr>
          <a:xfrm>
            <a:off x="7606178" y="6441220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669D94-AC4A-57C8-D118-02D897A7EB28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3C25F46-81D6-D2E0-835D-73DB6FE6A840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27" name="Group 41">
            <a:extLst>
              <a:ext uri="{FF2B5EF4-FFF2-40B4-BE49-F238E27FC236}">
                <a16:creationId xmlns:a16="http://schemas.microsoft.com/office/drawing/2014/main" id="{C8B1E6D6-DDE7-1B58-9ED0-CF4EE3C04E99}"/>
              </a:ext>
            </a:extLst>
          </p:cNvPr>
          <p:cNvGrpSpPr/>
          <p:nvPr/>
        </p:nvGrpSpPr>
        <p:grpSpPr>
          <a:xfrm>
            <a:off x="8058879" y="5585540"/>
            <a:ext cx="183822" cy="187325"/>
            <a:chOff x="2336800" y="6319552"/>
            <a:chExt cx="187325" cy="187325"/>
          </a:xfrm>
        </p:grpSpPr>
        <p:sp>
          <p:nvSpPr>
            <p:cNvPr id="31" name="Oval 42">
              <a:extLst>
                <a:ext uri="{FF2B5EF4-FFF2-40B4-BE49-F238E27FC236}">
                  <a16:creationId xmlns:a16="http://schemas.microsoft.com/office/drawing/2014/main" id="{A6AB7CDB-2550-4577-3E3A-BBE03CCEA908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43">
              <a:extLst>
                <a:ext uri="{FF2B5EF4-FFF2-40B4-BE49-F238E27FC236}">
                  <a16:creationId xmlns:a16="http://schemas.microsoft.com/office/drawing/2014/main" id="{519CD1C5-050D-27A6-2455-C2EF7062B9C3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55" name="Group 3">
            <a:extLst>
              <a:ext uri="{FF2B5EF4-FFF2-40B4-BE49-F238E27FC236}">
                <a16:creationId xmlns:a16="http://schemas.microsoft.com/office/drawing/2014/main" id="{F1BCF860-EF78-92D3-AE52-231BCA401C68}"/>
              </a:ext>
            </a:extLst>
          </p:cNvPr>
          <p:cNvGrpSpPr/>
          <p:nvPr/>
        </p:nvGrpSpPr>
        <p:grpSpPr>
          <a:xfrm>
            <a:off x="8058879" y="2947069"/>
            <a:ext cx="183822" cy="187325"/>
            <a:chOff x="2336800" y="6319552"/>
            <a:chExt cx="187325" cy="187325"/>
          </a:xfrm>
        </p:grpSpPr>
        <p:sp>
          <p:nvSpPr>
            <p:cNvPr id="57" name="Oval 5">
              <a:extLst>
                <a:ext uri="{FF2B5EF4-FFF2-40B4-BE49-F238E27FC236}">
                  <a16:creationId xmlns:a16="http://schemas.microsoft.com/office/drawing/2014/main" id="{8E60EB6B-498A-F8C0-059A-397ABD752297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" name="Arc 6">
              <a:extLst>
                <a:ext uri="{FF2B5EF4-FFF2-40B4-BE49-F238E27FC236}">
                  <a16:creationId xmlns:a16="http://schemas.microsoft.com/office/drawing/2014/main" id="{FC7B8919-2D91-ED32-95B9-A4AFF3AA8D9F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7" name="Oval 34">
            <a:extLst>
              <a:ext uri="{FF2B5EF4-FFF2-40B4-BE49-F238E27FC236}">
                <a16:creationId xmlns:a16="http://schemas.microsoft.com/office/drawing/2014/main" id="{9B7926D3-E30B-A822-8DE6-264CB993D19C}"/>
              </a:ext>
            </a:extLst>
          </p:cNvPr>
          <p:cNvSpPr/>
          <p:nvPr/>
        </p:nvSpPr>
        <p:spPr bwMode="auto">
          <a:xfrm>
            <a:off x="8058879" y="141398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3" name="Group 3">
            <a:extLst>
              <a:ext uri="{FF2B5EF4-FFF2-40B4-BE49-F238E27FC236}">
                <a16:creationId xmlns:a16="http://schemas.microsoft.com/office/drawing/2014/main" id="{4C9155F0-E303-22E7-D3D7-06593970A4EA}"/>
              </a:ext>
            </a:extLst>
          </p:cNvPr>
          <p:cNvGrpSpPr/>
          <p:nvPr/>
        </p:nvGrpSpPr>
        <p:grpSpPr>
          <a:xfrm>
            <a:off x="8058879" y="3381126"/>
            <a:ext cx="183822" cy="187325"/>
            <a:chOff x="2336800" y="6319552"/>
            <a:chExt cx="187325" cy="187325"/>
          </a:xfrm>
        </p:grpSpPr>
        <p:sp>
          <p:nvSpPr>
            <p:cNvPr id="44" name="Oval 5">
              <a:extLst>
                <a:ext uri="{FF2B5EF4-FFF2-40B4-BE49-F238E27FC236}">
                  <a16:creationId xmlns:a16="http://schemas.microsoft.com/office/drawing/2014/main" id="{6A478874-DA58-550B-20C2-B1D32C9C078E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" name="Arc 6">
              <a:extLst>
                <a:ext uri="{FF2B5EF4-FFF2-40B4-BE49-F238E27FC236}">
                  <a16:creationId xmlns:a16="http://schemas.microsoft.com/office/drawing/2014/main" id="{E335871C-97C7-E8A1-C9E5-A2D9EE4CB7D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" name="Group 41">
            <a:extLst>
              <a:ext uri="{FF2B5EF4-FFF2-40B4-BE49-F238E27FC236}">
                <a16:creationId xmlns:a16="http://schemas.microsoft.com/office/drawing/2014/main" id="{C932B220-120B-55FC-7E2E-7F4861A33041}"/>
              </a:ext>
            </a:extLst>
          </p:cNvPr>
          <p:cNvGrpSpPr/>
          <p:nvPr/>
        </p:nvGrpSpPr>
        <p:grpSpPr>
          <a:xfrm>
            <a:off x="8058879" y="6049400"/>
            <a:ext cx="183822" cy="187325"/>
            <a:chOff x="2336800" y="6319552"/>
            <a:chExt cx="187325" cy="187325"/>
          </a:xfrm>
        </p:grpSpPr>
        <p:sp>
          <p:nvSpPr>
            <p:cNvPr id="6" name="Oval 42">
              <a:extLst>
                <a:ext uri="{FF2B5EF4-FFF2-40B4-BE49-F238E27FC236}">
                  <a16:creationId xmlns:a16="http://schemas.microsoft.com/office/drawing/2014/main" id="{F39991B9-3A75-8E0A-9AC5-D717427BE5CD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43">
              <a:extLst>
                <a:ext uri="{FF2B5EF4-FFF2-40B4-BE49-F238E27FC236}">
                  <a16:creationId xmlns:a16="http://schemas.microsoft.com/office/drawing/2014/main" id="{749A2442-3612-511D-E258-9BCBF92AB7C2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9" name="Oval 34">
            <a:extLst>
              <a:ext uri="{FF2B5EF4-FFF2-40B4-BE49-F238E27FC236}">
                <a16:creationId xmlns:a16="http://schemas.microsoft.com/office/drawing/2014/main" id="{756BFB93-CEDD-A8D0-147D-2D3C1BA19F5A}"/>
              </a:ext>
            </a:extLst>
          </p:cNvPr>
          <p:cNvSpPr/>
          <p:nvPr/>
        </p:nvSpPr>
        <p:spPr bwMode="auto">
          <a:xfrm>
            <a:off x="8058879" y="4681823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val 34">
            <a:extLst>
              <a:ext uri="{FF2B5EF4-FFF2-40B4-BE49-F238E27FC236}">
                <a16:creationId xmlns:a16="http://schemas.microsoft.com/office/drawing/2014/main" id="{D7910B67-9522-0C1C-B3CC-9E3BF0B39E1B}"/>
              </a:ext>
            </a:extLst>
          </p:cNvPr>
          <p:cNvSpPr/>
          <p:nvPr/>
        </p:nvSpPr>
        <p:spPr bwMode="auto">
          <a:xfrm>
            <a:off x="8058879" y="1922790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Oval 34">
            <a:extLst>
              <a:ext uri="{FF2B5EF4-FFF2-40B4-BE49-F238E27FC236}">
                <a16:creationId xmlns:a16="http://schemas.microsoft.com/office/drawing/2014/main" id="{02549775-1939-433E-A74E-69164F5C50EE}"/>
              </a:ext>
            </a:extLst>
          </p:cNvPr>
          <p:cNvSpPr/>
          <p:nvPr/>
        </p:nvSpPr>
        <p:spPr bwMode="auto">
          <a:xfrm>
            <a:off x="8058879" y="2472966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val 34">
            <a:extLst>
              <a:ext uri="{FF2B5EF4-FFF2-40B4-BE49-F238E27FC236}">
                <a16:creationId xmlns:a16="http://schemas.microsoft.com/office/drawing/2014/main" id="{5CEC89B9-AEA1-CBFF-A473-E22C106A79C2}"/>
              </a:ext>
            </a:extLst>
          </p:cNvPr>
          <p:cNvSpPr/>
          <p:nvPr/>
        </p:nvSpPr>
        <p:spPr bwMode="auto">
          <a:xfrm>
            <a:off x="8058879" y="511809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6" name="Group 3">
            <a:extLst>
              <a:ext uri="{FF2B5EF4-FFF2-40B4-BE49-F238E27FC236}">
                <a16:creationId xmlns:a16="http://schemas.microsoft.com/office/drawing/2014/main" id="{39BBF7D8-024C-9044-03C8-7C1CDAE40F41}"/>
              </a:ext>
            </a:extLst>
          </p:cNvPr>
          <p:cNvGrpSpPr/>
          <p:nvPr/>
        </p:nvGrpSpPr>
        <p:grpSpPr>
          <a:xfrm>
            <a:off x="8058879" y="3793234"/>
            <a:ext cx="183822" cy="187325"/>
            <a:chOff x="2336800" y="6319552"/>
            <a:chExt cx="187325" cy="187325"/>
          </a:xfrm>
        </p:grpSpPr>
        <p:sp>
          <p:nvSpPr>
            <p:cNvPr id="38" name="Oval 5">
              <a:extLst>
                <a:ext uri="{FF2B5EF4-FFF2-40B4-BE49-F238E27FC236}">
                  <a16:creationId xmlns:a16="http://schemas.microsoft.com/office/drawing/2014/main" id="{6D23CC15-A26C-0E6A-DEAB-728BA3328A6F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9" name="Arc 6">
              <a:extLst>
                <a:ext uri="{FF2B5EF4-FFF2-40B4-BE49-F238E27FC236}">
                  <a16:creationId xmlns:a16="http://schemas.microsoft.com/office/drawing/2014/main" id="{355520A7-6CE6-7D5F-6158-623937708FBF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0" name="Group 3">
            <a:extLst>
              <a:ext uri="{FF2B5EF4-FFF2-40B4-BE49-F238E27FC236}">
                <a16:creationId xmlns:a16="http://schemas.microsoft.com/office/drawing/2014/main" id="{AC6BBD75-2DA0-9977-58B1-B065AE8A0B56}"/>
              </a:ext>
            </a:extLst>
          </p:cNvPr>
          <p:cNvGrpSpPr/>
          <p:nvPr/>
        </p:nvGrpSpPr>
        <p:grpSpPr>
          <a:xfrm>
            <a:off x="8058879" y="4247765"/>
            <a:ext cx="183822" cy="187325"/>
            <a:chOff x="2336800" y="6319552"/>
            <a:chExt cx="187325" cy="187325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9DF0050F-CF77-D1E6-E510-D13EE1CE3E15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Arc 6">
              <a:extLst>
                <a:ext uri="{FF2B5EF4-FFF2-40B4-BE49-F238E27FC236}">
                  <a16:creationId xmlns:a16="http://schemas.microsoft.com/office/drawing/2014/main" id="{11359CAA-7E92-1DEB-2C86-2EDB294834FE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60403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5A1ECF2-D9BC-4869-B88E-720D19B2E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E0F2A1-243D-8C90-201F-572EC7549F0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1F0434-037B-0D44-C70E-8BAA43DC71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R="0" lvl="0" fontAlgn="auto"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Atividade</a:t>
            </a:r>
            <a:r>
              <a:rPr lang="en-US"/>
              <a:t> de </a:t>
            </a:r>
            <a:r>
              <a:rPr lang="en-US" err="1"/>
              <a:t>Fixação</a:t>
            </a:r>
            <a:r>
              <a:rPr lang="en-US"/>
              <a:t> | Modelo de </a:t>
            </a:r>
            <a:r>
              <a:rPr lang="en-US" err="1"/>
              <a:t>Operação</a:t>
            </a:r>
            <a:r>
              <a:rPr lang="en-US"/>
              <a:t> </a:t>
            </a:r>
            <a:r>
              <a:rPr lang="en-US" err="1"/>
              <a:t>Matricial</a:t>
            </a:r>
            <a:endParaRPr lang="en-US"/>
          </a:p>
        </p:txBody>
      </p:sp>
      <p:sp>
        <p:nvSpPr>
          <p:cNvPr id="132" name="Retângulo: Cantos Arredondados 131">
            <a:extLst>
              <a:ext uri="{FF2B5EF4-FFF2-40B4-BE49-F238E27FC236}">
                <a16:creationId xmlns:a16="http://schemas.microsoft.com/office/drawing/2014/main" id="{C4BEAD9E-49A5-8BB7-C0FC-50FEEB0EC8B9}"/>
              </a:ext>
            </a:extLst>
          </p:cNvPr>
          <p:cNvSpPr/>
          <p:nvPr/>
        </p:nvSpPr>
        <p:spPr bwMode="auto">
          <a:xfrm>
            <a:off x="6905923" y="1640146"/>
            <a:ext cx="4894072" cy="1118362"/>
          </a:xfrm>
          <a:prstGeom prst="roundRect">
            <a:avLst>
              <a:gd name="adj" fmla="val 3608"/>
            </a:avLst>
          </a:prstGeom>
          <a:solidFill>
            <a:schemeClr val="bg1">
              <a:lumMod val="85000"/>
              <a:alpha val="17000"/>
            </a:schemeClr>
          </a:solidFill>
          <a:ln w="12700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29" name="Retângulo: Cantos Arredondados 128">
            <a:extLst>
              <a:ext uri="{FF2B5EF4-FFF2-40B4-BE49-F238E27FC236}">
                <a16:creationId xmlns:a16="http://schemas.microsoft.com/office/drawing/2014/main" id="{2D182297-8EA9-05DE-898A-990E6163EE6D}"/>
              </a:ext>
            </a:extLst>
          </p:cNvPr>
          <p:cNvSpPr/>
          <p:nvPr/>
        </p:nvSpPr>
        <p:spPr bwMode="auto">
          <a:xfrm>
            <a:off x="368300" y="1640146"/>
            <a:ext cx="4894072" cy="1118362"/>
          </a:xfrm>
          <a:prstGeom prst="roundRect">
            <a:avLst>
              <a:gd name="adj" fmla="val 3608"/>
            </a:avLst>
          </a:prstGeom>
          <a:solidFill>
            <a:schemeClr val="bg1">
              <a:lumMod val="85000"/>
              <a:alpha val="17000"/>
            </a:schemeClr>
          </a:solidFill>
          <a:ln w="12700">
            <a:solidFill>
              <a:schemeClr val="accent4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ECC25D39-D323-B00A-96EA-1462EC820348}"/>
              </a:ext>
            </a:extLst>
          </p:cNvPr>
          <p:cNvSpPr txBox="1"/>
          <p:nvPr/>
        </p:nvSpPr>
        <p:spPr>
          <a:xfrm>
            <a:off x="457200" y="143897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F7901E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1 - PARTICIPAÇÃO E DESEMPENHO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CA125DB-6F5A-093C-599F-B60DDDB96DFB}"/>
              </a:ext>
            </a:extLst>
          </p:cNvPr>
          <p:cNvSpPr/>
          <p:nvPr/>
        </p:nvSpPr>
        <p:spPr>
          <a:xfrm>
            <a:off x="457200" y="1713298"/>
            <a:ext cx="1499616" cy="960120"/>
          </a:xfrm>
          <a:prstGeom prst="rect">
            <a:avLst/>
          </a:prstGeom>
          <a:solidFill>
            <a:srgbClr val="E1E8F0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615EFC0-07E5-DCA4-155E-1D664D479D88}"/>
              </a:ext>
            </a:extLst>
          </p:cNvPr>
          <p:cNvSpPr txBox="1"/>
          <p:nvPr/>
        </p:nvSpPr>
        <p:spPr>
          <a:xfrm>
            <a:off x="585216" y="176816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39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8CE0A81-C5BA-2FC2-49B2-CE4DD30B778B}"/>
              </a:ext>
            </a:extLst>
          </p:cNvPr>
          <p:cNvSpPr txBox="1"/>
          <p:nvPr/>
        </p:nvSpPr>
        <p:spPr>
          <a:xfrm>
            <a:off x="585216" y="219793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Convites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5700114B-F683-A2EB-F793-6450A295B36F}"/>
              </a:ext>
            </a:extLst>
          </p:cNvPr>
          <p:cNvSpPr txBox="1"/>
          <p:nvPr/>
        </p:nvSpPr>
        <p:spPr>
          <a:xfrm>
            <a:off x="585216" y="241738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4566F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colaboradores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E613D048-4D69-7C4F-4F57-9921815CD8DB}"/>
              </a:ext>
            </a:extLst>
          </p:cNvPr>
          <p:cNvSpPr/>
          <p:nvPr/>
        </p:nvSpPr>
        <p:spPr>
          <a:xfrm>
            <a:off x="2089404" y="1713298"/>
            <a:ext cx="1499616" cy="960120"/>
          </a:xfrm>
          <a:prstGeom prst="rect">
            <a:avLst/>
          </a:prstGeom>
          <a:solidFill>
            <a:srgbClr val="E1E8F0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7C64A0E6-DCD7-2AED-B093-DE8ADAF0CC0E}"/>
              </a:ext>
            </a:extLst>
          </p:cNvPr>
          <p:cNvSpPr txBox="1"/>
          <p:nvPr/>
        </p:nvSpPr>
        <p:spPr>
          <a:xfrm>
            <a:off x="2217420" y="176816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25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28A34E90-B4CE-D35C-CD85-E0A338625EFA}"/>
              </a:ext>
            </a:extLst>
          </p:cNvPr>
          <p:cNvSpPr txBox="1"/>
          <p:nvPr/>
        </p:nvSpPr>
        <p:spPr>
          <a:xfrm>
            <a:off x="2217420" y="219793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Participantes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C41A8F32-93EC-0F9F-9EA8-BD78D5BD42DF}"/>
              </a:ext>
            </a:extLst>
          </p:cNvPr>
          <p:cNvSpPr txBox="1"/>
          <p:nvPr/>
        </p:nvSpPr>
        <p:spPr>
          <a:xfrm>
            <a:off x="2217420" y="241738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4566F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respondentes únicos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E35ABADD-2476-9540-28E6-FFCD012B99E5}"/>
              </a:ext>
            </a:extLst>
          </p:cNvPr>
          <p:cNvSpPr/>
          <p:nvPr/>
        </p:nvSpPr>
        <p:spPr>
          <a:xfrm>
            <a:off x="3721608" y="1713298"/>
            <a:ext cx="1499616" cy="960120"/>
          </a:xfrm>
          <a:prstGeom prst="rect">
            <a:avLst/>
          </a:prstGeom>
          <a:solidFill>
            <a:srgbClr val="E1E8F0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313D5BE5-3AE4-2A38-76A1-02169233C1B3}"/>
              </a:ext>
            </a:extLst>
          </p:cNvPr>
          <p:cNvSpPr txBox="1"/>
          <p:nvPr/>
        </p:nvSpPr>
        <p:spPr>
          <a:xfrm>
            <a:off x="3849624" y="176816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64,1%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B581ED89-E3FF-9050-F8F4-F977BE2C76E2}"/>
              </a:ext>
            </a:extLst>
          </p:cNvPr>
          <p:cNvSpPr txBox="1"/>
          <p:nvPr/>
        </p:nvSpPr>
        <p:spPr>
          <a:xfrm>
            <a:off x="3849624" y="219793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Engajamento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29ED7FBC-604A-47A8-F370-D78E01104661}"/>
              </a:ext>
            </a:extLst>
          </p:cNvPr>
          <p:cNvSpPr txBox="1"/>
          <p:nvPr/>
        </p:nvSpPr>
        <p:spPr>
          <a:xfrm>
            <a:off x="3849624" y="241738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4566F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14 pendentes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48F9D7C5-7AAB-7B96-F906-49B1BA4B6526}"/>
              </a:ext>
            </a:extLst>
          </p:cNvPr>
          <p:cNvSpPr/>
          <p:nvPr/>
        </p:nvSpPr>
        <p:spPr>
          <a:xfrm>
            <a:off x="6970947" y="1713298"/>
            <a:ext cx="1499616" cy="960120"/>
          </a:xfrm>
          <a:prstGeom prst="rect">
            <a:avLst/>
          </a:prstGeom>
          <a:solidFill>
            <a:srgbClr val="E1E8F0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FBE3C91F-2F9B-95A6-81A1-1559A536DD6C}"/>
              </a:ext>
            </a:extLst>
          </p:cNvPr>
          <p:cNvSpPr txBox="1"/>
          <p:nvPr/>
        </p:nvSpPr>
        <p:spPr>
          <a:xfrm>
            <a:off x="7098963" y="176816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5B89B4"/>
                </a:solidFill>
                <a:effectLst/>
                <a:uLnTx/>
                <a:uFillTx/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188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1" name="Text 17">
            <a:extLst>
              <a:ext uri="{FF2B5EF4-FFF2-40B4-BE49-F238E27FC236}">
                <a16:creationId xmlns:a16="http://schemas.microsoft.com/office/drawing/2014/main" id="{5C294A7C-3577-7063-BEEC-411726CB5518}"/>
              </a:ext>
            </a:extLst>
          </p:cNvPr>
          <p:cNvSpPr txBox="1"/>
          <p:nvPr/>
        </p:nvSpPr>
        <p:spPr>
          <a:xfrm>
            <a:off x="7098963" y="219793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Acertos de 1ª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23AAEE1B-75DA-F4B4-7182-60A2280379EF}"/>
              </a:ext>
            </a:extLst>
          </p:cNvPr>
          <p:cNvSpPr txBox="1"/>
          <p:nvPr/>
        </p:nvSpPr>
        <p:spPr>
          <a:xfrm>
            <a:off x="7098963" y="241738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pt-BR" sz="900"/>
              <a:t>68,4%</a:t>
            </a: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%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4566F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 das respostas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5" name="Shape 19">
            <a:extLst>
              <a:ext uri="{FF2B5EF4-FFF2-40B4-BE49-F238E27FC236}">
                <a16:creationId xmlns:a16="http://schemas.microsoft.com/office/drawing/2014/main" id="{8148B6D7-97D1-AE3A-A07B-F4B1922D10AD}"/>
              </a:ext>
            </a:extLst>
          </p:cNvPr>
          <p:cNvSpPr/>
          <p:nvPr/>
        </p:nvSpPr>
        <p:spPr>
          <a:xfrm>
            <a:off x="8603151" y="1713298"/>
            <a:ext cx="1499616" cy="960120"/>
          </a:xfrm>
          <a:prstGeom prst="rect">
            <a:avLst/>
          </a:prstGeom>
          <a:solidFill>
            <a:srgbClr val="E1E8F0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E98E52C8-2FC2-9073-090A-D2B5A98EE730}"/>
              </a:ext>
            </a:extLst>
          </p:cNvPr>
          <p:cNvSpPr txBox="1"/>
          <p:nvPr/>
        </p:nvSpPr>
        <p:spPr>
          <a:xfrm>
            <a:off x="8731167" y="176816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0" i="0" u="none" strike="noStrike" kern="1200" cap="none" spc="0" normalizeH="0" baseline="0" noProof="0">
                <a:ln>
                  <a:noFill/>
                </a:ln>
                <a:solidFill>
                  <a:srgbClr val="F7901E"/>
                </a:solidFill>
                <a:effectLst/>
                <a:uLnTx/>
                <a:uFillTx/>
                <a:latin typeface="Arial Nova Light" pitchFamily="34" charset="0"/>
                <a:ea typeface="Arial Nova Light" pitchFamily="34" charset="-122"/>
                <a:cs typeface="Arial Nova Light" pitchFamily="34" charset="-120"/>
              </a:rPr>
              <a:t>67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8" name="Text 21">
            <a:extLst>
              <a:ext uri="{FF2B5EF4-FFF2-40B4-BE49-F238E27FC236}">
                <a16:creationId xmlns:a16="http://schemas.microsoft.com/office/drawing/2014/main" id="{94E9AD09-63C4-412B-386A-728832A1DA8A}"/>
              </a:ext>
            </a:extLst>
          </p:cNvPr>
          <p:cNvSpPr txBox="1"/>
          <p:nvPr/>
        </p:nvSpPr>
        <p:spPr>
          <a:xfrm>
            <a:off x="8731167" y="219793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Erros na 1ª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1289AF85-F290-B99F-DBB4-3EC186D87AD3}"/>
              </a:ext>
            </a:extLst>
          </p:cNvPr>
          <p:cNvSpPr txBox="1"/>
          <p:nvPr/>
        </p:nvSpPr>
        <p:spPr>
          <a:xfrm>
            <a:off x="8731167" y="2417386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pt-BR" sz="900"/>
              <a:t>24,4%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4566F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 - 57 corrigidos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0" name="Shape 27">
            <a:extLst>
              <a:ext uri="{FF2B5EF4-FFF2-40B4-BE49-F238E27FC236}">
                <a16:creationId xmlns:a16="http://schemas.microsoft.com/office/drawing/2014/main" id="{0397AAA2-629E-2C4E-1AB1-6C4CABA78A0D}"/>
              </a:ext>
            </a:extLst>
          </p:cNvPr>
          <p:cNvSpPr/>
          <p:nvPr/>
        </p:nvSpPr>
        <p:spPr>
          <a:xfrm>
            <a:off x="10220115" y="1717870"/>
            <a:ext cx="1499616" cy="960120"/>
          </a:xfrm>
          <a:prstGeom prst="rect">
            <a:avLst/>
          </a:prstGeom>
          <a:solidFill>
            <a:srgbClr val="E1E8F0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B69014AD-998B-409A-A9A0-B03E22626201}"/>
              </a:ext>
            </a:extLst>
          </p:cNvPr>
          <p:cNvSpPr txBox="1"/>
          <p:nvPr/>
        </p:nvSpPr>
        <p:spPr>
          <a:xfrm>
            <a:off x="10348131" y="177273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700">
                <a:solidFill>
                  <a:srgbClr val="0C2B48"/>
                </a:solidFill>
                <a:latin typeface="Arial Nova Light" pitchFamily="34" charset="0"/>
              </a:rPr>
              <a:t>11</a:t>
            </a:r>
            <a:endParaRPr kumimoji="0" lang="en-US" sz="27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2" name="Text 29">
            <a:extLst>
              <a:ext uri="{FF2B5EF4-FFF2-40B4-BE49-F238E27FC236}">
                <a16:creationId xmlns:a16="http://schemas.microsoft.com/office/drawing/2014/main" id="{40F634AC-0F2F-6422-427E-FBD69CBB7766}"/>
              </a:ext>
            </a:extLst>
          </p:cNvPr>
          <p:cNvSpPr txBox="1"/>
          <p:nvPr/>
        </p:nvSpPr>
        <p:spPr>
          <a:xfrm>
            <a:off x="10348131" y="220250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Dicas usadas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C42C1BC0-1D64-0BCA-305E-E08A9D365501}"/>
              </a:ext>
            </a:extLst>
          </p:cNvPr>
          <p:cNvSpPr txBox="1"/>
          <p:nvPr/>
        </p:nvSpPr>
        <p:spPr>
          <a:xfrm>
            <a:off x="10348131" y="242195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34566F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por 12 pessoas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4" name="Text 31">
            <a:extLst>
              <a:ext uri="{FF2B5EF4-FFF2-40B4-BE49-F238E27FC236}">
                <a16:creationId xmlns:a16="http://schemas.microsoft.com/office/drawing/2014/main" id="{0AE92DF5-BCCA-0C89-5AFF-501A4A17CCB0}"/>
              </a:ext>
            </a:extLst>
          </p:cNvPr>
          <p:cNvSpPr txBox="1"/>
          <p:nvPr/>
        </p:nvSpPr>
        <p:spPr>
          <a:xfrm>
            <a:off x="457200" y="293453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F7901E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2 - PERGUNTAS COM MAIS ERRO E USO DE DICA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7417B952-4E7F-452C-01C4-B871372CEA72}"/>
              </a:ext>
            </a:extLst>
          </p:cNvPr>
          <p:cNvSpPr txBox="1"/>
          <p:nvPr/>
        </p:nvSpPr>
        <p:spPr>
          <a:xfrm>
            <a:off x="457200" y="318920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4566F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Pergunta / tema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6" name="Text 33">
            <a:extLst>
              <a:ext uri="{FF2B5EF4-FFF2-40B4-BE49-F238E27FC236}">
                <a16:creationId xmlns:a16="http://schemas.microsoft.com/office/drawing/2014/main" id="{740A8696-F810-2D0A-56C8-24F894C404C1}"/>
              </a:ext>
            </a:extLst>
          </p:cNvPr>
          <p:cNvSpPr txBox="1"/>
          <p:nvPr/>
        </p:nvSpPr>
        <p:spPr>
          <a:xfrm>
            <a:off x="3749040" y="31892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4566F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Erros na 1ª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E7FA918C-BE20-01E0-F41E-756001F5DE75}"/>
              </a:ext>
            </a:extLst>
          </p:cNvPr>
          <p:cNvSpPr txBox="1"/>
          <p:nvPr/>
        </p:nvSpPr>
        <p:spPr>
          <a:xfrm>
            <a:off x="4700352" y="31892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34566F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Dicas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E1FD5333-F323-DC9E-5EA0-6858A1F169EA}"/>
              </a:ext>
            </a:extLst>
          </p:cNvPr>
          <p:cNvSpPr/>
          <p:nvPr/>
        </p:nvSpPr>
        <p:spPr>
          <a:xfrm>
            <a:off x="457200" y="3456924"/>
            <a:ext cx="3246120" cy="292608"/>
          </a:xfrm>
          <a:prstGeom prst="rect">
            <a:avLst/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42FD6FE9-6D26-F4C4-FDD9-BB6A76887E63}"/>
              </a:ext>
            </a:extLst>
          </p:cNvPr>
          <p:cNvSpPr txBox="1"/>
          <p:nvPr/>
        </p:nvSpPr>
        <p:spPr>
          <a:xfrm>
            <a:off x="548640" y="34569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Rodada A - 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+mn-ea"/>
                <a:cs typeface="+mn-cs"/>
              </a:rPr>
              <a:t>Verticais x Horizontais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C2B48"/>
              </a:solidFill>
              <a:effectLst/>
              <a:uLnTx/>
              <a:uFillTx/>
              <a:latin typeface="Arial Nova Cond" pitchFamily="34" charset="0"/>
              <a:ea typeface="+mn-ea"/>
              <a:cs typeface="+mn-cs"/>
            </a:endParaRPr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5434231E-1655-0946-7053-97D9F7B77C59}"/>
              </a:ext>
            </a:extLst>
          </p:cNvPr>
          <p:cNvSpPr/>
          <p:nvPr/>
        </p:nvSpPr>
        <p:spPr>
          <a:xfrm>
            <a:off x="3767328" y="3456924"/>
            <a:ext cx="832104" cy="292608"/>
          </a:xfrm>
          <a:prstGeom prst="rect">
            <a:avLst/>
          </a:prstGeom>
          <a:solidFill>
            <a:srgbClr val="FBD3A3"/>
          </a:solidFill>
          <a:ln w="12700">
            <a:solidFill>
              <a:srgbClr val="FBD3A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0198FBE2-8D41-9354-56C1-3BC0D3CB2100}"/>
              </a:ext>
            </a:extLst>
          </p:cNvPr>
          <p:cNvSpPr txBox="1"/>
          <p:nvPr/>
        </p:nvSpPr>
        <p:spPr>
          <a:xfrm>
            <a:off x="3749040" y="34569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10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6BB5801C-C49B-08BA-8EE9-AD8BC395F2B2}"/>
              </a:ext>
            </a:extLst>
          </p:cNvPr>
          <p:cNvSpPr/>
          <p:nvPr/>
        </p:nvSpPr>
        <p:spPr>
          <a:xfrm>
            <a:off x="4718640" y="3456924"/>
            <a:ext cx="832104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" name="Text 56">
            <a:extLst>
              <a:ext uri="{FF2B5EF4-FFF2-40B4-BE49-F238E27FC236}">
                <a16:creationId xmlns:a16="http://schemas.microsoft.com/office/drawing/2014/main" id="{FAA55E16-96CA-B752-250C-B4F8F4A81F4A}"/>
              </a:ext>
            </a:extLst>
          </p:cNvPr>
          <p:cNvSpPr txBox="1"/>
          <p:nvPr/>
        </p:nvSpPr>
        <p:spPr>
          <a:xfrm>
            <a:off x="4700352" y="345692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0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ED9BA488-4D0E-BCA9-6703-C254DB0071D6}"/>
              </a:ext>
            </a:extLst>
          </p:cNvPr>
          <p:cNvSpPr/>
          <p:nvPr/>
        </p:nvSpPr>
        <p:spPr>
          <a:xfrm>
            <a:off x="457200" y="3786108"/>
            <a:ext cx="3246120" cy="292608"/>
          </a:xfrm>
          <a:prstGeom prst="rect">
            <a:avLst/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C234B730-7D7A-A6BA-F76F-4EF806782044}"/>
              </a:ext>
            </a:extLst>
          </p:cNvPr>
          <p:cNvSpPr txBox="1"/>
          <p:nvPr/>
        </p:nvSpPr>
        <p:spPr>
          <a:xfrm>
            <a:off x="548640" y="37861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n-US"/>
            </a:defPPr>
            <a:lvl1pPr indent="0">
              <a:buNone/>
              <a:defRPr sz="900" b="1">
                <a:solidFill>
                  <a:srgbClr val="0C2B48"/>
                </a:solidFill>
                <a:latin typeface="Arial Nova Cond" pitchFamily="34" charset="0"/>
                <a:ea typeface="Arial Nova Cond" pitchFamily="34" charset="-122"/>
                <a:cs typeface="Arial Nova Cond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</a:rPr>
              <a:t>Estação 3 - </a:t>
            </a:r>
            <a:r>
              <a:rPr lang="en-US" sz="1200" b="0">
                <a:ea typeface="+mn-ea"/>
                <a:cs typeface="+mn-cs"/>
              </a:rPr>
              <a:t>Tipos de Comunidade</a:t>
            </a:r>
          </a:p>
        </p:txBody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8579218D-B1E4-E8D1-A558-E809C177474B}"/>
              </a:ext>
            </a:extLst>
          </p:cNvPr>
          <p:cNvSpPr/>
          <p:nvPr/>
        </p:nvSpPr>
        <p:spPr>
          <a:xfrm>
            <a:off x="3767328" y="3786108"/>
            <a:ext cx="832104" cy="292608"/>
          </a:xfrm>
          <a:prstGeom prst="rect">
            <a:avLst/>
          </a:prstGeom>
          <a:solidFill>
            <a:srgbClr val="FBD3A3"/>
          </a:solidFill>
          <a:ln w="12700">
            <a:solidFill>
              <a:srgbClr val="FBD3A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E8A91D7A-E5D8-46FD-0454-445C64945CE0}"/>
              </a:ext>
            </a:extLst>
          </p:cNvPr>
          <p:cNvSpPr txBox="1"/>
          <p:nvPr/>
        </p:nvSpPr>
        <p:spPr>
          <a:xfrm>
            <a:off x="3749040" y="37861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+mn-ea"/>
                <a:cs typeface="+mn-cs"/>
              </a:rPr>
              <a:t>10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2AB58B1C-0D82-B5CD-689A-12140249BF77}"/>
              </a:ext>
            </a:extLst>
          </p:cNvPr>
          <p:cNvSpPr/>
          <p:nvPr/>
        </p:nvSpPr>
        <p:spPr>
          <a:xfrm>
            <a:off x="4718640" y="3786108"/>
            <a:ext cx="832104" cy="292608"/>
          </a:xfrm>
          <a:prstGeom prst="rect">
            <a:avLst/>
          </a:prstGeom>
          <a:solidFill>
            <a:srgbClr val="FBD3A3"/>
          </a:solidFill>
          <a:ln w="12700">
            <a:solidFill>
              <a:srgbClr val="FBD3A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8" name="Text 66">
            <a:extLst>
              <a:ext uri="{FF2B5EF4-FFF2-40B4-BE49-F238E27FC236}">
                <a16:creationId xmlns:a16="http://schemas.microsoft.com/office/drawing/2014/main" id="{41B4FB94-FB45-58F5-431D-1FA1E50C8AB4}"/>
              </a:ext>
            </a:extLst>
          </p:cNvPr>
          <p:cNvSpPr txBox="1"/>
          <p:nvPr/>
        </p:nvSpPr>
        <p:spPr>
          <a:xfrm>
            <a:off x="4700352" y="378610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2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549F376E-8BB4-FF05-9FA6-0FAD956E2CD6}"/>
              </a:ext>
            </a:extLst>
          </p:cNvPr>
          <p:cNvSpPr/>
          <p:nvPr/>
        </p:nvSpPr>
        <p:spPr>
          <a:xfrm>
            <a:off x="457200" y="4115292"/>
            <a:ext cx="3246120" cy="292608"/>
          </a:xfrm>
          <a:prstGeom prst="rect">
            <a:avLst/>
          </a:prstGeom>
          <a:solidFill>
            <a:srgbClr val="E1E8F0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0" name="Text 68">
            <a:extLst>
              <a:ext uri="{FF2B5EF4-FFF2-40B4-BE49-F238E27FC236}">
                <a16:creationId xmlns:a16="http://schemas.microsoft.com/office/drawing/2014/main" id="{C4978B9B-DFA5-6E23-AD30-7A21B8309120}"/>
              </a:ext>
            </a:extLst>
          </p:cNvPr>
          <p:cNvSpPr txBox="1"/>
          <p:nvPr/>
        </p:nvSpPr>
        <p:spPr>
          <a:xfrm>
            <a:off x="548640" y="41152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Estação 4 -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Papéis e Responsabilidades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77C5D053-A552-D207-33C2-114D5A04E875}"/>
              </a:ext>
            </a:extLst>
          </p:cNvPr>
          <p:cNvSpPr/>
          <p:nvPr/>
        </p:nvSpPr>
        <p:spPr>
          <a:xfrm>
            <a:off x="3767328" y="4115292"/>
            <a:ext cx="832104" cy="292608"/>
          </a:xfrm>
          <a:prstGeom prst="rect">
            <a:avLst/>
          </a:prstGeom>
          <a:solidFill>
            <a:srgbClr val="FBD3A3"/>
          </a:solidFill>
          <a:ln w="12700">
            <a:solidFill>
              <a:srgbClr val="FBD3A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2" name="Text 70">
            <a:extLst>
              <a:ext uri="{FF2B5EF4-FFF2-40B4-BE49-F238E27FC236}">
                <a16:creationId xmlns:a16="http://schemas.microsoft.com/office/drawing/2014/main" id="{53058C89-8513-A247-3A0E-C9281D9FFBA9}"/>
              </a:ext>
            </a:extLst>
          </p:cNvPr>
          <p:cNvSpPr txBox="1"/>
          <p:nvPr/>
        </p:nvSpPr>
        <p:spPr>
          <a:xfrm>
            <a:off x="3749040" y="41152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9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6BBD46F3-3397-6FF0-538C-E324B882E31B}"/>
              </a:ext>
            </a:extLst>
          </p:cNvPr>
          <p:cNvSpPr/>
          <p:nvPr/>
        </p:nvSpPr>
        <p:spPr>
          <a:xfrm>
            <a:off x="4718640" y="4115292"/>
            <a:ext cx="832104" cy="292608"/>
          </a:xfrm>
          <a:prstGeom prst="rect">
            <a:avLst/>
          </a:prstGeom>
          <a:solidFill>
            <a:srgbClr val="F7901E"/>
          </a:solidFill>
          <a:ln w="12700">
            <a:solidFill>
              <a:srgbClr val="F7901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8" name="Text 76">
            <a:extLst>
              <a:ext uri="{FF2B5EF4-FFF2-40B4-BE49-F238E27FC236}">
                <a16:creationId xmlns:a16="http://schemas.microsoft.com/office/drawing/2014/main" id="{17FB17B5-DB2B-FE4C-410E-E05E7DB94BF3}"/>
              </a:ext>
            </a:extLst>
          </p:cNvPr>
          <p:cNvSpPr txBox="1"/>
          <p:nvPr/>
        </p:nvSpPr>
        <p:spPr>
          <a:xfrm>
            <a:off x="4700352" y="41152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5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38555A12-11D8-F0B6-F0D2-477C52990979}"/>
              </a:ext>
            </a:extLst>
          </p:cNvPr>
          <p:cNvSpPr/>
          <p:nvPr/>
        </p:nvSpPr>
        <p:spPr>
          <a:xfrm>
            <a:off x="457200" y="4444476"/>
            <a:ext cx="3246120" cy="292608"/>
          </a:xfrm>
          <a:prstGeom prst="rect">
            <a:avLst/>
          </a:prstGeom>
          <a:solidFill>
            <a:srgbClr val="E1E8F0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0" name="Text 78">
            <a:extLst>
              <a:ext uri="{FF2B5EF4-FFF2-40B4-BE49-F238E27FC236}">
                <a16:creationId xmlns:a16="http://schemas.microsoft.com/office/drawing/2014/main" id="{05D2D87C-8EC0-4A19-8F16-067B654B7A38}"/>
              </a:ext>
            </a:extLst>
          </p:cNvPr>
          <p:cNvSpPr txBox="1"/>
          <p:nvPr/>
        </p:nvSpPr>
        <p:spPr>
          <a:xfrm>
            <a:off x="548640" y="444447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Estação 6 - 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+mn-ea"/>
                <a:cs typeface="+mn-cs"/>
              </a:rPr>
              <a:t>Funções na Comunidade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C2B48"/>
              </a:solidFill>
              <a:effectLst/>
              <a:uLnTx/>
              <a:uFillTx/>
              <a:latin typeface="Arial Nova Cond" pitchFamily="34" charset="0"/>
              <a:ea typeface="+mn-ea"/>
              <a:cs typeface="+mn-cs"/>
            </a:endParaRPr>
          </a:p>
        </p:txBody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0128BCB6-BB51-E67C-07A1-E8C1EA85D418}"/>
              </a:ext>
            </a:extLst>
          </p:cNvPr>
          <p:cNvSpPr/>
          <p:nvPr/>
        </p:nvSpPr>
        <p:spPr>
          <a:xfrm>
            <a:off x="3767328" y="4444476"/>
            <a:ext cx="832104" cy="292608"/>
          </a:xfrm>
          <a:prstGeom prst="rect">
            <a:avLst/>
          </a:prstGeom>
          <a:solidFill>
            <a:srgbClr val="FBD3A3"/>
          </a:solidFill>
          <a:ln w="12700">
            <a:solidFill>
              <a:srgbClr val="FBD3A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2" name="Text 80">
            <a:extLst>
              <a:ext uri="{FF2B5EF4-FFF2-40B4-BE49-F238E27FC236}">
                <a16:creationId xmlns:a16="http://schemas.microsoft.com/office/drawing/2014/main" id="{955FFC6C-C29B-C9A0-753A-71A2B57E65D8}"/>
              </a:ext>
            </a:extLst>
          </p:cNvPr>
          <p:cNvSpPr txBox="1"/>
          <p:nvPr/>
        </p:nvSpPr>
        <p:spPr>
          <a:xfrm>
            <a:off x="3749040" y="44444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+mn-ea"/>
                <a:cs typeface="+mn-cs"/>
              </a:rPr>
              <a:t>8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35D89373-A3A8-AF0F-9CBD-376BF01972D2}"/>
              </a:ext>
            </a:extLst>
          </p:cNvPr>
          <p:cNvSpPr/>
          <p:nvPr/>
        </p:nvSpPr>
        <p:spPr>
          <a:xfrm>
            <a:off x="4718640" y="4444476"/>
            <a:ext cx="832104" cy="292608"/>
          </a:xfrm>
          <a:prstGeom prst="rect">
            <a:avLst/>
          </a:prstGeom>
          <a:solidFill>
            <a:srgbClr val="FBD3A3"/>
          </a:solidFill>
          <a:ln w="12700">
            <a:solidFill>
              <a:srgbClr val="FBD3A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549AFFF2-6A3A-9E8D-8CDD-A38FF625428F}"/>
              </a:ext>
            </a:extLst>
          </p:cNvPr>
          <p:cNvSpPr txBox="1"/>
          <p:nvPr/>
        </p:nvSpPr>
        <p:spPr>
          <a:xfrm>
            <a:off x="4700352" y="444447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</a:t>
            </a:r>
          </a:p>
        </p:txBody>
      </p:sp>
      <p:sp>
        <p:nvSpPr>
          <p:cNvPr id="89" name="Shape 87">
            <a:extLst>
              <a:ext uri="{FF2B5EF4-FFF2-40B4-BE49-F238E27FC236}">
                <a16:creationId xmlns:a16="http://schemas.microsoft.com/office/drawing/2014/main" id="{5ADAED7F-536F-F234-AC41-30A47EF63524}"/>
              </a:ext>
            </a:extLst>
          </p:cNvPr>
          <p:cNvSpPr/>
          <p:nvPr/>
        </p:nvSpPr>
        <p:spPr>
          <a:xfrm>
            <a:off x="457200" y="4773660"/>
            <a:ext cx="3246120" cy="292608"/>
          </a:xfrm>
          <a:prstGeom prst="rect">
            <a:avLst/>
          </a:prstGeom>
          <a:solidFill>
            <a:srgbClr val="E1E8F0"/>
          </a:solidFill>
          <a:ln w="12700">
            <a:solidFill>
              <a:srgbClr val="E1E8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580948FD-8526-9FC4-D3C0-3801817D5E66}"/>
              </a:ext>
            </a:extLst>
          </p:cNvPr>
          <p:cNvSpPr txBox="1"/>
          <p:nvPr/>
        </p:nvSpPr>
        <p:spPr>
          <a:xfrm>
            <a:off x="548640" y="47736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+mn-ea"/>
                <a:cs typeface="+mn-cs"/>
              </a:rPr>
              <a:t>Estação 5 - 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+mn-ea"/>
                <a:cs typeface="+mn-cs"/>
              </a:rPr>
              <a:t>Papéis e Funções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C2B48"/>
              </a:solidFill>
              <a:effectLst/>
              <a:uLnTx/>
              <a:uFillTx/>
              <a:latin typeface="Arial Nova Cond" pitchFamily="34" charset="0"/>
              <a:ea typeface="+mn-ea"/>
              <a:cs typeface="+mn-cs"/>
            </a:endParaRPr>
          </a:p>
        </p:txBody>
      </p:sp>
      <p:sp>
        <p:nvSpPr>
          <p:cNvPr id="91" name="Shape 89">
            <a:extLst>
              <a:ext uri="{FF2B5EF4-FFF2-40B4-BE49-F238E27FC236}">
                <a16:creationId xmlns:a16="http://schemas.microsoft.com/office/drawing/2014/main" id="{CECF57A7-A113-FFFF-78B5-6D6A0BEAEFA5}"/>
              </a:ext>
            </a:extLst>
          </p:cNvPr>
          <p:cNvSpPr/>
          <p:nvPr/>
        </p:nvSpPr>
        <p:spPr>
          <a:xfrm>
            <a:off x="3767328" y="4773660"/>
            <a:ext cx="832104" cy="292608"/>
          </a:xfrm>
          <a:prstGeom prst="rect">
            <a:avLst/>
          </a:prstGeom>
          <a:solidFill>
            <a:srgbClr val="FBD3A3"/>
          </a:solidFill>
          <a:ln w="12700">
            <a:solidFill>
              <a:srgbClr val="FBD3A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" name="Text 90">
            <a:extLst>
              <a:ext uri="{FF2B5EF4-FFF2-40B4-BE49-F238E27FC236}">
                <a16:creationId xmlns:a16="http://schemas.microsoft.com/office/drawing/2014/main" id="{CF85AFD0-2D35-86AA-B0C5-B7C5F92134C9}"/>
              </a:ext>
            </a:extLst>
          </p:cNvPr>
          <p:cNvSpPr txBox="1"/>
          <p:nvPr/>
        </p:nvSpPr>
        <p:spPr>
          <a:xfrm>
            <a:off x="3749040" y="47736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7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7" name="Shape 95">
            <a:extLst>
              <a:ext uri="{FF2B5EF4-FFF2-40B4-BE49-F238E27FC236}">
                <a16:creationId xmlns:a16="http://schemas.microsoft.com/office/drawing/2014/main" id="{A9C1C080-C0D5-5F5E-D2A2-B95286108328}"/>
              </a:ext>
            </a:extLst>
          </p:cNvPr>
          <p:cNvSpPr/>
          <p:nvPr/>
        </p:nvSpPr>
        <p:spPr>
          <a:xfrm>
            <a:off x="4718640" y="4773660"/>
            <a:ext cx="832104" cy="29260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8" name="Text 96">
            <a:extLst>
              <a:ext uri="{FF2B5EF4-FFF2-40B4-BE49-F238E27FC236}">
                <a16:creationId xmlns:a16="http://schemas.microsoft.com/office/drawing/2014/main" id="{AD61FAE2-706D-2CBE-B3F4-81CDF86E3F2C}"/>
              </a:ext>
            </a:extLst>
          </p:cNvPr>
          <p:cNvSpPr txBox="1"/>
          <p:nvPr/>
        </p:nvSpPr>
        <p:spPr>
          <a:xfrm>
            <a:off x="4700352" y="47736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</a:t>
            </a:r>
          </a:p>
        </p:txBody>
      </p:sp>
      <p:sp>
        <p:nvSpPr>
          <p:cNvPr id="100" name="Shape 98">
            <a:extLst>
              <a:ext uri="{FF2B5EF4-FFF2-40B4-BE49-F238E27FC236}">
                <a16:creationId xmlns:a16="http://schemas.microsoft.com/office/drawing/2014/main" id="{C809B15F-2879-D906-3AB4-4B5FD6E7A8E1}"/>
              </a:ext>
            </a:extLst>
          </p:cNvPr>
          <p:cNvSpPr/>
          <p:nvPr/>
        </p:nvSpPr>
        <p:spPr>
          <a:xfrm>
            <a:off x="6949440" y="3189207"/>
            <a:ext cx="4050792" cy="965694"/>
          </a:xfrm>
          <a:prstGeom prst="rect">
            <a:avLst/>
          </a:prstGeom>
          <a:solidFill>
            <a:srgbClr val="FBD3A3"/>
          </a:solidFill>
          <a:ln w="12700">
            <a:solidFill>
              <a:srgbClr val="FBD3A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1" name="Text 99">
            <a:extLst>
              <a:ext uri="{FF2B5EF4-FFF2-40B4-BE49-F238E27FC236}">
                <a16:creationId xmlns:a16="http://schemas.microsoft.com/office/drawing/2014/main" id="{C6C66094-F2A1-C2A4-DFA8-615D060ADC74}"/>
              </a:ext>
            </a:extLst>
          </p:cNvPr>
          <p:cNvSpPr txBox="1"/>
          <p:nvPr/>
        </p:nvSpPr>
        <p:spPr>
          <a:xfrm>
            <a:off x="7031566" y="3164808"/>
            <a:ext cx="3865205" cy="990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Maior fragilidade está na distinção dos conceitos entre Verticais e Horizontais e nos Tipos de Comunidade: 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ambos tiveram 10 erros na primeira tentativa e apenas 56,5% de acerto.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6" name="Text 104">
            <a:extLst>
              <a:ext uri="{FF2B5EF4-FFF2-40B4-BE49-F238E27FC236}">
                <a16:creationId xmlns:a16="http://schemas.microsoft.com/office/drawing/2014/main" id="{A1962D9A-F4CD-E163-DAB8-DFD27BE6CF1A}"/>
              </a:ext>
            </a:extLst>
          </p:cNvPr>
          <p:cNvSpPr txBox="1"/>
          <p:nvPr/>
        </p:nvSpPr>
        <p:spPr>
          <a:xfrm>
            <a:off x="457200" y="5427553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150" normalizeH="0" baseline="0" noProof="0">
                <a:ln>
                  <a:noFill/>
                </a:ln>
                <a:solidFill>
                  <a:srgbClr val="F7901E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3 - PLANO DE REFORÇO (CATEQUIZAÇÃO) · PRÓXIMAS 2 SEMANAS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7" name="Shape 105">
            <a:extLst>
              <a:ext uri="{FF2B5EF4-FFF2-40B4-BE49-F238E27FC236}">
                <a16:creationId xmlns:a16="http://schemas.microsoft.com/office/drawing/2014/main" id="{312F55F7-0C6B-4017-E3F4-68D0A49B99F7}"/>
              </a:ext>
            </a:extLst>
          </p:cNvPr>
          <p:cNvSpPr/>
          <p:nvPr/>
        </p:nvSpPr>
        <p:spPr>
          <a:xfrm>
            <a:off x="457199" y="5739632"/>
            <a:ext cx="4343400" cy="844047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86" name="Agrupar 85">
            <a:extLst>
              <a:ext uri="{FF2B5EF4-FFF2-40B4-BE49-F238E27FC236}">
                <a16:creationId xmlns:a16="http://schemas.microsoft.com/office/drawing/2014/main" id="{7840CED2-6BB4-ACF5-96A8-9751238D0758}"/>
              </a:ext>
            </a:extLst>
          </p:cNvPr>
          <p:cNvGrpSpPr/>
          <p:nvPr/>
        </p:nvGrpSpPr>
        <p:grpSpPr>
          <a:xfrm>
            <a:off x="548641" y="5824832"/>
            <a:ext cx="274320" cy="274320"/>
            <a:chOff x="548641" y="5812785"/>
            <a:chExt cx="274320" cy="274320"/>
          </a:xfrm>
        </p:grpSpPr>
        <p:sp>
          <p:nvSpPr>
            <p:cNvPr id="108" name="Shape 106">
              <a:extLst>
                <a:ext uri="{FF2B5EF4-FFF2-40B4-BE49-F238E27FC236}">
                  <a16:creationId xmlns:a16="http://schemas.microsoft.com/office/drawing/2014/main" id="{CB820F8C-8DE9-726A-A5DA-83B0D1E73B77}"/>
                </a:ext>
              </a:extLst>
            </p:cNvPr>
            <p:cNvSpPr/>
            <p:nvPr/>
          </p:nvSpPr>
          <p:spPr>
            <a:xfrm>
              <a:off x="548641" y="5812785"/>
              <a:ext cx="274320" cy="274320"/>
            </a:xfrm>
            <a:prstGeom prst="ellipse">
              <a:avLst/>
            </a:prstGeom>
            <a:solidFill>
              <a:srgbClr val="F7901E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9" name="Text 107">
              <a:extLst>
                <a:ext uri="{FF2B5EF4-FFF2-40B4-BE49-F238E27FC236}">
                  <a16:creationId xmlns:a16="http://schemas.microsoft.com/office/drawing/2014/main" id="{E41CE2B9-24A4-1900-EFA0-A9E40D04C3F6}"/>
                </a:ext>
              </a:extLst>
            </p:cNvPr>
            <p:cNvSpPr txBox="1"/>
            <p:nvPr/>
          </p:nvSpPr>
          <p:spPr>
            <a:xfrm>
              <a:off x="548641" y="5812785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0C2B48"/>
                  </a:solidFill>
                  <a:effectLst/>
                  <a:uLnTx/>
                  <a:uFillTx/>
                  <a:latin typeface="Arial Nova Cond" pitchFamily="34" charset="0"/>
                  <a:ea typeface="Arial Nova Cond" pitchFamily="34" charset="-122"/>
                  <a:cs typeface="Arial Nova Cond" pitchFamily="34" charset="-120"/>
                </a:rPr>
                <a:t>1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0" name="Text 108">
            <a:extLst>
              <a:ext uri="{FF2B5EF4-FFF2-40B4-BE49-F238E27FC236}">
                <a16:creationId xmlns:a16="http://schemas.microsoft.com/office/drawing/2014/main" id="{E6CBA6C9-8F01-8FCF-5ABC-CFA1B3AEC5D3}"/>
              </a:ext>
            </a:extLst>
          </p:cNvPr>
          <p:cNvSpPr txBox="1"/>
          <p:nvPr/>
        </p:nvSpPr>
        <p:spPr>
          <a:xfrm>
            <a:off x="896113" y="5824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4566F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Cultura do Modelo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1" name="Text 109">
            <a:extLst>
              <a:ext uri="{FF2B5EF4-FFF2-40B4-BE49-F238E27FC236}">
                <a16:creationId xmlns:a16="http://schemas.microsoft.com/office/drawing/2014/main" id="{14BA804F-D6D1-4B98-9641-B48E783DC11A}"/>
              </a:ext>
            </a:extLst>
          </p:cNvPr>
          <p:cNvSpPr txBox="1"/>
          <p:nvPr/>
        </p:nvSpPr>
        <p:spPr>
          <a:xfrm>
            <a:off x="548641" y="6157549"/>
            <a:ext cx="41418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Alinhamento ONE TO ONE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+mn-ea"/>
                <a:cs typeface="+mn-cs"/>
              </a:rPr>
              <a:t>Apresentação individual falando do Modelo Matriz Equilibrada e Matricial.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2" name="Shape 110">
            <a:extLst>
              <a:ext uri="{FF2B5EF4-FFF2-40B4-BE49-F238E27FC236}">
                <a16:creationId xmlns:a16="http://schemas.microsoft.com/office/drawing/2014/main" id="{C1BDE005-8562-BC6D-8A14-EC4EF13B02B8}"/>
              </a:ext>
            </a:extLst>
          </p:cNvPr>
          <p:cNvSpPr/>
          <p:nvPr/>
        </p:nvSpPr>
        <p:spPr>
          <a:xfrm>
            <a:off x="6256529" y="5739632"/>
            <a:ext cx="4343737" cy="844047"/>
          </a:xfrm>
          <a:prstGeom prst="rect">
            <a:avLst/>
          </a:prstGeom>
          <a:solidFill>
            <a:srgbClr val="FFFFFF"/>
          </a:solidFill>
          <a:ln w="12700">
            <a:solidFill>
              <a:srgbClr val="CDD5D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85" name="Agrupar 84">
            <a:extLst>
              <a:ext uri="{FF2B5EF4-FFF2-40B4-BE49-F238E27FC236}">
                <a16:creationId xmlns:a16="http://schemas.microsoft.com/office/drawing/2014/main" id="{3FBAB1C4-08C9-1EF9-FAD9-A9C0A3E4915A}"/>
              </a:ext>
            </a:extLst>
          </p:cNvPr>
          <p:cNvGrpSpPr/>
          <p:nvPr/>
        </p:nvGrpSpPr>
        <p:grpSpPr>
          <a:xfrm>
            <a:off x="6347971" y="5824832"/>
            <a:ext cx="274320" cy="274320"/>
            <a:chOff x="6347971" y="5836880"/>
            <a:chExt cx="274320" cy="274320"/>
          </a:xfrm>
        </p:grpSpPr>
        <p:sp>
          <p:nvSpPr>
            <p:cNvPr id="113" name="Shape 111">
              <a:extLst>
                <a:ext uri="{FF2B5EF4-FFF2-40B4-BE49-F238E27FC236}">
                  <a16:creationId xmlns:a16="http://schemas.microsoft.com/office/drawing/2014/main" id="{5F32F3C0-53BD-9C6C-0433-6AF2D557AA71}"/>
                </a:ext>
              </a:extLst>
            </p:cNvPr>
            <p:cNvSpPr/>
            <p:nvPr/>
          </p:nvSpPr>
          <p:spPr>
            <a:xfrm>
              <a:off x="6347971" y="5836880"/>
              <a:ext cx="274320" cy="274320"/>
            </a:xfrm>
            <a:prstGeom prst="ellipse">
              <a:avLst/>
            </a:prstGeom>
            <a:solidFill>
              <a:srgbClr val="F7901E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14" name="Text 112">
              <a:extLst>
                <a:ext uri="{FF2B5EF4-FFF2-40B4-BE49-F238E27FC236}">
                  <a16:creationId xmlns:a16="http://schemas.microsoft.com/office/drawing/2014/main" id="{3767E00F-C556-459F-38C4-DCEF50FB739D}"/>
                </a:ext>
              </a:extLst>
            </p:cNvPr>
            <p:cNvSpPr txBox="1"/>
            <p:nvPr/>
          </p:nvSpPr>
          <p:spPr>
            <a:xfrm>
              <a:off x="6347971" y="5836880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>
                  <a:ln>
                    <a:noFill/>
                  </a:ln>
                  <a:solidFill>
                    <a:srgbClr val="0C2B48"/>
                  </a:solidFill>
                  <a:effectLst/>
                  <a:uLnTx/>
                  <a:uFillTx/>
                  <a:latin typeface="Arial Nova Cond" pitchFamily="34" charset="0"/>
                  <a:ea typeface="Arial Nova Cond" pitchFamily="34" charset="-122"/>
                  <a:cs typeface="Arial Nova Cond" pitchFamily="34" charset="-120"/>
                </a:rPr>
                <a:t>2</a:t>
              </a: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5" name="Text 113">
            <a:extLst>
              <a:ext uri="{FF2B5EF4-FFF2-40B4-BE49-F238E27FC236}">
                <a16:creationId xmlns:a16="http://schemas.microsoft.com/office/drawing/2014/main" id="{D70937D4-E9C2-3F19-B9C3-5F43FF305088}"/>
              </a:ext>
            </a:extLst>
          </p:cNvPr>
          <p:cNvSpPr txBox="1"/>
          <p:nvPr/>
        </p:nvSpPr>
        <p:spPr>
          <a:xfrm>
            <a:off x="6695443" y="5824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34566F"/>
                </a:solidFill>
                <a:effectLst/>
                <a:uLnTx/>
                <a:uFillTx/>
                <a:latin typeface="Arial Nova Cond" pitchFamily="34" charset="0"/>
                <a:ea typeface="+mn-ea"/>
                <a:cs typeface="+mn-cs"/>
              </a:rPr>
              <a:t>Papéis e Responsabilidades</a:t>
            </a:r>
          </a:p>
        </p:txBody>
      </p:sp>
      <p:sp>
        <p:nvSpPr>
          <p:cNvPr id="116" name="Text 114">
            <a:extLst>
              <a:ext uri="{FF2B5EF4-FFF2-40B4-BE49-F238E27FC236}">
                <a16:creationId xmlns:a16="http://schemas.microsoft.com/office/drawing/2014/main" id="{5C91909C-84A1-8604-92D7-A42ACC83230D}"/>
              </a:ext>
            </a:extLst>
          </p:cNvPr>
          <p:cNvSpPr txBox="1"/>
          <p:nvPr/>
        </p:nvSpPr>
        <p:spPr>
          <a:xfrm>
            <a:off x="6347970" y="6157549"/>
            <a:ext cx="441316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Alinhamento ONE TO 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C2B48"/>
                </a:solidFill>
                <a:effectLst/>
                <a:uLnTx/>
                <a:uFillTx/>
                <a:latin typeface="Arial Nova Cond" pitchFamily="34" charset="0"/>
                <a:ea typeface="+mn-ea"/>
                <a:cs typeface="+mn-cs"/>
              </a:rPr>
              <a:t>Apresentação individual repassando o papel e suas frentes de atuação e interface.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5" name="Shape 100">
            <a:extLst>
              <a:ext uri="{FF2B5EF4-FFF2-40B4-BE49-F238E27FC236}">
                <a16:creationId xmlns:a16="http://schemas.microsoft.com/office/drawing/2014/main" id="{C6728378-493A-5757-B655-3B8A39356A66}"/>
              </a:ext>
            </a:extLst>
          </p:cNvPr>
          <p:cNvSpPr/>
          <p:nvPr/>
        </p:nvSpPr>
        <p:spPr>
          <a:xfrm>
            <a:off x="6953956" y="4263790"/>
            <a:ext cx="4050792" cy="1051660"/>
          </a:xfrm>
          <a:prstGeom prst="rect">
            <a:avLst/>
          </a:prstGeom>
          <a:solidFill>
            <a:srgbClr val="FDEBD6"/>
          </a:solidFill>
          <a:ln w="12700">
            <a:solidFill>
              <a:srgbClr val="FDEBD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5" name="Text 101">
            <a:extLst>
              <a:ext uri="{FF2B5EF4-FFF2-40B4-BE49-F238E27FC236}">
                <a16:creationId xmlns:a16="http://schemas.microsoft.com/office/drawing/2014/main" id="{9869EDDA-CC31-8531-BB5D-3E7FE05EF5A8}"/>
              </a:ext>
            </a:extLst>
          </p:cNvPr>
          <p:cNvSpPr txBox="1"/>
          <p:nvPr/>
        </p:nvSpPr>
        <p:spPr>
          <a:xfrm>
            <a:off x="7030383" y="4423813"/>
            <a:ext cx="376933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Papéis e responsabilidades concentram a maior necessidade de apoio: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 Estação 4 teve </a:t>
            </a: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5 dicas utilizadas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, o maior volume da tabela, mesmo com desempenho um pouco superior (</a:t>
            </a: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60,9%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), sinalizando dúvida prática sobre atribuições e limites de atuação.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D49C559A-20FC-41A2-D013-53FF336C0655}"/>
              </a:ext>
            </a:extLst>
          </p:cNvPr>
          <p:cNvSpPr txBox="1"/>
          <p:nvPr/>
        </p:nvSpPr>
        <p:spPr>
          <a:xfrm>
            <a:off x="469562" y="962306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7901E"/>
                </a:solidFill>
                <a:effectLst/>
                <a:uLnTx/>
                <a:uFillTx/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Leitura executiva: </a:t>
            </a:r>
            <a:r>
              <a:rPr lang="pt-BR" sz="1200">
                <a:solidFill>
                  <a:srgbClr val="0C2B48"/>
                </a:solidFill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Os principais pontos de reforço estão concentrados nos conceitos do </a:t>
            </a:r>
            <a:r>
              <a:rPr lang="pt-BR" sz="1200" b="1">
                <a:solidFill>
                  <a:srgbClr val="0C2B48"/>
                </a:solidFill>
                <a:latin typeface="Arial Nova Cond" pitchFamily="34" charset="0"/>
                <a:ea typeface="Arial Nova Cond" pitchFamily="34" charset="-122"/>
                <a:cs typeface="Arial Nova Cond" pitchFamily="34" charset="-120"/>
              </a:rPr>
              <a:t>Modelo Matricial, na distinção entre Verticais e Horizontais e na aplicação de papéis e responsabilidades; A mudança proposta será no modelo de Comunicação moldando os meios para formatos mais técnicos.</a:t>
            </a:r>
            <a:endParaRPr lang="en-US" sz="1200" b="1">
              <a:solidFill>
                <a:srgbClr val="002A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070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154B077-21B5-7D30-D32C-79CF210C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063A7-386A-093D-8262-24FFCED15E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A4A75A-82B3-7F4B-B4EA-AD1D685CA36E}" type="slidenum">
              <a:rPr lang="pt-BR" smtClean="0"/>
              <a:pPr/>
              <a:t>25</a:t>
            </a:fld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473C5-2B17-1D56-A6C8-1636CE7554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Plano de Monitoramento, ajustes e transferência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4F99D5-943A-9DF1-98BE-7E1871646E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AC411698-FDF4-7D66-7B75-E7A4E6DA0D9C}"/>
              </a:ext>
            </a:extLst>
          </p:cNvPr>
          <p:cNvSpPr/>
          <p:nvPr/>
        </p:nvSpPr>
        <p:spPr>
          <a:xfrm>
            <a:off x="468251" y="1699621"/>
            <a:ext cx="2240280" cy="3703320"/>
          </a:xfrm>
          <a:prstGeom prst="rect">
            <a:avLst/>
          </a:prstGeom>
          <a:solidFill>
            <a:srgbClr val="F4F7FA"/>
          </a:solidFill>
          <a:ln w="10160">
            <a:solidFill>
              <a:srgbClr val="D8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17">
            <a:extLst>
              <a:ext uri="{FF2B5EF4-FFF2-40B4-BE49-F238E27FC236}">
                <a16:creationId xmlns:a16="http://schemas.microsoft.com/office/drawing/2014/main" id="{A8505020-300D-8AE1-6B32-120A6A69D2EA}"/>
              </a:ext>
            </a:extLst>
          </p:cNvPr>
          <p:cNvSpPr/>
          <p:nvPr/>
        </p:nvSpPr>
        <p:spPr>
          <a:xfrm>
            <a:off x="2994119" y="1699621"/>
            <a:ext cx="2788920" cy="3703320"/>
          </a:xfrm>
          <a:prstGeom prst="rect">
            <a:avLst/>
          </a:prstGeom>
          <a:solidFill>
            <a:srgbClr val="FBEFE1"/>
          </a:solidFill>
          <a:ln w="10160">
            <a:solidFill>
              <a:srgbClr val="EAD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31">
            <a:extLst>
              <a:ext uri="{FF2B5EF4-FFF2-40B4-BE49-F238E27FC236}">
                <a16:creationId xmlns:a16="http://schemas.microsoft.com/office/drawing/2014/main" id="{3A01B7A4-AB44-C7E4-D3A2-18CBB7803C06}"/>
              </a:ext>
            </a:extLst>
          </p:cNvPr>
          <p:cNvSpPr/>
          <p:nvPr/>
        </p:nvSpPr>
        <p:spPr>
          <a:xfrm>
            <a:off x="6071074" y="1699621"/>
            <a:ext cx="2788920" cy="3703320"/>
          </a:xfrm>
          <a:prstGeom prst="rect">
            <a:avLst/>
          </a:prstGeom>
          <a:solidFill>
            <a:srgbClr val="FBEFE1"/>
          </a:solidFill>
          <a:ln w="10160">
            <a:solidFill>
              <a:srgbClr val="EAD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D5269A7B-F24F-7EEB-711E-4B3A7CCE2FA5}"/>
              </a:ext>
            </a:extLst>
          </p:cNvPr>
          <p:cNvSpPr/>
          <p:nvPr/>
        </p:nvSpPr>
        <p:spPr>
          <a:xfrm>
            <a:off x="9148030" y="1699621"/>
            <a:ext cx="2790000" cy="3703320"/>
          </a:xfrm>
          <a:prstGeom prst="rect">
            <a:avLst/>
          </a:prstGeom>
          <a:solidFill>
            <a:srgbClr val="FFFFFF"/>
          </a:solidFill>
          <a:ln w="10160">
            <a:solidFill>
              <a:srgbClr val="233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B029E86-0A60-3BCB-54E6-71625FCD13E6}"/>
              </a:ext>
            </a:extLst>
          </p:cNvPr>
          <p:cNvSpPr txBox="1"/>
          <p:nvPr/>
        </p:nvSpPr>
        <p:spPr>
          <a:xfrm>
            <a:off x="687707" y="2550013"/>
            <a:ext cx="180136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6F6F6B"/>
                </a:solidFill>
                <a:latin typeface="Arial Nova Cond" panose="020B0506020202020204" pitchFamily="34" charset="0"/>
              </a:rPr>
              <a:t>BASE DEFINIDA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50ACD2D-8496-7764-31D1-41B6E6E2F2BF}"/>
              </a:ext>
            </a:extLst>
          </p:cNvPr>
          <p:cNvSpPr txBox="1"/>
          <p:nvPr/>
        </p:nvSpPr>
        <p:spPr>
          <a:xfrm>
            <a:off x="3213575" y="2550013"/>
            <a:ext cx="235000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C96F23"/>
                </a:solidFill>
                <a:latin typeface="Arial Nova Cond" panose="020B0506020202020204" pitchFamily="34" charset="0"/>
              </a:rPr>
              <a:t>PONTOS DE CONTROLE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5455C54-9B74-FF5C-F2BA-B1004AAF48A8}"/>
              </a:ext>
            </a:extLst>
          </p:cNvPr>
          <p:cNvSpPr txBox="1"/>
          <p:nvPr/>
        </p:nvSpPr>
        <p:spPr>
          <a:xfrm>
            <a:off x="6290530" y="2550013"/>
            <a:ext cx="235000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C96F23"/>
                </a:solidFill>
                <a:latin typeface="Arial Nova Cond" panose="020B0506020202020204" pitchFamily="34" charset="0"/>
              </a:rPr>
              <a:t>RESPOSTAS AOS GAPS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524A068-9E63-225E-59B2-B96501930EF6}"/>
              </a:ext>
            </a:extLst>
          </p:cNvPr>
          <p:cNvSpPr txBox="1"/>
          <p:nvPr/>
        </p:nvSpPr>
        <p:spPr>
          <a:xfrm>
            <a:off x="9367486" y="2550013"/>
            <a:ext cx="2322576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C96F23"/>
                </a:solidFill>
                <a:latin typeface="Arial Nova Cond" panose="020B0506020202020204" pitchFamily="34" charset="0"/>
              </a:rPr>
              <a:t>SUSTENTAÇÃO DA OPERAÇÃO</a:t>
            </a:r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4A8E9EAE-CD38-F8A2-1B4A-1F4B8DCF469D}"/>
              </a:ext>
            </a:extLst>
          </p:cNvPr>
          <p:cNvSpPr/>
          <p:nvPr/>
        </p:nvSpPr>
        <p:spPr>
          <a:xfrm>
            <a:off x="651131" y="1909933"/>
            <a:ext cx="548640" cy="548640"/>
          </a:xfrm>
          <a:prstGeom prst="ellipse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Nova Cond" panose="020B0506020202020204" pitchFamily="34" charset="0"/>
            </a:endParaRPr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B35BD48A-A8F9-2D3E-6584-D7B3E1A4BB52}"/>
              </a:ext>
            </a:extLst>
          </p:cNvPr>
          <p:cNvSpPr/>
          <p:nvPr/>
        </p:nvSpPr>
        <p:spPr>
          <a:xfrm>
            <a:off x="1090043" y="1836781"/>
            <a:ext cx="246888" cy="246888"/>
          </a:xfrm>
          <a:prstGeom prst="ellipse">
            <a:avLst/>
          </a:prstGeom>
          <a:solidFill>
            <a:srgbClr val="D8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Nova Cond" panose="020B0506020202020204" pitchFamily="34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009742D-55AA-2C0C-2BC6-53BFEEA8D672}"/>
              </a:ext>
            </a:extLst>
          </p:cNvPr>
          <p:cNvSpPr txBox="1"/>
          <p:nvPr/>
        </p:nvSpPr>
        <p:spPr>
          <a:xfrm>
            <a:off x="1089479" y="1841353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 Nova Cond" panose="020B0506020202020204" pitchFamily="34" charset="0"/>
              </a:rPr>
              <a:t>1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2100CAD6-2EAF-61C3-9649-0184348389DC}"/>
              </a:ext>
            </a:extLst>
          </p:cNvPr>
          <p:cNvSpPr txBox="1"/>
          <p:nvPr/>
        </p:nvSpPr>
        <p:spPr>
          <a:xfrm>
            <a:off x="1309499" y="1909933"/>
            <a:ext cx="1252728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pt-BR" sz="1600" b="1" i="0" noProof="0">
                <a:solidFill>
                  <a:srgbClr val="6F6F6B"/>
                </a:solidFill>
                <a:latin typeface="Arial Nova Cond" panose="020B0506020202020204" pitchFamily="34" charset="0"/>
              </a:rPr>
              <a:t>Estruturar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D17B06B-003A-EE70-E751-BE1349136EC6}"/>
              </a:ext>
            </a:extLst>
          </p:cNvPr>
          <p:cNvSpPr txBox="1"/>
          <p:nvPr/>
        </p:nvSpPr>
        <p:spPr>
          <a:xfrm>
            <a:off x="1309499" y="2202541"/>
            <a:ext cx="1252728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pt-BR" sz="850" b="1" i="0">
                <a:solidFill>
                  <a:srgbClr val="9D9D97"/>
                </a:solidFill>
                <a:latin typeface="Arial Nova Cond" panose="020B0506020202020204" pitchFamily="34" charset="0"/>
              </a:rPr>
              <a:t>EM ANDAMENTO</a:t>
            </a:r>
            <a:endParaRPr sz="850" b="1" i="0">
              <a:solidFill>
                <a:srgbClr val="9D9D97"/>
              </a:solidFill>
              <a:latin typeface="Arial Nova Cond" panose="020B0506020202020204" pitchFamily="34" charset="0"/>
            </a:endParaRPr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6431B271-91DA-908E-21F4-DB6AA06F56A2}"/>
              </a:ext>
            </a:extLst>
          </p:cNvPr>
          <p:cNvSpPr/>
          <p:nvPr/>
        </p:nvSpPr>
        <p:spPr>
          <a:xfrm>
            <a:off x="3176999" y="1909933"/>
            <a:ext cx="548640" cy="548640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Nova Cond" panose="020B0506020202020204" pitchFamily="34" charset="0"/>
            </a:endParaRPr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1FE776C2-014A-BF77-20E3-40073EBC4C86}"/>
              </a:ext>
            </a:extLst>
          </p:cNvPr>
          <p:cNvSpPr/>
          <p:nvPr/>
        </p:nvSpPr>
        <p:spPr>
          <a:xfrm>
            <a:off x="3615911" y="1836781"/>
            <a:ext cx="246888" cy="246888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Nova Cond" panose="020B050602020202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E34DA534-DB5D-F84A-818B-3B10EC10802B}"/>
              </a:ext>
            </a:extLst>
          </p:cNvPr>
          <p:cNvSpPr txBox="1"/>
          <p:nvPr/>
        </p:nvSpPr>
        <p:spPr>
          <a:xfrm>
            <a:off x="3615911" y="1841353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 Nova Cond" panose="020B0506020202020204" pitchFamily="34" charset="0"/>
              </a:rPr>
              <a:t>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18F5813-1F31-F7BD-D32F-6A54CC1BBD61}"/>
              </a:ext>
            </a:extLst>
          </p:cNvPr>
          <p:cNvSpPr txBox="1"/>
          <p:nvPr/>
        </p:nvSpPr>
        <p:spPr>
          <a:xfrm>
            <a:off x="3835367" y="1909933"/>
            <a:ext cx="180136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33F70"/>
                </a:solidFill>
                <a:latin typeface="Arial Nova Cond" panose="020B0506020202020204" pitchFamily="34" charset="0"/>
              </a:rPr>
              <a:t>Monitorar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94DD7E8-4CDB-1D91-5289-07A9D5F62E00}"/>
              </a:ext>
            </a:extLst>
          </p:cNvPr>
          <p:cNvSpPr txBox="1"/>
          <p:nvPr/>
        </p:nvSpPr>
        <p:spPr>
          <a:xfrm>
            <a:off x="3835367" y="2202541"/>
            <a:ext cx="1801367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C96F23"/>
                </a:solidFill>
                <a:latin typeface="Arial Nova Cond" panose="020B0506020202020204" pitchFamily="34" charset="0"/>
              </a:rPr>
              <a:t>FOCO ATUAL</a:t>
            </a:r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9876C8F2-717D-EE79-33D0-AE29209CFF0F}"/>
              </a:ext>
            </a:extLst>
          </p:cNvPr>
          <p:cNvSpPr/>
          <p:nvPr/>
        </p:nvSpPr>
        <p:spPr>
          <a:xfrm>
            <a:off x="6253954" y="1909933"/>
            <a:ext cx="548640" cy="548640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Nova Cond" panose="020B0506020202020204" pitchFamily="34" charset="0"/>
            </a:endParaRP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2EE4519B-6553-7785-9653-5E1792180C3C}"/>
              </a:ext>
            </a:extLst>
          </p:cNvPr>
          <p:cNvSpPr/>
          <p:nvPr/>
        </p:nvSpPr>
        <p:spPr>
          <a:xfrm>
            <a:off x="6692865" y="1836781"/>
            <a:ext cx="246888" cy="246888"/>
          </a:xfrm>
          <a:prstGeom prst="ellipse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Nova Cond" panose="020B0506020202020204" pitchFamily="34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8432B95-A3DE-C032-5512-41E1294955E3}"/>
              </a:ext>
            </a:extLst>
          </p:cNvPr>
          <p:cNvSpPr txBox="1"/>
          <p:nvPr/>
        </p:nvSpPr>
        <p:spPr>
          <a:xfrm>
            <a:off x="6692865" y="1841353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 Nova Cond" panose="020B0506020202020204" pitchFamily="34" charset="0"/>
              </a:rPr>
              <a:t>3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D9DA3C10-E823-E6E4-D9C0-319D63EC20A8}"/>
              </a:ext>
            </a:extLst>
          </p:cNvPr>
          <p:cNvSpPr txBox="1"/>
          <p:nvPr/>
        </p:nvSpPr>
        <p:spPr>
          <a:xfrm>
            <a:off x="6912322" y="1909933"/>
            <a:ext cx="180136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33F70"/>
                </a:solidFill>
                <a:latin typeface="Arial Nova Cond" panose="020B0506020202020204" pitchFamily="34" charset="0"/>
              </a:rPr>
              <a:t>Ajustar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530A9F7-E3A0-F5C7-50C6-BF5D5A019456}"/>
              </a:ext>
            </a:extLst>
          </p:cNvPr>
          <p:cNvSpPr txBox="1"/>
          <p:nvPr/>
        </p:nvSpPr>
        <p:spPr>
          <a:xfrm>
            <a:off x="6912322" y="2202541"/>
            <a:ext cx="1801367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C96F23"/>
                </a:solidFill>
                <a:latin typeface="Arial Nova Cond" panose="020B0506020202020204" pitchFamily="34" charset="0"/>
              </a:rPr>
              <a:t>FOCO ATUAL</a:t>
            </a:r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4963B93A-55E7-13D2-778A-92BBD7D3D4F0}"/>
              </a:ext>
            </a:extLst>
          </p:cNvPr>
          <p:cNvSpPr/>
          <p:nvPr/>
        </p:nvSpPr>
        <p:spPr>
          <a:xfrm>
            <a:off x="9330910" y="1909933"/>
            <a:ext cx="548640" cy="548640"/>
          </a:xfrm>
          <a:prstGeom prst="ellipse">
            <a:avLst/>
          </a:prstGeom>
          <a:solidFill>
            <a:srgbClr val="23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Nova Cond" panose="020B0506020202020204" pitchFamily="34" charset="0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FB3DDE2A-D7F9-5622-ED26-CE1BF1A1B57D}"/>
              </a:ext>
            </a:extLst>
          </p:cNvPr>
          <p:cNvSpPr/>
          <p:nvPr/>
        </p:nvSpPr>
        <p:spPr>
          <a:xfrm>
            <a:off x="9769822" y="1836781"/>
            <a:ext cx="246888" cy="246888"/>
          </a:xfrm>
          <a:prstGeom prst="ellipse">
            <a:avLst/>
          </a:prstGeom>
          <a:solidFill>
            <a:srgbClr val="233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rial Nova Cond" panose="020B0506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73D158A-F6DE-83CA-C6DA-A4C7AC51CC32}"/>
              </a:ext>
            </a:extLst>
          </p:cNvPr>
          <p:cNvSpPr txBox="1"/>
          <p:nvPr/>
        </p:nvSpPr>
        <p:spPr>
          <a:xfrm>
            <a:off x="9762802" y="1845925"/>
            <a:ext cx="24688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 Nova Cond" panose="020B0506020202020204" pitchFamily="34" charset="0"/>
              </a:rPr>
              <a:t>4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C100530-F24C-EA71-8746-7148478E2FC6}"/>
              </a:ext>
            </a:extLst>
          </p:cNvPr>
          <p:cNvSpPr txBox="1"/>
          <p:nvPr/>
        </p:nvSpPr>
        <p:spPr>
          <a:xfrm>
            <a:off x="9989278" y="1909933"/>
            <a:ext cx="1773936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pt-BR" sz="1600" b="1" i="0" noProof="0">
                <a:solidFill>
                  <a:srgbClr val="233F70"/>
                </a:solidFill>
                <a:latin typeface="Arial Nova Cond" panose="020B0506020202020204" pitchFamily="34" charset="0"/>
              </a:rPr>
              <a:t>Transferir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B737761A-CECF-7932-8ECE-AC5719EFE6DA}"/>
              </a:ext>
            </a:extLst>
          </p:cNvPr>
          <p:cNvSpPr txBox="1"/>
          <p:nvPr/>
        </p:nvSpPr>
        <p:spPr>
          <a:xfrm>
            <a:off x="9989278" y="2202541"/>
            <a:ext cx="1773936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 i="0">
                <a:solidFill>
                  <a:srgbClr val="C96F23"/>
                </a:solidFill>
                <a:latin typeface="Arial Nova Cond" panose="020B0506020202020204" pitchFamily="34" charset="0"/>
              </a:rPr>
              <a:t>PRÓXIMA ETAPA</a:t>
            </a:r>
          </a:p>
        </p:txBody>
      </p:sp>
      <p:pic>
        <p:nvPicPr>
          <p:cNvPr id="140" name="Image 0" descr="/home/claude/am_deck/icons/search.png">
            <a:extLst>
              <a:ext uri="{FF2B5EF4-FFF2-40B4-BE49-F238E27FC236}">
                <a16:creationId xmlns:a16="http://schemas.microsoft.com/office/drawing/2014/main" id="{967FCBCA-BA63-AE3F-3D4A-CE78624B9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11" y="2032489"/>
            <a:ext cx="303528" cy="303528"/>
          </a:xfrm>
          <a:prstGeom prst="rect">
            <a:avLst/>
          </a:prstGeom>
        </p:spPr>
      </p:pic>
      <p:pic>
        <p:nvPicPr>
          <p:cNvPr id="142" name="Image 1" descr="/home/claude/am_deck/icons/refresh.png">
            <a:extLst>
              <a:ext uri="{FF2B5EF4-FFF2-40B4-BE49-F238E27FC236}">
                <a16:creationId xmlns:a16="http://schemas.microsoft.com/office/drawing/2014/main" id="{02719FF7-2DD3-E1A1-8A49-2AC653485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9471" y="2032489"/>
            <a:ext cx="302400" cy="302400"/>
          </a:xfrm>
          <a:prstGeom prst="rect">
            <a:avLst/>
          </a:prstGeom>
        </p:spPr>
      </p:pic>
      <p:pic>
        <p:nvPicPr>
          <p:cNvPr id="144" name="Image 2" descr="/home/claude/am_deck/icons/tool.png">
            <a:extLst>
              <a:ext uri="{FF2B5EF4-FFF2-40B4-BE49-F238E27FC236}">
                <a16:creationId xmlns:a16="http://schemas.microsoft.com/office/drawing/2014/main" id="{B0ED8CF1-9374-AC45-AF1D-33C250463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824" y="2029313"/>
            <a:ext cx="302400" cy="302400"/>
          </a:xfrm>
          <a:prstGeom prst="rect">
            <a:avLst/>
          </a:prstGeom>
        </p:spPr>
      </p:pic>
      <p:pic>
        <p:nvPicPr>
          <p:cNvPr id="146" name="Image 3" descr="/home/claude/am_deck/icons/gradcap.png">
            <a:extLst>
              <a:ext uri="{FF2B5EF4-FFF2-40B4-BE49-F238E27FC236}">
                <a16:creationId xmlns:a16="http://schemas.microsoft.com/office/drawing/2014/main" id="{DDB1CE85-CA7F-6482-63D3-D4FA50733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4030" y="2043706"/>
            <a:ext cx="302400" cy="302400"/>
          </a:xfrm>
          <a:prstGeom prst="rect">
            <a:avLst/>
          </a:prstGeom>
        </p:spPr>
      </p:pic>
      <p:sp>
        <p:nvSpPr>
          <p:cNvPr id="148" name="Text 6">
            <a:extLst>
              <a:ext uri="{FF2B5EF4-FFF2-40B4-BE49-F238E27FC236}">
                <a16:creationId xmlns:a16="http://schemas.microsoft.com/office/drawing/2014/main" id="{013A0DF7-751D-74E2-1FC7-94D43D6C0AEF}"/>
              </a:ext>
            </a:extLst>
          </p:cNvPr>
          <p:cNvSpPr/>
          <p:nvPr/>
        </p:nvSpPr>
        <p:spPr>
          <a:xfrm>
            <a:off x="686594" y="2899064"/>
            <a:ext cx="1803594" cy="1730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Gerências e Comunidades operacionalizadas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Modelo de governança e fóruns definidos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Papéis e responsabilidades estruturados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Primeira leva de capacitação concluída</a:t>
            </a:r>
          </a:p>
        </p:txBody>
      </p:sp>
      <p:sp>
        <p:nvSpPr>
          <p:cNvPr id="150" name="Text 6">
            <a:extLst>
              <a:ext uri="{FF2B5EF4-FFF2-40B4-BE49-F238E27FC236}">
                <a16:creationId xmlns:a16="http://schemas.microsoft.com/office/drawing/2014/main" id="{12BCD289-75A5-351F-0028-DF04B05F289A}"/>
              </a:ext>
            </a:extLst>
          </p:cNvPr>
          <p:cNvSpPr/>
          <p:nvPr/>
        </p:nvSpPr>
        <p:spPr>
          <a:xfrm>
            <a:off x="3389980" y="2897936"/>
            <a:ext cx="1997199" cy="20885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</a:t>
            </a: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derência aos ritos e fóruns de governança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lareza de papéis, responsabilidades e interfaces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Backlog, priorização e uso das ferramentas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Aplicação prática da metodologia, dúvidas recorrentes e gaps pós-treinamentos</a:t>
            </a:r>
          </a:p>
        </p:txBody>
      </p:sp>
      <p:sp>
        <p:nvSpPr>
          <p:cNvPr id="152" name="Text 6">
            <a:extLst>
              <a:ext uri="{FF2B5EF4-FFF2-40B4-BE49-F238E27FC236}">
                <a16:creationId xmlns:a16="http://schemas.microsoft.com/office/drawing/2014/main" id="{1FA6018B-77C8-2202-4586-63F8A52F9150}"/>
              </a:ext>
            </a:extLst>
          </p:cNvPr>
          <p:cNvSpPr/>
          <p:nvPr/>
        </p:nvSpPr>
        <p:spPr>
          <a:xfrm>
            <a:off x="6178900" y="2897936"/>
            <a:ext cx="2360730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Ajustar ritos e fóruns de governança (convites, pauta e cadência)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Reforçar papéis, responsabilidades e atuação esperada de cada perfil (guia de bolso interativo)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Orientar ajustes </a:t>
            </a:r>
            <a:r>
              <a:rPr lang="pt-BR" sz="100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na organização do backlog </a:t>
            </a: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 uso da ferramenta para gestão de projetos e portfólio (configuração do Azure DevOps)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Realizar reforços pontuais de capacitação por meio de reuniões</a:t>
            </a:r>
          </a:p>
        </p:txBody>
      </p:sp>
      <p:sp>
        <p:nvSpPr>
          <p:cNvPr id="154" name="Text 6">
            <a:extLst>
              <a:ext uri="{FF2B5EF4-FFF2-40B4-BE49-F238E27FC236}">
                <a16:creationId xmlns:a16="http://schemas.microsoft.com/office/drawing/2014/main" id="{BAE8D545-93F9-047A-8D0C-F94D8F7B670B}"/>
              </a:ext>
            </a:extLst>
          </p:cNvPr>
          <p:cNvSpPr/>
          <p:nvPr/>
        </p:nvSpPr>
        <p:spPr>
          <a:xfrm>
            <a:off x="9500047" y="2897936"/>
            <a:ext cx="2085967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Consolidar materiais e orientações finais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Transferir conhecimento para os responsáveis</a:t>
            </a:r>
          </a:p>
          <a:p>
            <a:pPr marL="171450" indent="-171450">
              <a:lnSpc>
                <a:spcPts val="14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Formalizar a sustentação e reduzir gradualmente a atuação na operação assistida</a:t>
            </a:r>
          </a:p>
          <a:p>
            <a:pPr algn="ctr">
              <a:lnSpc>
                <a:spcPts val="1400"/>
              </a:lnSpc>
              <a:spcAft>
                <a:spcPts val="600"/>
              </a:spcAft>
            </a:pPr>
            <a:endParaRPr lang="pt-BR" sz="1000" b="1" noProof="0">
              <a:solidFill>
                <a:srgbClr val="0B2E4A"/>
              </a:solidFill>
              <a:latin typeface="Arial Nova Cond" panose="020B0506020202020204" pitchFamily="34" charset="0"/>
              <a:ea typeface="Arial" pitchFamily="34" charset="-122"/>
              <a:cs typeface="Arial" pitchFamily="34" charset="-120"/>
            </a:endParaRPr>
          </a:p>
          <a:p>
            <a:pPr algn="ctr">
              <a:lnSpc>
                <a:spcPts val="1400"/>
              </a:lnSpc>
              <a:spcAft>
                <a:spcPts val="600"/>
              </a:spcAft>
            </a:pPr>
            <a:r>
              <a:rPr lang="pt-BR" sz="1000" b="1" noProof="0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Garantir que a FEG </a:t>
            </a:r>
            <a:r>
              <a:rPr lang="pt-BR" sz="1000" b="1">
                <a:solidFill>
                  <a:srgbClr val="0B2E4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seja guardiã do modelo de operação</a:t>
            </a:r>
            <a:endParaRPr lang="pt-BR" sz="1000" b="1" noProof="0">
              <a:solidFill>
                <a:srgbClr val="0B2E4A"/>
              </a:solidFill>
              <a:latin typeface="Arial Nova Cond" panose="020B0506020202020204" pitchFamily="34" charset="0"/>
              <a:ea typeface="Arial" pitchFamily="34" charset="-122"/>
              <a:cs typeface="Arial" pitchFamily="34" charset="-120"/>
            </a:endParaRPr>
          </a:p>
        </p:txBody>
      </p: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CD1AD359-E1A8-3379-EE79-43A46FDA11F9}"/>
              </a:ext>
            </a:extLst>
          </p:cNvPr>
          <p:cNvCxnSpPr>
            <a:cxnSpLocks/>
          </p:cNvCxnSpPr>
          <p:nvPr/>
        </p:nvCxnSpPr>
        <p:spPr>
          <a:xfrm>
            <a:off x="2708531" y="3551281"/>
            <a:ext cx="285588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545C20E2-04CE-4C55-F5A3-FEB2BCF76831}"/>
              </a:ext>
            </a:extLst>
          </p:cNvPr>
          <p:cNvCxnSpPr>
            <a:cxnSpLocks/>
          </p:cNvCxnSpPr>
          <p:nvPr/>
        </p:nvCxnSpPr>
        <p:spPr>
          <a:xfrm>
            <a:off x="5785486" y="3551281"/>
            <a:ext cx="285588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049D363F-FCC1-3B0A-BF3B-8B4262C403A9}"/>
              </a:ext>
            </a:extLst>
          </p:cNvPr>
          <p:cNvCxnSpPr>
            <a:cxnSpLocks/>
          </p:cNvCxnSpPr>
          <p:nvPr/>
        </p:nvCxnSpPr>
        <p:spPr>
          <a:xfrm>
            <a:off x="8859994" y="3551281"/>
            <a:ext cx="285588" cy="0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CC8359B5-8DA3-8E86-F73E-4C4C8A7A8024}"/>
              </a:ext>
            </a:extLst>
          </p:cNvPr>
          <p:cNvCxnSpPr/>
          <p:nvPr/>
        </p:nvCxnSpPr>
        <p:spPr>
          <a:xfrm rot="16200000" flipV="1">
            <a:off x="5927057" y="161143"/>
            <a:ext cx="12700" cy="3076955"/>
          </a:xfrm>
          <a:prstGeom prst="bentConnector3">
            <a:avLst>
              <a:gd name="adj1" fmla="val 1800000"/>
            </a:avLst>
          </a:prstGeom>
          <a:ln>
            <a:solidFill>
              <a:schemeClr val="accent4">
                <a:lumMod val="5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52AA7267-D8A0-0DB3-518B-AAC22043452E}"/>
              </a:ext>
            </a:extLst>
          </p:cNvPr>
          <p:cNvSpPr txBox="1"/>
          <p:nvPr/>
        </p:nvSpPr>
        <p:spPr>
          <a:xfrm>
            <a:off x="4394929" y="1076252"/>
            <a:ext cx="307695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chemeClr val="accent4">
                    <a:lumMod val="50000"/>
                  </a:schemeClr>
                </a:solidFill>
                <a:latin typeface="Arial Nova Cond" panose="020B0506020202020204" pitchFamily="34" charset="0"/>
              </a:rPr>
              <a:t>CICLO DE ESTABILIZAÇÃO</a:t>
            </a:r>
            <a:endParaRPr lang="pt-BR" sz="900" b="1" i="0">
              <a:solidFill>
                <a:schemeClr val="accent4">
                  <a:lumMod val="50000"/>
                </a:schemeClr>
              </a:solidFill>
              <a:latin typeface="Arial Nova Cond" panose="020B0506020202020204" pitchFamily="34" charset="0"/>
            </a:endParaRPr>
          </a:p>
          <a:p>
            <a:pPr algn="ctr"/>
            <a:r>
              <a:rPr sz="900" b="1" i="0">
                <a:solidFill>
                  <a:schemeClr val="accent4">
                    <a:lumMod val="50000"/>
                  </a:schemeClr>
                </a:solidFill>
                <a:latin typeface="Arial Nova Cond" panose="020B0506020202020204" pitchFamily="34" charset="0"/>
              </a:rPr>
              <a:t>MONITORAR ⇄ AJUSTAR</a:t>
            </a:r>
          </a:p>
        </p:txBody>
      </p:sp>
      <p:sp>
        <p:nvSpPr>
          <p:cNvPr id="166" name="Rounded Rectangle 58">
            <a:extLst>
              <a:ext uri="{FF2B5EF4-FFF2-40B4-BE49-F238E27FC236}">
                <a16:creationId xmlns:a16="http://schemas.microsoft.com/office/drawing/2014/main" id="{C4F44EF3-700D-F288-DE7D-18C96155FE7B}"/>
              </a:ext>
            </a:extLst>
          </p:cNvPr>
          <p:cNvSpPr/>
          <p:nvPr/>
        </p:nvSpPr>
        <p:spPr>
          <a:xfrm>
            <a:off x="8539630" y="3643683"/>
            <a:ext cx="914400" cy="263023"/>
          </a:xfrm>
          <a:prstGeom prst="roundRect">
            <a:avLst/>
          </a:prstGeom>
          <a:solidFill>
            <a:srgbClr val="C96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>
                <a:solidFill>
                  <a:schemeClr val="bg1"/>
                </a:solidFill>
                <a:latin typeface="Arial Nova Cond" panose="020B0506020202020204" pitchFamily="34" charset="0"/>
              </a:rPr>
              <a:t>Operação estabilizada</a:t>
            </a:r>
            <a:endParaRPr sz="80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7" name="Speech Bubble: Rectangle with Corners Rounded 166">
            <a:extLst>
              <a:ext uri="{FF2B5EF4-FFF2-40B4-BE49-F238E27FC236}">
                <a16:creationId xmlns:a16="http://schemas.microsoft.com/office/drawing/2014/main" id="{2EFA49BF-27B6-B05A-7B75-3E9FFC04D554}"/>
              </a:ext>
            </a:extLst>
          </p:cNvPr>
          <p:cNvSpPr/>
          <p:nvPr/>
        </p:nvSpPr>
        <p:spPr>
          <a:xfrm>
            <a:off x="3601871" y="5288284"/>
            <a:ext cx="4127499" cy="1404172"/>
          </a:xfrm>
          <a:prstGeom prst="wedgeRoundRectCallout">
            <a:avLst>
              <a:gd name="adj1" fmla="val -24944"/>
              <a:gd name="adj2" fmla="val -63682"/>
              <a:gd name="adj3" fmla="val 16667"/>
            </a:avLst>
          </a:prstGeom>
          <a:solidFill>
            <a:srgbClr val="4CD4B0">
              <a:alpha val="28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9" name="Text 6">
            <a:extLst>
              <a:ext uri="{FF2B5EF4-FFF2-40B4-BE49-F238E27FC236}">
                <a16:creationId xmlns:a16="http://schemas.microsoft.com/office/drawing/2014/main" id="{90ED969F-47FA-2632-81ED-EA3758A14BFB}"/>
              </a:ext>
            </a:extLst>
          </p:cNvPr>
          <p:cNvSpPr/>
          <p:nvPr/>
        </p:nvSpPr>
        <p:spPr>
          <a:xfrm>
            <a:off x="3705272" y="5333372"/>
            <a:ext cx="3920696" cy="1321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00"/>
              </a:lnSpc>
              <a:spcAft>
                <a:spcPts val="300"/>
              </a:spcAft>
            </a:pPr>
            <a:r>
              <a:rPr lang="pt-BR" sz="1000" b="1" noProof="0"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COMO CAPTAMOS OS PONTOS DE ATENÇÃO</a:t>
            </a:r>
          </a:p>
          <a:p>
            <a:pPr marL="171450" indent="-171450">
              <a:lnSpc>
                <a:spcPts val="14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Fóruns e ritos: Observação dos encontros formais e da dinâmica de governança</a:t>
            </a:r>
          </a:p>
          <a:p>
            <a:pPr marL="171450" indent="-171450">
              <a:lnSpc>
                <a:spcPts val="14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Encontros semanais: Check-in estruturado com líderes para consolidar pontos e evolução</a:t>
            </a:r>
          </a:p>
          <a:p>
            <a:pPr marL="171450" indent="-171450">
              <a:lnSpc>
                <a:spcPts val="1400"/>
              </a:lnSpc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pt-BR" sz="1000" noProof="0"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Percepções e dúvidas trazidas pelas equipes durante a operação</a:t>
            </a:r>
          </a:p>
        </p:txBody>
      </p:sp>
    </p:spTree>
    <p:extLst>
      <p:ext uri="{BB962C8B-B14F-4D97-AF65-F5344CB8AC3E}">
        <p14:creationId xmlns:p14="http://schemas.microsoft.com/office/powerpoint/2010/main" val="1939659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D6BE9E-D56A-E68E-C807-AF4587F3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B6052E-88E3-49BB-D7ED-411F2628AB7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2C7AA0-F7CC-115D-E338-8C896B8BF92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- Plano de Monitoramento, ajustes e transferência</a:t>
            </a:r>
            <a:endParaRPr lang="en-US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02EC2248-EEFB-C9D3-961E-1E9EFF92C9C6}"/>
              </a:ext>
            </a:extLst>
          </p:cNvPr>
          <p:cNvGraphicFramePr>
            <a:graphicFrameLocks noGrp="1"/>
          </p:cNvGraphicFramePr>
          <p:nvPr/>
        </p:nvGraphicFramePr>
        <p:xfrm>
          <a:off x="332357" y="1660633"/>
          <a:ext cx="11527286" cy="3336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114">
                  <a:extLst>
                    <a:ext uri="{9D8B030D-6E8A-4147-A177-3AD203B41FA5}">
                      <a16:colId xmlns:a16="http://schemas.microsoft.com/office/drawing/2014/main" val="566229274"/>
                    </a:ext>
                  </a:extLst>
                </a:gridCol>
                <a:gridCol w="3437797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423420383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1512307838"/>
                    </a:ext>
                  </a:extLst>
                </a:gridCol>
                <a:gridCol w="1107625">
                  <a:extLst>
                    <a:ext uri="{9D8B030D-6E8A-4147-A177-3AD203B41FA5}">
                      <a16:colId xmlns:a16="http://schemas.microsoft.com/office/drawing/2014/main" val="3702681162"/>
                    </a:ext>
                  </a:extLst>
                </a:gridCol>
              </a:tblGrid>
              <a:tr h="345002">
                <a:tc>
                  <a:txBody>
                    <a:bodyPr/>
                    <a:lstStyle/>
                    <a:p>
                      <a:pPr algn="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45002">
                <a:tc>
                  <a:txBody>
                    <a:bodyPr/>
                    <a:lstStyle/>
                    <a:p>
                      <a:pPr algn="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14/09 – 18/09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21/09 – 25/09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28/09 – 02/10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05/10 – 09/10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12/10 – 16/10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19/10 – 23/10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26/10 – 30/10</a:t>
                      </a: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487012"/>
                  </a:ext>
                </a:extLst>
              </a:tr>
              <a:tr h="536670">
                <a:tc>
                  <a:txBody>
                    <a:bodyPr/>
                    <a:lstStyle/>
                    <a:p>
                      <a:pPr marL="0" marR="0" lvl="0" indent="0" algn="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F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ADERÊNCIA AOS RITOS E FÓRUNS DE GOVERNANÇA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536670">
                <a:tc>
                  <a:txBody>
                    <a:bodyPr/>
                    <a:lstStyle/>
                    <a:p>
                      <a:pPr marL="0" marR="0" lvl="0" indent="0" algn="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596C7A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F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+mn-ea"/>
                          <a:cs typeface="Arial" pitchFamily="34" charset="-120"/>
                        </a:rPr>
                        <a:t>CLAREZA DE PAPÉIS E RESPONSABILIDADES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518301">
                <a:tc>
                  <a:txBody>
                    <a:bodyPr/>
                    <a:lstStyle/>
                    <a:p>
                      <a:pPr marL="0" marR="0" lvl="0" indent="0" algn="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F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+mn-ea"/>
                          <a:cs typeface="Arial" pitchFamily="34" charset="-120"/>
                        </a:rPr>
                        <a:t>INTERFACES COM ÁREAS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272033"/>
                  </a:ext>
                </a:extLst>
              </a:tr>
              <a:tr h="518301">
                <a:tc>
                  <a:txBody>
                    <a:bodyPr/>
                    <a:lstStyle/>
                    <a:p>
                      <a:pPr marL="0" marR="0" lvl="0" indent="0" algn="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596C7A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4BFC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USO DAS FERRAMENTAS OFICIAIS E </a:t>
                      </a:r>
                      <a:r>
                        <a:rPr lang="pt-BR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ADOÇÃO DO FLUXO DE BACKLOG</a:t>
                      </a:r>
                      <a:endParaRPr lang="en-US" sz="1300" b="0" kern="1200">
                        <a:solidFill>
                          <a:srgbClr val="1F2A35"/>
                        </a:solidFill>
                        <a:latin typeface="Arial Nova Cond" panose="020B0506020202020204" pitchFamily="34" charset="0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536670">
                <a:tc>
                  <a:txBody>
                    <a:bodyPr/>
                    <a:lstStyle/>
                    <a:p>
                      <a:pPr marL="0" marR="0" lvl="0" indent="0" algn="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3F6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96C7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3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+mn-ea"/>
                          <a:cs typeface="Arial" pitchFamily="34" charset="-120"/>
                        </a:rPr>
                        <a:t>TRANSFERIR CONHECIMENTO PARA OS RESPONSÁVEIS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0877436"/>
                  </a:ext>
                </a:extLst>
              </a:tr>
            </a:tbl>
          </a:graphicData>
        </a:graphic>
      </p:graphicFrame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599E9BA-2AB2-7007-AB51-031F3A6306A9}"/>
              </a:ext>
            </a:extLst>
          </p:cNvPr>
          <p:cNvSpPr/>
          <p:nvPr/>
        </p:nvSpPr>
        <p:spPr bwMode="auto">
          <a:xfrm>
            <a:off x="4303604" y="3061707"/>
            <a:ext cx="3358425" cy="22848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12AB8C04-EC0F-2E7B-3507-A19C9EBD245F}"/>
              </a:ext>
            </a:extLst>
          </p:cNvPr>
          <p:cNvSpPr/>
          <p:nvPr/>
        </p:nvSpPr>
        <p:spPr>
          <a:xfrm>
            <a:off x="607106" y="6802142"/>
            <a:ext cx="13553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 sz="1400" noProof="0">
              <a:solidFill>
                <a:srgbClr val="E87722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2F08D1D0-E165-9378-EC53-C50850269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383062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21">
            <a:extLst>
              <a:ext uri="{FF2B5EF4-FFF2-40B4-BE49-F238E27FC236}">
                <a16:creationId xmlns:a16="http://schemas.microsoft.com/office/drawing/2014/main" id="{521F1436-7FBE-3A5A-7AEE-51C9AFBBF219}"/>
              </a:ext>
            </a:extLst>
          </p:cNvPr>
          <p:cNvSpPr/>
          <p:nvPr/>
        </p:nvSpPr>
        <p:spPr bwMode="auto">
          <a:xfrm>
            <a:off x="5217459" y="3594724"/>
            <a:ext cx="3298144" cy="22848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21">
            <a:extLst>
              <a:ext uri="{FF2B5EF4-FFF2-40B4-BE49-F238E27FC236}">
                <a16:creationId xmlns:a16="http://schemas.microsoft.com/office/drawing/2014/main" id="{5A1200DF-1518-27B6-7445-4A52214936DE}"/>
              </a:ext>
            </a:extLst>
          </p:cNvPr>
          <p:cNvSpPr/>
          <p:nvPr/>
        </p:nvSpPr>
        <p:spPr bwMode="auto">
          <a:xfrm>
            <a:off x="4303603" y="4089558"/>
            <a:ext cx="3708000" cy="22848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2" name="Retângulo: Cantos Arredondados 21">
            <a:extLst>
              <a:ext uri="{FF2B5EF4-FFF2-40B4-BE49-F238E27FC236}">
                <a16:creationId xmlns:a16="http://schemas.microsoft.com/office/drawing/2014/main" id="{C90BF8F5-1463-C3F8-BD10-185F4799F45B}"/>
              </a:ext>
            </a:extLst>
          </p:cNvPr>
          <p:cNvSpPr/>
          <p:nvPr/>
        </p:nvSpPr>
        <p:spPr bwMode="auto">
          <a:xfrm>
            <a:off x="4303604" y="2512140"/>
            <a:ext cx="4205091" cy="22848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5" name="Retângulo: Cantos Arredondados 7">
            <a:extLst>
              <a:ext uri="{FF2B5EF4-FFF2-40B4-BE49-F238E27FC236}">
                <a16:creationId xmlns:a16="http://schemas.microsoft.com/office/drawing/2014/main" id="{69629986-7908-B566-5706-080946961EAC}"/>
              </a:ext>
            </a:extLst>
          </p:cNvPr>
          <p:cNvSpPr/>
          <p:nvPr/>
        </p:nvSpPr>
        <p:spPr bwMode="auto">
          <a:xfrm>
            <a:off x="4303604" y="4621451"/>
            <a:ext cx="7435125" cy="230400"/>
          </a:xfrm>
          <a:prstGeom prst="roundRect">
            <a:avLst>
              <a:gd name="adj" fmla="val 50000"/>
            </a:avLst>
          </a:prstGeom>
          <a:pattFill prst="wdUpDiag">
            <a:fgClr>
              <a:schemeClr val="accent4">
                <a:lumMod val="40000"/>
                <a:lumOff val="60000"/>
              </a:schemeClr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136415-4BD8-CCCB-8661-ABCEE5CEA8ED}"/>
              </a:ext>
            </a:extLst>
          </p:cNvPr>
          <p:cNvSpPr txBox="1"/>
          <p:nvPr/>
        </p:nvSpPr>
        <p:spPr>
          <a:xfrm>
            <a:off x="9807478" y="5659775"/>
            <a:ext cx="20521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50" noProof="0">
                <a:latin typeface="Arial Nova Cond" panose="020B0506020202020204" pitchFamily="34" charset="0"/>
              </a:rPr>
              <a:t>Checkpoint de validação do plano</a:t>
            </a:r>
          </a:p>
        </p:txBody>
      </p:sp>
      <p:sp>
        <p:nvSpPr>
          <p:cNvPr id="28" name="TextBox 95">
            <a:extLst>
              <a:ext uri="{FF2B5EF4-FFF2-40B4-BE49-F238E27FC236}">
                <a16:creationId xmlns:a16="http://schemas.microsoft.com/office/drawing/2014/main" id="{60441502-9171-9185-1CC8-C8C80B0683B2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9506343" y="5423175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pic>
        <p:nvPicPr>
          <p:cNvPr id="30" name="Graphic 29" descr="Flag with solid fill">
            <a:extLst>
              <a:ext uri="{FF2B5EF4-FFF2-40B4-BE49-F238E27FC236}">
                <a16:creationId xmlns:a16="http://schemas.microsoft.com/office/drawing/2014/main" id="{4D1847DC-B776-90FD-8623-BAB0E4F54E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9387" y="4396391"/>
            <a:ext cx="376001" cy="376001"/>
          </a:xfrm>
          <a:prstGeom prst="rect">
            <a:avLst/>
          </a:prstGeom>
        </p:spPr>
      </p:pic>
      <p:pic>
        <p:nvPicPr>
          <p:cNvPr id="32" name="Graphic 31" descr="Flag with solid fill">
            <a:extLst>
              <a:ext uri="{FF2B5EF4-FFF2-40B4-BE49-F238E27FC236}">
                <a16:creationId xmlns:a16="http://schemas.microsoft.com/office/drawing/2014/main" id="{8EFFA611-5C5B-5FBD-563D-F7849E4388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5062" y="4399055"/>
            <a:ext cx="376001" cy="376001"/>
          </a:xfrm>
          <a:prstGeom prst="rect">
            <a:avLst/>
          </a:prstGeom>
        </p:spPr>
      </p:pic>
      <p:pic>
        <p:nvPicPr>
          <p:cNvPr id="34" name="Graphic 33" descr="Flag with solid fill">
            <a:extLst>
              <a:ext uri="{FF2B5EF4-FFF2-40B4-BE49-F238E27FC236}">
                <a16:creationId xmlns:a16="http://schemas.microsoft.com/office/drawing/2014/main" id="{E1362494-2C7B-9DB2-7093-8D6740F362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8512" y="4396390"/>
            <a:ext cx="376001" cy="376001"/>
          </a:xfrm>
          <a:prstGeom prst="rect">
            <a:avLst/>
          </a:prstGeom>
        </p:spPr>
      </p:pic>
      <p:pic>
        <p:nvPicPr>
          <p:cNvPr id="36" name="Graphic 35" descr="Flag with solid fill">
            <a:extLst>
              <a:ext uri="{FF2B5EF4-FFF2-40B4-BE49-F238E27FC236}">
                <a16:creationId xmlns:a16="http://schemas.microsoft.com/office/drawing/2014/main" id="{41AE56FA-A45F-27A9-E6C2-9BE548FDF5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27474" y="5639684"/>
            <a:ext cx="281701" cy="28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978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5D5801-A9C8-0766-1157-37E1424AE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F09B9C5A-8832-8645-78C7-D194EDA39E5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9B9C5A-8832-8645-78C7-D194EDA39E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6D470C-856D-5AC3-9803-C7D8119C9E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FFF08EA-8497-EED0-BF7B-E8C22224E7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B336BE97-B4F9-6212-F408-812A5059E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719002"/>
              </p:ext>
            </p:extLst>
          </p:nvPr>
        </p:nvGraphicFramePr>
        <p:xfrm>
          <a:off x="163630" y="1477813"/>
          <a:ext cx="11685471" cy="480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do time para participação das trilhas de Capacitação.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Compartilhamento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cronograma da trilha de capacitação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de forma antecipada.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Gravação, edição e disponibilização dos treinamentos de forma online.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Sensibilização da importância dos treinamentos pelos gestores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das áreas clientes atuando no modelo de operação da FE.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 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Sensibilização das áreas clientes por meio de webinar sobre o Modelo.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Revisitação do DQQ para acomodar a participação dos recursos (DPL - PL e PE / DOP - PR e PD).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156966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AABBBC9F-8E16-12BD-62B8-06D55DC9DD9E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1325784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9CA10B5-5360-7B3A-53CA-08D17E045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5239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AD7D6D28-2BC0-2A29-D18A-A12BA424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6B43D6B2-5C7A-6D20-6EE2-8021EB071BF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B43D6B2-5C7A-6D20-6EE2-8021EB071B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3470FF0F-EBA5-74E8-0428-0F350C2BF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271D4D5-8C8F-257A-6A3A-1163604575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231BE-5A9B-CB67-0C44-7ED1C5DFA8A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09 de Setembro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2D17100E-432D-02B2-8AC9-FD116E46BF4F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84703AF6-3A95-7736-08CB-382251FBBF16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059553A6-D7A8-5C8C-13D1-40CAFA82CE50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37259-61E0-E981-0069-1B55582CD9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29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AC445A47-F6AB-4808-3718-39F8A8075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E31680CE-F1B6-9D53-5158-F5EC6C9E70E6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F8867DD4-7D8A-6E3F-52EE-3A6BB55989D9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Gestor</a:t>
            </a:r>
          </a:p>
        </p:txBody>
      </p:sp>
    </p:spTree>
    <p:extLst>
      <p:ext uri="{BB962C8B-B14F-4D97-AF65-F5344CB8AC3E}">
        <p14:creationId xmlns:p14="http://schemas.microsoft.com/office/powerpoint/2010/main" val="243612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E67CAFE-8BFA-5EC9-2FCD-C434AF740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597BB1C5-404C-EB7B-E35D-DCDFEC863B4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97BB1C5-404C-EB7B-E35D-DCDFEC863B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A61D58D-69F2-1EE2-C6AC-9F2A73E9E2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C7F3D4-7447-23B7-5FE1-DFF4C22343F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088BBC07-359E-9DEF-BFFA-A8674170AF5B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E41491-30E0-3AE7-F8AD-858C099D5B9A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B7DE3872-7C30-BF76-DD77-51BCC01CE6E0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8704C9A5-B818-9F51-94F3-8EB986147509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01CF6C89-B958-2267-2489-459E8620FB69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66FBF4DB-1AD0-A501-2547-9D936C471BCC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7968119B-14AE-1B5C-7209-E82D8D638E67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7396A77E-1209-D685-C2DF-1491B95C8C62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3672D6CE-5DD9-6C95-D5E1-466BD6FF6A4B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8917118-DE3D-8B1F-1938-EC3C138AF4CB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EBC6C909-B56B-40FA-8685-A6F4F45C8D1A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42CE977B-7BB4-B0AE-5745-744EFE9882AD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ED78CB9E-AABE-CF61-6ACF-507DBDAA7900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2054770A-0D14-B569-DF23-456DC1ED79C3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020F198B-6532-D9BB-04C2-29714E8A3D03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5E6DB39E-2DB5-BA32-B65C-679D002E98B2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670FC765-E680-D9A5-7402-8642378AD512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60F38813-57D0-D750-57EF-1911F3A2F191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2A4D4126-5B73-75F3-84E6-EC644369A2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AFA3BEC5-90BD-F233-6CE4-DA07F3572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EF1665D8-E00C-4B21-37BE-01FF0788CA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32E82C2B-7467-37D5-32AA-40CDF86D45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DEA40840-7BD2-C1DA-95BF-B13F739EB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0CB09DF5-7FC0-84B9-4829-68A158B9DB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2CF395D0-5C41-06EF-40C6-EFF78C5ACD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9642B041-A9D9-CAEB-C89C-16290CDDF0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61D09C20-B443-583C-F19C-A1F0372728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39D4024E-9777-C053-DECE-531DF9C871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61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22DB308-8FDF-008F-7ED8-BFB195F4A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7B9094FA-825F-0AA8-30CB-BAECF4AE3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582810"/>
              </p:ext>
            </p:extLst>
          </p:nvPr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5FBFC33E-BABA-59F7-AE45-28B0396CA0BB}"/>
              </a:ext>
            </a:extLst>
          </p:cNvPr>
          <p:cNvSpPr/>
          <p:nvPr/>
        </p:nvSpPr>
        <p:spPr bwMode="auto">
          <a:xfrm>
            <a:off x="4566467" y="3493536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031C2310-332A-04BE-D9D4-36D0056FDA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1C2310-332A-04BE-D9D4-36D0056FDA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C05956-A01E-B910-1EBC-468B60FEF6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136506C-0C0E-5A59-452E-E87A2310336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B864D20-D623-F2CF-E19C-9EE942797E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B26D75-6B5F-C1B8-FCE4-7B41049FB66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636F2A-B571-7B57-7E04-8B420A8F71E7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447FAE-AC5A-3CEE-F22A-2AF348770BE0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B8B4AB-A263-23DE-83EB-CE36383F3144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98F66FF0-5144-7C83-E1F7-52777E63AC3A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BFD83096-C52D-4C56-22E1-F05C36A3115D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C125C539-4AF8-93B4-C7B2-1AE884DCC51B}"/>
              </a:ext>
            </a:extLst>
          </p:cNvPr>
          <p:cNvSpPr/>
          <p:nvPr/>
        </p:nvSpPr>
        <p:spPr bwMode="auto">
          <a:xfrm>
            <a:off x="4566466" y="2978087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102CF893-8CB0-6DCB-5BCC-49E9BCE5F553}"/>
              </a:ext>
            </a:extLst>
          </p:cNvPr>
          <p:cNvSpPr/>
          <p:nvPr/>
        </p:nvSpPr>
        <p:spPr bwMode="auto">
          <a:xfrm>
            <a:off x="4749831" y="5981643"/>
            <a:ext cx="6192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0147CA0-0FBD-8A07-616D-FD1BCA2B7F0E}"/>
              </a:ext>
            </a:extLst>
          </p:cNvPr>
          <p:cNvSpPr/>
          <p:nvPr/>
        </p:nvSpPr>
        <p:spPr bwMode="auto">
          <a:xfrm>
            <a:off x="4566467" y="243099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2095B189-2BA1-094F-E055-C2F8CBC0A604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1B5092AC-3BCD-BB72-0B0B-54DC99DD9E58}"/>
              </a:ext>
            </a:extLst>
          </p:cNvPr>
          <p:cNvSpPr/>
          <p:nvPr/>
        </p:nvSpPr>
        <p:spPr bwMode="auto">
          <a:xfrm>
            <a:off x="7274560" y="5030262"/>
            <a:ext cx="2196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8">
            <a:extLst>
              <a:ext uri="{FF2B5EF4-FFF2-40B4-BE49-F238E27FC236}">
                <a16:creationId xmlns:a16="http://schemas.microsoft.com/office/drawing/2014/main" id="{FF7A16E2-5524-AE9F-19EB-94903A542752}"/>
              </a:ext>
            </a:extLst>
          </p:cNvPr>
          <p:cNvSpPr/>
          <p:nvPr/>
        </p:nvSpPr>
        <p:spPr bwMode="auto">
          <a:xfrm>
            <a:off x="6460964" y="4540967"/>
            <a:ext cx="2052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F2F8E39B-AB0E-5E44-374A-8CB3D87BA960}"/>
              </a:ext>
            </a:extLst>
          </p:cNvPr>
          <p:cNvGrpSpPr/>
          <p:nvPr/>
        </p:nvGrpSpPr>
        <p:grpSpPr>
          <a:xfrm>
            <a:off x="7839386" y="1693944"/>
            <a:ext cx="883575" cy="5096824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9544F4F2-92AE-0B4E-1FFE-1EDE88D1C755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031BC5B1-7566-419F-60B7-D9C0031FD8C2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84480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056D5BD-F66D-BA92-07FC-E808A563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A7B97B94-8215-9D0D-431E-523D4A3BA3F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B97B94-8215-9D0D-431E-523D4A3BA3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9468D8-B5CB-E652-B9C5-7D7FD858A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338804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01E59F7-CD54-DB37-A49C-FE2299D0912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701" y="684701"/>
            <a:ext cx="11254186" cy="186823"/>
          </a:xfrm>
        </p:spPr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1851A0D-3BEE-983E-4511-B73CD95EED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330200"/>
            <a:ext cx="11251289" cy="242369"/>
          </a:xfrm>
        </p:spPr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D179883-4EAF-606D-9E2F-5EE733B9E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1240410"/>
              </p:ext>
            </p:extLst>
          </p:nvPr>
        </p:nvGraphicFramePr>
        <p:xfrm>
          <a:off x="469562" y="1107957"/>
          <a:ext cx="11251288" cy="513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73569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32000">
                <a:tc rowSpan="5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Construção do material de treinamento de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Metodologias de Gestão de Projetos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Compartilhado no diretório do Teams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Consolidação do backlog inicial das Comunidades de Entrega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strike="sngStrike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strike="noStrike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09/09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Em consolidação: FEL e FEN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062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Reunião de alinhamento sobre o Modelo de Operação: </a:t>
                      </a:r>
                    </a:p>
                    <a:p>
                      <a:pPr marL="171450" marR="0" lvl="0" indent="-17145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Atuação dos Representantes de Negócio nas Comunidade de Entrega</a:t>
                      </a:r>
                    </a:p>
                    <a:p>
                      <a:pPr marL="171450" marR="0" lvl="0" indent="-17145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Atuação nas Comunidades Técnicas de prospecção e validação de novos métodos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Reunião agendada: 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10/09 - 14:00 </a:t>
                      </a:r>
                      <a:r>
                        <a:rPr lang="pt-BR" sz="1200" b="0" kern="1200" err="1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hrs</a:t>
                      </a:r>
                      <a:endParaRPr lang="pt-BR" sz="1200" b="0" kern="120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treinamento sobre Metodologias de Gestão de Projetos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Agendado: 11/09 - 09:00 </a:t>
                      </a:r>
                      <a:r>
                        <a:rPr lang="pt-BR" sz="1200" b="0" kern="1200" err="1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hrs</a:t>
                      </a:r>
                      <a:endParaRPr lang="pt-BR" sz="1200" b="0" kern="120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Realização do Workshop da FEG (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fóruns, processos e rotinas operacionais)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16/09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-</a:t>
                      </a:r>
                      <a:endParaRPr lang="pt-BR" sz="1200" b="0" kern="120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143317"/>
                  </a:ext>
                </a:extLst>
              </a:tr>
              <a:tr h="455948">
                <a:tc rowSpan="5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Publicação do treinamento Modelo Operação Matricial na plataforma de e-learning do ONS Educa+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Consolidação dos resultados do diagnóstico da Liderança das Comunidades de Entrega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08/09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Apresentação agendada para 15/09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Consolidação dos resultados da Atividade de Fixação referente ao Treinamento Modelo de Operação Matricial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Comunicações Maestro (Boletim Mensal, Descanso de Tela, Comunicação Física Mural)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Boletim em processo de disparo com CS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656614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Elaboração do conteúdo do site das gerencias da FE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Validação interna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401379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0E0F046-58D5-93C7-5D4A-A39BE018212C}"/>
              </a:ext>
            </a:extLst>
          </p:cNvPr>
          <p:cNvSpPr/>
          <p:nvPr/>
        </p:nvSpPr>
        <p:spPr>
          <a:xfrm>
            <a:off x="6794501" y="6338803"/>
            <a:ext cx="4799706" cy="3458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F5A9ADC-346E-6113-E7AA-F09246B002CD}"/>
              </a:ext>
            </a:extLst>
          </p:cNvPr>
          <p:cNvGrpSpPr/>
          <p:nvPr/>
        </p:nvGrpSpPr>
        <p:grpSpPr>
          <a:xfrm>
            <a:off x="8685910" y="6388055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F32B06F-A28E-0A3D-E81F-C3CE9CC225CE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54A5C25A-66E6-78B9-60DF-18C20146CA49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B080A339-5D3E-C8A8-3139-B882ADE2B888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FD84E3C-4F14-D3BB-4462-636F14FFD8CA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845F7C9-1E19-FC1F-DAA3-E2D298F48A5C}"/>
              </a:ext>
            </a:extLst>
          </p:cNvPr>
          <p:cNvGrpSpPr/>
          <p:nvPr/>
        </p:nvGrpSpPr>
        <p:grpSpPr>
          <a:xfrm>
            <a:off x="10748263" y="6388055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275A50B-288D-60ED-9EE1-2EBE55E74466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F5C576B-376B-CA83-B925-65EF867502E6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7253F8B-76E3-9B84-8A35-9A9ED1D2017D}"/>
              </a:ext>
            </a:extLst>
          </p:cNvPr>
          <p:cNvGrpSpPr/>
          <p:nvPr/>
        </p:nvGrpSpPr>
        <p:grpSpPr>
          <a:xfrm>
            <a:off x="9838283" y="6418218"/>
            <a:ext cx="187325" cy="187325"/>
            <a:chOff x="2336800" y="6319552"/>
            <a:chExt cx="187325" cy="187325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D68EEF2E-AC51-450A-D652-0874F7867CDF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2" name="Arc 21">
              <a:extLst>
                <a:ext uri="{FF2B5EF4-FFF2-40B4-BE49-F238E27FC236}">
                  <a16:creationId xmlns:a16="http://schemas.microsoft.com/office/drawing/2014/main" id="{18D724D4-E35F-91E3-C468-C1E33A06791D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CF0BF7F-4437-8599-1466-0FDCD2B242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987508" y="6388055"/>
            <a:ext cx="968375" cy="247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Em Atraso</a:t>
            </a:r>
          </a:p>
        </p:txBody>
      </p:sp>
      <p:sp>
        <p:nvSpPr>
          <p:cNvPr id="3" name="TextBox 95">
            <a:extLst>
              <a:ext uri="{FF2B5EF4-FFF2-40B4-BE49-F238E27FC236}">
                <a16:creationId xmlns:a16="http://schemas.microsoft.com/office/drawing/2014/main" id="{0C4C12DC-753F-8F42-DFE3-E64CF7A9943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6841451" y="6388770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84CE2BD-35E9-B107-428A-1FF9D997E591}"/>
              </a:ext>
            </a:extLst>
          </p:cNvPr>
          <p:cNvGrpSpPr/>
          <p:nvPr/>
        </p:nvGrpSpPr>
        <p:grpSpPr>
          <a:xfrm>
            <a:off x="7606178" y="6388055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CFF1310-9461-6952-5C7D-2FF1D7E6FFB0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3E02C49-6DD2-7803-BCAF-1032F0F84DE5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27" name="Group 41">
            <a:extLst>
              <a:ext uri="{FF2B5EF4-FFF2-40B4-BE49-F238E27FC236}">
                <a16:creationId xmlns:a16="http://schemas.microsoft.com/office/drawing/2014/main" id="{BCF24500-21AB-E273-A49F-501A2387509C}"/>
              </a:ext>
            </a:extLst>
          </p:cNvPr>
          <p:cNvGrpSpPr/>
          <p:nvPr/>
        </p:nvGrpSpPr>
        <p:grpSpPr>
          <a:xfrm>
            <a:off x="8064133" y="5064542"/>
            <a:ext cx="183822" cy="187325"/>
            <a:chOff x="2336800" y="6319552"/>
            <a:chExt cx="187325" cy="187325"/>
          </a:xfrm>
        </p:grpSpPr>
        <p:sp>
          <p:nvSpPr>
            <p:cNvPr id="31" name="Oval 42">
              <a:extLst>
                <a:ext uri="{FF2B5EF4-FFF2-40B4-BE49-F238E27FC236}">
                  <a16:creationId xmlns:a16="http://schemas.microsoft.com/office/drawing/2014/main" id="{C2D13058-779E-D318-FE05-99FB66A0EE5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43">
              <a:extLst>
                <a:ext uri="{FF2B5EF4-FFF2-40B4-BE49-F238E27FC236}">
                  <a16:creationId xmlns:a16="http://schemas.microsoft.com/office/drawing/2014/main" id="{5C22E647-6E33-3AC9-5E1A-9D2CA4C893F7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55" name="Group 3">
            <a:extLst>
              <a:ext uri="{FF2B5EF4-FFF2-40B4-BE49-F238E27FC236}">
                <a16:creationId xmlns:a16="http://schemas.microsoft.com/office/drawing/2014/main" id="{CFB39CD6-C077-FDB7-0A27-28A643F319FC}"/>
              </a:ext>
            </a:extLst>
          </p:cNvPr>
          <p:cNvGrpSpPr/>
          <p:nvPr/>
        </p:nvGrpSpPr>
        <p:grpSpPr>
          <a:xfrm>
            <a:off x="8064133" y="3234156"/>
            <a:ext cx="183822" cy="187325"/>
            <a:chOff x="2336800" y="6319552"/>
            <a:chExt cx="187325" cy="187325"/>
          </a:xfrm>
        </p:grpSpPr>
        <p:sp>
          <p:nvSpPr>
            <p:cNvPr id="57" name="Oval 5">
              <a:extLst>
                <a:ext uri="{FF2B5EF4-FFF2-40B4-BE49-F238E27FC236}">
                  <a16:creationId xmlns:a16="http://schemas.microsoft.com/office/drawing/2014/main" id="{5C86B285-AB61-1921-B565-3E919AE4C455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" name="Arc 6">
              <a:extLst>
                <a:ext uri="{FF2B5EF4-FFF2-40B4-BE49-F238E27FC236}">
                  <a16:creationId xmlns:a16="http://schemas.microsoft.com/office/drawing/2014/main" id="{C535DB1D-851F-C17C-0ACA-82AAF5B5FF69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2" name="Oval 34">
            <a:extLst>
              <a:ext uri="{FF2B5EF4-FFF2-40B4-BE49-F238E27FC236}">
                <a16:creationId xmlns:a16="http://schemas.microsoft.com/office/drawing/2014/main" id="{117AFD2A-E449-6CE7-637E-1501D758DFF6}"/>
              </a:ext>
            </a:extLst>
          </p:cNvPr>
          <p:cNvSpPr/>
          <p:nvPr/>
        </p:nvSpPr>
        <p:spPr bwMode="auto">
          <a:xfrm>
            <a:off x="8058879" y="4608487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Oval 34">
            <a:extLst>
              <a:ext uri="{FF2B5EF4-FFF2-40B4-BE49-F238E27FC236}">
                <a16:creationId xmlns:a16="http://schemas.microsoft.com/office/drawing/2014/main" id="{2B049E56-09DB-F11C-CB66-2EF1543184FF}"/>
              </a:ext>
            </a:extLst>
          </p:cNvPr>
          <p:cNvSpPr/>
          <p:nvPr/>
        </p:nvSpPr>
        <p:spPr bwMode="auto">
          <a:xfrm>
            <a:off x="8062382" y="153094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3" name="Group 3">
            <a:extLst>
              <a:ext uri="{FF2B5EF4-FFF2-40B4-BE49-F238E27FC236}">
                <a16:creationId xmlns:a16="http://schemas.microsoft.com/office/drawing/2014/main" id="{009B71C8-BCC2-0E26-E249-B03B998B4335}"/>
              </a:ext>
            </a:extLst>
          </p:cNvPr>
          <p:cNvGrpSpPr/>
          <p:nvPr/>
        </p:nvGrpSpPr>
        <p:grpSpPr>
          <a:xfrm>
            <a:off x="8064133" y="3689477"/>
            <a:ext cx="183822" cy="187325"/>
            <a:chOff x="2336800" y="6319552"/>
            <a:chExt cx="187325" cy="187325"/>
          </a:xfrm>
        </p:grpSpPr>
        <p:sp>
          <p:nvSpPr>
            <p:cNvPr id="44" name="Oval 5">
              <a:extLst>
                <a:ext uri="{FF2B5EF4-FFF2-40B4-BE49-F238E27FC236}">
                  <a16:creationId xmlns:a16="http://schemas.microsoft.com/office/drawing/2014/main" id="{9AD3DCA8-53E7-E60C-7DE6-8ACAD974023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" name="Arc 6">
              <a:extLst>
                <a:ext uri="{FF2B5EF4-FFF2-40B4-BE49-F238E27FC236}">
                  <a16:creationId xmlns:a16="http://schemas.microsoft.com/office/drawing/2014/main" id="{82CFA00C-C820-B460-E9F4-8DBF0AC3E1E0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" name="Group 41">
            <a:extLst>
              <a:ext uri="{FF2B5EF4-FFF2-40B4-BE49-F238E27FC236}">
                <a16:creationId xmlns:a16="http://schemas.microsoft.com/office/drawing/2014/main" id="{79BAC4BF-B833-5131-560C-9FFC6B48E7F9}"/>
              </a:ext>
            </a:extLst>
          </p:cNvPr>
          <p:cNvGrpSpPr/>
          <p:nvPr/>
        </p:nvGrpSpPr>
        <p:grpSpPr>
          <a:xfrm>
            <a:off x="8062382" y="5517769"/>
            <a:ext cx="183822" cy="187325"/>
            <a:chOff x="2336800" y="6319552"/>
            <a:chExt cx="187325" cy="187325"/>
          </a:xfrm>
        </p:grpSpPr>
        <p:sp>
          <p:nvSpPr>
            <p:cNvPr id="6" name="Oval 42">
              <a:extLst>
                <a:ext uri="{FF2B5EF4-FFF2-40B4-BE49-F238E27FC236}">
                  <a16:creationId xmlns:a16="http://schemas.microsoft.com/office/drawing/2014/main" id="{2B89994C-18B3-2890-9077-C683FFE9C992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43">
              <a:extLst>
                <a:ext uri="{FF2B5EF4-FFF2-40B4-BE49-F238E27FC236}">
                  <a16:creationId xmlns:a16="http://schemas.microsoft.com/office/drawing/2014/main" id="{1D155255-F5B7-68D4-DB3F-603E1B748B57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8" name="Group 41">
            <a:extLst>
              <a:ext uri="{FF2B5EF4-FFF2-40B4-BE49-F238E27FC236}">
                <a16:creationId xmlns:a16="http://schemas.microsoft.com/office/drawing/2014/main" id="{BB9D39A5-FB78-55C4-C9A4-3181AF3D2FC5}"/>
              </a:ext>
            </a:extLst>
          </p:cNvPr>
          <p:cNvGrpSpPr/>
          <p:nvPr/>
        </p:nvGrpSpPr>
        <p:grpSpPr>
          <a:xfrm>
            <a:off x="8062382" y="5943442"/>
            <a:ext cx="183822" cy="187325"/>
            <a:chOff x="2336800" y="6319552"/>
            <a:chExt cx="187325" cy="187325"/>
          </a:xfrm>
        </p:grpSpPr>
        <p:sp>
          <p:nvSpPr>
            <p:cNvPr id="35" name="Oval 42">
              <a:extLst>
                <a:ext uri="{FF2B5EF4-FFF2-40B4-BE49-F238E27FC236}">
                  <a16:creationId xmlns:a16="http://schemas.microsoft.com/office/drawing/2014/main" id="{B036DB70-E723-0112-B903-16956ABD949D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0" name="Arc 43">
              <a:extLst>
                <a:ext uri="{FF2B5EF4-FFF2-40B4-BE49-F238E27FC236}">
                  <a16:creationId xmlns:a16="http://schemas.microsoft.com/office/drawing/2014/main" id="{3C873F78-9AD4-002A-3E77-8336B1D9565E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062E3078-3D92-03D0-6646-466428983A23}"/>
              </a:ext>
            </a:extLst>
          </p:cNvPr>
          <p:cNvGrpSpPr/>
          <p:nvPr/>
        </p:nvGrpSpPr>
        <p:grpSpPr>
          <a:xfrm>
            <a:off x="8064133" y="2628712"/>
            <a:ext cx="183822" cy="187325"/>
            <a:chOff x="2336800" y="6319552"/>
            <a:chExt cx="187325" cy="187325"/>
          </a:xfrm>
        </p:grpSpPr>
        <p:sp>
          <p:nvSpPr>
            <p:cNvPr id="54" name="Oval 5">
              <a:extLst>
                <a:ext uri="{FF2B5EF4-FFF2-40B4-BE49-F238E27FC236}">
                  <a16:creationId xmlns:a16="http://schemas.microsoft.com/office/drawing/2014/main" id="{062903F0-9824-1FFB-9CA8-5B73F1E04288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6" name="Arc 6">
              <a:extLst>
                <a:ext uri="{FF2B5EF4-FFF2-40B4-BE49-F238E27FC236}">
                  <a16:creationId xmlns:a16="http://schemas.microsoft.com/office/drawing/2014/main" id="{BACDC1E6-2784-3701-B8E0-2E191350467B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9" name="Oval 34">
            <a:extLst>
              <a:ext uri="{FF2B5EF4-FFF2-40B4-BE49-F238E27FC236}">
                <a16:creationId xmlns:a16="http://schemas.microsoft.com/office/drawing/2014/main" id="{7D7ACD47-2209-3523-95F3-DD4D16746928}"/>
              </a:ext>
            </a:extLst>
          </p:cNvPr>
          <p:cNvSpPr/>
          <p:nvPr/>
        </p:nvSpPr>
        <p:spPr bwMode="auto">
          <a:xfrm>
            <a:off x="8058879" y="4128926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2" name="Group 18">
            <a:extLst>
              <a:ext uri="{FF2B5EF4-FFF2-40B4-BE49-F238E27FC236}">
                <a16:creationId xmlns:a16="http://schemas.microsoft.com/office/drawing/2014/main" id="{BD821B9D-E0EA-3015-8074-C43E28D0EB7C}"/>
              </a:ext>
            </a:extLst>
          </p:cNvPr>
          <p:cNvGrpSpPr/>
          <p:nvPr/>
        </p:nvGrpSpPr>
        <p:grpSpPr>
          <a:xfrm>
            <a:off x="8062382" y="1958861"/>
            <a:ext cx="187325" cy="187325"/>
            <a:chOff x="2336800" y="6319552"/>
            <a:chExt cx="187325" cy="187325"/>
          </a:xfrm>
        </p:grpSpPr>
        <p:sp>
          <p:nvSpPr>
            <p:cNvPr id="63" name="Oval 20">
              <a:extLst>
                <a:ext uri="{FF2B5EF4-FFF2-40B4-BE49-F238E27FC236}">
                  <a16:creationId xmlns:a16="http://schemas.microsoft.com/office/drawing/2014/main" id="{4962EBEB-1ACD-0EFF-8C08-42A6EE307A2B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4" name="Arc 21">
              <a:extLst>
                <a:ext uri="{FF2B5EF4-FFF2-40B4-BE49-F238E27FC236}">
                  <a16:creationId xmlns:a16="http://schemas.microsoft.com/office/drawing/2014/main" id="{376EC138-F254-672A-6208-B157241778E9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rgbClr val="FFC000"/>
            </a:solidFill>
            <a:ln w="9525" cap="flat" cmpd="sng" algn="ctr">
              <a:solidFill>
                <a:srgbClr val="FFC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70887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5F314E1-4CB5-4ADF-9D3B-AEF4CBBF4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DCB61F83-DB6B-6F5E-34E5-8C12A46D8CB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B61F83-DB6B-6F5E-34E5-8C12A46D8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70A9D74-8BC7-B2FD-4CAD-C1FBBE711A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8147DB7-F613-B34B-8C8C-5571F0A46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10A30638-A44A-919A-2D51-5B23061E8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125502"/>
              </p:ext>
            </p:extLst>
          </p:nvPr>
        </p:nvGraphicFramePr>
        <p:xfrm>
          <a:off x="163630" y="1477813"/>
          <a:ext cx="11685471" cy="480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do time para participação das trilhas de Capacitação.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Compartilhamento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cronograma da trilha de capacitação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de forma antecipada.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Gravação, edição e disponibilização dos treinamentos de forma online.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Sensibilização da importância dos treinamentos pelos gestores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das áreas clientes atuando no modelo de operação da FE.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 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Sensibilização das áreas clientes por meio de webinar sobre o Modelo.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/>
                        <a:ea typeface="+mn-ea"/>
                        <a:cs typeface="+mn-cs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Revisitação do DQQ para acomodar a participação dos recursos (DPL - PL e PE / DOP - PR e PD).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156966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70C2D52B-859F-7859-126A-965AF777A900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1531285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C57CAD8-3270-3F9E-C3C2-144E376D3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6565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00B80B0E-0985-7354-91D3-79ACF032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9CEA31FB-0D93-DD3C-C447-4B74AD41318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EA31FB-0D93-DD3C-C447-4B74AD4131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60204CBA-7C89-6EA5-34E2-38924D686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7B29E7D-1E30-EA4B-B0F6-F2BC2BD032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6ADB01-37C1-15F2-7B79-965BDD9DB4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02 de Setembro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991BA87E-54A8-CECD-242D-FB4910445AEA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2D6B8AE3-420D-AC29-2C60-750733B36ECA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66EC947D-748C-BC59-CA4E-CD754C5DD676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6A9A8-26ED-2DE2-14B5-98429C2754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35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00096DA3-14EF-FE6B-9A57-B69286AE0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7E588662-6413-11E7-60EB-38D6D6FEE15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465DBE72-2DB2-CB0D-C041-DF454DDC727E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Gestor</a:t>
            </a:r>
          </a:p>
        </p:txBody>
      </p:sp>
    </p:spTree>
    <p:extLst>
      <p:ext uri="{BB962C8B-B14F-4D97-AF65-F5344CB8AC3E}">
        <p14:creationId xmlns:p14="http://schemas.microsoft.com/office/powerpoint/2010/main" val="25774528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96EACB-19D1-2108-7321-73E17F9A6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5E78AB97-BB44-B6EA-03F7-4542565A3C1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8AB97-BB44-B6EA-03F7-4542565A3C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0EB5A6-F3E7-2F05-2DDE-0777C83E00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B89D53D-7D03-17A0-CF05-CE3B61669F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7A3A0C3E-7F0E-A9F5-3A2C-6014CDF5103D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FF9992-09B3-F04C-F0FD-D90716067D94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4ED4B5B5-1CFE-1A94-292A-23095EA2DC32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A2CC461F-50B1-CA99-ACAE-81F2F45E562D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17DA97BF-FB33-8B56-FD08-E87E22B8C7CC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9BB9BCED-FD73-EE6A-11D1-0BCF008BB6EF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568CA530-18F1-B6E0-F5B9-A2D605BD0919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0466C7F3-2E26-C957-88FA-474C22832494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B7FAD689-F39C-800B-41D6-FEA72D3B7975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EF171D0-8AA1-C2DA-CC21-FAD5E1203F0E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DB6C2384-E295-9EFF-3CB7-C8051A789461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2B27E258-8C7B-87C0-5C25-A979656B94F4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E69FA002-B3D1-356B-EC64-D31371FF8324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2922A655-3BC5-9E2F-2A69-949BCB2A599B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4B3078B0-338E-47AD-FABF-70B0269C46ED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7234B2ED-C408-7E24-EAEE-E8F3B0E5BCD9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AA8211FE-CF51-3895-B482-2D692BCCE15F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DF353FDF-D568-E982-93DA-B4E9122A58B0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395F2CB4-BB51-8449-6427-5E407C389E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34ADACA0-E0CB-FCAA-BB70-198FB50062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7A7596A5-6F5D-5FB8-C2F3-B5512E4930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0FA16344-D335-F608-3425-7719970BB4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C2FA4879-9657-4C7A-541A-36B24691DE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A4B7E710-2C32-6D8B-A769-A2F7323E97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E2149E17-6452-1B3F-FF01-EFF45E41B2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C22243CC-358F-E4FA-B674-AD6068C5F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5B36D8D8-AF54-BE4C-C676-85B3AB8A10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20FAF697-98BA-51D7-4E9C-D07CFB48B6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038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DE587E-5BCB-212F-849B-1026B59F7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DE9E1D62-FBE5-BB99-D5C3-26BDB85A98B8}"/>
              </a:ext>
            </a:extLst>
          </p:cNvPr>
          <p:cNvGraphicFramePr>
            <a:graphicFrameLocks noGrp="1"/>
          </p:cNvGraphicFramePr>
          <p:nvPr/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CBD9BEA4-B6FF-F31F-5DFA-C02DB7906370}"/>
              </a:ext>
            </a:extLst>
          </p:cNvPr>
          <p:cNvSpPr/>
          <p:nvPr/>
        </p:nvSpPr>
        <p:spPr bwMode="auto">
          <a:xfrm>
            <a:off x="4566467" y="3493536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6FD01374-729C-B739-8248-D15B72E6C50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FD01374-729C-B739-8248-D15B72E6C5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5E5FC0-CC8C-061F-4BC9-63059322A8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F5E310-2AAE-B463-90D2-7D586245D6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16B833A-06BD-ABFE-7CE5-C8D8358413D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CF25B0-072E-F108-A2A5-69F8B6AE03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86D3DF-C7D5-4280-0A0C-465554D3638E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4E7FC2-4EAA-8251-1F9D-DBBE0D79B7DB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D337028-0E05-153A-8C6B-0DE00F79A964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1100D7DB-AF84-6FDD-141D-6177255CEB3D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AEE3E229-6DB3-C1BF-EEC2-5E4B6B09C6CF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3675E83E-9765-EEAC-AEDF-4606D9079496}"/>
              </a:ext>
            </a:extLst>
          </p:cNvPr>
          <p:cNvSpPr/>
          <p:nvPr/>
        </p:nvSpPr>
        <p:spPr bwMode="auto">
          <a:xfrm>
            <a:off x="4566466" y="2978087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5EFAE5D4-1566-0713-A067-A5B72B914CEE}"/>
              </a:ext>
            </a:extLst>
          </p:cNvPr>
          <p:cNvSpPr/>
          <p:nvPr/>
        </p:nvSpPr>
        <p:spPr bwMode="auto">
          <a:xfrm>
            <a:off x="4749831" y="5981643"/>
            <a:ext cx="6192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6E53AF9D-1FE3-69A4-2A06-263B5BF40C77}"/>
              </a:ext>
            </a:extLst>
          </p:cNvPr>
          <p:cNvSpPr/>
          <p:nvPr/>
        </p:nvSpPr>
        <p:spPr bwMode="auto">
          <a:xfrm>
            <a:off x="4566467" y="243099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5867FC29-86DB-9FB3-6F24-177BC18463E2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8FCF183B-A6AB-8D44-2C46-0B7218793289}"/>
              </a:ext>
            </a:extLst>
          </p:cNvPr>
          <p:cNvSpPr/>
          <p:nvPr/>
        </p:nvSpPr>
        <p:spPr bwMode="auto">
          <a:xfrm>
            <a:off x="7274560" y="5030262"/>
            <a:ext cx="2196000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8">
            <a:extLst>
              <a:ext uri="{FF2B5EF4-FFF2-40B4-BE49-F238E27FC236}">
                <a16:creationId xmlns:a16="http://schemas.microsoft.com/office/drawing/2014/main" id="{C84C4B35-732F-C43B-959A-199F0BF8C8E9}"/>
              </a:ext>
            </a:extLst>
          </p:cNvPr>
          <p:cNvSpPr/>
          <p:nvPr/>
        </p:nvSpPr>
        <p:spPr bwMode="auto">
          <a:xfrm>
            <a:off x="6460964" y="4540967"/>
            <a:ext cx="2052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75745ECC-A84C-A219-660F-78BB764CC2C6}"/>
              </a:ext>
            </a:extLst>
          </p:cNvPr>
          <p:cNvGrpSpPr/>
          <p:nvPr/>
        </p:nvGrpSpPr>
        <p:grpSpPr>
          <a:xfrm>
            <a:off x="7521337" y="1693944"/>
            <a:ext cx="883575" cy="5096824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FD8DADC2-8CB4-D4FB-C697-9F8374340258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7518DB9C-258E-01A6-BFBD-2659B72DCB80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959078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AE2E738-335A-5CCA-6761-54ADED36E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152AF4C0-2709-502B-8681-B12CF88FC91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2AF4C0-2709-502B-8681-B12CF88FC9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979BF9-E891-9E66-0408-B60D6B0815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364316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64663C-1B42-756C-29F7-612C2B6727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701" y="684701"/>
            <a:ext cx="11254186" cy="186823"/>
          </a:xfrm>
        </p:spPr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0E4CB34-B928-176E-1039-9557E9F1C9B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330200"/>
            <a:ext cx="11251289" cy="242369"/>
          </a:xfrm>
        </p:spPr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43F5E59-5425-B2EE-E7DF-931AC57071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445336"/>
              </p:ext>
            </p:extLst>
          </p:nvPr>
        </p:nvGraphicFramePr>
        <p:xfrm>
          <a:off x="469562" y="1034985"/>
          <a:ext cx="11251288" cy="527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73569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32000">
                <a:tc rowSpan="6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Elaboração do material de treinamento sobre o Modelo de Operação e Papeis e Responsabilidades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26/08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Webinar sobre o Modelo de Operação com as áreas clientes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Sessões realizadas em 26 e 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062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Primeira sessão de capacitação sobre Modelo de Operação e Papéis e Responsabilidades</a:t>
                      </a:r>
                      <a:endParaRPr lang="pt-BR" sz="1200" i="0" noProof="0"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Consolidação do backlog inicial das Comunidades de Entrega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Realizado reuniões de alinhamento de conceitos e boas práticas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Elaboração do material do Workshop FEG e Comunidades Técnicas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Pré-requisito: Definição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prévia dos participantes das comunidades técnicas (FE)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Construção do material de treinamento de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Metodologias de Gestão de Projetos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Alinhado com as melhores práticas d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a DTA - AGG 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28284"/>
                  </a:ext>
                </a:extLst>
              </a:tr>
              <a:tr h="455948">
                <a:tc rowSpan="5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Construção de E-learning do treinamento de Modelo de Operação, com edição, configuração e adaptação para o formato de curso online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31/08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Publicar ONS Educa+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Construção do informativo mensal para o ONS, contextualizando a etapa de Operação Assistida e recapitulando o projeto Maestro de forma geral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Em aprovação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Diagnóstico da Liderança das Comunidades de Entrega e Técnica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Consolidação dos insights e apresentação dos resultados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Monitoramento das respostas da atividade de fixação referente ao primeiro treinamento – </a:t>
                      </a: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Modelo de Operação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Análise e apresentação dos indicadores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656614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Desenvolvimento de iniciativas digitais de engajamento para reforçar a apropriação dos conteúdos e mudanças propostas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07/09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603837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E6E19A2-4B6D-C739-3A43-0484D6FBC40F}"/>
              </a:ext>
            </a:extLst>
          </p:cNvPr>
          <p:cNvSpPr/>
          <p:nvPr/>
        </p:nvSpPr>
        <p:spPr>
          <a:xfrm>
            <a:off x="6794501" y="6364315"/>
            <a:ext cx="4799706" cy="3458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0035999-1A88-B90A-CB1B-A9FAC5C81E84}"/>
              </a:ext>
            </a:extLst>
          </p:cNvPr>
          <p:cNvGrpSpPr/>
          <p:nvPr/>
        </p:nvGrpSpPr>
        <p:grpSpPr>
          <a:xfrm>
            <a:off x="8685910" y="6413567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15C91E4-EF13-59C1-C399-138873D1A5A4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0340D1B-C422-7B79-DA81-A66FE8608689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722DCA76-EE82-C772-0029-2C5747256A46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3B97DFBF-761E-C351-7ED7-3FDF95576ED6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52B46E0-0488-B0B5-8A42-D4E6B426BD42}"/>
              </a:ext>
            </a:extLst>
          </p:cNvPr>
          <p:cNvGrpSpPr/>
          <p:nvPr/>
        </p:nvGrpSpPr>
        <p:grpSpPr>
          <a:xfrm>
            <a:off x="10748263" y="6413567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EC5093FA-30B6-4ED6-BE0A-E42068F40DC9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532A495-3F58-F225-EF17-5DB6F49971B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5C7282F-34C1-B919-DF20-99DA41F2A3D9}"/>
              </a:ext>
            </a:extLst>
          </p:cNvPr>
          <p:cNvGrpSpPr/>
          <p:nvPr/>
        </p:nvGrpSpPr>
        <p:grpSpPr>
          <a:xfrm>
            <a:off x="9838283" y="6413567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FD3D653-FBAE-50FA-12E8-37BF3584F1AD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0CFCE23B-673C-5A02-C9CE-3454D70366A3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4743A59-4D68-2E9F-94B8-7CCE3CBE9C45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5D56826-F90E-7E5F-25EF-735C4B7963B6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4C6014D9-D3EF-960A-B56B-9B33A7C58F1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841451" y="6414282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ACE2C6F-D7CC-1C1F-EB11-385115EC36C5}"/>
              </a:ext>
            </a:extLst>
          </p:cNvPr>
          <p:cNvGrpSpPr/>
          <p:nvPr/>
        </p:nvGrpSpPr>
        <p:grpSpPr>
          <a:xfrm>
            <a:off x="7606178" y="6413567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D175A83-9D0C-D6B7-FAFE-A8E6851B42D6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5208292-CFAD-D4CD-DD64-631EB9929882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27" name="Group 41">
            <a:extLst>
              <a:ext uri="{FF2B5EF4-FFF2-40B4-BE49-F238E27FC236}">
                <a16:creationId xmlns:a16="http://schemas.microsoft.com/office/drawing/2014/main" id="{84DD55F2-5ECA-9722-514C-BAE28505EB5E}"/>
              </a:ext>
            </a:extLst>
          </p:cNvPr>
          <p:cNvGrpSpPr/>
          <p:nvPr/>
        </p:nvGrpSpPr>
        <p:grpSpPr>
          <a:xfrm>
            <a:off x="8064133" y="5059305"/>
            <a:ext cx="183822" cy="187325"/>
            <a:chOff x="2336800" y="6319552"/>
            <a:chExt cx="187325" cy="187325"/>
          </a:xfrm>
        </p:grpSpPr>
        <p:sp>
          <p:nvSpPr>
            <p:cNvPr id="31" name="Oval 42">
              <a:extLst>
                <a:ext uri="{FF2B5EF4-FFF2-40B4-BE49-F238E27FC236}">
                  <a16:creationId xmlns:a16="http://schemas.microsoft.com/office/drawing/2014/main" id="{C20BD635-A707-BB27-D561-9AB9E0D4AE8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43">
              <a:extLst>
                <a:ext uri="{FF2B5EF4-FFF2-40B4-BE49-F238E27FC236}">
                  <a16:creationId xmlns:a16="http://schemas.microsoft.com/office/drawing/2014/main" id="{61F63D5C-6E49-38C5-28D7-66A305089D2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55" name="Group 3">
            <a:extLst>
              <a:ext uri="{FF2B5EF4-FFF2-40B4-BE49-F238E27FC236}">
                <a16:creationId xmlns:a16="http://schemas.microsoft.com/office/drawing/2014/main" id="{ACE22F80-4435-B40A-55E0-74DC4FDDD04A}"/>
              </a:ext>
            </a:extLst>
          </p:cNvPr>
          <p:cNvGrpSpPr/>
          <p:nvPr/>
        </p:nvGrpSpPr>
        <p:grpSpPr>
          <a:xfrm>
            <a:off x="8064133" y="2786280"/>
            <a:ext cx="183822" cy="187325"/>
            <a:chOff x="2336800" y="6319552"/>
            <a:chExt cx="187325" cy="187325"/>
          </a:xfrm>
        </p:grpSpPr>
        <p:sp>
          <p:nvSpPr>
            <p:cNvPr id="57" name="Oval 5">
              <a:extLst>
                <a:ext uri="{FF2B5EF4-FFF2-40B4-BE49-F238E27FC236}">
                  <a16:creationId xmlns:a16="http://schemas.microsoft.com/office/drawing/2014/main" id="{A640569D-3413-C035-B0D6-FD008ED2C450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" name="Arc 6">
              <a:extLst>
                <a:ext uri="{FF2B5EF4-FFF2-40B4-BE49-F238E27FC236}">
                  <a16:creationId xmlns:a16="http://schemas.microsoft.com/office/drawing/2014/main" id="{EF590997-1859-7769-8EA1-24084D7441FC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36" name="Group 3">
            <a:extLst>
              <a:ext uri="{FF2B5EF4-FFF2-40B4-BE49-F238E27FC236}">
                <a16:creationId xmlns:a16="http://schemas.microsoft.com/office/drawing/2014/main" id="{853E8C10-5BB6-577A-D1C2-3B9ECDFCE000}"/>
              </a:ext>
            </a:extLst>
          </p:cNvPr>
          <p:cNvGrpSpPr/>
          <p:nvPr/>
        </p:nvGrpSpPr>
        <p:grpSpPr>
          <a:xfrm>
            <a:off x="8064133" y="3252919"/>
            <a:ext cx="183822" cy="187325"/>
            <a:chOff x="2336800" y="6319552"/>
            <a:chExt cx="187325" cy="187325"/>
          </a:xfrm>
        </p:grpSpPr>
        <p:sp>
          <p:nvSpPr>
            <p:cNvPr id="38" name="Oval 5">
              <a:extLst>
                <a:ext uri="{FF2B5EF4-FFF2-40B4-BE49-F238E27FC236}">
                  <a16:creationId xmlns:a16="http://schemas.microsoft.com/office/drawing/2014/main" id="{6B5DE0C5-8906-84DC-1271-5B7DDD94345D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9" name="Arc 6">
              <a:extLst>
                <a:ext uri="{FF2B5EF4-FFF2-40B4-BE49-F238E27FC236}">
                  <a16:creationId xmlns:a16="http://schemas.microsoft.com/office/drawing/2014/main" id="{C018C6FE-2893-6687-A261-EC51A12E726D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41">
            <a:extLst>
              <a:ext uri="{FF2B5EF4-FFF2-40B4-BE49-F238E27FC236}">
                <a16:creationId xmlns:a16="http://schemas.microsoft.com/office/drawing/2014/main" id="{79949EAE-82F8-2F4A-9C01-3C695CC82E6C}"/>
              </a:ext>
            </a:extLst>
          </p:cNvPr>
          <p:cNvGrpSpPr/>
          <p:nvPr/>
        </p:nvGrpSpPr>
        <p:grpSpPr>
          <a:xfrm>
            <a:off x="8064133" y="5524098"/>
            <a:ext cx="183822" cy="187325"/>
            <a:chOff x="2336800" y="6319552"/>
            <a:chExt cx="187325" cy="187325"/>
          </a:xfrm>
        </p:grpSpPr>
        <p:sp>
          <p:nvSpPr>
            <p:cNvPr id="29" name="Oval 42">
              <a:extLst>
                <a:ext uri="{FF2B5EF4-FFF2-40B4-BE49-F238E27FC236}">
                  <a16:creationId xmlns:a16="http://schemas.microsoft.com/office/drawing/2014/main" id="{DA435D39-0600-F798-C4B5-D5AB9156BFC1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0" name="Arc 43">
              <a:extLst>
                <a:ext uri="{FF2B5EF4-FFF2-40B4-BE49-F238E27FC236}">
                  <a16:creationId xmlns:a16="http://schemas.microsoft.com/office/drawing/2014/main" id="{5535A472-9701-8E60-FD05-6EFB28818B8C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0" name="Oval 34">
            <a:extLst>
              <a:ext uri="{FF2B5EF4-FFF2-40B4-BE49-F238E27FC236}">
                <a16:creationId xmlns:a16="http://schemas.microsoft.com/office/drawing/2014/main" id="{4B957B18-04B3-9D68-6C2A-82ADEE6EA1B7}"/>
              </a:ext>
            </a:extLst>
          </p:cNvPr>
          <p:cNvSpPr/>
          <p:nvPr/>
        </p:nvSpPr>
        <p:spPr bwMode="auto">
          <a:xfrm>
            <a:off x="8058879" y="4150234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Oval 34">
            <a:extLst>
              <a:ext uri="{FF2B5EF4-FFF2-40B4-BE49-F238E27FC236}">
                <a16:creationId xmlns:a16="http://schemas.microsoft.com/office/drawing/2014/main" id="{287972C9-5EE4-2535-7F1C-CD4BCB31C434}"/>
              </a:ext>
            </a:extLst>
          </p:cNvPr>
          <p:cNvSpPr/>
          <p:nvPr/>
        </p:nvSpPr>
        <p:spPr bwMode="auto">
          <a:xfrm>
            <a:off x="8058879" y="4615027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8" name="Group 41">
            <a:extLst>
              <a:ext uri="{FF2B5EF4-FFF2-40B4-BE49-F238E27FC236}">
                <a16:creationId xmlns:a16="http://schemas.microsoft.com/office/drawing/2014/main" id="{FA30A90B-8809-5C7B-CA05-F3FD4262F13E}"/>
              </a:ext>
            </a:extLst>
          </p:cNvPr>
          <p:cNvGrpSpPr/>
          <p:nvPr/>
        </p:nvGrpSpPr>
        <p:grpSpPr>
          <a:xfrm>
            <a:off x="8062382" y="5988890"/>
            <a:ext cx="183822" cy="187325"/>
            <a:chOff x="2336800" y="6319552"/>
            <a:chExt cx="187325" cy="187325"/>
          </a:xfrm>
        </p:grpSpPr>
        <p:sp>
          <p:nvSpPr>
            <p:cNvPr id="10" name="Oval 42">
              <a:extLst>
                <a:ext uri="{FF2B5EF4-FFF2-40B4-BE49-F238E27FC236}">
                  <a16:creationId xmlns:a16="http://schemas.microsoft.com/office/drawing/2014/main" id="{43700005-FA8B-05D0-9845-CEC44A33360B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Arc 43">
              <a:extLst>
                <a:ext uri="{FF2B5EF4-FFF2-40B4-BE49-F238E27FC236}">
                  <a16:creationId xmlns:a16="http://schemas.microsoft.com/office/drawing/2014/main" id="{41D3AD76-341C-8A42-72BB-FCE349A7E72E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7" name="Oval 34">
            <a:extLst>
              <a:ext uri="{FF2B5EF4-FFF2-40B4-BE49-F238E27FC236}">
                <a16:creationId xmlns:a16="http://schemas.microsoft.com/office/drawing/2014/main" id="{F414D406-D38F-D554-BF0D-3D896A875F2B}"/>
              </a:ext>
            </a:extLst>
          </p:cNvPr>
          <p:cNvSpPr/>
          <p:nvPr/>
        </p:nvSpPr>
        <p:spPr bwMode="auto">
          <a:xfrm>
            <a:off x="8062382" y="1457976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Oval 34">
            <a:extLst>
              <a:ext uri="{FF2B5EF4-FFF2-40B4-BE49-F238E27FC236}">
                <a16:creationId xmlns:a16="http://schemas.microsoft.com/office/drawing/2014/main" id="{BDAACD9F-CB51-89C6-F6CD-06BB32FB09DC}"/>
              </a:ext>
            </a:extLst>
          </p:cNvPr>
          <p:cNvSpPr/>
          <p:nvPr/>
        </p:nvSpPr>
        <p:spPr bwMode="auto">
          <a:xfrm>
            <a:off x="8062382" y="1880356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Oval 34">
            <a:extLst>
              <a:ext uri="{FF2B5EF4-FFF2-40B4-BE49-F238E27FC236}">
                <a16:creationId xmlns:a16="http://schemas.microsoft.com/office/drawing/2014/main" id="{FC7B0E8B-A25E-3DB6-4C76-C2354405A9AD}"/>
              </a:ext>
            </a:extLst>
          </p:cNvPr>
          <p:cNvSpPr/>
          <p:nvPr/>
        </p:nvSpPr>
        <p:spPr bwMode="auto">
          <a:xfrm>
            <a:off x="8062382" y="231246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3" name="Group 3">
            <a:extLst>
              <a:ext uri="{FF2B5EF4-FFF2-40B4-BE49-F238E27FC236}">
                <a16:creationId xmlns:a16="http://schemas.microsoft.com/office/drawing/2014/main" id="{6BC0B1C6-EFDC-8A0A-FE55-3B9410395017}"/>
              </a:ext>
            </a:extLst>
          </p:cNvPr>
          <p:cNvGrpSpPr/>
          <p:nvPr/>
        </p:nvGrpSpPr>
        <p:grpSpPr>
          <a:xfrm>
            <a:off x="8064133" y="3705956"/>
            <a:ext cx="183822" cy="187325"/>
            <a:chOff x="2336800" y="6319552"/>
            <a:chExt cx="187325" cy="187325"/>
          </a:xfrm>
        </p:grpSpPr>
        <p:sp>
          <p:nvSpPr>
            <p:cNvPr id="44" name="Oval 5">
              <a:extLst>
                <a:ext uri="{FF2B5EF4-FFF2-40B4-BE49-F238E27FC236}">
                  <a16:creationId xmlns:a16="http://schemas.microsoft.com/office/drawing/2014/main" id="{A1F8635A-5F49-54B0-A318-A640123A3B2B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" name="Arc 6">
              <a:extLst>
                <a:ext uri="{FF2B5EF4-FFF2-40B4-BE49-F238E27FC236}">
                  <a16:creationId xmlns:a16="http://schemas.microsoft.com/office/drawing/2014/main" id="{9C45B9D0-5685-0996-D52C-05D7A6B9005C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11250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A3AFDD-DFB6-EF68-A6EA-3F80E520B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B86A40B9-2083-88CB-4D60-553C815BF8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6E13B507-3993-093B-C19E-7814CABD126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E13B507-3993-093B-C19E-7814CABD12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A53DE410-8AD4-AF58-B489-4962C00E3A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Indicações - Representantes de negócio e Participantes das Comunidades Técnicas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F113A4-5D2E-AFD8-7D0E-4F742ACA6B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54A0F9A-3CCD-4900-224A-A2D145B3E2C9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pt-BR" sz="1600" b="0" i="0" u="none" strike="noStrike" kern="1200" cap="none" spc="0" normalizeH="0" baseline="0" noProof="0">
              <a:ln>
                <a:noFill/>
              </a:ln>
              <a:solidFill>
                <a:srgbClr val="5E8AB3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867E34A-7D68-78E3-C302-9B0CEAEF8E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637580"/>
              </p:ext>
            </p:extLst>
          </p:nvPr>
        </p:nvGraphicFramePr>
        <p:xfrm>
          <a:off x="411954" y="1123357"/>
          <a:ext cx="11366504" cy="4769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45258">
                  <a:extLst>
                    <a:ext uri="{9D8B030D-6E8A-4147-A177-3AD203B41FA5}">
                      <a16:colId xmlns:a16="http://schemas.microsoft.com/office/drawing/2014/main" val="3322340406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1316345601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2981188540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2666083142"/>
                    </a:ext>
                  </a:extLst>
                </a:gridCol>
                <a:gridCol w="905375">
                  <a:extLst>
                    <a:ext uri="{9D8B030D-6E8A-4147-A177-3AD203B41FA5}">
                      <a16:colId xmlns:a16="http://schemas.microsoft.com/office/drawing/2014/main" val="1694691042"/>
                    </a:ext>
                  </a:extLst>
                </a:gridCol>
                <a:gridCol w="1166013">
                  <a:extLst>
                    <a:ext uri="{9D8B030D-6E8A-4147-A177-3AD203B41FA5}">
                      <a16:colId xmlns:a16="http://schemas.microsoft.com/office/drawing/2014/main" val="710007191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941578517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2721822382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3373170587"/>
                    </a:ext>
                  </a:extLst>
                </a:gridCol>
                <a:gridCol w="1035694">
                  <a:extLst>
                    <a:ext uri="{9D8B030D-6E8A-4147-A177-3AD203B41FA5}">
                      <a16:colId xmlns:a16="http://schemas.microsoft.com/office/drawing/2014/main" val="816066268"/>
                    </a:ext>
                  </a:extLst>
                </a:gridCol>
              </a:tblGrid>
              <a:tr h="315144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00" b="1" u="none" strike="noStrike" spc="300">
                          <a:effectLst/>
                        </a:rPr>
                        <a:t>SQUAD</a:t>
                      </a:r>
                      <a:endParaRPr lang="pt-BR" sz="1000" b="1" i="0" u="none" strike="noStrike" spc="300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PEE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PER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PRM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PRD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PRI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PRR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EGN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EGS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effectLst/>
                        </a:rPr>
                        <a:t>PDT</a:t>
                      </a:r>
                      <a:endParaRPr lang="pt-BR" sz="1050" b="1" i="0" u="none" strike="noStrike">
                        <a:solidFill>
                          <a:srgbClr val="FFFFFF"/>
                        </a:solidFill>
                        <a:effectLst/>
                        <a:latin typeface="Aptos Display" panose="020B00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864109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SIMULADOR CC E FERRAMENTAS EMT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Eduardo e Ricardo (PSCAD)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314003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BASE DE DADOS EMT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Samuel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Eduardo e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Ricardo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91877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ORGANON E DEMAIS FERRAMENTAS ELÉTRICAS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Daniel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(RESPROB)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Tais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(RESPROB)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Roberto Gomes e Laura Quintanilha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Pendente </a:t>
                      </a:r>
                      <a:endParaRPr lang="pt-BR" sz="1000" b="0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Anderson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Guilherme e</a:t>
                      </a:r>
                      <a:b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</a:b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 Jeanderson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568747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BASE DE DADOS RMS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Pendente</a:t>
                      </a: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r>
                        <a:rPr lang="pt-BR" sz="100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Pendente </a:t>
                      </a:r>
                      <a:endParaRPr lang="pt-BR" sz="1000" b="0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André Nascimento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Guilherme e</a:t>
                      </a:r>
                      <a:b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</a:b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Fabio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785688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CURTO E MÉDIO PRAZO (NOVO MODELO)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Débora e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Luana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Gabriel Malta e João Pedro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Hugo e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Carlo Lucca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328237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CURTO E MÉDIO PRAZO (LEGADO)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Débora e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b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Luana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Marcelo Luna e Gabriel Malta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Gustavo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216434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CURTÍSSIMO PRAZO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b="0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Tiago e Amanda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Gustavo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129964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VAZÃO E GERAÇÃO DE CENÁRIOS HÍDRICOS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Rodrigo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Hugo e </a:t>
                      </a:r>
                    </a:p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Carlo Lucca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Raphael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018174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SIMULADOR HIDRÁULICO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Rodrigo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Hadassiana e Camila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Raphael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0901931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GERAÇÃO EÓLICA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Hugo e Frederico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Gustavo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8369380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GERAÇÃO FOTOVOLTAICA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Hugo e Frederico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Gustavo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932281"/>
                  </a:ext>
                </a:extLst>
              </a:tr>
              <a:tr h="371192">
                <a:tc>
                  <a:txBody>
                    <a:bodyPr/>
                    <a:lstStyle/>
                    <a:p>
                      <a:pPr marL="108000" algn="l" fontAlgn="ctr">
                        <a:buNone/>
                      </a:pPr>
                      <a:r>
                        <a:rPr lang="pt-BR" sz="1050" b="1" u="none" strike="noStrike">
                          <a:effectLst/>
                          <a:latin typeface="Arial Nova Cond" panose="020B0506020202020204" pitchFamily="34" charset="0"/>
                        </a:rPr>
                        <a:t>PREVISÃO DE CARGA E MMGD</a:t>
                      </a:r>
                      <a:endParaRPr lang="pt-BR" sz="1050" b="1" i="0" u="none" strike="noStrike">
                        <a:solidFill>
                          <a:srgbClr val="000000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 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ctr">
                        <a:buNone/>
                      </a:pP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Raphael e</a:t>
                      </a:r>
                      <a:b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</a:br>
                      <a:r>
                        <a:rPr lang="pt-BR" sz="100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Juliana</a:t>
                      </a:r>
                      <a:endParaRPr lang="pt-BR" sz="10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978957"/>
                  </a:ext>
                </a:extLst>
              </a:tr>
            </a:tbl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3C6BA6AA-C945-A718-DCA4-C867F992F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659144"/>
              </p:ext>
            </p:extLst>
          </p:nvPr>
        </p:nvGraphicFramePr>
        <p:xfrm>
          <a:off x="2520950" y="6388099"/>
          <a:ext cx="4205112" cy="3043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639">
                  <a:extLst>
                    <a:ext uri="{9D8B030D-6E8A-4147-A177-3AD203B41FA5}">
                      <a16:colId xmlns:a16="http://schemas.microsoft.com/office/drawing/2014/main" val="2236802668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2773893416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2438367478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2565472623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3953728683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913186433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160682024"/>
                    </a:ext>
                  </a:extLst>
                </a:gridCol>
                <a:gridCol w="525639">
                  <a:extLst>
                    <a:ext uri="{9D8B030D-6E8A-4147-A177-3AD203B41FA5}">
                      <a16:colId xmlns:a16="http://schemas.microsoft.com/office/drawing/2014/main" val="1994476424"/>
                    </a:ext>
                  </a:extLst>
                </a:gridCol>
              </a:tblGrid>
              <a:tr h="3043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PRA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PLC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PLM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PLS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PLN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EGE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EGP</a:t>
                      </a:r>
                      <a:endParaRPr lang="pt-BR" sz="1050" b="1" i="0" u="none" strike="noStrike">
                        <a:solidFill>
                          <a:schemeClr val="accent4">
                            <a:lumMod val="75000"/>
                          </a:schemeClr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50" b="1" i="0" u="none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PED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167839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7CD7B022-06A7-3266-9855-086E0264FC11}"/>
              </a:ext>
            </a:extLst>
          </p:cNvPr>
          <p:cNvSpPr txBox="1"/>
          <p:nvPr/>
        </p:nvSpPr>
        <p:spPr>
          <a:xfrm>
            <a:off x="2463800" y="5957212"/>
            <a:ext cx="84391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chemeClr val="accent4">
                    <a:lumMod val="75000"/>
                  </a:schemeClr>
                </a:solidFill>
                <a:latin typeface="Arial Nova Cond" panose="020B0506020202020204" pitchFamily="34" charset="0"/>
              </a:rPr>
              <a:t>GERÊNCIAS PENDENTES DE PREENCHIMENTO </a:t>
            </a:r>
          </a:p>
          <a:p>
            <a:r>
              <a:rPr lang="pt-BR" sz="1100">
                <a:latin typeface="Arial Nova Cond Light" panose="020B0306020202020204" pitchFamily="34" charset="0"/>
              </a:rPr>
              <a:t>(PRA e PED ainda sem gerentes posicionados; FEL irá propor a indicação de apenas um representante para a PL; EG necessário follow-up)</a:t>
            </a:r>
          </a:p>
        </p:txBody>
      </p:sp>
    </p:spTree>
    <p:extLst>
      <p:ext uri="{BB962C8B-B14F-4D97-AF65-F5344CB8AC3E}">
        <p14:creationId xmlns:p14="http://schemas.microsoft.com/office/powerpoint/2010/main" val="28961942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B646A7-6271-F364-22FF-F3D0D0D5A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hink-cell data - do not delete" hidden="1">
            <a:extLst>
              <a:ext uri="{FF2B5EF4-FFF2-40B4-BE49-F238E27FC236}">
                <a16:creationId xmlns:a16="http://schemas.microsoft.com/office/drawing/2014/main" id="{B270E7FD-DDEA-E739-2325-A54F93CBAED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70E7FD-DDEA-E739-2325-A54F93CBAE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6738A45-3486-CC96-DB91-E10F889C6A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9E32C1D4-E7C3-501F-88CB-7B6EA67593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Resumo Administrativo - Modelo de Operação Matricial</a:t>
            </a:r>
          </a:p>
        </p:txBody>
      </p:sp>
      <p:sp>
        <p:nvSpPr>
          <p:cNvPr id="205" name="Text 3">
            <a:extLst>
              <a:ext uri="{FF2B5EF4-FFF2-40B4-BE49-F238E27FC236}">
                <a16:creationId xmlns:a16="http://schemas.microsoft.com/office/drawing/2014/main" id="{37F34730-F383-55DA-1891-3F98748148A0}"/>
              </a:ext>
            </a:extLst>
          </p:cNvPr>
          <p:cNvSpPr txBox="1"/>
          <p:nvPr/>
        </p:nvSpPr>
        <p:spPr>
          <a:xfrm>
            <a:off x="502920" y="16002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>
                <a:solidFill>
                  <a:srgbClr val="1F3864"/>
                </a:solidFill>
                <a:latin typeface="Arial Nova Cond" panose="020B0506020202020204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PANORAMA GERAL</a:t>
            </a:r>
            <a:r>
              <a:rPr lang="en-US" sz="1400" b="1" kern="0" spc="250">
                <a:solidFill>
                  <a:srgbClr val="D8E1EA"/>
                </a:solidFill>
                <a:latin typeface="Arial Nova Cond" panose="020B0506020202020204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   |   </a:t>
            </a:r>
            <a:r>
              <a:rPr lang="en-US" sz="1400" b="1" kern="0" spc="250">
                <a:solidFill>
                  <a:srgbClr val="00A650"/>
                </a:solidFill>
                <a:latin typeface="Arial Nova Cond" panose="020B0506020202020204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[28/08/2026]</a:t>
            </a:r>
            <a:endParaRPr lang="en-US" sz="1400">
              <a:latin typeface="Arial Nova Cond" panose="020B0506020202020204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07" name="Shape 4">
            <a:extLst>
              <a:ext uri="{FF2B5EF4-FFF2-40B4-BE49-F238E27FC236}">
                <a16:creationId xmlns:a16="http://schemas.microsoft.com/office/drawing/2014/main" id="{EECECB6A-D1CA-30A5-5787-E614E9863D56}"/>
              </a:ext>
            </a:extLst>
          </p:cNvPr>
          <p:cNvSpPr/>
          <p:nvPr/>
        </p:nvSpPr>
        <p:spPr>
          <a:xfrm>
            <a:off x="502920" y="1892808"/>
            <a:ext cx="11155680" cy="0"/>
          </a:xfrm>
          <a:prstGeom prst="line">
            <a:avLst/>
          </a:prstGeom>
          <a:noFill/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09" name="Shape 5">
            <a:extLst>
              <a:ext uri="{FF2B5EF4-FFF2-40B4-BE49-F238E27FC236}">
                <a16:creationId xmlns:a16="http://schemas.microsoft.com/office/drawing/2014/main" id="{00C1D0BB-A956-7D8F-1956-E58463E89F95}"/>
              </a:ext>
            </a:extLst>
          </p:cNvPr>
          <p:cNvSpPr/>
          <p:nvPr/>
        </p:nvSpPr>
        <p:spPr>
          <a:xfrm>
            <a:off x="502920" y="210312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1" name="Text 6">
            <a:extLst>
              <a:ext uri="{FF2B5EF4-FFF2-40B4-BE49-F238E27FC236}">
                <a16:creationId xmlns:a16="http://schemas.microsoft.com/office/drawing/2014/main" id="{841F9C21-5945-91EE-FC18-C030422EC7D3}"/>
              </a:ext>
            </a:extLst>
          </p:cNvPr>
          <p:cNvSpPr txBox="1"/>
          <p:nvPr/>
        </p:nvSpPr>
        <p:spPr>
          <a:xfrm>
            <a:off x="704088" y="22677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CONVITES ENVIADOS</a:t>
            </a:r>
            <a:endParaRPr lang="en-US" sz="95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3" name="Text 7">
            <a:extLst>
              <a:ext uri="{FF2B5EF4-FFF2-40B4-BE49-F238E27FC236}">
                <a16:creationId xmlns:a16="http://schemas.microsoft.com/office/drawing/2014/main" id="{4895ECD7-60E7-EA87-4C73-17B7B916A6B4}"/>
              </a:ext>
            </a:extLst>
          </p:cNvPr>
          <p:cNvSpPr txBox="1"/>
          <p:nvPr/>
        </p:nvSpPr>
        <p:spPr>
          <a:xfrm>
            <a:off x="704088" y="252374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42</a:t>
            </a:r>
            <a:endParaRPr lang="en-US" sz="40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5" name="Text 8">
            <a:extLst>
              <a:ext uri="{FF2B5EF4-FFF2-40B4-BE49-F238E27FC236}">
                <a16:creationId xmlns:a16="http://schemas.microsoft.com/office/drawing/2014/main" id="{192FCCEC-1010-384B-9A50-82F48680324E}"/>
              </a:ext>
            </a:extLst>
          </p:cNvPr>
          <p:cNvSpPr txBox="1"/>
          <p:nvPr/>
        </p:nvSpPr>
        <p:spPr>
          <a:xfrm>
            <a:off x="704088" y="31821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público convocado</a:t>
            </a:r>
            <a:endParaRPr lang="en-US" sz="95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7" name="Shape 9">
            <a:extLst>
              <a:ext uri="{FF2B5EF4-FFF2-40B4-BE49-F238E27FC236}">
                <a16:creationId xmlns:a16="http://schemas.microsoft.com/office/drawing/2014/main" id="{36F7D424-E146-D258-B54F-BE8E9EEDC405}"/>
              </a:ext>
            </a:extLst>
          </p:cNvPr>
          <p:cNvSpPr/>
          <p:nvPr/>
        </p:nvSpPr>
        <p:spPr>
          <a:xfrm>
            <a:off x="3346704" y="210312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19" name="Text 10">
            <a:extLst>
              <a:ext uri="{FF2B5EF4-FFF2-40B4-BE49-F238E27FC236}">
                <a16:creationId xmlns:a16="http://schemas.microsoft.com/office/drawing/2014/main" id="{E4BF5E88-C5AD-76C0-5BCF-DDFA16D96B4E}"/>
              </a:ext>
            </a:extLst>
          </p:cNvPr>
          <p:cNvSpPr txBox="1"/>
          <p:nvPr/>
        </p:nvSpPr>
        <p:spPr>
          <a:xfrm>
            <a:off x="3547872" y="22677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PARTICIPANTES PRESENTES</a:t>
            </a:r>
            <a:endParaRPr lang="en-US" sz="95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21" name="Text 11">
            <a:extLst>
              <a:ext uri="{FF2B5EF4-FFF2-40B4-BE49-F238E27FC236}">
                <a16:creationId xmlns:a16="http://schemas.microsoft.com/office/drawing/2014/main" id="{73DB9DFF-9BCB-775A-4FC6-D0915430E9CA}"/>
              </a:ext>
            </a:extLst>
          </p:cNvPr>
          <p:cNvSpPr txBox="1"/>
          <p:nvPr/>
        </p:nvSpPr>
        <p:spPr>
          <a:xfrm>
            <a:off x="3547872" y="252374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41</a:t>
            </a:r>
            <a:endParaRPr lang="en-US" sz="40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23" name="Text 12">
            <a:extLst>
              <a:ext uri="{FF2B5EF4-FFF2-40B4-BE49-F238E27FC236}">
                <a16:creationId xmlns:a16="http://schemas.microsoft.com/office/drawing/2014/main" id="{6E9FE04C-B9F3-F60A-DAE6-F5BEF6AF64CA}"/>
              </a:ext>
            </a:extLst>
          </p:cNvPr>
          <p:cNvSpPr txBox="1"/>
          <p:nvPr/>
        </p:nvSpPr>
        <p:spPr>
          <a:xfrm>
            <a:off x="3547872" y="31821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presença confirmada</a:t>
            </a:r>
            <a:endParaRPr lang="en-US" sz="95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25" name="Shape 13">
            <a:extLst>
              <a:ext uri="{FF2B5EF4-FFF2-40B4-BE49-F238E27FC236}">
                <a16:creationId xmlns:a16="http://schemas.microsoft.com/office/drawing/2014/main" id="{58ACB05A-89A9-D102-1581-49B6C730D809}"/>
              </a:ext>
            </a:extLst>
          </p:cNvPr>
          <p:cNvSpPr/>
          <p:nvPr/>
        </p:nvSpPr>
        <p:spPr>
          <a:xfrm>
            <a:off x="6190488" y="210312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27" name="Text 14">
            <a:extLst>
              <a:ext uri="{FF2B5EF4-FFF2-40B4-BE49-F238E27FC236}">
                <a16:creationId xmlns:a16="http://schemas.microsoft.com/office/drawing/2014/main" id="{4BD6B8E9-03B1-A659-C387-0E911B8B869A}"/>
              </a:ext>
            </a:extLst>
          </p:cNvPr>
          <p:cNvSpPr txBox="1"/>
          <p:nvPr/>
        </p:nvSpPr>
        <p:spPr>
          <a:xfrm>
            <a:off x="6391656" y="22677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TAXA DE PRESENÇA</a:t>
            </a:r>
            <a:endParaRPr lang="en-US" sz="95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29" name="Text 15">
            <a:extLst>
              <a:ext uri="{FF2B5EF4-FFF2-40B4-BE49-F238E27FC236}">
                <a16:creationId xmlns:a16="http://schemas.microsoft.com/office/drawing/2014/main" id="{3DEC3E1C-F78F-05CB-1225-1762AB90D513}"/>
              </a:ext>
            </a:extLst>
          </p:cNvPr>
          <p:cNvSpPr txBox="1"/>
          <p:nvPr/>
        </p:nvSpPr>
        <p:spPr>
          <a:xfrm>
            <a:off x="6391656" y="252374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E8A33D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97,6%</a:t>
            </a:r>
            <a:endParaRPr lang="en-US" sz="40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31" name="Text 16">
            <a:extLst>
              <a:ext uri="{FF2B5EF4-FFF2-40B4-BE49-F238E27FC236}">
                <a16:creationId xmlns:a16="http://schemas.microsoft.com/office/drawing/2014/main" id="{5DC1F687-89DC-0A29-1BC0-01A7EB389897}"/>
              </a:ext>
            </a:extLst>
          </p:cNvPr>
          <p:cNvSpPr txBox="1"/>
          <p:nvPr/>
        </p:nvSpPr>
        <p:spPr>
          <a:xfrm>
            <a:off x="6391656" y="31821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presentes / convidados</a:t>
            </a:r>
            <a:endParaRPr lang="en-US" sz="95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33" name="Shape 17">
            <a:extLst>
              <a:ext uri="{FF2B5EF4-FFF2-40B4-BE49-F238E27FC236}">
                <a16:creationId xmlns:a16="http://schemas.microsoft.com/office/drawing/2014/main" id="{A2283750-7CE8-2C03-480B-CB1D45BF6D0E}"/>
              </a:ext>
            </a:extLst>
          </p:cNvPr>
          <p:cNvSpPr/>
          <p:nvPr/>
        </p:nvSpPr>
        <p:spPr>
          <a:xfrm>
            <a:off x="9034272" y="2103120"/>
            <a:ext cx="2615184" cy="1463040"/>
          </a:xfrm>
          <a:prstGeom prst="roundRect">
            <a:avLst>
              <a:gd name="adj" fmla="val 3750"/>
            </a:avLst>
          </a:prstGeom>
          <a:solidFill>
            <a:srgbClr val="F4F7FA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35" name="Text 18">
            <a:extLst>
              <a:ext uri="{FF2B5EF4-FFF2-40B4-BE49-F238E27FC236}">
                <a16:creationId xmlns:a16="http://schemas.microsoft.com/office/drawing/2014/main" id="{2D5075C4-DEA7-17D9-906D-1175AE9910CC}"/>
              </a:ext>
            </a:extLst>
          </p:cNvPr>
          <p:cNvSpPr txBox="1"/>
          <p:nvPr/>
        </p:nvSpPr>
        <p:spPr>
          <a:xfrm>
            <a:off x="9235440" y="22677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RETENÇÃO (Tempo Ativo)</a:t>
            </a:r>
            <a:endParaRPr lang="en-US" sz="95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37" name="Text 19">
            <a:extLst>
              <a:ext uri="{FF2B5EF4-FFF2-40B4-BE49-F238E27FC236}">
                <a16:creationId xmlns:a16="http://schemas.microsoft.com/office/drawing/2014/main" id="{33902ED8-8CAC-76E3-6A4F-D337E623313A}"/>
              </a:ext>
            </a:extLst>
          </p:cNvPr>
          <p:cNvSpPr txBox="1"/>
          <p:nvPr/>
        </p:nvSpPr>
        <p:spPr>
          <a:xfrm>
            <a:off x="9235440" y="2523744"/>
            <a:ext cx="2212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E8A33D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97,5%</a:t>
            </a:r>
            <a:endParaRPr lang="en-US" sz="40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39" name="Text 20">
            <a:extLst>
              <a:ext uri="{FF2B5EF4-FFF2-40B4-BE49-F238E27FC236}">
                <a16:creationId xmlns:a16="http://schemas.microsoft.com/office/drawing/2014/main" id="{D4442193-240E-EDAF-9AA7-2F29CFF671B3}"/>
              </a:ext>
            </a:extLst>
          </p:cNvPr>
          <p:cNvSpPr txBox="1"/>
          <p:nvPr/>
        </p:nvSpPr>
        <p:spPr>
          <a:xfrm>
            <a:off x="9235440" y="3182112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41 – 40 permaneceram presentes.</a:t>
            </a:r>
            <a:endParaRPr lang="en-US" sz="95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41" name="Shape 21">
            <a:extLst>
              <a:ext uri="{FF2B5EF4-FFF2-40B4-BE49-F238E27FC236}">
                <a16:creationId xmlns:a16="http://schemas.microsoft.com/office/drawing/2014/main" id="{B6BA113F-BCC3-E8A0-D2C4-FD73B901D7F6}"/>
              </a:ext>
            </a:extLst>
          </p:cNvPr>
          <p:cNvSpPr/>
          <p:nvPr/>
        </p:nvSpPr>
        <p:spPr>
          <a:xfrm>
            <a:off x="502920" y="3886200"/>
            <a:ext cx="5458968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43" name="Text 22">
            <a:extLst>
              <a:ext uri="{FF2B5EF4-FFF2-40B4-BE49-F238E27FC236}">
                <a16:creationId xmlns:a16="http://schemas.microsoft.com/office/drawing/2014/main" id="{F0710550-6E9F-52C3-F3F5-C02391A1083F}"/>
              </a:ext>
            </a:extLst>
          </p:cNvPr>
          <p:cNvSpPr txBox="1"/>
          <p:nvPr/>
        </p:nvSpPr>
        <p:spPr>
          <a:xfrm>
            <a:off x="758952" y="4069080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>
                <a:solidFill>
                  <a:srgbClr val="E8A33D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SESSÃO DE TREINAMENTO</a:t>
            </a:r>
            <a:endParaRPr lang="en-US" sz="12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45" name="Text 23">
            <a:extLst>
              <a:ext uri="{FF2B5EF4-FFF2-40B4-BE49-F238E27FC236}">
                <a16:creationId xmlns:a16="http://schemas.microsoft.com/office/drawing/2014/main" id="{7D3150CB-CF66-29D3-114E-F84FFB3E92D2}"/>
              </a:ext>
            </a:extLst>
          </p:cNvPr>
          <p:cNvSpPr txBox="1"/>
          <p:nvPr/>
        </p:nvSpPr>
        <p:spPr>
          <a:xfrm>
            <a:off x="758952" y="441655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Data da sessão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47" name="Text 24">
            <a:extLst>
              <a:ext uri="{FF2B5EF4-FFF2-40B4-BE49-F238E27FC236}">
                <a16:creationId xmlns:a16="http://schemas.microsoft.com/office/drawing/2014/main" id="{7BFE3F32-0C66-A620-8947-7CEC3A8C1233}"/>
              </a:ext>
            </a:extLst>
          </p:cNvPr>
          <p:cNvSpPr txBox="1"/>
          <p:nvPr/>
        </p:nvSpPr>
        <p:spPr>
          <a:xfrm>
            <a:off x="3232404" y="441655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[27/08/2026]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49" name="Shape 25">
            <a:extLst>
              <a:ext uri="{FF2B5EF4-FFF2-40B4-BE49-F238E27FC236}">
                <a16:creationId xmlns:a16="http://schemas.microsoft.com/office/drawing/2014/main" id="{C8BAEDE7-2E26-4015-8933-BE0CE399D659}"/>
              </a:ext>
            </a:extLst>
          </p:cNvPr>
          <p:cNvSpPr/>
          <p:nvPr/>
        </p:nvSpPr>
        <p:spPr>
          <a:xfrm>
            <a:off x="758952" y="473659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51" name="Text 26">
            <a:extLst>
              <a:ext uri="{FF2B5EF4-FFF2-40B4-BE49-F238E27FC236}">
                <a16:creationId xmlns:a16="http://schemas.microsoft.com/office/drawing/2014/main" id="{DDE53290-EE5F-2C8C-F85D-ECCF8EC46AAF}"/>
              </a:ext>
            </a:extLst>
          </p:cNvPr>
          <p:cNvSpPr txBox="1"/>
          <p:nvPr/>
        </p:nvSpPr>
        <p:spPr>
          <a:xfrm>
            <a:off x="758952" y="473659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Conteúdo / tema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53" name="Text 27">
            <a:extLst>
              <a:ext uri="{FF2B5EF4-FFF2-40B4-BE49-F238E27FC236}">
                <a16:creationId xmlns:a16="http://schemas.microsoft.com/office/drawing/2014/main" id="{EA43CB3F-031B-E382-C718-33CE9B541F1F}"/>
              </a:ext>
            </a:extLst>
          </p:cNvPr>
          <p:cNvSpPr txBox="1"/>
          <p:nvPr/>
        </p:nvSpPr>
        <p:spPr>
          <a:xfrm>
            <a:off x="3232404" y="473659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[Modelo de Operação Matricial]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55" name="Shape 28">
            <a:extLst>
              <a:ext uri="{FF2B5EF4-FFF2-40B4-BE49-F238E27FC236}">
                <a16:creationId xmlns:a16="http://schemas.microsoft.com/office/drawing/2014/main" id="{E3A912F5-8982-5EB5-DDC8-38B258C38295}"/>
              </a:ext>
            </a:extLst>
          </p:cNvPr>
          <p:cNvSpPr/>
          <p:nvPr/>
        </p:nvSpPr>
        <p:spPr>
          <a:xfrm>
            <a:off x="758952" y="505663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57" name="Text 29">
            <a:extLst>
              <a:ext uri="{FF2B5EF4-FFF2-40B4-BE49-F238E27FC236}">
                <a16:creationId xmlns:a16="http://schemas.microsoft.com/office/drawing/2014/main" id="{9B48EC11-0314-3DFD-83F3-F368C9E48926}"/>
              </a:ext>
            </a:extLst>
          </p:cNvPr>
          <p:cNvSpPr txBox="1"/>
          <p:nvPr/>
        </p:nvSpPr>
        <p:spPr>
          <a:xfrm>
            <a:off x="758952" y="505663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Formato e carga horária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59" name="Text 30">
            <a:extLst>
              <a:ext uri="{FF2B5EF4-FFF2-40B4-BE49-F238E27FC236}">
                <a16:creationId xmlns:a16="http://schemas.microsoft.com/office/drawing/2014/main" id="{F4353764-B466-659F-3014-B347EFCF266A}"/>
              </a:ext>
            </a:extLst>
          </p:cNvPr>
          <p:cNvSpPr txBox="1"/>
          <p:nvPr/>
        </p:nvSpPr>
        <p:spPr>
          <a:xfrm>
            <a:off x="3232404" y="505663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[Online · 3h00]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61" name="Shape 31">
            <a:extLst>
              <a:ext uri="{FF2B5EF4-FFF2-40B4-BE49-F238E27FC236}">
                <a16:creationId xmlns:a16="http://schemas.microsoft.com/office/drawing/2014/main" id="{5378D63F-62A8-8066-07A7-5A1108053F0E}"/>
              </a:ext>
            </a:extLst>
          </p:cNvPr>
          <p:cNvSpPr/>
          <p:nvPr/>
        </p:nvSpPr>
        <p:spPr>
          <a:xfrm>
            <a:off x="758952" y="537667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63" name="Text 32">
            <a:extLst>
              <a:ext uri="{FF2B5EF4-FFF2-40B4-BE49-F238E27FC236}">
                <a16:creationId xmlns:a16="http://schemas.microsoft.com/office/drawing/2014/main" id="{C661053C-EEFA-6E01-3AE3-52AA50EB278A}"/>
              </a:ext>
            </a:extLst>
          </p:cNvPr>
          <p:cNvSpPr txBox="1"/>
          <p:nvPr/>
        </p:nvSpPr>
        <p:spPr>
          <a:xfrm>
            <a:off x="758952" y="537667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Público-alvo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65" name="Text 33">
            <a:extLst>
              <a:ext uri="{FF2B5EF4-FFF2-40B4-BE49-F238E27FC236}">
                <a16:creationId xmlns:a16="http://schemas.microsoft.com/office/drawing/2014/main" id="{F47FEEF9-E720-7B03-C732-4CEBD76443CD}"/>
              </a:ext>
            </a:extLst>
          </p:cNvPr>
          <p:cNvSpPr txBox="1"/>
          <p:nvPr/>
        </p:nvSpPr>
        <p:spPr>
          <a:xfrm>
            <a:off x="3232404" y="537667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[FE  / DTA]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67" name="Shape 34">
            <a:extLst>
              <a:ext uri="{FF2B5EF4-FFF2-40B4-BE49-F238E27FC236}">
                <a16:creationId xmlns:a16="http://schemas.microsoft.com/office/drawing/2014/main" id="{499B9BA9-B4D7-335E-B079-A60A92C0FD39}"/>
              </a:ext>
            </a:extLst>
          </p:cNvPr>
          <p:cNvSpPr/>
          <p:nvPr/>
        </p:nvSpPr>
        <p:spPr>
          <a:xfrm>
            <a:off x="758952" y="569671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69" name="Text 35">
            <a:extLst>
              <a:ext uri="{FF2B5EF4-FFF2-40B4-BE49-F238E27FC236}">
                <a16:creationId xmlns:a16="http://schemas.microsoft.com/office/drawing/2014/main" id="{7D000924-476C-A0AF-5735-A8062883DEBA}"/>
              </a:ext>
            </a:extLst>
          </p:cNvPr>
          <p:cNvSpPr txBox="1"/>
          <p:nvPr/>
        </p:nvSpPr>
        <p:spPr>
          <a:xfrm>
            <a:off x="758952" y="569671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Atividade de Fixação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71" name="Text 36">
            <a:extLst>
              <a:ext uri="{FF2B5EF4-FFF2-40B4-BE49-F238E27FC236}">
                <a16:creationId xmlns:a16="http://schemas.microsoft.com/office/drawing/2014/main" id="{BD0E12EB-BCB1-F8CB-C566-A8CB5EC5773A}"/>
              </a:ext>
            </a:extLst>
          </p:cNvPr>
          <p:cNvSpPr txBox="1"/>
          <p:nvPr/>
        </p:nvSpPr>
        <p:spPr>
          <a:xfrm>
            <a:off x="3232404" y="569671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[Sim]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73" name="Shape 37">
            <a:extLst>
              <a:ext uri="{FF2B5EF4-FFF2-40B4-BE49-F238E27FC236}">
                <a16:creationId xmlns:a16="http://schemas.microsoft.com/office/drawing/2014/main" id="{69DDF9B9-C61A-A6E3-E4BC-E55C661C5FB6}"/>
              </a:ext>
            </a:extLst>
          </p:cNvPr>
          <p:cNvSpPr/>
          <p:nvPr/>
        </p:nvSpPr>
        <p:spPr>
          <a:xfrm>
            <a:off x="6190488" y="3886200"/>
            <a:ext cx="5458968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75" name="Text 38">
            <a:extLst>
              <a:ext uri="{FF2B5EF4-FFF2-40B4-BE49-F238E27FC236}">
                <a16:creationId xmlns:a16="http://schemas.microsoft.com/office/drawing/2014/main" id="{994AE71F-4DA5-E467-CEDA-EA3AE20B8AAB}"/>
              </a:ext>
            </a:extLst>
          </p:cNvPr>
          <p:cNvSpPr txBox="1"/>
          <p:nvPr/>
        </p:nvSpPr>
        <p:spPr>
          <a:xfrm>
            <a:off x="6465199" y="4067490"/>
            <a:ext cx="4946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80">
                <a:solidFill>
                  <a:srgbClr val="E8A33D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E-LEARNING</a:t>
            </a:r>
            <a:endParaRPr lang="en-US" sz="12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77" name="Text 39">
            <a:extLst>
              <a:ext uri="{FF2B5EF4-FFF2-40B4-BE49-F238E27FC236}">
                <a16:creationId xmlns:a16="http://schemas.microsoft.com/office/drawing/2014/main" id="{C9ED53CE-7B11-69D0-D7A0-88760D73E21B}"/>
              </a:ext>
            </a:extLst>
          </p:cNvPr>
          <p:cNvSpPr txBox="1"/>
          <p:nvPr/>
        </p:nvSpPr>
        <p:spPr>
          <a:xfrm>
            <a:off x="6446520" y="440385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Trilhas criadas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79" name="Text 40">
            <a:extLst>
              <a:ext uri="{FF2B5EF4-FFF2-40B4-BE49-F238E27FC236}">
                <a16:creationId xmlns:a16="http://schemas.microsoft.com/office/drawing/2014/main" id="{6E60B329-DE2B-0D1B-7F5E-06EE3057753C}"/>
              </a:ext>
            </a:extLst>
          </p:cNvPr>
          <p:cNvSpPr txBox="1"/>
          <p:nvPr/>
        </p:nvSpPr>
        <p:spPr>
          <a:xfrm>
            <a:off x="8919972" y="440385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[02]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81" name="Shape 41">
            <a:extLst>
              <a:ext uri="{FF2B5EF4-FFF2-40B4-BE49-F238E27FC236}">
                <a16:creationId xmlns:a16="http://schemas.microsoft.com/office/drawing/2014/main" id="{ED7E4067-0AE7-7DDF-69DD-8E4D6DFF5BE5}"/>
              </a:ext>
            </a:extLst>
          </p:cNvPr>
          <p:cNvSpPr/>
          <p:nvPr/>
        </p:nvSpPr>
        <p:spPr>
          <a:xfrm>
            <a:off x="6446520" y="472389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83" name="Text 42">
            <a:extLst>
              <a:ext uri="{FF2B5EF4-FFF2-40B4-BE49-F238E27FC236}">
                <a16:creationId xmlns:a16="http://schemas.microsoft.com/office/drawing/2014/main" id="{804D51C4-918C-9B83-D655-ED548428F3F1}"/>
              </a:ext>
            </a:extLst>
          </p:cNvPr>
          <p:cNvSpPr txBox="1"/>
          <p:nvPr/>
        </p:nvSpPr>
        <p:spPr>
          <a:xfrm>
            <a:off x="6446520" y="472389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Cápsulas publicadas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85" name="Text 43">
            <a:extLst>
              <a:ext uri="{FF2B5EF4-FFF2-40B4-BE49-F238E27FC236}">
                <a16:creationId xmlns:a16="http://schemas.microsoft.com/office/drawing/2014/main" id="{BD39AC39-B13F-DBC1-102A-97330EDA0AAE}"/>
              </a:ext>
            </a:extLst>
          </p:cNvPr>
          <p:cNvSpPr txBox="1"/>
          <p:nvPr/>
        </p:nvSpPr>
        <p:spPr>
          <a:xfrm>
            <a:off x="8919972" y="472389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[Aguardando GP]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87" name="Shape 44">
            <a:extLst>
              <a:ext uri="{FF2B5EF4-FFF2-40B4-BE49-F238E27FC236}">
                <a16:creationId xmlns:a16="http://schemas.microsoft.com/office/drawing/2014/main" id="{0621AD96-D1CF-BC70-4F35-832593F6DAB5}"/>
              </a:ext>
            </a:extLst>
          </p:cNvPr>
          <p:cNvSpPr/>
          <p:nvPr/>
        </p:nvSpPr>
        <p:spPr>
          <a:xfrm>
            <a:off x="6446520" y="504393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89" name="Text 45">
            <a:extLst>
              <a:ext uri="{FF2B5EF4-FFF2-40B4-BE49-F238E27FC236}">
                <a16:creationId xmlns:a16="http://schemas.microsoft.com/office/drawing/2014/main" id="{34B6441B-4082-20E3-6E16-1604EBB340EF}"/>
              </a:ext>
            </a:extLst>
          </p:cNvPr>
          <p:cNvSpPr txBox="1"/>
          <p:nvPr/>
        </p:nvSpPr>
        <p:spPr>
          <a:xfrm>
            <a:off x="6446520" y="504393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Duração total do curso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91" name="Text 46">
            <a:extLst>
              <a:ext uri="{FF2B5EF4-FFF2-40B4-BE49-F238E27FC236}">
                <a16:creationId xmlns:a16="http://schemas.microsoft.com/office/drawing/2014/main" id="{4D3D07F5-9AE3-6DD4-DBC2-E1B1395EFDBD}"/>
              </a:ext>
            </a:extLst>
          </p:cNvPr>
          <p:cNvSpPr txBox="1"/>
          <p:nvPr/>
        </p:nvSpPr>
        <p:spPr>
          <a:xfrm>
            <a:off x="8919972" y="504393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[1h 15 min]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93" name="Shape 47">
            <a:extLst>
              <a:ext uri="{FF2B5EF4-FFF2-40B4-BE49-F238E27FC236}">
                <a16:creationId xmlns:a16="http://schemas.microsoft.com/office/drawing/2014/main" id="{609B43DE-16FD-5A69-2290-9DA05C6E29C4}"/>
              </a:ext>
            </a:extLst>
          </p:cNvPr>
          <p:cNvSpPr/>
          <p:nvPr/>
        </p:nvSpPr>
        <p:spPr>
          <a:xfrm>
            <a:off x="6446520" y="536397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95" name="Text 48">
            <a:extLst>
              <a:ext uri="{FF2B5EF4-FFF2-40B4-BE49-F238E27FC236}">
                <a16:creationId xmlns:a16="http://schemas.microsoft.com/office/drawing/2014/main" id="{B40F22F7-C728-5D9F-D4A9-616D8FC8D673}"/>
              </a:ext>
            </a:extLst>
          </p:cNvPr>
          <p:cNvSpPr txBox="1"/>
          <p:nvPr/>
        </p:nvSpPr>
        <p:spPr>
          <a:xfrm>
            <a:off x="6446520" y="5363972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Colaboradores inscritos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97" name="Text 49">
            <a:extLst>
              <a:ext uri="{FF2B5EF4-FFF2-40B4-BE49-F238E27FC236}">
                <a16:creationId xmlns:a16="http://schemas.microsoft.com/office/drawing/2014/main" id="{673EE4CB-7EEF-D06A-F99B-7927147A7294}"/>
              </a:ext>
            </a:extLst>
          </p:cNvPr>
          <p:cNvSpPr txBox="1"/>
          <p:nvPr/>
        </p:nvSpPr>
        <p:spPr>
          <a:xfrm>
            <a:off x="8919972" y="5363972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[Aguardando GP]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299" name="Shape 50">
            <a:extLst>
              <a:ext uri="{FF2B5EF4-FFF2-40B4-BE49-F238E27FC236}">
                <a16:creationId xmlns:a16="http://schemas.microsoft.com/office/drawing/2014/main" id="{71DCAF15-9770-3D76-D28B-397967655653}"/>
              </a:ext>
            </a:extLst>
          </p:cNvPr>
          <p:cNvSpPr/>
          <p:nvPr/>
        </p:nvSpPr>
        <p:spPr>
          <a:xfrm>
            <a:off x="6446520" y="5684012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07" name="Text 54">
            <a:extLst>
              <a:ext uri="{FF2B5EF4-FFF2-40B4-BE49-F238E27FC236}">
                <a16:creationId xmlns:a16="http://schemas.microsoft.com/office/drawing/2014/main" id="{E9D9BEA6-8B42-5CD6-E22C-05AE9D3D7518}"/>
              </a:ext>
            </a:extLst>
          </p:cNvPr>
          <p:cNvSpPr txBox="1"/>
          <p:nvPr/>
        </p:nvSpPr>
        <p:spPr>
          <a:xfrm>
            <a:off x="11521440" y="62636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1</a:t>
            </a:r>
            <a:endParaRPr lang="en-US" sz="9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16" name="Text 48">
            <a:extLst>
              <a:ext uri="{FF2B5EF4-FFF2-40B4-BE49-F238E27FC236}">
                <a16:creationId xmlns:a16="http://schemas.microsoft.com/office/drawing/2014/main" id="{4D1EA62A-ACFC-1DE3-168C-70065D31A14E}"/>
              </a:ext>
            </a:extLst>
          </p:cNvPr>
          <p:cNvSpPr txBox="1"/>
          <p:nvPr/>
        </p:nvSpPr>
        <p:spPr>
          <a:xfrm>
            <a:off x="6446520" y="5655564"/>
            <a:ext cx="3002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280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Plataforma E-learning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18" name="Shape 50">
            <a:extLst>
              <a:ext uri="{FF2B5EF4-FFF2-40B4-BE49-F238E27FC236}">
                <a16:creationId xmlns:a16="http://schemas.microsoft.com/office/drawing/2014/main" id="{4604181C-1373-B7AA-95EC-975C0D256AC1}"/>
              </a:ext>
            </a:extLst>
          </p:cNvPr>
          <p:cNvSpPr/>
          <p:nvPr/>
        </p:nvSpPr>
        <p:spPr>
          <a:xfrm>
            <a:off x="6446520" y="5975604"/>
            <a:ext cx="4946904" cy="0"/>
          </a:xfrm>
          <a:prstGeom prst="line">
            <a:avLst/>
          </a:prstGeom>
          <a:noFill/>
          <a:ln w="12700">
            <a:solidFill>
              <a:srgbClr val="EDF1F5"/>
            </a:solidFill>
            <a:prstDash val="solid"/>
          </a:ln>
        </p:spPr>
        <p:txBody>
          <a:bodyPr/>
          <a:lstStyle/>
          <a:p>
            <a:endParaRPr lang="pt-BR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  <p:sp>
        <p:nvSpPr>
          <p:cNvPr id="320" name="Text 49">
            <a:extLst>
              <a:ext uri="{FF2B5EF4-FFF2-40B4-BE49-F238E27FC236}">
                <a16:creationId xmlns:a16="http://schemas.microsoft.com/office/drawing/2014/main" id="{0D886B7E-6239-0FFE-BAC6-23A0BDD69A09}"/>
              </a:ext>
            </a:extLst>
          </p:cNvPr>
          <p:cNvSpPr txBox="1"/>
          <p:nvPr/>
        </p:nvSpPr>
        <p:spPr>
          <a:xfrm>
            <a:off x="8919972" y="5655564"/>
            <a:ext cx="24734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>
                <a:solidFill>
                  <a:srgbClr val="1F3864"/>
                </a:solidFill>
                <a:latin typeface="Segoe UI Semibold" panose="020B0702040204020203" pitchFamily="34" charset="0"/>
                <a:ea typeface="Roboto" panose="02000000000000000000" pitchFamily="2" charset="0"/>
                <a:cs typeface="Segoe UI Semibold" panose="020B0702040204020203" pitchFamily="34" charset="0"/>
              </a:rPr>
              <a:t>[Educa+ ONS]</a:t>
            </a:r>
            <a:endParaRPr lang="en-US" sz="1100">
              <a:latin typeface="Segoe UI Semibold" panose="020B0702040204020203" pitchFamily="34" charset="0"/>
              <a:ea typeface="Roboto" panose="02000000000000000000" pitchFamily="2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677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1D7ADB-0774-CB3A-D7E2-22B761F8A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7B0966CE-EF6C-F45A-5094-C194CA1025E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B0966CE-EF6C-F45A-5094-C194CA1025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32E39EF-E823-A846-E9B8-04A6A13EE05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C09E5DC-F456-A45F-5D4A-7689A1CF10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6FF47C1F-F7E5-E1C8-51A0-DCE20E3DCE8C}"/>
              </a:ext>
            </a:extLst>
          </p:cNvPr>
          <p:cNvGraphicFramePr>
            <a:graphicFrameLocks noGrp="1"/>
          </p:cNvGraphicFramePr>
          <p:nvPr/>
        </p:nvGraphicFramePr>
        <p:xfrm>
          <a:off x="163630" y="1825680"/>
          <a:ext cx="11685471" cy="361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do time para participação das trilhas de Capacitação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Compartilhamento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cronograma da trilha de capacitação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de forma antecipada.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Gravação, edição e disponibilização dos treinamentos de forma online.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Sensibilização da importância dos treinamentos pelos gestores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475C1360-4DA4-127E-9134-546DF04E3681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22929118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6CE2E0-EE14-30E2-0A0F-9937389FF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96805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A5441813-089B-D1A4-38AF-CCC508B64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731CFC5B-3E07-6DDA-A816-93275FE5BF0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CFC5B-3E07-6DDA-A816-93275FE5BF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3A8732E5-9102-3D8F-7385-807542095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068CFD-8317-4CE0-62B3-331388B41D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E0F8C9-2A47-78E1-642A-7BA0B259A9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26 de Agosto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0FD048EC-8815-E591-4C7D-74CC1F6572DB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D1CA8AB5-9DBB-657A-4FFC-E9D625C895C5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DA47E9CC-3296-23A8-9507-726EFBC591B2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6CD57-73B9-6330-9591-0F802EA839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43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6D7BA60B-8C94-E180-567A-8A4F71E6E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C5607109-698C-D3FC-1447-6406D0C10B29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D5167F6E-18BF-663D-894C-8FE02D1F6AA4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Gestor</a:t>
            </a:r>
          </a:p>
        </p:txBody>
      </p:sp>
    </p:spTree>
    <p:extLst>
      <p:ext uri="{BB962C8B-B14F-4D97-AF65-F5344CB8AC3E}">
        <p14:creationId xmlns:p14="http://schemas.microsoft.com/office/powerpoint/2010/main" val="11251464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622B5CE-3B29-E7A8-1868-058AB2610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0A237233-1CB6-B1E7-EE15-033F9278834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237233-1CB6-B1E7-EE15-033F927883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0E96D4-619A-DABB-E90F-446E94A6BD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961869-817D-5956-FE2F-A1CFF33561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5EE38D6F-2369-0F55-03E3-D8FB1C5FFD25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D219DA1-71E6-2043-C129-CF5D69F6C1CD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51B3927F-2FA1-7A34-520D-0B41A693D243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7315C65F-8646-A483-AE09-7D5EBF769CAC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D9786179-888E-CBAD-B666-28B231480BC5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17F51265-2045-997F-A8A2-30F2A311F0A5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1C61AA44-3FDA-8E98-5441-B9E9EF5233FB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91E5619A-8867-9466-7FA8-51361A1CFCAB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2304A81B-606C-6A8D-6D62-733302B6D7DF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B1B9A6F-C313-569D-E70C-615C4DB77522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61DE3068-466C-3AA9-9E6F-92587618FC23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25009171-8A16-BB41-BA14-9B94526C1194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F2810AFA-774F-3C03-BEC0-C1C52766F96D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3AB6D6DD-0400-9C61-C253-4F2976FEF1EB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FE595ED2-E376-B999-E612-4648ACDECF68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0DF4895D-F957-32E3-534E-E032EEE65125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F1BA7733-59F2-D2A8-9E0E-F48B8DFA3D55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7F24CDE1-0322-08EB-EEBB-BD88B3786615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051E03BF-2E43-A6BB-1CB3-3D2DFF702D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DDAF3269-6FB9-024A-754F-D23E71530C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6F42F67E-DEAA-2259-FD7A-6A423B1960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D3FFDC94-3611-044C-6088-455512879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CE9DFE6A-1215-337E-5062-1AA5DF31A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7557C446-AE6D-C883-FF04-5576ECD79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6152AA09-FEF0-3082-CDC1-9611C78254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C357DC46-8C80-E016-9F97-0696D3FBB4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0DEED14A-F06F-3C48-DECC-7D92DF865B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BCB2D792-FC0F-B82F-E15C-9FBCDADDC6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56639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9B18B85-7C14-0144-AC5F-8A72B3C8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DD02E42E-9C0A-85F2-08F8-874F77380333}"/>
              </a:ext>
            </a:extLst>
          </p:cNvPr>
          <p:cNvGraphicFramePr>
            <a:graphicFrameLocks noGrp="1"/>
          </p:cNvGraphicFramePr>
          <p:nvPr/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636D519A-CB13-26DB-272C-F3A96D5B84F1}"/>
              </a:ext>
            </a:extLst>
          </p:cNvPr>
          <p:cNvSpPr/>
          <p:nvPr/>
        </p:nvSpPr>
        <p:spPr bwMode="auto">
          <a:xfrm>
            <a:off x="4566467" y="3493536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148B32D2-A969-F5BC-B7B4-FCF2E3A0511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8B32D2-A969-F5BC-B7B4-FCF2E3A0511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EA14A9-1E99-D35E-90B5-74FB8350D4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731653-E20D-5231-0091-087BD517666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2FBABD0-4B7F-8C8C-BFFF-7B01EC2A3A4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052AF6E-4D6F-DA93-242D-58D183D675A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392036-279A-D7C1-D022-1FBC6477D930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578FAF-FD83-1EF7-F634-70F2D9B176F9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C5DA25-D15B-D57E-CD47-8EE0A76FFB2D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79AE9E7E-BF1D-7DEC-2A37-090D79BD76DF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E0DDFD61-4BBB-FE96-D846-074BE13A025D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04EA4EEE-F176-BCFA-FC13-CAC01C82FF89}"/>
              </a:ext>
            </a:extLst>
          </p:cNvPr>
          <p:cNvSpPr/>
          <p:nvPr/>
        </p:nvSpPr>
        <p:spPr bwMode="auto">
          <a:xfrm>
            <a:off x="4566466" y="2978087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A8F64EEF-64B7-5FDF-357F-6F5250CA56E9}"/>
              </a:ext>
            </a:extLst>
          </p:cNvPr>
          <p:cNvSpPr/>
          <p:nvPr/>
        </p:nvSpPr>
        <p:spPr bwMode="auto">
          <a:xfrm>
            <a:off x="4749831" y="5981643"/>
            <a:ext cx="512287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FF3D196-D8D0-D623-DD11-149BA7CD14C5}"/>
              </a:ext>
            </a:extLst>
          </p:cNvPr>
          <p:cNvSpPr/>
          <p:nvPr/>
        </p:nvSpPr>
        <p:spPr bwMode="auto">
          <a:xfrm>
            <a:off x="4566467" y="243099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B69EE072-0688-F9E4-0794-EBD15F6265FC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17B20C00-FAD7-F10F-0FBC-349603AF8BCC}"/>
              </a:ext>
            </a:extLst>
          </p:cNvPr>
          <p:cNvSpPr/>
          <p:nvPr/>
        </p:nvSpPr>
        <p:spPr bwMode="auto">
          <a:xfrm>
            <a:off x="7274560" y="5030262"/>
            <a:ext cx="194055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8">
            <a:extLst>
              <a:ext uri="{FF2B5EF4-FFF2-40B4-BE49-F238E27FC236}">
                <a16:creationId xmlns:a16="http://schemas.microsoft.com/office/drawing/2014/main" id="{2DF44143-5225-BADA-115F-492D9B2F0C35}"/>
              </a:ext>
            </a:extLst>
          </p:cNvPr>
          <p:cNvSpPr/>
          <p:nvPr/>
        </p:nvSpPr>
        <p:spPr bwMode="auto">
          <a:xfrm>
            <a:off x="6460964" y="4540967"/>
            <a:ext cx="1584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6E42F25E-2324-F296-2265-83CA34BA33B6}"/>
              </a:ext>
            </a:extLst>
          </p:cNvPr>
          <p:cNvGrpSpPr/>
          <p:nvPr/>
        </p:nvGrpSpPr>
        <p:grpSpPr>
          <a:xfrm>
            <a:off x="6892856" y="1693945"/>
            <a:ext cx="883575" cy="5096827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49ECA30F-3D12-03F7-820B-8A243B2BE673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9A6806AF-8C60-A477-DEA3-4CFB0AB670AF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63801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10EA9BE-E4F7-6FA2-B82F-4332E3B54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1F811089-CEB2-FAE6-8F17-94D226B6544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811089-CEB2-FAE6-8F17-94D226B654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14FD51-A809-23FA-34D9-A7119C2279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365828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FE9A482-DE18-E026-AC31-FAFBA47CBD6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701" y="684701"/>
            <a:ext cx="11254186" cy="186823"/>
          </a:xfrm>
        </p:spPr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7AC367-940C-9DF9-0B00-887FC53E2A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330200"/>
            <a:ext cx="11251289" cy="242369"/>
          </a:xfrm>
        </p:spPr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D6597FC-D12E-C7FD-C495-E63763321D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89230"/>
              </p:ext>
            </p:extLst>
          </p:nvPr>
        </p:nvGraphicFramePr>
        <p:xfrm>
          <a:off x="469562" y="1034985"/>
          <a:ext cx="11251288" cy="525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73569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32000">
                <a:tc rowSpan="7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Elaboração e validação da apresentação do webinar sobre o Modelo de Operação com as áreas clientes (Gerências Executivas e Gerencias)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25/08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Alinhamento interno realizado em 20/08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Elaboração do material de treinamento sobre o Modelo de Operação e Papeis e Responsabilidades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26/08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0628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Webinar sobre o Modelo de Operação com as áreas clientes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Sessões agendadas para 26 e 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Primeira sessão de capacitação sobre Modelo de Operação e Papéis e Responsabilidades</a:t>
                      </a:r>
                      <a:endParaRPr lang="pt-BR" sz="1200" i="0" noProof="0"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Consolidação do backlog inicial das Comunidades de Entrega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31/08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Elaboração do material do Workshop FEG e Comunidades Técnicas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Pré-requisito: Definição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prévia dos participantes das comunidades técnicas (FE)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28284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Construção do material de treinamento de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Metodologias de Gestão de Projetos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Alinhado com as melhores práticas d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a DTA - AGG 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8960"/>
                  </a:ext>
                </a:extLst>
              </a:tr>
              <a:tr h="455948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Elaboração do conteúdo do site da FEG, visando estruturar os elementos que compõem a arquitetura da mandala e as frentes de atuação.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Realizar validação com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Modelagem da estrutura de gamificação do primeiro treinamento com base no contexto </a:t>
                      </a: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da ONS.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Construção do informativo mensal para o ONS, contextualizando a etapa de Operação Assistida e recapitulando o projeto Maestro de forma geral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Diagnóstico da Liderança das Comunidades de Entrega e Técnica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02/09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Consolidação dos insights e apresentação dos resultados.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656614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B546FD0-415E-7EFA-D71E-91EEB28423DF}"/>
              </a:ext>
            </a:extLst>
          </p:cNvPr>
          <p:cNvSpPr/>
          <p:nvPr/>
        </p:nvSpPr>
        <p:spPr>
          <a:xfrm>
            <a:off x="6794501" y="6365827"/>
            <a:ext cx="4799706" cy="3458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350C5DA-8661-14D6-75A3-DDAF05D90134}"/>
              </a:ext>
            </a:extLst>
          </p:cNvPr>
          <p:cNvGrpSpPr/>
          <p:nvPr/>
        </p:nvGrpSpPr>
        <p:grpSpPr>
          <a:xfrm>
            <a:off x="8685910" y="6415079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585154B-8A62-88F1-3B84-717189956D03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4B1F0A98-2E5E-6B67-4FF7-E22DE4D60845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A1EC6801-DDA6-D58E-A966-48B498544643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7940190-2B4C-A468-0E98-746897BDC0E7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94E3D9F-2C9D-3350-4DB2-5366F44678ED}"/>
              </a:ext>
            </a:extLst>
          </p:cNvPr>
          <p:cNvGrpSpPr/>
          <p:nvPr/>
        </p:nvGrpSpPr>
        <p:grpSpPr>
          <a:xfrm>
            <a:off x="10748263" y="6415079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C3FDEC3-805E-72C7-326C-401954CE1861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AEA0C65-CA09-E6DB-807B-4638B8BEC902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359395-6F1A-AFDA-5236-BD830C6573F1}"/>
              </a:ext>
            </a:extLst>
          </p:cNvPr>
          <p:cNvGrpSpPr/>
          <p:nvPr/>
        </p:nvGrpSpPr>
        <p:grpSpPr>
          <a:xfrm>
            <a:off x="9838283" y="6415079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9D4DCD0-9EAF-CC21-8409-78A5BA837F9F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C6E6C5A-0ACA-9BD9-498A-F7D51EC9DCDB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D5E248BC-A05D-520E-EDD0-BB1AC7A76239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075ADB4-C642-0D4D-8886-A8A5F9D55815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8EE7A66D-8FB6-E6D7-449E-5AE183ED1E1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841451" y="6415794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2ACBF86-6ACA-2148-7DC5-E08BC1C4EE75}"/>
              </a:ext>
            </a:extLst>
          </p:cNvPr>
          <p:cNvGrpSpPr/>
          <p:nvPr/>
        </p:nvGrpSpPr>
        <p:grpSpPr>
          <a:xfrm>
            <a:off x="8064133" y="2794325"/>
            <a:ext cx="183822" cy="187325"/>
            <a:chOff x="2336800" y="6319552"/>
            <a:chExt cx="187325" cy="18732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7E394C9-E685-9D23-2548-A35C8DFD2D0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F71D09C4-69E5-8F02-7EBB-6BC2A3537B81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7D408A7C-584B-FFFE-32D7-2608863F4991}"/>
              </a:ext>
            </a:extLst>
          </p:cNvPr>
          <p:cNvSpPr/>
          <p:nvPr/>
        </p:nvSpPr>
        <p:spPr bwMode="auto">
          <a:xfrm>
            <a:off x="8062382" y="1442360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98BB19B-E863-F90E-B33C-3A49CE9FC6AB}"/>
              </a:ext>
            </a:extLst>
          </p:cNvPr>
          <p:cNvGrpSpPr/>
          <p:nvPr/>
        </p:nvGrpSpPr>
        <p:grpSpPr>
          <a:xfrm>
            <a:off x="7606178" y="6415079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F5F72A6C-5E55-CB38-C0BF-F0A7A883976C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DA79BF9-E9CA-395A-D2BF-2AA5244F8C98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sp>
        <p:nvSpPr>
          <p:cNvPr id="16" name="Oval 34">
            <a:extLst>
              <a:ext uri="{FF2B5EF4-FFF2-40B4-BE49-F238E27FC236}">
                <a16:creationId xmlns:a16="http://schemas.microsoft.com/office/drawing/2014/main" id="{06116DED-5176-D717-106F-53391EB64528}"/>
              </a:ext>
            </a:extLst>
          </p:cNvPr>
          <p:cNvSpPr/>
          <p:nvPr/>
        </p:nvSpPr>
        <p:spPr bwMode="auto">
          <a:xfrm>
            <a:off x="8062382" y="459445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7" name="Group 41">
            <a:extLst>
              <a:ext uri="{FF2B5EF4-FFF2-40B4-BE49-F238E27FC236}">
                <a16:creationId xmlns:a16="http://schemas.microsoft.com/office/drawing/2014/main" id="{1AB3011F-AC28-9109-6F0B-169EC3E2D671}"/>
              </a:ext>
            </a:extLst>
          </p:cNvPr>
          <p:cNvGrpSpPr/>
          <p:nvPr/>
        </p:nvGrpSpPr>
        <p:grpSpPr>
          <a:xfrm>
            <a:off x="8064133" y="5508481"/>
            <a:ext cx="183822" cy="187325"/>
            <a:chOff x="2336800" y="6319552"/>
            <a:chExt cx="187325" cy="187325"/>
          </a:xfrm>
        </p:grpSpPr>
        <p:sp>
          <p:nvSpPr>
            <p:cNvPr id="31" name="Oval 42">
              <a:extLst>
                <a:ext uri="{FF2B5EF4-FFF2-40B4-BE49-F238E27FC236}">
                  <a16:creationId xmlns:a16="http://schemas.microsoft.com/office/drawing/2014/main" id="{799B588E-C94B-BCD7-8678-52BD04D48F6F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43">
              <a:extLst>
                <a:ext uri="{FF2B5EF4-FFF2-40B4-BE49-F238E27FC236}">
                  <a16:creationId xmlns:a16="http://schemas.microsoft.com/office/drawing/2014/main" id="{58EACB98-F7E5-48B7-0764-E1251131221C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55" name="Group 3">
            <a:extLst>
              <a:ext uri="{FF2B5EF4-FFF2-40B4-BE49-F238E27FC236}">
                <a16:creationId xmlns:a16="http://schemas.microsoft.com/office/drawing/2014/main" id="{885782F9-D1BA-D1FC-31C4-3C0C44FE2C1D}"/>
              </a:ext>
            </a:extLst>
          </p:cNvPr>
          <p:cNvGrpSpPr/>
          <p:nvPr/>
        </p:nvGrpSpPr>
        <p:grpSpPr>
          <a:xfrm>
            <a:off x="8064133" y="3235456"/>
            <a:ext cx="183822" cy="187325"/>
            <a:chOff x="2336800" y="6319552"/>
            <a:chExt cx="187325" cy="187325"/>
          </a:xfrm>
        </p:grpSpPr>
        <p:sp>
          <p:nvSpPr>
            <p:cNvPr id="57" name="Oval 5">
              <a:extLst>
                <a:ext uri="{FF2B5EF4-FFF2-40B4-BE49-F238E27FC236}">
                  <a16:creationId xmlns:a16="http://schemas.microsoft.com/office/drawing/2014/main" id="{A6321A03-3F28-258B-64E5-620B3FBF7D96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" name="Arc 6">
              <a:extLst>
                <a:ext uri="{FF2B5EF4-FFF2-40B4-BE49-F238E27FC236}">
                  <a16:creationId xmlns:a16="http://schemas.microsoft.com/office/drawing/2014/main" id="{E94871CE-0133-C047-304A-B05E004FF5FB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3">
            <a:extLst>
              <a:ext uri="{FF2B5EF4-FFF2-40B4-BE49-F238E27FC236}">
                <a16:creationId xmlns:a16="http://schemas.microsoft.com/office/drawing/2014/main" id="{CC77E9E3-0241-F7FF-FEE9-2937500823AD}"/>
              </a:ext>
            </a:extLst>
          </p:cNvPr>
          <p:cNvGrpSpPr/>
          <p:nvPr/>
        </p:nvGrpSpPr>
        <p:grpSpPr>
          <a:xfrm>
            <a:off x="8064133" y="1918473"/>
            <a:ext cx="183822" cy="187325"/>
            <a:chOff x="2336800" y="6319552"/>
            <a:chExt cx="187325" cy="187325"/>
          </a:xfrm>
        </p:grpSpPr>
        <p:sp>
          <p:nvSpPr>
            <p:cNvPr id="13" name="Oval 5">
              <a:extLst>
                <a:ext uri="{FF2B5EF4-FFF2-40B4-BE49-F238E27FC236}">
                  <a16:creationId xmlns:a16="http://schemas.microsoft.com/office/drawing/2014/main" id="{19D48810-ED92-A047-205D-2298D89F67F7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Arc 6">
              <a:extLst>
                <a:ext uri="{FF2B5EF4-FFF2-40B4-BE49-F238E27FC236}">
                  <a16:creationId xmlns:a16="http://schemas.microsoft.com/office/drawing/2014/main" id="{129459B7-BD8B-3ABF-C149-4E39F00B48F7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5" name="Group 3">
            <a:extLst>
              <a:ext uri="{FF2B5EF4-FFF2-40B4-BE49-F238E27FC236}">
                <a16:creationId xmlns:a16="http://schemas.microsoft.com/office/drawing/2014/main" id="{71B63CF3-04D6-6DDD-E20D-81537512D2FF}"/>
              </a:ext>
            </a:extLst>
          </p:cNvPr>
          <p:cNvGrpSpPr/>
          <p:nvPr/>
        </p:nvGrpSpPr>
        <p:grpSpPr>
          <a:xfrm>
            <a:off x="8064133" y="2381173"/>
            <a:ext cx="183822" cy="187325"/>
            <a:chOff x="2336800" y="6319552"/>
            <a:chExt cx="187325" cy="187325"/>
          </a:xfrm>
        </p:grpSpPr>
        <p:sp>
          <p:nvSpPr>
            <p:cNvPr id="26" name="Oval 5">
              <a:extLst>
                <a:ext uri="{FF2B5EF4-FFF2-40B4-BE49-F238E27FC236}">
                  <a16:creationId xmlns:a16="http://schemas.microsoft.com/office/drawing/2014/main" id="{232DC15D-1BCC-F5FF-B5E8-7B139A3DA5DE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" name="Arc 6">
              <a:extLst>
                <a:ext uri="{FF2B5EF4-FFF2-40B4-BE49-F238E27FC236}">
                  <a16:creationId xmlns:a16="http://schemas.microsoft.com/office/drawing/2014/main" id="{0B255AAB-5175-6DA5-BDEB-D4F4F4E2F55B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36" name="Group 3">
            <a:extLst>
              <a:ext uri="{FF2B5EF4-FFF2-40B4-BE49-F238E27FC236}">
                <a16:creationId xmlns:a16="http://schemas.microsoft.com/office/drawing/2014/main" id="{1C73A112-C4E7-F79B-2749-62434DDCEA44}"/>
              </a:ext>
            </a:extLst>
          </p:cNvPr>
          <p:cNvGrpSpPr/>
          <p:nvPr/>
        </p:nvGrpSpPr>
        <p:grpSpPr>
          <a:xfrm>
            <a:off x="8064133" y="3670011"/>
            <a:ext cx="183822" cy="187325"/>
            <a:chOff x="2336800" y="6319552"/>
            <a:chExt cx="187325" cy="187325"/>
          </a:xfrm>
        </p:grpSpPr>
        <p:sp>
          <p:nvSpPr>
            <p:cNvPr id="38" name="Oval 5">
              <a:extLst>
                <a:ext uri="{FF2B5EF4-FFF2-40B4-BE49-F238E27FC236}">
                  <a16:creationId xmlns:a16="http://schemas.microsoft.com/office/drawing/2014/main" id="{797A6955-057C-ABF8-2C9C-3B335D81C13D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9" name="Arc 6">
              <a:extLst>
                <a:ext uri="{FF2B5EF4-FFF2-40B4-BE49-F238E27FC236}">
                  <a16:creationId xmlns:a16="http://schemas.microsoft.com/office/drawing/2014/main" id="{54457EB4-EE13-56F4-8F92-B6B6705F695F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0" name="Group 3">
            <a:extLst>
              <a:ext uri="{FF2B5EF4-FFF2-40B4-BE49-F238E27FC236}">
                <a16:creationId xmlns:a16="http://schemas.microsoft.com/office/drawing/2014/main" id="{48D942C9-9C54-1173-C044-DFD2B39F510E}"/>
              </a:ext>
            </a:extLst>
          </p:cNvPr>
          <p:cNvGrpSpPr/>
          <p:nvPr/>
        </p:nvGrpSpPr>
        <p:grpSpPr>
          <a:xfrm>
            <a:off x="8064133" y="4141560"/>
            <a:ext cx="183822" cy="187325"/>
            <a:chOff x="2336800" y="6319552"/>
            <a:chExt cx="187325" cy="187325"/>
          </a:xfrm>
        </p:grpSpPr>
        <p:sp>
          <p:nvSpPr>
            <p:cNvPr id="42" name="Oval 5">
              <a:extLst>
                <a:ext uri="{FF2B5EF4-FFF2-40B4-BE49-F238E27FC236}">
                  <a16:creationId xmlns:a16="http://schemas.microsoft.com/office/drawing/2014/main" id="{F47041E2-85F6-30C9-B780-AD0A1FAFC02B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5" name="Arc 6">
              <a:extLst>
                <a:ext uri="{FF2B5EF4-FFF2-40B4-BE49-F238E27FC236}">
                  <a16:creationId xmlns:a16="http://schemas.microsoft.com/office/drawing/2014/main" id="{BB9F83A3-2C4C-FFDF-7D30-3C3D686B79DF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3" name="Oval 34">
            <a:extLst>
              <a:ext uri="{FF2B5EF4-FFF2-40B4-BE49-F238E27FC236}">
                <a16:creationId xmlns:a16="http://schemas.microsoft.com/office/drawing/2014/main" id="{EDD3C272-EF3C-BCE1-6B15-C6215A8708BD}"/>
              </a:ext>
            </a:extLst>
          </p:cNvPr>
          <p:cNvSpPr/>
          <p:nvPr/>
        </p:nvSpPr>
        <p:spPr bwMode="auto">
          <a:xfrm>
            <a:off x="8062382" y="505687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4" name="Group 41">
            <a:extLst>
              <a:ext uri="{FF2B5EF4-FFF2-40B4-BE49-F238E27FC236}">
                <a16:creationId xmlns:a16="http://schemas.microsoft.com/office/drawing/2014/main" id="{F9C566ED-0BAF-839A-9363-A15B5D84BE51}"/>
              </a:ext>
            </a:extLst>
          </p:cNvPr>
          <p:cNvGrpSpPr/>
          <p:nvPr/>
        </p:nvGrpSpPr>
        <p:grpSpPr>
          <a:xfrm>
            <a:off x="8064133" y="5973274"/>
            <a:ext cx="183822" cy="187325"/>
            <a:chOff x="2336800" y="6319552"/>
            <a:chExt cx="187325" cy="187325"/>
          </a:xfrm>
        </p:grpSpPr>
        <p:sp>
          <p:nvSpPr>
            <p:cNvPr id="29" name="Oval 42">
              <a:extLst>
                <a:ext uri="{FF2B5EF4-FFF2-40B4-BE49-F238E27FC236}">
                  <a16:creationId xmlns:a16="http://schemas.microsoft.com/office/drawing/2014/main" id="{ECCEF541-ED5C-4630-4A6C-232AC6C51720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0" name="Arc 43">
              <a:extLst>
                <a:ext uri="{FF2B5EF4-FFF2-40B4-BE49-F238E27FC236}">
                  <a16:creationId xmlns:a16="http://schemas.microsoft.com/office/drawing/2014/main" id="{C95551F2-4CE0-1F1C-A21E-DF41E557FDCB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59240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2FCCA01-0738-7C45-B705-B2B08F8D5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F06F2E-BE77-CDFB-7E7F-659E49B29D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/>
              <a:t>Gestão de Mudanças | Abordagem A&amp;M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FDF615-8987-F8D4-C1E2-E41299DC4D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noProof="0"/>
              <a:t>Estruturação dos Sites das Gerências para Sustentação do Novo Modelo de Operação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4B05FA-C749-9B78-0AD3-D3427334A4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>
              <a:defRPr/>
            </a:pPr>
            <a:r>
              <a:rPr lang="pt-BR">
                <a:solidFill>
                  <a:srgbClr val="5E8AB3"/>
                </a:solidFill>
              </a:rPr>
              <a:t>Um canal estruturado para acesso aos escopos e entregáveis das gerências.</a:t>
            </a:r>
          </a:p>
        </p:txBody>
      </p:sp>
      <p:sp>
        <p:nvSpPr>
          <p:cNvPr id="126" name="Shape 4">
            <a:extLst>
              <a:ext uri="{FF2B5EF4-FFF2-40B4-BE49-F238E27FC236}">
                <a16:creationId xmlns:a16="http://schemas.microsoft.com/office/drawing/2014/main" id="{E7DA860B-270D-F7FB-4B71-41F3E3A29AF2}"/>
              </a:ext>
            </a:extLst>
          </p:cNvPr>
          <p:cNvSpPr/>
          <p:nvPr/>
        </p:nvSpPr>
        <p:spPr>
          <a:xfrm>
            <a:off x="0" y="2923682"/>
            <a:ext cx="12149381" cy="2163350"/>
          </a:xfrm>
          <a:prstGeom prst="roundRect">
            <a:avLst>
              <a:gd name="adj" fmla="val 5000"/>
            </a:avLst>
          </a:prstGeom>
          <a:solidFill>
            <a:srgbClr val="EEF3F8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pPr defTabSz="914446"/>
            <a:endParaRPr lang="pt-BR">
              <a:solidFill>
                <a:prstClr val="black"/>
              </a:solidFill>
              <a:latin typeface="Arial Nova" panose="020B0504020202020204" pitchFamily="34" charset="0"/>
            </a:endParaRPr>
          </a:p>
        </p:txBody>
      </p:sp>
      <p:sp>
        <p:nvSpPr>
          <p:cNvPr id="127" name="Shape 4">
            <a:extLst>
              <a:ext uri="{FF2B5EF4-FFF2-40B4-BE49-F238E27FC236}">
                <a16:creationId xmlns:a16="http://schemas.microsoft.com/office/drawing/2014/main" id="{A0BFE21E-E663-39D7-71CF-FE7C4BC351FB}"/>
              </a:ext>
            </a:extLst>
          </p:cNvPr>
          <p:cNvSpPr/>
          <p:nvPr/>
        </p:nvSpPr>
        <p:spPr>
          <a:xfrm flipH="1">
            <a:off x="9167588" y="1343411"/>
            <a:ext cx="2998497" cy="549158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EEF3F8"/>
            </a:solidFill>
            <a:prstDash val="solid"/>
          </a:ln>
        </p:spPr>
        <p:txBody>
          <a:bodyPr/>
          <a:lstStyle/>
          <a:p>
            <a:pPr defTabSz="304815"/>
            <a:endParaRPr lang="pt-BR">
              <a:solidFill>
                <a:srgbClr val="002A46"/>
              </a:solidFill>
              <a:latin typeface="Arial" panose="020B0604020202020204"/>
            </a:endParaRPr>
          </a:p>
        </p:txBody>
      </p:sp>
      <p:sp>
        <p:nvSpPr>
          <p:cNvPr id="128" name="Elipse 127">
            <a:extLst>
              <a:ext uri="{FF2B5EF4-FFF2-40B4-BE49-F238E27FC236}">
                <a16:creationId xmlns:a16="http://schemas.microsoft.com/office/drawing/2014/main" id="{B1546167-3ED2-DA80-B5CA-6583C91A1327}"/>
              </a:ext>
            </a:extLst>
          </p:cNvPr>
          <p:cNvSpPr/>
          <p:nvPr/>
        </p:nvSpPr>
        <p:spPr>
          <a:xfrm>
            <a:off x="8120712" y="2957199"/>
            <a:ext cx="2331119" cy="2217095"/>
          </a:xfrm>
          <a:prstGeom prst="ellipse">
            <a:avLst/>
          </a:prstGeom>
          <a:solidFill>
            <a:schemeClr val="bg1"/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endParaRPr lang="pt-BR" sz="1200">
              <a:solidFill>
                <a:srgbClr val="FFFFFF"/>
              </a:solidFill>
              <a:latin typeface="Arial" panose="020B0604020202020204"/>
            </a:endParaRPr>
          </a:p>
        </p:txBody>
      </p:sp>
      <p:grpSp>
        <p:nvGrpSpPr>
          <p:cNvPr id="129" name="Agrupar 128">
            <a:extLst>
              <a:ext uri="{FF2B5EF4-FFF2-40B4-BE49-F238E27FC236}">
                <a16:creationId xmlns:a16="http://schemas.microsoft.com/office/drawing/2014/main" id="{BB8F47AD-EB04-34E6-517B-6EDC5D07DE94}"/>
              </a:ext>
            </a:extLst>
          </p:cNvPr>
          <p:cNvGrpSpPr/>
          <p:nvPr/>
        </p:nvGrpSpPr>
        <p:grpSpPr>
          <a:xfrm>
            <a:off x="6425784" y="1343411"/>
            <a:ext cx="5717181" cy="5443302"/>
            <a:chOff x="3073400" y="482600"/>
            <a:chExt cx="6045200" cy="6045200"/>
          </a:xfrm>
        </p:grpSpPr>
        <p:sp>
          <p:nvSpPr>
            <p:cNvPr id="130" name="Segmento 01">
              <a:extLst>
                <a:ext uri="{FF2B5EF4-FFF2-40B4-BE49-F238E27FC236}">
                  <a16:creationId xmlns:a16="http://schemas.microsoft.com/office/drawing/2014/main" id="{EFE5FE79-6F30-6B40-71C4-D639EA967A63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3091175" y="778"/>
                  </a:moveTo>
                  <a:arcTo wR="3022600" hR="3022600" stAng="-5322000" swAng="2004000"/>
                  <a:lnTo>
                    <a:pt x="3716666" y="2020242"/>
                  </a:lnTo>
                  <a:arcTo wR="1219200" hR="1219200" stAng="-3318000" swAng="-2004000"/>
                  <a:close/>
                </a:path>
              </a:pathLst>
            </a:custGeom>
            <a:solidFill>
              <a:srgbClr val="4A7EB5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1" name="Segmento 02">
              <a:extLst>
                <a:ext uri="{FF2B5EF4-FFF2-40B4-BE49-F238E27FC236}">
                  <a16:creationId xmlns:a16="http://schemas.microsoft.com/office/drawing/2014/main" id="{B7C0030B-AF53-1011-9DBA-A01A57C120FF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4854261" y="618202"/>
                  </a:moveTo>
                  <a:arcTo wR="3022600" hR="3022600" stAng="-3162000" swAng="2004000"/>
                  <a:lnTo>
                    <a:pt x="4173282" y="2619637"/>
                  </a:lnTo>
                  <a:arcTo wR="1219200" hR="1219200" stAng="-1158000" swAng="-2004000"/>
                  <a:close/>
                </a:path>
              </a:pathLst>
            </a:custGeom>
            <a:solidFill>
              <a:srgbClr val="36699E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2" name="Segmento 03">
              <a:extLst>
                <a:ext uri="{FF2B5EF4-FFF2-40B4-BE49-F238E27FC236}">
                  <a16:creationId xmlns:a16="http://schemas.microsoft.com/office/drawing/2014/main" id="{8E019714-C631-7631-6788-4C80E3FEFFF8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5917714" y="2154024"/>
                  </a:moveTo>
                  <a:arcTo wR="3022600" hR="3022600" stAng="-1002000" swAng="2004000"/>
                  <a:lnTo>
                    <a:pt x="4190377" y="3372950"/>
                  </a:lnTo>
                  <a:arcTo wR="1219200" hR="1219200" stAng="1002000" swAng="-2004000"/>
                  <a:close/>
                </a:path>
              </a:pathLst>
            </a:custGeom>
            <a:solidFill>
              <a:srgbClr val="3F9CB0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3" name="Segmento 04">
              <a:extLst>
                <a:ext uri="{FF2B5EF4-FFF2-40B4-BE49-F238E27FC236}">
                  <a16:creationId xmlns:a16="http://schemas.microsoft.com/office/drawing/2014/main" id="{113C21CD-7DF7-56CE-5F52-527050C9206F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5875333" y="4021613"/>
                  </a:moveTo>
                  <a:arcTo wR="3022600" hR="3022600" stAng="1158000" swAng="2004000"/>
                  <a:lnTo>
                    <a:pt x="3761421" y="3992441"/>
                  </a:lnTo>
                  <a:arcTo wR="1219200" hR="1219200" stAng="3162000" swAng="-2004000"/>
                  <a:close/>
                </a:path>
              </a:pathLst>
            </a:custGeom>
            <a:solidFill>
              <a:srgbClr val="1F6F63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4" name="Segmento 05">
              <a:extLst>
                <a:ext uri="{FF2B5EF4-FFF2-40B4-BE49-F238E27FC236}">
                  <a16:creationId xmlns:a16="http://schemas.microsoft.com/office/drawing/2014/main" id="{11CCF895-03CA-B80E-6AF7-A9CFD7F6FC26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4743304" y="5507613"/>
                  </a:moveTo>
                  <a:arcTo wR="3022600" hR="3022600" stAng="3318000" swAng="2004000"/>
                  <a:lnTo>
                    <a:pt x="3050260" y="4241486"/>
                  </a:lnTo>
                  <a:arcTo wR="1219200" hR="1219200" stAng="5322000" swAng="-2004000"/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5" name="Segmento 06">
              <a:extLst>
                <a:ext uri="{FF2B5EF4-FFF2-40B4-BE49-F238E27FC236}">
                  <a16:creationId xmlns:a16="http://schemas.microsoft.com/office/drawing/2014/main" id="{810A2F36-3076-0A96-6CD0-F1F30000DEB2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2954025" y="6044422"/>
                  </a:moveTo>
                  <a:arcTo wR="3022600" hR="3022600" stAng="5478000" swAng="2004000"/>
                  <a:lnTo>
                    <a:pt x="2328534" y="4024958"/>
                  </a:lnTo>
                  <a:arcTo wR="1219200" hR="1219200" stAng="7482000" swAng="-2004000"/>
                  <a:close/>
                </a:path>
              </a:pathLst>
            </a:custGeom>
            <a:solidFill>
              <a:srgbClr val="4C9A2A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6" name="Segmento 07">
              <a:extLst>
                <a:ext uri="{FF2B5EF4-FFF2-40B4-BE49-F238E27FC236}">
                  <a16:creationId xmlns:a16="http://schemas.microsoft.com/office/drawing/2014/main" id="{1411D622-9C9B-110C-63FE-12756AB96B9E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1190939" y="5426998"/>
                  </a:moveTo>
                  <a:arcTo wR="3022600" hR="3022600" stAng="7638000" swAng="2004000"/>
                  <a:lnTo>
                    <a:pt x="1871918" y="3425563"/>
                  </a:lnTo>
                  <a:arcTo wR="1219200" hR="1219200" stAng="9642000" swAng="-2004000"/>
                  <a:close/>
                </a:path>
              </a:pathLst>
            </a:custGeom>
            <a:solidFill>
              <a:srgbClr val="B5C93F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7" name="Segmento 08">
              <a:extLst>
                <a:ext uri="{FF2B5EF4-FFF2-40B4-BE49-F238E27FC236}">
                  <a16:creationId xmlns:a16="http://schemas.microsoft.com/office/drawing/2014/main" id="{862EE27B-DD27-3FDF-61A0-785BAA5B1185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127486" y="3891176"/>
                  </a:moveTo>
                  <a:arcTo wR="3022600" hR="3022600" stAng="9798000" swAng="2004000"/>
                  <a:lnTo>
                    <a:pt x="1854823" y="2672250"/>
                  </a:lnTo>
                  <a:arcTo wR="1219200" hR="1219200" stAng="11802000" swAng="-2004000"/>
                  <a:close/>
                </a:path>
              </a:pathLst>
            </a:custGeom>
            <a:solidFill>
              <a:srgbClr val="F0B323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8" name="Segmento 09">
              <a:extLst>
                <a:ext uri="{FF2B5EF4-FFF2-40B4-BE49-F238E27FC236}">
                  <a16:creationId xmlns:a16="http://schemas.microsoft.com/office/drawing/2014/main" id="{F5B96199-49E2-ED8B-B3CF-96B472F9383F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169867" y="2023587"/>
                  </a:moveTo>
                  <a:arcTo wR="3022600" hR="3022600" stAng="11958000" swAng="2004000"/>
                  <a:lnTo>
                    <a:pt x="2283779" y="2052759"/>
                  </a:lnTo>
                  <a:arcTo wR="1219200" hR="1219200" stAng="13962000" swAng="-2004000"/>
                  <a:close/>
                </a:path>
              </a:pathLst>
            </a:custGeom>
            <a:solidFill>
              <a:srgbClr val="E28A1E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39" name="Segmento 10">
              <a:extLst>
                <a:ext uri="{FF2B5EF4-FFF2-40B4-BE49-F238E27FC236}">
                  <a16:creationId xmlns:a16="http://schemas.microsoft.com/office/drawing/2014/main" id="{FC96F38D-28E2-069B-E731-9FC0790CF0F7}"/>
                </a:ext>
              </a:extLst>
            </p:cNvPr>
            <p:cNvSpPr/>
            <p:nvPr/>
          </p:nvSpPr>
          <p:spPr>
            <a:xfrm>
              <a:off x="3073400" y="482600"/>
              <a:ext cx="6045200" cy="6045200"/>
            </a:xfrm>
            <a:custGeom>
              <a:avLst/>
              <a:gdLst/>
              <a:ahLst/>
              <a:cxnLst/>
              <a:rect l="0" t="0" r="r" b="b"/>
              <a:pathLst>
                <a:path w="6045200" h="6045200">
                  <a:moveTo>
                    <a:pt x="1301896" y="537587"/>
                  </a:moveTo>
                  <a:arcTo wR="3022600" hR="3022600" stAng="14118000" swAng="2004000"/>
                  <a:lnTo>
                    <a:pt x="2994940" y="1803714"/>
                  </a:lnTo>
                  <a:arcTo wR="1219200" hR="1219200" stAng="16122000" swAng="-2004000"/>
                  <a:close/>
                </a:path>
              </a:pathLst>
            </a:custGeom>
            <a:solidFill>
              <a:srgbClr val="D9534F"/>
            </a:solidFill>
            <a:ln>
              <a:noFill/>
            </a:ln>
          </p:spPr>
          <p:txBody>
            <a:bodyPr/>
            <a:lstStyle/>
            <a:p>
              <a:pPr defTabSz="304815"/>
              <a:endParaRPr sz="1200">
                <a:solidFill>
                  <a:srgbClr val="002A46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40" name="Rótulo 01">
              <a:extLst>
                <a:ext uri="{FF2B5EF4-FFF2-40B4-BE49-F238E27FC236}">
                  <a16:creationId xmlns:a16="http://schemas.microsoft.com/office/drawing/2014/main" id="{8299B3FE-AF3D-AAE4-990F-D1BFB2830BB9}"/>
                </a:ext>
              </a:extLst>
            </p:cNvPr>
            <p:cNvSpPr txBox="1"/>
            <p:nvPr/>
          </p:nvSpPr>
          <p:spPr>
            <a:xfrm>
              <a:off x="6098759" y="932850"/>
              <a:ext cx="1462223" cy="7430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Modelo de Governança e Rotinas</a:t>
              </a:r>
            </a:p>
          </p:txBody>
        </p:sp>
        <p:sp>
          <p:nvSpPr>
            <p:cNvPr id="141" name="Número 01">
              <a:extLst>
                <a:ext uri="{FF2B5EF4-FFF2-40B4-BE49-F238E27FC236}">
                  <a16:creationId xmlns:a16="http://schemas.microsoft.com/office/drawing/2014/main" id="{38CB92B7-B6E4-6D9D-7AA6-17C8233F90A1}"/>
                </a:ext>
              </a:extLst>
            </p:cNvPr>
            <p:cNvSpPr txBox="1"/>
            <p:nvPr/>
          </p:nvSpPr>
          <p:spPr>
            <a:xfrm>
              <a:off x="6375138" y="1791128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01</a:t>
              </a:r>
            </a:p>
          </p:txBody>
        </p:sp>
        <p:sp>
          <p:nvSpPr>
            <p:cNvPr id="142" name="Rótulo 02">
              <a:extLst>
                <a:ext uri="{FF2B5EF4-FFF2-40B4-BE49-F238E27FC236}">
                  <a16:creationId xmlns:a16="http://schemas.microsoft.com/office/drawing/2014/main" id="{5DF454CE-E125-7AF7-65A6-325B70DF515F}"/>
                </a:ext>
              </a:extLst>
            </p:cNvPr>
            <p:cNvSpPr txBox="1"/>
            <p:nvPr/>
          </p:nvSpPr>
          <p:spPr>
            <a:xfrm>
              <a:off x="7271355" y="1675487"/>
              <a:ext cx="1360222" cy="9589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Direcionamento Estratégico e Resultados</a:t>
              </a:r>
            </a:p>
          </p:txBody>
        </p:sp>
        <p:sp>
          <p:nvSpPr>
            <p:cNvPr id="143" name="Número 02">
              <a:extLst>
                <a:ext uri="{FF2B5EF4-FFF2-40B4-BE49-F238E27FC236}">
                  <a16:creationId xmlns:a16="http://schemas.microsoft.com/office/drawing/2014/main" id="{9072D58A-D643-2651-9FAB-991FFD8163EE}"/>
                </a:ext>
              </a:extLst>
            </p:cNvPr>
            <p:cNvSpPr txBox="1"/>
            <p:nvPr/>
          </p:nvSpPr>
          <p:spPr>
            <a:xfrm>
              <a:off x="7176127" y="2373081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02</a:t>
              </a:r>
            </a:p>
          </p:txBody>
        </p:sp>
        <p:sp>
          <p:nvSpPr>
            <p:cNvPr id="144" name="Rótulo 03">
              <a:extLst>
                <a:ext uri="{FF2B5EF4-FFF2-40B4-BE49-F238E27FC236}">
                  <a16:creationId xmlns:a16="http://schemas.microsoft.com/office/drawing/2014/main" id="{64BB6F6D-063F-ED71-68BD-D3798E40C964}"/>
                </a:ext>
              </a:extLst>
            </p:cNvPr>
            <p:cNvSpPr txBox="1"/>
            <p:nvPr/>
          </p:nvSpPr>
          <p:spPr>
            <a:xfrm>
              <a:off x="7954455" y="2984500"/>
              <a:ext cx="1041400" cy="10414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Gestão e Priorização do Portfólio</a:t>
              </a:r>
            </a:p>
          </p:txBody>
        </p:sp>
        <p:sp>
          <p:nvSpPr>
            <p:cNvPr id="145" name="Número 03">
              <a:extLst>
                <a:ext uri="{FF2B5EF4-FFF2-40B4-BE49-F238E27FC236}">
                  <a16:creationId xmlns:a16="http://schemas.microsoft.com/office/drawing/2014/main" id="{987FD4CF-93B0-4A82-D7DA-0AA8CEE40061}"/>
                </a:ext>
              </a:extLst>
            </p:cNvPr>
            <p:cNvSpPr txBox="1"/>
            <p:nvPr/>
          </p:nvSpPr>
          <p:spPr>
            <a:xfrm>
              <a:off x="7482078" y="3314700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03</a:t>
              </a:r>
            </a:p>
          </p:txBody>
        </p:sp>
        <p:sp>
          <p:nvSpPr>
            <p:cNvPr id="146" name="Rótulo 04">
              <a:extLst>
                <a:ext uri="{FF2B5EF4-FFF2-40B4-BE49-F238E27FC236}">
                  <a16:creationId xmlns:a16="http://schemas.microsoft.com/office/drawing/2014/main" id="{10529C8F-0592-4295-35B2-5CE1300722EB}"/>
                </a:ext>
              </a:extLst>
            </p:cNvPr>
            <p:cNvSpPr txBox="1"/>
            <p:nvPr/>
          </p:nvSpPr>
          <p:spPr>
            <a:xfrm>
              <a:off x="7271355" y="4375979"/>
              <a:ext cx="1403154" cy="9589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Processos, Responsabilidades e Interfaces</a:t>
              </a:r>
            </a:p>
          </p:txBody>
        </p:sp>
        <p:sp>
          <p:nvSpPr>
            <p:cNvPr id="147" name="Número 04">
              <a:extLst>
                <a:ext uri="{FF2B5EF4-FFF2-40B4-BE49-F238E27FC236}">
                  <a16:creationId xmlns:a16="http://schemas.microsoft.com/office/drawing/2014/main" id="{24C5342E-2466-7068-5B61-F1F592483738}"/>
                </a:ext>
              </a:extLst>
            </p:cNvPr>
            <p:cNvSpPr txBox="1"/>
            <p:nvPr/>
          </p:nvSpPr>
          <p:spPr>
            <a:xfrm>
              <a:off x="7176127" y="4256319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04</a:t>
              </a:r>
            </a:p>
          </p:txBody>
        </p:sp>
        <p:sp>
          <p:nvSpPr>
            <p:cNvPr id="148" name="Rótulo 05">
              <a:extLst>
                <a:ext uri="{FF2B5EF4-FFF2-40B4-BE49-F238E27FC236}">
                  <a16:creationId xmlns:a16="http://schemas.microsoft.com/office/drawing/2014/main" id="{B5132C84-7B17-4AEB-0009-DE53A6C8C443}"/>
                </a:ext>
              </a:extLst>
            </p:cNvPr>
            <p:cNvSpPr txBox="1"/>
            <p:nvPr/>
          </p:nvSpPr>
          <p:spPr>
            <a:xfrm>
              <a:off x="6188635" y="5334516"/>
              <a:ext cx="1293443" cy="7430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Padrões Técnicos, Qualidade e Documentação</a:t>
              </a:r>
            </a:p>
          </p:txBody>
        </p:sp>
        <p:sp>
          <p:nvSpPr>
            <p:cNvPr id="149" name="Número 05">
              <a:extLst>
                <a:ext uri="{FF2B5EF4-FFF2-40B4-BE49-F238E27FC236}">
                  <a16:creationId xmlns:a16="http://schemas.microsoft.com/office/drawing/2014/main" id="{61AF20B1-34C7-A632-B0BC-21147E7CFBE6}"/>
                </a:ext>
              </a:extLst>
            </p:cNvPr>
            <p:cNvSpPr txBox="1"/>
            <p:nvPr/>
          </p:nvSpPr>
          <p:spPr>
            <a:xfrm>
              <a:off x="6375138" y="4838272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05</a:t>
              </a:r>
            </a:p>
          </p:txBody>
        </p:sp>
        <p:sp>
          <p:nvSpPr>
            <p:cNvPr id="150" name="Rótulo 06">
              <a:extLst>
                <a:ext uri="{FF2B5EF4-FFF2-40B4-BE49-F238E27FC236}">
                  <a16:creationId xmlns:a16="http://schemas.microsoft.com/office/drawing/2014/main" id="{670C4376-00E3-FD7F-E308-6FBC92C5E6C0}"/>
                </a:ext>
              </a:extLst>
            </p:cNvPr>
            <p:cNvSpPr txBox="1"/>
            <p:nvPr/>
          </p:nvSpPr>
          <p:spPr>
            <a:xfrm>
              <a:off x="4768903" y="5318427"/>
              <a:ext cx="1234461" cy="7430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Indicadores, Metas e Desempenho</a:t>
              </a:r>
            </a:p>
          </p:txBody>
        </p:sp>
        <p:sp>
          <p:nvSpPr>
            <p:cNvPr id="151" name="Número 06">
              <a:extLst>
                <a:ext uri="{FF2B5EF4-FFF2-40B4-BE49-F238E27FC236}">
                  <a16:creationId xmlns:a16="http://schemas.microsoft.com/office/drawing/2014/main" id="{B0AB6E6E-D488-70CA-E71D-4DD9EF8581A4}"/>
                </a:ext>
              </a:extLst>
            </p:cNvPr>
            <p:cNvSpPr txBox="1"/>
            <p:nvPr/>
          </p:nvSpPr>
          <p:spPr>
            <a:xfrm>
              <a:off x="5385062" y="4838272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06</a:t>
              </a:r>
            </a:p>
          </p:txBody>
        </p:sp>
        <p:sp>
          <p:nvSpPr>
            <p:cNvPr id="152" name="Rótulo 07">
              <a:extLst>
                <a:ext uri="{FF2B5EF4-FFF2-40B4-BE49-F238E27FC236}">
                  <a16:creationId xmlns:a16="http://schemas.microsoft.com/office/drawing/2014/main" id="{27A892DA-D9AA-5AC0-F2F9-EAAD01578F14}"/>
                </a:ext>
              </a:extLst>
            </p:cNvPr>
            <p:cNvSpPr txBox="1"/>
            <p:nvPr/>
          </p:nvSpPr>
          <p:spPr>
            <a:xfrm>
              <a:off x="3576472" y="4375979"/>
              <a:ext cx="1208454" cy="9589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Governança das Comunidades</a:t>
              </a:r>
            </a:p>
          </p:txBody>
        </p:sp>
        <p:sp>
          <p:nvSpPr>
            <p:cNvPr id="153" name="Número 07">
              <a:extLst>
                <a:ext uri="{FF2B5EF4-FFF2-40B4-BE49-F238E27FC236}">
                  <a16:creationId xmlns:a16="http://schemas.microsoft.com/office/drawing/2014/main" id="{AEB72680-E340-399B-BD77-54C721186CBD}"/>
                </a:ext>
              </a:extLst>
            </p:cNvPr>
            <p:cNvSpPr txBox="1"/>
            <p:nvPr/>
          </p:nvSpPr>
          <p:spPr>
            <a:xfrm>
              <a:off x="4584073" y="4256319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07</a:t>
              </a:r>
            </a:p>
          </p:txBody>
        </p:sp>
        <p:sp>
          <p:nvSpPr>
            <p:cNvPr id="154" name="Rótulo 08">
              <a:extLst>
                <a:ext uri="{FF2B5EF4-FFF2-40B4-BE49-F238E27FC236}">
                  <a16:creationId xmlns:a16="http://schemas.microsoft.com/office/drawing/2014/main" id="{D9477A2A-059B-51A4-4732-C3C1CB0F4CE6}"/>
                </a:ext>
              </a:extLst>
            </p:cNvPr>
            <p:cNvSpPr txBox="1"/>
            <p:nvPr/>
          </p:nvSpPr>
          <p:spPr>
            <a:xfrm>
              <a:off x="3111070" y="2984500"/>
              <a:ext cx="1208454" cy="10414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Gestão de Contratos e Relacionamento</a:t>
              </a:r>
            </a:p>
          </p:txBody>
        </p:sp>
        <p:sp>
          <p:nvSpPr>
            <p:cNvPr id="155" name="Número 08">
              <a:extLst>
                <a:ext uri="{FF2B5EF4-FFF2-40B4-BE49-F238E27FC236}">
                  <a16:creationId xmlns:a16="http://schemas.microsoft.com/office/drawing/2014/main" id="{32ACCC66-7C33-746D-B7D0-25E53D14962C}"/>
                </a:ext>
              </a:extLst>
            </p:cNvPr>
            <p:cNvSpPr txBox="1"/>
            <p:nvPr/>
          </p:nvSpPr>
          <p:spPr>
            <a:xfrm>
              <a:off x="4278122" y="3314700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08</a:t>
              </a:r>
            </a:p>
          </p:txBody>
        </p:sp>
        <p:sp>
          <p:nvSpPr>
            <p:cNvPr id="156" name="Rótulo 09">
              <a:extLst>
                <a:ext uri="{FF2B5EF4-FFF2-40B4-BE49-F238E27FC236}">
                  <a16:creationId xmlns:a16="http://schemas.microsoft.com/office/drawing/2014/main" id="{438D949F-411A-C293-878A-755A96F2227A}"/>
                </a:ext>
              </a:extLst>
            </p:cNvPr>
            <p:cNvSpPr txBox="1"/>
            <p:nvPr/>
          </p:nvSpPr>
          <p:spPr>
            <a:xfrm>
              <a:off x="3690165" y="1675487"/>
              <a:ext cx="1094761" cy="9589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Orçamento e Gestão Financeira</a:t>
              </a:r>
            </a:p>
          </p:txBody>
        </p:sp>
        <p:sp>
          <p:nvSpPr>
            <p:cNvPr id="157" name="Número 09">
              <a:extLst>
                <a:ext uri="{FF2B5EF4-FFF2-40B4-BE49-F238E27FC236}">
                  <a16:creationId xmlns:a16="http://schemas.microsoft.com/office/drawing/2014/main" id="{300F1D1F-999D-683B-D67F-2FCCB7887FD7}"/>
                </a:ext>
              </a:extLst>
            </p:cNvPr>
            <p:cNvSpPr txBox="1"/>
            <p:nvPr/>
          </p:nvSpPr>
          <p:spPr>
            <a:xfrm>
              <a:off x="4584073" y="2373081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09</a:t>
              </a:r>
            </a:p>
          </p:txBody>
        </p:sp>
        <p:sp>
          <p:nvSpPr>
            <p:cNvPr id="158" name="Rótulo 10">
              <a:extLst>
                <a:ext uri="{FF2B5EF4-FFF2-40B4-BE49-F238E27FC236}">
                  <a16:creationId xmlns:a16="http://schemas.microsoft.com/office/drawing/2014/main" id="{DD2FD5CC-9C32-DBA0-1D06-F7E36C73B6C6}"/>
                </a:ext>
              </a:extLst>
            </p:cNvPr>
            <p:cNvSpPr txBox="1"/>
            <p:nvPr/>
          </p:nvSpPr>
          <p:spPr>
            <a:xfrm>
              <a:off x="4709922" y="948939"/>
              <a:ext cx="1293442" cy="743034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200">
                  <a:solidFill>
                    <a:srgbClr val="FFFFFF"/>
                  </a:solidFill>
                  <a:latin typeface="Arial Nova" panose="020B0504020202020204" pitchFamily="34" charset="0"/>
                </a:rPr>
                <a:t>Representação institucional e regulatória</a:t>
              </a:r>
            </a:p>
          </p:txBody>
        </p:sp>
        <p:sp>
          <p:nvSpPr>
            <p:cNvPr id="159" name="Número 10">
              <a:extLst>
                <a:ext uri="{FF2B5EF4-FFF2-40B4-BE49-F238E27FC236}">
                  <a16:creationId xmlns:a16="http://schemas.microsoft.com/office/drawing/2014/main" id="{ED0D8C61-54E7-B4FF-C2A8-2A24290EB5BA}"/>
                </a:ext>
              </a:extLst>
            </p:cNvPr>
            <p:cNvSpPr txBox="1"/>
            <p:nvPr/>
          </p:nvSpPr>
          <p:spPr>
            <a:xfrm>
              <a:off x="5385062" y="1791128"/>
              <a:ext cx="431800" cy="3810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1600" b="1">
                  <a:solidFill>
                    <a:srgbClr val="FFFFFF"/>
                  </a:solidFill>
                  <a:latin typeface="Arial Nova" panose="020B0504020202020204" pitchFamily="34" charset="0"/>
                </a:rPr>
                <a:t>10</a:t>
              </a:r>
            </a:p>
          </p:txBody>
        </p:sp>
        <p:sp>
          <p:nvSpPr>
            <p:cNvPr id="160" name="Centro">
              <a:extLst>
                <a:ext uri="{FF2B5EF4-FFF2-40B4-BE49-F238E27FC236}">
                  <a16:creationId xmlns:a16="http://schemas.microsoft.com/office/drawing/2014/main" id="{0C2F20B0-960C-8848-8C5D-8443471CFB51}"/>
                </a:ext>
              </a:extLst>
            </p:cNvPr>
            <p:cNvSpPr txBox="1"/>
            <p:nvPr/>
          </p:nvSpPr>
          <p:spPr>
            <a:xfrm>
              <a:off x="4501102" y="2942436"/>
              <a:ext cx="3163379" cy="1117600"/>
            </a:xfrm>
            <a:prstGeom prst="rect">
              <a:avLst/>
            </a:prstGeom>
            <a:noFill/>
          </p:spPr>
          <p:txBody>
            <a:bodyPr wrap="square" lIns="0" tIns="0" rIns="0" bIns="0" anchor="ctr"/>
            <a:lstStyle/>
            <a:p>
              <a:pPr algn="ctr" defTabSz="304815">
                <a:lnSpc>
                  <a:spcPct val="90000"/>
                </a:lnSpc>
              </a:pPr>
              <a:r>
                <a:rPr lang="pt-BR" sz="2200" b="1">
                  <a:solidFill>
                    <a:srgbClr val="002A46"/>
                  </a:solidFill>
                  <a:latin typeface="Arial Nova" panose="020B0504020202020204" pitchFamily="34" charset="0"/>
                </a:rPr>
                <a:t>FEG</a:t>
              </a:r>
            </a:p>
            <a:p>
              <a:pPr algn="ctr" defTabSz="304815">
                <a:lnSpc>
                  <a:spcPct val="90000"/>
                </a:lnSpc>
              </a:pPr>
              <a:r>
                <a:rPr lang="pt-BR" sz="1200" b="1">
                  <a:solidFill>
                    <a:srgbClr val="002A46"/>
                  </a:solidFill>
                  <a:latin typeface="Arial Nova" panose="020B0504020202020204" pitchFamily="34" charset="0"/>
                </a:rPr>
                <a:t>Governança e Estratégia</a:t>
              </a:r>
            </a:p>
          </p:txBody>
        </p:sp>
      </p:grpSp>
      <p:sp>
        <p:nvSpPr>
          <p:cNvPr id="161" name="TextBox 6">
            <a:extLst>
              <a:ext uri="{FF2B5EF4-FFF2-40B4-BE49-F238E27FC236}">
                <a16:creationId xmlns:a16="http://schemas.microsoft.com/office/drawing/2014/main" id="{35AD0117-2555-0F16-1203-4097DC8D49AE}"/>
              </a:ext>
            </a:extLst>
          </p:cNvPr>
          <p:cNvSpPr txBox="1"/>
          <p:nvPr/>
        </p:nvSpPr>
        <p:spPr>
          <a:xfrm>
            <a:off x="832313" y="1621857"/>
            <a:ext cx="2651759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04815">
              <a:defRPr sz="1000" b="1">
                <a:solidFill>
                  <a:srgbClr val="2F75B5"/>
                </a:solidFill>
                <a:latin typeface="Arial"/>
              </a:defRPr>
            </a:pPr>
            <a:r>
              <a:rPr sz="1467" b="1">
                <a:solidFill>
                  <a:srgbClr val="2F75B5"/>
                </a:solidFill>
                <a:latin typeface="Arial Nova" panose="020B0504020202020204" pitchFamily="34" charset="0"/>
              </a:rPr>
              <a:t>PAPEL DA GERÊNCIA</a:t>
            </a:r>
          </a:p>
        </p:txBody>
      </p:sp>
      <p:cxnSp>
        <p:nvCxnSpPr>
          <p:cNvPr id="162" name="Conector reto 161">
            <a:extLst>
              <a:ext uri="{FF2B5EF4-FFF2-40B4-BE49-F238E27FC236}">
                <a16:creationId xmlns:a16="http://schemas.microsoft.com/office/drawing/2014/main" id="{42022FDF-DADA-4442-5BBD-5A5BCA098FF9}"/>
              </a:ext>
            </a:extLst>
          </p:cNvPr>
          <p:cNvCxnSpPr/>
          <p:nvPr/>
        </p:nvCxnSpPr>
        <p:spPr>
          <a:xfrm>
            <a:off x="8490326" y="4320821"/>
            <a:ext cx="1524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3" name="Imagem 162">
            <a:extLst>
              <a:ext uri="{FF2B5EF4-FFF2-40B4-BE49-F238E27FC236}">
                <a16:creationId xmlns:a16="http://schemas.microsoft.com/office/drawing/2014/main" id="{9533AF6B-FF05-1222-A5A8-040BCE7AF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5355" y="3443925"/>
            <a:ext cx="360745" cy="360745"/>
          </a:xfrm>
          <a:prstGeom prst="rect">
            <a:avLst/>
          </a:prstGeom>
        </p:spPr>
      </p:pic>
      <p:sp>
        <p:nvSpPr>
          <p:cNvPr id="164" name="TextBox 18">
            <a:extLst>
              <a:ext uri="{FF2B5EF4-FFF2-40B4-BE49-F238E27FC236}">
                <a16:creationId xmlns:a16="http://schemas.microsoft.com/office/drawing/2014/main" id="{A7CD845B-780F-8C78-FD56-2E80FC648F13}"/>
              </a:ext>
            </a:extLst>
          </p:cNvPr>
          <p:cNvSpPr txBox="1"/>
          <p:nvPr/>
        </p:nvSpPr>
        <p:spPr>
          <a:xfrm>
            <a:off x="3599480" y="5471119"/>
            <a:ext cx="25425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304815">
              <a:defRPr sz="1050" b="0">
                <a:solidFill>
                  <a:srgbClr val="1E1E1E"/>
                </a:solidFill>
                <a:latin typeface="Arial"/>
              </a:defRPr>
            </a:pPr>
            <a:r>
              <a:rPr lang="pt-BR" sz="800">
                <a:solidFill>
                  <a:srgbClr val="1E1E1E"/>
                </a:solidFill>
                <a:latin typeface="Arial Nova" panose="020B0504020202020204" pitchFamily="34" charset="0"/>
              </a:rPr>
              <a:t>Cada pétala da mandala representa uma frente de trabalho da gerência.</a:t>
            </a:r>
          </a:p>
          <a:p>
            <a:pPr algn="r" defTabSz="304815">
              <a:defRPr sz="1050" b="0">
                <a:solidFill>
                  <a:srgbClr val="1E1E1E"/>
                </a:solidFill>
                <a:latin typeface="Arial"/>
              </a:defRPr>
            </a:pPr>
            <a:r>
              <a:rPr lang="pt-BR" sz="800">
                <a:solidFill>
                  <a:srgbClr val="1E1E1E"/>
                </a:solidFill>
                <a:latin typeface="Arial Nova" panose="020B0504020202020204" pitchFamily="34" charset="0"/>
              </a:rPr>
              <a:t> </a:t>
            </a:r>
          </a:p>
          <a:p>
            <a:pPr algn="r" defTabSz="304815">
              <a:defRPr sz="1050" b="0">
                <a:solidFill>
                  <a:srgbClr val="1E1E1E"/>
                </a:solidFill>
                <a:latin typeface="Arial"/>
              </a:defRPr>
            </a:pPr>
            <a:r>
              <a:rPr lang="pt-BR" sz="800">
                <a:solidFill>
                  <a:srgbClr val="1E1E1E"/>
                </a:solidFill>
                <a:latin typeface="Arial Nova" panose="020B0504020202020204" pitchFamily="34" charset="0"/>
              </a:rPr>
              <a:t>Juntas, elas formam uma visão integrada da estrutura da área, de suas responsabilidades e dos entregáveis que impulsionam seus resultados.</a:t>
            </a:r>
            <a:endParaRPr sz="733">
              <a:solidFill>
                <a:srgbClr val="1E1E1E"/>
              </a:solidFill>
              <a:latin typeface="Arial Nova" panose="020B0504020202020204" pitchFamily="34" charset="0"/>
            </a:endParaRPr>
          </a:p>
        </p:txBody>
      </p:sp>
      <p:cxnSp>
        <p:nvCxnSpPr>
          <p:cNvPr id="165" name="Conector: Angulado 164">
            <a:extLst>
              <a:ext uri="{FF2B5EF4-FFF2-40B4-BE49-F238E27FC236}">
                <a16:creationId xmlns:a16="http://schemas.microsoft.com/office/drawing/2014/main" id="{6352168C-3E57-F08B-3DB9-A75CEF1F06F2}"/>
              </a:ext>
            </a:extLst>
          </p:cNvPr>
          <p:cNvCxnSpPr>
            <a:cxnSpLocks/>
            <a:stCxn id="152" idx="2"/>
            <a:endCxn id="166" idx="3"/>
          </p:cNvCxnSpPr>
          <p:nvPr/>
        </p:nvCxnSpPr>
        <p:spPr>
          <a:xfrm rot="5400000" flipH="1">
            <a:off x="6684775" y="4924373"/>
            <a:ext cx="323118" cy="1253333"/>
          </a:xfrm>
          <a:prstGeom prst="bentConnector4">
            <a:avLst>
              <a:gd name="adj1" fmla="val -70748"/>
              <a:gd name="adj2" fmla="val 72797"/>
            </a:avLst>
          </a:prstGeom>
          <a:ln>
            <a:solidFill>
              <a:srgbClr val="B5C9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tângulo: Cantos Arredondados 165">
            <a:extLst>
              <a:ext uri="{FF2B5EF4-FFF2-40B4-BE49-F238E27FC236}">
                <a16:creationId xmlns:a16="http://schemas.microsoft.com/office/drawing/2014/main" id="{9031FCED-EAD3-4392-9AFA-9D96C48DE5D3}"/>
              </a:ext>
            </a:extLst>
          </p:cNvPr>
          <p:cNvSpPr/>
          <p:nvPr/>
        </p:nvSpPr>
        <p:spPr>
          <a:xfrm>
            <a:off x="4712326" y="5305080"/>
            <a:ext cx="1507341" cy="168799"/>
          </a:xfrm>
          <a:prstGeom prst="roundRect">
            <a:avLst>
              <a:gd name="adj" fmla="val 5744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r>
              <a:rPr lang="en-US" sz="1200">
                <a:solidFill>
                  <a:srgbClr val="002A46"/>
                </a:solidFill>
                <a:latin typeface="Arial Nova Cond" panose="020B0506020202020204" pitchFamily="34" charset="0"/>
              </a:rPr>
              <a:t>Leitura da Mandala</a:t>
            </a:r>
            <a:endParaRPr lang="pt-BR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7" name="TextBox 18">
            <a:extLst>
              <a:ext uri="{FF2B5EF4-FFF2-40B4-BE49-F238E27FC236}">
                <a16:creationId xmlns:a16="http://schemas.microsoft.com/office/drawing/2014/main" id="{BB193BC3-9EF3-88A6-48E0-B13BD833C0C3}"/>
              </a:ext>
            </a:extLst>
          </p:cNvPr>
          <p:cNvSpPr txBox="1"/>
          <p:nvPr/>
        </p:nvSpPr>
        <p:spPr>
          <a:xfrm>
            <a:off x="8435697" y="4356369"/>
            <a:ext cx="1727045" cy="37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304815">
              <a:defRPr sz="1050" b="0">
                <a:solidFill>
                  <a:srgbClr val="1E1E1E"/>
                </a:solidFill>
                <a:latin typeface="Arial"/>
              </a:defRPr>
            </a:pPr>
            <a:r>
              <a:rPr lang="pt-BR" sz="933">
                <a:solidFill>
                  <a:srgbClr val="1E1E1E"/>
                </a:solidFill>
                <a:latin typeface="Arial Nova" panose="020B0504020202020204" pitchFamily="34" charset="0"/>
              </a:rPr>
              <a:t>Direcionamento, integração e governança</a:t>
            </a:r>
            <a:endParaRPr sz="933">
              <a:solidFill>
                <a:srgbClr val="1E1E1E"/>
              </a:solidFill>
              <a:latin typeface="Arial Nova" panose="020B0504020202020204" pitchFamily="34" charset="0"/>
            </a:endParaRPr>
          </a:p>
        </p:txBody>
      </p:sp>
      <p:sp>
        <p:nvSpPr>
          <p:cNvPr id="168" name="TextBox 7">
            <a:extLst>
              <a:ext uri="{FF2B5EF4-FFF2-40B4-BE49-F238E27FC236}">
                <a16:creationId xmlns:a16="http://schemas.microsoft.com/office/drawing/2014/main" id="{B4F045B1-CFE4-2AE8-616C-E6A6D8953120}"/>
              </a:ext>
            </a:extLst>
          </p:cNvPr>
          <p:cNvSpPr txBox="1"/>
          <p:nvPr/>
        </p:nvSpPr>
        <p:spPr>
          <a:xfrm>
            <a:off x="858950" y="1873342"/>
            <a:ext cx="5236257" cy="912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4743" indent="-194743" defTabSz="304815">
              <a:buFont typeface="Arial" panose="020B0604020202020204" pitchFamily="34" charset="0"/>
              <a:buChar char="•"/>
              <a:defRPr sz="2000" b="1">
                <a:solidFill>
                  <a:srgbClr val="0B4E75"/>
                </a:solidFill>
                <a:latin typeface="Arial"/>
              </a:defRPr>
            </a:pPr>
            <a:r>
              <a:rPr lang="pt-BR" sz="1333" b="1">
                <a:solidFill>
                  <a:srgbClr val="0B4E75"/>
                </a:solidFill>
                <a:latin typeface="Arial Nova" panose="020B0504020202020204" pitchFamily="34" charset="0"/>
              </a:rPr>
              <a:t>Guardiã da estrátegia e da governança da área de Ferramentas Eletroenergéticas, promovendo direcionamento, integração e acompanhamento da atuação da FE.</a:t>
            </a:r>
          </a:p>
        </p:txBody>
      </p:sp>
      <p:grpSp>
        <p:nvGrpSpPr>
          <p:cNvPr id="169" name="Agrupar 168">
            <a:extLst>
              <a:ext uri="{FF2B5EF4-FFF2-40B4-BE49-F238E27FC236}">
                <a16:creationId xmlns:a16="http://schemas.microsoft.com/office/drawing/2014/main" id="{B41E1A6D-0671-49AC-14E5-985484B31D56}"/>
              </a:ext>
            </a:extLst>
          </p:cNvPr>
          <p:cNvGrpSpPr/>
          <p:nvPr/>
        </p:nvGrpSpPr>
        <p:grpSpPr>
          <a:xfrm>
            <a:off x="809230" y="3014597"/>
            <a:ext cx="5574039" cy="2131398"/>
            <a:chOff x="661992" y="3424514"/>
            <a:chExt cx="7490502" cy="3498212"/>
          </a:xfrm>
        </p:grpSpPr>
        <p:sp>
          <p:nvSpPr>
            <p:cNvPr id="170" name="TextBox 8">
              <a:extLst>
                <a:ext uri="{FF2B5EF4-FFF2-40B4-BE49-F238E27FC236}">
                  <a16:creationId xmlns:a16="http://schemas.microsoft.com/office/drawing/2014/main" id="{EF39745F-5AC3-B8E7-88B3-0247FC32FF54}"/>
                </a:ext>
              </a:extLst>
            </p:cNvPr>
            <p:cNvSpPr txBox="1"/>
            <p:nvPr/>
          </p:nvSpPr>
          <p:spPr>
            <a:xfrm>
              <a:off x="693011" y="3424514"/>
              <a:ext cx="5492656" cy="446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04815">
                <a:defRPr sz="1000" b="1">
                  <a:solidFill>
                    <a:srgbClr val="2F75B5"/>
                  </a:solidFill>
                  <a:latin typeface="Arial"/>
                </a:defRPr>
              </a:pPr>
              <a:r>
                <a:rPr sz="1333" b="1">
                  <a:solidFill>
                    <a:srgbClr val="2F75B5"/>
                  </a:solidFill>
                  <a:latin typeface="Arial Nova" panose="020B0504020202020204" pitchFamily="34" charset="0"/>
                </a:rPr>
                <a:t>ESCOPO CENTRAL</a:t>
              </a:r>
            </a:p>
          </p:txBody>
        </p:sp>
        <p:sp>
          <p:nvSpPr>
            <p:cNvPr id="171" name="TextBox 10">
              <a:extLst>
                <a:ext uri="{FF2B5EF4-FFF2-40B4-BE49-F238E27FC236}">
                  <a16:creationId xmlns:a16="http://schemas.microsoft.com/office/drawing/2014/main" id="{6CA748A8-5794-C86D-32F9-CB9FDEFDC7F5}"/>
                </a:ext>
              </a:extLst>
            </p:cNvPr>
            <p:cNvSpPr txBox="1"/>
            <p:nvPr/>
          </p:nvSpPr>
          <p:spPr>
            <a:xfrm>
              <a:off x="661992" y="3974997"/>
              <a:ext cx="7189008" cy="29477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11" indent="-228611" defTabSz="304815">
                <a:lnSpc>
                  <a:spcPct val="150000"/>
                </a:lnSpc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r>
                <a:rPr sz="1267" b="1">
                  <a:solidFill>
                    <a:srgbClr val="FFFFFF">
                      <a:lumMod val="50000"/>
                    </a:srgbClr>
                  </a:solidFill>
                  <a:latin typeface="Arial Nova" panose="020B0504020202020204" pitchFamily="34" charset="0"/>
                </a:rPr>
                <a:t>Direcionamento estratégico e modelo de governança da FE</a:t>
              </a:r>
              <a:endParaRPr lang="en-US" sz="1267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  <a:p>
              <a:pPr marL="228611" indent="-228611" defTabSz="304815">
                <a:lnSpc>
                  <a:spcPct val="150000"/>
                </a:lnSpc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r>
                <a:rPr lang="pt-BR" sz="1267" b="1">
                  <a:solidFill>
                    <a:srgbClr val="FFFFFF">
                      <a:lumMod val="50000"/>
                    </a:srgbClr>
                  </a:solidFill>
                  <a:latin typeface="Arial Nova" panose="020B0504020202020204" pitchFamily="34" charset="0"/>
                </a:rPr>
                <a:t>Processos, interfaces, padrões e rotinas operacionais</a:t>
              </a:r>
            </a:p>
            <a:p>
              <a:pPr marL="228611" indent="-228611" defTabSz="304815">
                <a:lnSpc>
                  <a:spcPct val="150000"/>
                </a:lnSpc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r>
                <a:rPr lang="pt-BR" sz="1267" b="1">
                  <a:solidFill>
                    <a:srgbClr val="FFFFFF">
                      <a:lumMod val="50000"/>
                    </a:srgbClr>
                  </a:solidFill>
                  <a:latin typeface="Arial Nova" panose="020B0504020202020204" pitchFamily="34" charset="0"/>
                </a:rPr>
                <a:t>Indicadores, metas, portfólio, contratos e orçamento</a:t>
              </a:r>
            </a:p>
            <a:p>
              <a:pPr marL="228611" indent="-228611" defTabSz="304815">
                <a:lnSpc>
                  <a:spcPct val="150000"/>
                </a:lnSpc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r>
                <a:rPr lang="pt-BR" sz="1267" b="1">
                  <a:solidFill>
                    <a:srgbClr val="FFFFFF">
                      <a:lumMod val="50000"/>
                    </a:srgbClr>
                  </a:solidFill>
                  <a:latin typeface="Arial Nova" panose="020B0504020202020204" pitchFamily="34" charset="0"/>
                </a:rPr>
                <a:t>Governança das Comunidades Técnicas e de Entrega</a:t>
              </a:r>
            </a:p>
            <a:p>
              <a:pPr marL="228611" indent="-228611" defTabSz="304815">
                <a:lnSpc>
                  <a:spcPct val="150000"/>
                </a:lnSpc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r>
                <a:rPr lang="pt-BR" sz="1267" b="1">
                  <a:solidFill>
                    <a:srgbClr val="FFFFFF">
                      <a:lumMod val="50000"/>
                    </a:srgbClr>
                  </a:solidFill>
                  <a:latin typeface="Arial Nova" panose="020B0504020202020204" pitchFamily="34" charset="0"/>
                </a:rPr>
                <a:t>Conformidade e demandas regulatórias</a:t>
              </a:r>
            </a:p>
            <a:p>
              <a:pPr marL="228611" indent="-228611" defTabSz="304815"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lang="pt-BR"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  <a:p>
              <a:pPr marL="228611" indent="-228611" defTabSz="304815">
                <a:buFont typeface="Arial" panose="020B0604020202020204" pitchFamily="34" charset="0"/>
                <a:buChar char="•"/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72" name="TextBox 12">
              <a:extLst>
                <a:ext uri="{FF2B5EF4-FFF2-40B4-BE49-F238E27FC236}">
                  <a16:creationId xmlns:a16="http://schemas.microsoft.com/office/drawing/2014/main" id="{1B60117B-CC8F-11A3-7CA1-AAD7FB5A44A1}"/>
                </a:ext>
              </a:extLst>
            </p:cNvPr>
            <p:cNvSpPr txBox="1"/>
            <p:nvPr/>
          </p:nvSpPr>
          <p:spPr>
            <a:xfrm>
              <a:off x="963486" y="4513145"/>
              <a:ext cx="7189008" cy="446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04815"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73" name="TextBox 14">
              <a:extLst>
                <a:ext uri="{FF2B5EF4-FFF2-40B4-BE49-F238E27FC236}">
                  <a16:creationId xmlns:a16="http://schemas.microsoft.com/office/drawing/2014/main" id="{23FD88D8-A309-BA17-E4CC-9B41F5E96C71}"/>
                </a:ext>
              </a:extLst>
            </p:cNvPr>
            <p:cNvSpPr txBox="1"/>
            <p:nvPr/>
          </p:nvSpPr>
          <p:spPr>
            <a:xfrm>
              <a:off x="963486" y="5006921"/>
              <a:ext cx="7189008" cy="446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04815"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74" name="TextBox 16">
              <a:extLst>
                <a:ext uri="{FF2B5EF4-FFF2-40B4-BE49-F238E27FC236}">
                  <a16:creationId xmlns:a16="http://schemas.microsoft.com/office/drawing/2014/main" id="{C6D63639-AFED-BFA7-3DAD-254F38BC8CE8}"/>
                </a:ext>
              </a:extLst>
            </p:cNvPr>
            <p:cNvSpPr txBox="1"/>
            <p:nvPr/>
          </p:nvSpPr>
          <p:spPr>
            <a:xfrm>
              <a:off x="963486" y="5500696"/>
              <a:ext cx="7189008" cy="446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04815"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175" name="TextBox 18">
              <a:extLst>
                <a:ext uri="{FF2B5EF4-FFF2-40B4-BE49-F238E27FC236}">
                  <a16:creationId xmlns:a16="http://schemas.microsoft.com/office/drawing/2014/main" id="{8CEFF13B-B846-0400-69EB-E75A8B55AE9A}"/>
                </a:ext>
              </a:extLst>
            </p:cNvPr>
            <p:cNvSpPr txBox="1"/>
            <p:nvPr/>
          </p:nvSpPr>
          <p:spPr>
            <a:xfrm>
              <a:off x="963486" y="5994472"/>
              <a:ext cx="7189008" cy="4461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304815">
                <a:defRPr sz="1150" b="0">
                  <a:solidFill>
                    <a:srgbClr val="1E1E1E"/>
                  </a:solidFill>
                  <a:latin typeface="Arial"/>
                </a:defRPr>
              </a:pPr>
              <a:endParaRPr sz="1333" b="1">
                <a:solidFill>
                  <a:srgbClr val="FFFFFF">
                    <a:lumMod val="50000"/>
                  </a:srgbClr>
                </a:solidFill>
                <a:latin typeface="Arial Nova" panose="020B0504020202020204" pitchFamily="34" charset="0"/>
              </a:endParaRPr>
            </a:p>
          </p:txBody>
        </p:sp>
      </p:grpSp>
      <p:pic>
        <p:nvPicPr>
          <p:cNvPr id="176" name="Imagem 175">
            <a:extLst>
              <a:ext uri="{FF2B5EF4-FFF2-40B4-BE49-F238E27FC236}">
                <a16:creationId xmlns:a16="http://schemas.microsoft.com/office/drawing/2014/main" id="{CE287CF1-47EC-FF0D-A6DB-E78152E549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22" y="1557836"/>
            <a:ext cx="373665" cy="373665"/>
          </a:xfrm>
          <a:prstGeom prst="rect">
            <a:avLst/>
          </a:prstGeom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F525C7D-6398-DF93-1093-A47A327F0F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35" y="2985533"/>
            <a:ext cx="371856" cy="371856"/>
          </a:xfrm>
          <a:prstGeom prst="rect">
            <a:avLst/>
          </a:prstGeom>
        </p:spPr>
      </p:pic>
      <p:sp>
        <p:nvSpPr>
          <p:cNvPr id="3" name="Rectangle 30">
            <a:extLst>
              <a:ext uri="{FF2B5EF4-FFF2-40B4-BE49-F238E27FC236}">
                <a16:creationId xmlns:a16="http://schemas.microsoft.com/office/drawing/2014/main" id="{0DE746C1-254D-85EE-B9A0-88FCDC5EB97D}"/>
              </a:ext>
            </a:extLst>
          </p:cNvPr>
          <p:cNvSpPr/>
          <p:nvPr/>
        </p:nvSpPr>
        <p:spPr>
          <a:xfrm>
            <a:off x="10023108" y="941492"/>
            <a:ext cx="2032103" cy="298955"/>
          </a:xfrm>
          <a:prstGeom prst="rect">
            <a:avLst/>
          </a:prstGeom>
          <a:solidFill>
            <a:schemeClr val="bg1"/>
          </a:solidFill>
          <a:ln>
            <a:solidFill>
              <a:srgbClr val="5F5F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r>
              <a:rPr lang="pt-BR" sz="1200" noProof="0">
                <a:solidFill>
                  <a:schemeClr val="tx1"/>
                </a:solidFill>
                <a:latin typeface="Arial Nova Cond" panose="020B0506020202020204" pitchFamily="34" charset="0"/>
              </a:rPr>
              <a:t>Em processo de aprovação.</a:t>
            </a:r>
          </a:p>
        </p:txBody>
      </p:sp>
    </p:spTree>
    <p:extLst>
      <p:ext uri="{BB962C8B-B14F-4D97-AF65-F5344CB8AC3E}">
        <p14:creationId xmlns:p14="http://schemas.microsoft.com/office/powerpoint/2010/main" val="32149611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65E195-8832-BCF6-C470-92D82979F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2415ED50-751C-0E16-CD8E-CD2E5895194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15ED50-751C-0E16-CD8E-CD2E589519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E1A677D-B6DC-642A-14F9-CCA588D985D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8C618E4-9248-818A-D938-624421A521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71CE0625-76A3-63D4-7B68-1426E1891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670533"/>
              </p:ext>
            </p:extLst>
          </p:nvPr>
        </p:nvGraphicFramePr>
        <p:xfrm>
          <a:off x="163630" y="1825680"/>
          <a:ext cx="11685471" cy="361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11/09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do time para participação das trilhas de Capacitação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Compartilhamento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cronograma da trilha de capacitação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de forma antecipada.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Gravação, edição e disponibilização dos treinamentos de forma online.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Sensibilização da importância dos treinamentos pelos gestores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23AC3A31-B08D-F614-46CA-E754A1384E09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32646274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C56BCB0-17FB-14E4-1947-9C382A8ED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6511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ED331DC1-EDE2-765D-5361-3DCA142B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93968EF1-9A3A-C312-B626-A82516A44F3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968EF1-9A3A-C312-B626-A82516A44F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60D3B2BB-7D5B-162C-15A8-97C4D154F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DE81EF-7FAF-991A-DBD2-EEC797A2E8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DCA77-05CE-F9B3-723B-3704441DB8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19 de Agosto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6BF93B1B-DFFD-3F1A-C107-E07E59F1539E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20D45364-A661-62B4-DC28-95EBBFCA7B2E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FF46CEC3-63D6-A87C-7534-5DF899340216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C3AB4-AA80-3EFB-0785-F2AA72C96E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50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B897EF74-3A84-D8EF-EC3D-8290912EF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DD6C512D-7633-D122-10D2-3A088C31FDCC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6855F9B2-7E2E-B488-ABE0-22A8254690B3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Gestor</a:t>
            </a:r>
          </a:p>
        </p:txBody>
      </p:sp>
    </p:spTree>
    <p:extLst>
      <p:ext uri="{BB962C8B-B14F-4D97-AF65-F5344CB8AC3E}">
        <p14:creationId xmlns:p14="http://schemas.microsoft.com/office/powerpoint/2010/main" val="1497329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A40FC8E-B9C2-2B6D-5B35-0005F52E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B579AD0D-B366-5BDE-D5C6-743D304537C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579AD0D-B366-5BDE-D5C6-743D304537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CA0B02-0569-0254-A023-9DD6CAB333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4EEDB03-A2D0-D203-8505-72685880C7D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C0B33411-2AB6-FB84-0B4F-5DDEB37012BE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66182B-DA70-163A-401B-EC9C1DC6B3AA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59BC1123-1D94-7835-CC3B-12923509EBF5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3516E1BE-927E-3103-058D-E0530D4D6A3F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FD573B48-F29A-5DE7-50E2-E8CC6AEA0820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737E4F63-86C8-D96D-2BE2-7A8B4B34C9EC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77FE740A-BC3B-E19D-68FD-5297B4055195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B04F49A5-F144-2A57-7D5A-FD22AA2C2656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5FF5FB91-ADD4-4480-687E-47BBB14A4B38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2D890F5-941F-C162-2E09-0F463673058F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000EC06F-D38A-F5AD-C2A2-C6419791BBD1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D75CAB0A-BAA3-D769-D2BA-9F5D68DC68FB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C9D62D09-BA8B-98F5-3D57-397201EAE3E2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33941978-9238-B483-91C3-AAA3B0AFC970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FA097A21-F3DE-E135-8678-B2CBE024CCA9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5AB62961-88FF-8DED-C39D-F9E8053BC4FE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DB2D9B0C-FD9D-FF32-D1B5-004A80747FF8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52F9FADC-A489-0724-F148-D271563182A7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2E82AC9F-FC58-FFE0-4686-17E1382B3A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59808168-A115-56A1-5334-4300D90F36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7C166DF4-5E60-7427-6445-13F298658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0CF570DF-640B-0A27-4947-62B1AB565C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DD9088B3-B767-17B9-A100-CB29FDFB4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2EF7DC87-20D6-82F4-8502-DEE1F3BB8C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B5EF1DA1-17F7-F299-5F23-10A174C6FC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3B00EA6D-1AAE-E0C9-8B73-A0CC0CFACD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69584AC1-A95C-2A85-641F-77B396EA20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BC4A2E48-FE54-5441-2445-36013277EE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7441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6FB66C-7396-D775-A351-7DAF734D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8DE21223-3F38-C343-D4B3-51E8006603BA}"/>
              </a:ext>
            </a:extLst>
          </p:cNvPr>
          <p:cNvGraphicFramePr>
            <a:graphicFrameLocks noGrp="1"/>
          </p:cNvGraphicFramePr>
          <p:nvPr/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C52AC3D4-E83E-4FFF-51B6-3AD382C8A05F}"/>
              </a:ext>
            </a:extLst>
          </p:cNvPr>
          <p:cNvSpPr/>
          <p:nvPr/>
        </p:nvSpPr>
        <p:spPr bwMode="auto">
          <a:xfrm>
            <a:off x="4566467" y="3493536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18C1B31C-AD7C-0FB9-DBE3-C01AB42CFFD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C1B31C-AD7C-0FB9-DBE3-C01AB42CFF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0AAE14-AAA1-28E5-86C7-6DFE53C719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B84E851-9338-AE92-2E4C-E662B2A8BEF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BB0269-3350-D655-0196-4B4F695366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1A91BD-E81C-BA61-5B4D-6C87406C56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5F7971B-7DE6-8B82-B923-6970237C9B29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248157-73D5-4CEE-B24F-E85DF0ED559F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7C3D64-C0B6-B9C9-DAD1-C78E05A4FAFB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0FC8A235-1C4A-5A64-FF1A-7742E4AEDD3B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B65EF690-8FC0-0AF4-03ED-E9503AAFB594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A1E7BE69-AEA8-3AF7-F6A9-9436AD022428}"/>
              </a:ext>
            </a:extLst>
          </p:cNvPr>
          <p:cNvSpPr/>
          <p:nvPr/>
        </p:nvSpPr>
        <p:spPr bwMode="auto">
          <a:xfrm>
            <a:off x="4566466" y="2978087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D7A179DD-13D1-CC92-C4FC-55747DDF0293}"/>
              </a:ext>
            </a:extLst>
          </p:cNvPr>
          <p:cNvSpPr/>
          <p:nvPr/>
        </p:nvSpPr>
        <p:spPr bwMode="auto">
          <a:xfrm>
            <a:off x="4749831" y="5981643"/>
            <a:ext cx="512287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F6B5CA69-4F71-E42D-A6B3-76D5CD9DCAC4}"/>
              </a:ext>
            </a:extLst>
          </p:cNvPr>
          <p:cNvSpPr/>
          <p:nvPr/>
        </p:nvSpPr>
        <p:spPr bwMode="auto">
          <a:xfrm>
            <a:off x="4566467" y="243099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D295BA8E-2764-7555-1060-3B9753ACE7B4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5774CD2B-DE4E-6AE0-68CB-9EC0EF4D874A}"/>
              </a:ext>
            </a:extLst>
          </p:cNvPr>
          <p:cNvSpPr/>
          <p:nvPr/>
        </p:nvSpPr>
        <p:spPr bwMode="auto">
          <a:xfrm>
            <a:off x="7274560" y="5030262"/>
            <a:ext cx="194055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8">
            <a:extLst>
              <a:ext uri="{FF2B5EF4-FFF2-40B4-BE49-F238E27FC236}">
                <a16:creationId xmlns:a16="http://schemas.microsoft.com/office/drawing/2014/main" id="{4AF9BDAB-62CF-522C-113A-B0D91C8FAD74}"/>
              </a:ext>
            </a:extLst>
          </p:cNvPr>
          <p:cNvSpPr/>
          <p:nvPr/>
        </p:nvSpPr>
        <p:spPr bwMode="auto">
          <a:xfrm>
            <a:off x="6460964" y="4540967"/>
            <a:ext cx="1584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8CB291CC-6AE6-69DF-DA87-AA770EDF3C09}"/>
              </a:ext>
            </a:extLst>
          </p:cNvPr>
          <p:cNvGrpSpPr/>
          <p:nvPr/>
        </p:nvGrpSpPr>
        <p:grpSpPr>
          <a:xfrm>
            <a:off x="6460522" y="1693945"/>
            <a:ext cx="883575" cy="5096827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9C716572-566A-09C4-E4B7-8456278DDC3A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0645EF0E-78DB-D66B-29DA-A2E74451B345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732349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637DBC8-0380-D608-F1B6-29E72D5A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3E64EF84-4773-1FE4-B7DA-880021215C7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64EF84-4773-1FE4-B7DA-880021215C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A868B7-AF34-12C0-77F4-9D0586E395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365828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3DE2F6-535D-3566-F245-A13F60A5281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701" y="684701"/>
            <a:ext cx="11254186" cy="186823"/>
          </a:xfrm>
        </p:spPr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E8755CC-E5DD-08A5-2671-68ECBC310DE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330200"/>
            <a:ext cx="11251289" cy="242369"/>
          </a:xfrm>
        </p:spPr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56388C2-59E5-0049-1667-B75167735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625759"/>
              </p:ext>
            </p:extLst>
          </p:nvPr>
        </p:nvGraphicFramePr>
        <p:xfrm>
          <a:off x="469562" y="1034985"/>
          <a:ext cx="11251288" cy="5027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73569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612000">
                <a:tc rowSpan="6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Reunião de alinhamento com a FEG para definição de atividades que serão executadas com suporte da A&amp;M (ex. fóruns, detalhamento de processos e ferramentas)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12/08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A&amp;M irá participar das agendas semanais da FEG para alinhamento da implantação das atividades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Reunião de entendimento das melhores práticas de Gestão de Projetos, Governança e ferramentas de suporte com a DTA - AGG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Itens discutidos: Gestão de Projetos, Demandas, Indicadores, Contratos, Central de Serviços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0628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Elaboração do plano de realocação dos processos herdados de outras áreas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Disponibilizado no diretório do Teams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Disparo do convite para a primeira sessão de capacitação sobre Modelo de Operação e Papéis e Responsabilidades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18/08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Em confirmação dos participantes DTA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330091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Elaboração do material de treinamento sobre o Modelo de Operação e Papeis e Responsabilidades 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Webinar sobre o Modelo de Operação com as áreas clientes (Gerências Executivas e Gerencias)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Em definição de agenda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28284"/>
                  </a:ext>
                </a:extLst>
              </a:tr>
              <a:tr h="455948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Análise do site do Maestro no Sou+ com foco na identificação de oportunidades de melhoria para a Operação Assistida.</a:t>
                      </a:r>
                      <a:endParaRPr lang="pt-BR" sz="1200" b="0" noProof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Construção dos sites das Gerências FE, visando continuidade operacional.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Monitoramento das respostas do formulário de feedback e preparação da análise consolidada (WS Modelo de Atuação Gerências)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55948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Construção da atividade de fixação sobre Treinamento Modelo de Operação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Ativação da Rede de Influenciadores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26/08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Avaliação sobre os benefícios de ativação parcial da rede (FE + DTA) </a:t>
                      </a:r>
                      <a:endParaRPr lang="pt-BR" sz="1200" b="0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656614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BC5738D-F66E-4B3B-A441-584E41C10727}"/>
              </a:ext>
            </a:extLst>
          </p:cNvPr>
          <p:cNvSpPr/>
          <p:nvPr/>
        </p:nvSpPr>
        <p:spPr>
          <a:xfrm>
            <a:off x="6794501" y="6365827"/>
            <a:ext cx="4799706" cy="34585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F3833E5-4AF8-1DB5-DDC0-9CECFB676B91}"/>
              </a:ext>
            </a:extLst>
          </p:cNvPr>
          <p:cNvGrpSpPr/>
          <p:nvPr/>
        </p:nvGrpSpPr>
        <p:grpSpPr>
          <a:xfrm>
            <a:off x="8685910" y="6415079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985C650-CEC5-0556-39A9-0D81BE87BEE1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8EE39F0F-4BBC-7320-069C-EC9B12AE990D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BC7ACD6D-FEBA-34D8-2E45-D3BF4BC73ECB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8D88584-088B-F471-D911-C087F33B9F66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5A017D9-6735-FA2B-B8C5-81E8BC1B2325}"/>
              </a:ext>
            </a:extLst>
          </p:cNvPr>
          <p:cNvGrpSpPr/>
          <p:nvPr/>
        </p:nvGrpSpPr>
        <p:grpSpPr>
          <a:xfrm>
            <a:off x="10748263" y="6415079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C3D201D4-792C-D8C1-BDD1-3007618E47A4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254806C4-FB08-AF3D-D7F6-715132C2CF03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819C709-87CB-2D94-7C80-6BCA712C4392}"/>
              </a:ext>
            </a:extLst>
          </p:cNvPr>
          <p:cNvGrpSpPr/>
          <p:nvPr/>
        </p:nvGrpSpPr>
        <p:grpSpPr>
          <a:xfrm>
            <a:off x="9838283" y="6415079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7A42DE3-534A-4D58-4C78-09825D6430FB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B9961B3-153D-35B9-EBF3-775B99B5D5F5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3B238367-A847-A5FC-BCC8-5718FA3EC567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FFF158-EAF1-FFF5-08AB-087D214936B1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3D107C69-D2C6-2C1A-BE71-6D71B86AD25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841451" y="6415794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D62A09-3108-6582-8B05-CCB64776AAFB}"/>
              </a:ext>
            </a:extLst>
          </p:cNvPr>
          <p:cNvGrpSpPr/>
          <p:nvPr/>
        </p:nvGrpSpPr>
        <p:grpSpPr>
          <a:xfrm>
            <a:off x="8063938" y="3449423"/>
            <a:ext cx="183822" cy="187325"/>
            <a:chOff x="2336800" y="6319552"/>
            <a:chExt cx="187325" cy="18732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56170A8-31B9-C979-9AF9-84D01D84C97C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5CE75D31-B251-C89B-6A24-35B7F481A3E1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E2EF7032-7A1A-8016-3F2F-4371F45CDAE1}"/>
              </a:ext>
            </a:extLst>
          </p:cNvPr>
          <p:cNvSpPr/>
          <p:nvPr/>
        </p:nvSpPr>
        <p:spPr bwMode="auto">
          <a:xfrm>
            <a:off x="8060435" y="152424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50C898B-14FF-D2A8-560D-547B73B87F3B}"/>
              </a:ext>
            </a:extLst>
          </p:cNvPr>
          <p:cNvGrpSpPr/>
          <p:nvPr/>
        </p:nvGrpSpPr>
        <p:grpSpPr>
          <a:xfrm>
            <a:off x="7606178" y="6415079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2CE717C-1331-5D56-4919-6FB0A1607461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EF80880-4A07-773F-389F-CBC7BF2050F8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43" name="Group 41">
            <a:extLst>
              <a:ext uri="{FF2B5EF4-FFF2-40B4-BE49-F238E27FC236}">
                <a16:creationId xmlns:a16="http://schemas.microsoft.com/office/drawing/2014/main" id="{9FFDA3D0-02C8-00B6-600A-76104D2C4683}"/>
              </a:ext>
            </a:extLst>
          </p:cNvPr>
          <p:cNvGrpSpPr/>
          <p:nvPr/>
        </p:nvGrpSpPr>
        <p:grpSpPr>
          <a:xfrm>
            <a:off x="8063938" y="5316668"/>
            <a:ext cx="183822" cy="187325"/>
            <a:chOff x="2336800" y="6319552"/>
            <a:chExt cx="187325" cy="187325"/>
          </a:xfrm>
        </p:grpSpPr>
        <p:sp>
          <p:nvSpPr>
            <p:cNvPr id="44" name="Oval 42">
              <a:extLst>
                <a:ext uri="{FF2B5EF4-FFF2-40B4-BE49-F238E27FC236}">
                  <a16:creationId xmlns:a16="http://schemas.microsoft.com/office/drawing/2014/main" id="{F04B0E0F-6E03-97C3-E5F0-BE8C56A06BF0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0" name="Arc 43">
              <a:extLst>
                <a:ext uri="{FF2B5EF4-FFF2-40B4-BE49-F238E27FC236}">
                  <a16:creationId xmlns:a16="http://schemas.microsoft.com/office/drawing/2014/main" id="{53CB3AB1-47E2-1E7E-8242-4D070A8DCD00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6" name="Oval 34">
            <a:extLst>
              <a:ext uri="{FF2B5EF4-FFF2-40B4-BE49-F238E27FC236}">
                <a16:creationId xmlns:a16="http://schemas.microsoft.com/office/drawing/2014/main" id="{49F16684-45D8-2005-79FD-BB21BAA35EC0}"/>
              </a:ext>
            </a:extLst>
          </p:cNvPr>
          <p:cNvSpPr/>
          <p:nvPr/>
        </p:nvSpPr>
        <p:spPr bwMode="auto">
          <a:xfrm>
            <a:off x="8060435" y="4840117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7" name="Group 41">
            <a:extLst>
              <a:ext uri="{FF2B5EF4-FFF2-40B4-BE49-F238E27FC236}">
                <a16:creationId xmlns:a16="http://schemas.microsoft.com/office/drawing/2014/main" id="{373FC0C5-F1E6-8452-7675-FD5CFA588883}"/>
              </a:ext>
            </a:extLst>
          </p:cNvPr>
          <p:cNvGrpSpPr/>
          <p:nvPr/>
        </p:nvGrpSpPr>
        <p:grpSpPr>
          <a:xfrm>
            <a:off x="8063938" y="5740497"/>
            <a:ext cx="183822" cy="187325"/>
            <a:chOff x="2336800" y="6319552"/>
            <a:chExt cx="187325" cy="187325"/>
          </a:xfrm>
        </p:grpSpPr>
        <p:sp>
          <p:nvSpPr>
            <p:cNvPr id="31" name="Oval 42">
              <a:extLst>
                <a:ext uri="{FF2B5EF4-FFF2-40B4-BE49-F238E27FC236}">
                  <a16:creationId xmlns:a16="http://schemas.microsoft.com/office/drawing/2014/main" id="{2600E645-E18B-2C30-3A19-2E08F8EC19A0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43">
              <a:extLst>
                <a:ext uri="{FF2B5EF4-FFF2-40B4-BE49-F238E27FC236}">
                  <a16:creationId xmlns:a16="http://schemas.microsoft.com/office/drawing/2014/main" id="{451B4510-6DFC-98D8-A129-28D0FF4E9C95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4" name="Oval 34">
            <a:extLst>
              <a:ext uri="{FF2B5EF4-FFF2-40B4-BE49-F238E27FC236}">
                <a16:creationId xmlns:a16="http://schemas.microsoft.com/office/drawing/2014/main" id="{AB3848F5-E1AC-73CF-AFEC-A85E21BCDBA2}"/>
              </a:ext>
            </a:extLst>
          </p:cNvPr>
          <p:cNvSpPr/>
          <p:nvPr/>
        </p:nvSpPr>
        <p:spPr bwMode="auto">
          <a:xfrm>
            <a:off x="8060435" y="437745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val 34">
            <a:extLst>
              <a:ext uri="{FF2B5EF4-FFF2-40B4-BE49-F238E27FC236}">
                <a16:creationId xmlns:a16="http://schemas.microsoft.com/office/drawing/2014/main" id="{43FE860E-69B1-2747-F290-934CF1348FE4}"/>
              </a:ext>
            </a:extLst>
          </p:cNvPr>
          <p:cNvSpPr/>
          <p:nvPr/>
        </p:nvSpPr>
        <p:spPr bwMode="auto">
          <a:xfrm>
            <a:off x="8060435" y="209358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Oval 34">
            <a:extLst>
              <a:ext uri="{FF2B5EF4-FFF2-40B4-BE49-F238E27FC236}">
                <a16:creationId xmlns:a16="http://schemas.microsoft.com/office/drawing/2014/main" id="{C63E5BFF-D139-82D0-1FEF-C89AFC90629D}"/>
              </a:ext>
            </a:extLst>
          </p:cNvPr>
          <p:cNvSpPr/>
          <p:nvPr/>
        </p:nvSpPr>
        <p:spPr bwMode="auto">
          <a:xfrm>
            <a:off x="8060435" y="253962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3" name="Oval 34">
            <a:extLst>
              <a:ext uri="{FF2B5EF4-FFF2-40B4-BE49-F238E27FC236}">
                <a16:creationId xmlns:a16="http://schemas.microsoft.com/office/drawing/2014/main" id="{77E89EA2-F62A-D403-BA3D-1080150B80D5}"/>
              </a:ext>
            </a:extLst>
          </p:cNvPr>
          <p:cNvSpPr/>
          <p:nvPr/>
        </p:nvSpPr>
        <p:spPr bwMode="auto">
          <a:xfrm>
            <a:off x="8060435" y="300381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55" name="Group 3">
            <a:extLst>
              <a:ext uri="{FF2B5EF4-FFF2-40B4-BE49-F238E27FC236}">
                <a16:creationId xmlns:a16="http://schemas.microsoft.com/office/drawing/2014/main" id="{B93E1ADB-FF5D-DD4F-CAAD-F3CAAB012433}"/>
              </a:ext>
            </a:extLst>
          </p:cNvPr>
          <p:cNvGrpSpPr/>
          <p:nvPr/>
        </p:nvGrpSpPr>
        <p:grpSpPr>
          <a:xfrm>
            <a:off x="8063938" y="3917850"/>
            <a:ext cx="183822" cy="187325"/>
            <a:chOff x="2336800" y="6319552"/>
            <a:chExt cx="187325" cy="187325"/>
          </a:xfrm>
        </p:grpSpPr>
        <p:sp>
          <p:nvSpPr>
            <p:cNvPr id="57" name="Oval 5">
              <a:extLst>
                <a:ext uri="{FF2B5EF4-FFF2-40B4-BE49-F238E27FC236}">
                  <a16:creationId xmlns:a16="http://schemas.microsoft.com/office/drawing/2014/main" id="{A377805D-5A6B-D527-D734-5950385CD8F1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8" name="Arc 6">
              <a:extLst>
                <a:ext uri="{FF2B5EF4-FFF2-40B4-BE49-F238E27FC236}">
                  <a16:creationId xmlns:a16="http://schemas.microsoft.com/office/drawing/2014/main" id="{40FB1636-7AF7-87F9-687F-A71708ACB77A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3064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EAA80E-A4DD-DD10-FFF2-01F5B293E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7D51821D-1F59-D224-C137-FEC15FCEEA5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51821D-1F59-D224-C137-FEC15FCEEA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D7C1D6-B774-25BF-84B8-B46A41099C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smtClean="0"/>
              <a:pPr/>
              <a:t>54</a:t>
            </a:fld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18EDA0-36D1-16C7-2997-055D3AAF8A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3673679"/>
            <a:ext cx="6205558" cy="16244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Visão dos principais entregáveis do período</a:t>
            </a:r>
            <a:endParaRPr lang="pt-BR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572AAF5-C2A4-91FE-F5B3-03759EA6C3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4042C8E-6FDA-BE3E-4760-C6B595F4102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385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ED8C8D2-26DC-99AE-6B34-9A7E399A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" name="think-cell data - do not delete" hidden="1">
            <a:extLst>
              <a:ext uri="{FF2B5EF4-FFF2-40B4-BE49-F238E27FC236}">
                <a16:creationId xmlns:a16="http://schemas.microsoft.com/office/drawing/2014/main" id="{EC567686-2D5A-DE22-E4C3-0E5E3F93B53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4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567686-2D5A-DE22-E4C3-0E5E3F93B5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9AB1E9-4E3F-4D33-966A-0688935CEC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noProof="0"/>
          </a:p>
        </p:txBody>
      </p:sp>
      <p:sp>
        <p:nvSpPr>
          <p:cNvPr id="2068" name="Espaço Reservado para Texto 2067">
            <a:extLst>
              <a:ext uri="{FF2B5EF4-FFF2-40B4-BE49-F238E27FC236}">
                <a16:creationId xmlns:a16="http://schemas.microsoft.com/office/drawing/2014/main" id="{C9C47EE3-67F9-62A3-1E53-BA8D2C4BE0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Dos processos acumulados na FE, a maioria já tem destino identificado; o que falta é alinhamento com as áreas receptoras para posterior desdobramento execução de </a:t>
            </a:r>
            <a:r>
              <a:rPr lang="pt-BR" i="1" err="1"/>
              <a:t>handover</a:t>
            </a:r>
            <a:r>
              <a:rPr lang="pt-BR"/>
              <a:t>.</a:t>
            </a:r>
          </a:p>
        </p:txBody>
      </p:sp>
      <p:sp>
        <p:nvSpPr>
          <p:cNvPr id="8" name="Espaço Reservado para Texto 375">
            <a:extLst>
              <a:ext uri="{FF2B5EF4-FFF2-40B4-BE49-F238E27FC236}">
                <a16:creationId xmlns:a16="http://schemas.microsoft.com/office/drawing/2014/main" id="{D8B5BE4B-0867-3285-B5BE-EB64A3A13B90}"/>
              </a:ext>
            </a:extLst>
          </p:cNvPr>
          <p:cNvSpPr txBox="1">
            <a:spLocks/>
          </p:cNvSpPr>
          <p:nvPr/>
        </p:nvSpPr>
        <p:spPr>
          <a:xfrm>
            <a:off x="11356863" y="1415209"/>
            <a:ext cx="590663" cy="187103"/>
          </a:xfrm>
          <a:prstGeom prst="rect">
            <a:avLst/>
          </a:prstGeom>
          <a:noFill/>
          <a:ln w="76200">
            <a:noFill/>
          </a:ln>
        </p:spPr>
        <p:txBody>
          <a:bodyPr vert="horz" wrap="none" lIns="0" tIns="0" rIns="96000" bIns="0" rtlCol="0" anchor="t">
            <a:spAutoFit/>
          </a:bodyPr>
          <a:lstStyle>
            <a:defPPr>
              <a:defRPr lang="en-US"/>
            </a:defPPr>
            <a:lvl1pPr indent="0" defTabSz="13716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b="0" cap="all" spc="300" baseline="0">
                <a:solidFill>
                  <a:schemeClr val="accent1"/>
                </a:solidFill>
                <a:latin typeface="Arial Nova Cond" panose="020B0506020202020204" pitchFamily="34" charset="0"/>
              </a:defRPr>
            </a:lvl1pPr>
            <a:lvl2pPr marL="0" lvl="1" indent="0" defTabSz="1371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b="0" cap="none" spc="200" baseline="0">
                <a:solidFill>
                  <a:schemeClr val="bg2"/>
                </a:solidFill>
                <a:latin typeface="Arial Nova Light" panose="020B0304020202020204" pitchFamily="34" charset="0"/>
              </a:defRPr>
            </a:lvl2pPr>
            <a:lvl3pPr marL="0" lvl="2" indent="0" defTabSz="1371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b="0" cap="none" spc="200" baseline="0">
                <a:solidFill>
                  <a:schemeClr val="bg2"/>
                </a:solidFill>
                <a:latin typeface="Arial Nova Cond" panose="020B0506020202020204" pitchFamily="34" charset="0"/>
              </a:defRPr>
            </a:lvl3pPr>
            <a:lvl4pPr marL="180975" lvl="3" indent="-180975" defTabSz="1371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b="0" spc="100">
                <a:solidFill>
                  <a:schemeClr val="bg2"/>
                </a:solidFill>
                <a:latin typeface="Arial Nova Cond" panose="020B0506020202020204" pitchFamily="34" charset="0"/>
              </a:defRPr>
            </a:lvl4pPr>
            <a:lvl5pPr marL="361950" lvl="4" indent="-180975" defTabSz="1371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2">
                  <a:lumMod val="75000"/>
                </a:schemeClr>
              </a:buClr>
              <a:buFont typeface="Arial" panose="020B0604020202020204" pitchFamily="34" charset="0"/>
              <a:buChar char="•"/>
              <a:tabLst/>
              <a:defRPr spc="100" baseline="0">
                <a:solidFill>
                  <a:schemeClr val="bg2"/>
                </a:solidFill>
                <a:latin typeface="Arial Nova Cond" panose="020B0506020202020204" pitchFamily="34" charset="0"/>
              </a:defRPr>
            </a:lvl5pPr>
            <a:lvl6pPr marL="0" lvl="5" indent="0" defTabSz="1371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bg2"/>
              </a:buClr>
              <a:buFont typeface="Arial" panose="020B0604020202020204" pitchFamily="34" charset="0"/>
              <a:buNone/>
              <a:defRPr spc="1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</a:defRPr>
            </a:lvl6pPr>
            <a:lvl7pPr marL="0" lvl="6" indent="0" defTabSz="1371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2">
                  <a:lumMod val="75000"/>
                </a:schemeClr>
              </a:buClr>
              <a:buFont typeface="Arial" panose="020B0604020202020204" pitchFamily="34" charset="0"/>
              <a:buNone/>
              <a:tabLst/>
              <a:defRPr spc="1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ova Cond" panose="020B0506020202020204" pitchFamily="34" charset="0"/>
              </a:defRPr>
            </a:lvl7pPr>
            <a:lvl8pPr marL="180975" lvl="7" indent="-180975" defTabSz="1371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>
                  <a:lumMod val="65000"/>
                  <a:lumOff val="35000"/>
                </a:schemeClr>
              </a:buClr>
              <a:buFont typeface="Arial" panose="020B0604020202020204" pitchFamily="34" charset="0"/>
              <a:buChar char="•"/>
              <a:tabLst/>
              <a:defRPr spc="1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ova Cond" panose="020B0506020202020204" pitchFamily="34" charset="0"/>
              </a:defRPr>
            </a:lvl8pPr>
            <a:lvl9pPr marL="361950" lvl="8" indent="-180975" defTabSz="1371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  <a:tabLst/>
              <a:defRPr spc="1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 Nova Cond" panose="020B0506020202020204" pitchFamily="34" charset="0"/>
              </a:defRPr>
            </a:lvl9pPr>
          </a:lstStyle>
          <a:p>
            <a:pPr algn="r" defTabSz="914446">
              <a:spcAft>
                <a:spcPts val="533"/>
              </a:spcAft>
              <a:defRPr/>
            </a:pPr>
            <a:r>
              <a:rPr lang="en-US" sz="1200" spc="200">
                <a:solidFill>
                  <a:prstClr val="white"/>
                </a:solidFill>
              </a:rPr>
              <a:t>Final</a:t>
            </a:r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CE7E47D4-A761-1512-4243-0806B641DB16}"/>
              </a:ext>
            </a:extLst>
          </p:cNvPr>
          <p:cNvCxnSpPr/>
          <p:nvPr/>
        </p:nvCxnSpPr>
        <p:spPr>
          <a:xfrm>
            <a:off x="0" y="1325755"/>
            <a:ext cx="12371832" cy="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lipse 34">
            <a:extLst>
              <a:ext uri="{FF2B5EF4-FFF2-40B4-BE49-F238E27FC236}">
                <a16:creationId xmlns:a16="http://schemas.microsoft.com/office/drawing/2014/main" id="{EB12AB76-7A9D-1A71-76E6-F4010BC0E443}"/>
              </a:ext>
            </a:extLst>
          </p:cNvPr>
          <p:cNvSpPr/>
          <p:nvPr/>
        </p:nvSpPr>
        <p:spPr>
          <a:xfrm>
            <a:off x="393192" y="1262755"/>
            <a:ext cx="126000" cy="126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30C3CF77-B751-470A-3DF3-5BAABB3629FB}"/>
              </a:ext>
            </a:extLst>
          </p:cNvPr>
          <p:cNvSpPr/>
          <p:nvPr/>
        </p:nvSpPr>
        <p:spPr>
          <a:xfrm>
            <a:off x="4065936" y="1262755"/>
            <a:ext cx="126000" cy="126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D7D59927-33E0-7B85-390D-ECF5F74664CB}"/>
              </a:ext>
            </a:extLst>
          </p:cNvPr>
          <p:cNvSpPr/>
          <p:nvPr/>
        </p:nvSpPr>
        <p:spPr>
          <a:xfrm>
            <a:off x="8400794" y="1256900"/>
            <a:ext cx="126000" cy="126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5F215194-CDA9-1A69-FD25-D26C887EEA31}"/>
              </a:ext>
            </a:extLst>
          </p:cNvPr>
          <p:cNvSpPr txBox="1"/>
          <p:nvPr/>
        </p:nvSpPr>
        <p:spPr>
          <a:xfrm>
            <a:off x="257710" y="1485073"/>
            <a:ext cx="22670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solidFill>
                  <a:srgbClr val="5E8AB3"/>
                </a:solidFill>
                <a:latin typeface="Arial Nova Cond Light" panose="020B0306020202020204" pitchFamily="34" charset="0"/>
              </a:rPr>
              <a:t>SETEMBRO/26</a:t>
            </a:r>
          </a:p>
          <a:p>
            <a:r>
              <a:rPr lang="pt-BR" sz="1400">
                <a:latin typeface="Arial Nova Cond" panose="020B0506020202020204" pitchFamily="34" charset="0"/>
              </a:rPr>
              <a:t>Definir dono da demanda</a:t>
            </a:r>
          </a:p>
        </p:txBody>
      </p:sp>
      <p:sp>
        <p:nvSpPr>
          <p:cNvPr id="50" name="Shape 5">
            <a:extLst>
              <a:ext uri="{FF2B5EF4-FFF2-40B4-BE49-F238E27FC236}">
                <a16:creationId xmlns:a16="http://schemas.microsoft.com/office/drawing/2014/main" id="{ABFE983D-0C85-3DFF-54C8-0B4A77C6CC6E}"/>
              </a:ext>
            </a:extLst>
          </p:cNvPr>
          <p:cNvSpPr/>
          <p:nvPr/>
        </p:nvSpPr>
        <p:spPr>
          <a:xfrm>
            <a:off x="257710" y="2022691"/>
            <a:ext cx="3382606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EDD9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6">
            <a:extLst>
              <a:ext uri="{FF2B5EF4-FFF2-40B4-BE49-F238E27FC236}">
                <a16:creationId xmlns:a16="http://schemas.microsoft.com/office/drawing/2014/main" id="{6D03B725-1F16-1E22-C51F-7E7796472140}"/>
              </a:ext>
            </a:extLst>
          </p:cNvPr>
          <p:cNvSpPr/>
          <p:nvPr/>
        </p:nvSpPr>
        <p:spPr>
          <a:xfrm>
            <a:off x="413158" y="202620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err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</a:t>
            </a: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150" b="1" err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desempenho</a:t>
            </a: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lang="en-US" sz="1150" b="1" err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previsão</a:t>
            </a:r>
            <a:endParaRPr lang="en-US" sz="1150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F16697DC-37F1-CE19-B374-DAB811712135}"/>
              </a:ext>
            </a:extLst>
          </p:cNvPr>
          <p:cNvSpPr/>
          <p:nvPr/>
        </p:nvSpPr>
        <p:spPr>
          <a:xfrm>
            <a:off x="413158" y="2434171"/>
            <a:ext cx="2925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IPEol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IPFv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 o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acompanhamento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vão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para a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usuária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50"/>
          </a:p>
        </p:txBody>
      </p:sp>
      <p:sp>
        <p:nvSpPr>
          <p:cNvPr id="58" name="Text 8">
            <a:extLst>
              <a:ext uri="{FF2B5EF4-FFF2-40B4-BE49-F238E27FC236}">
                <a16:creationId xmlns:a16="http://schemas.microsoft.com/office/drawing/2014/main" id="{1A9140E7-85D5-A496-740A-A6E8CAEE3002}"/>
              </a:ext>
            </a:extLst>
          </p:cNvPr>
          <p:cNvSpPr/>
          <p:nvPr/>
        </p:nvSpPr>
        <p:spPr>
          <a:xfrm>
            <a:off x="413158" y="2918803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C4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</a:t>
            </a:r>
            <a:r>
              <a:rPr lang="en-US" sz="100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000" b="1">
                <a:solidFill>
                  <a:srgbClr val="1A9C80"/>
                </a:solidFill>
                <a:latin typeface="Arial" pitchFamily="34" charset="0"/>
                <a:cs typeface="Arial" pitchFamily="34" charset="-120"/>
              </a:rPr>
              <a:t>PER / PRR</a:t>
            </a:r>
          </a:p>
        </p:txBody>
      </p:sp>
      <p:sp>
        <p:nvSpPr>
          <p:cNvPr id="60" name="Shape 9">
            <a:extLst>
              <a:ext uri="{FF2B5EF4-FFF2-40B4-BE49-F238E27FC236}">
                <a16:creationId xmlns:a16="http://schemas.microsoft.com/office/drawing/2014/main" id="{D418C0D3-05D2-93B2-5B75-189A7C2270AC}"/>
              </a:ext>
            </a:extLst>
          </p:cNvPr>
          <p:cNvSpPr/>
          <p:nvPr/>
        </p:nvSpPr>
        <p:spPr>
          <a:xfrm>
            <a:off x="257710" y="3259913"/>
            <a:ext cx="3382606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EDD9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10">
            <a:extLst>
              <a:ext uri="{FF2B5EF4-FFF2-40B4-BE49-F238E27FC236}">
                <a16:creationId xmlns:a16="http://schemas.microsoft.com/office/drawing/2014/main" id="{3DE89C0F-2897-9EFE-451E-FD6453D4511E}"/>
              </a:ext>
            </a:extLst>
          </p:cNvPr>
          <p:cNvSpPr/>
          <p:nvPr/>
        </p:nvSpPr>
        <p:spPr>
          <a:xfrm>
            <a:off x="413158" y="3278201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err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150" b="1" err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remoção</a:t>
            </a: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1150" b="1" err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viés</a:t>
            </a: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50" b="1" err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climático</a:t>
            </a:r>
            <a:endParaRPr lang="en-US" sz="1150"/>
          </a:p>
        </p:txBody>
      </p:sp>
      <p:sp>
        <p:nvSpPr>
          <p:cNvPr id="2048" name="Text 11">
            <a:extLst>
              <a:ext uri="{FF2B5EF4-FFF2-40B4-BE49-F238E27FC236}">
                <a16:creationId xmlns:a16="http://schemas.microsoft.com/office/drawing/2014/main" id="{ACA25819-6B00-F9BE-6C0A-8BA75B449CDE}"/>
              </a:ext>
            </a:extLst>
          </p:cNvPr>
          <p:cNvSpPr/>
          <p:nvPr/>
        </p:nvSpPr>
        <p:spPr>
          <a:xfrm>
            <a:off x="413158" y="3680537"/>
            <a:ext cx="2925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Propõe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-se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coordenação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pela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Técnica (com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participação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PRR) e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produtização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pela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Comunidade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Entrega.</a:t>
            </a:r>
            <a:endParaRPr lang="en-US" sz="950"/>
          </a:p>
        </p:txBody>
      </p:sp>
      <p:sp>
        <p:nvSpPr>
          <p:cNvPr id="2050" name="Text 12">
            <a:extLst>
              <a:ext uri="{FF2B5EF4-FFF2-40B4-BE49-F238E27FC236}">
                <a16:creationId xmlns:a16="http://schemas.microsoft.com/office/drawing/2014/main" id="{B1CE2040-AE78-1A53-7529-C0B88C000DAB}"/>
              </a:ext>
            </a:extLst>
          </p:cNvPr>
          <p:cNvSpPr/>
          <p:nvPr/>
        </p:nvSpPr>
        <p:spPr>
          <a:xfrm>
            <a:off x="413158" y="4165169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C4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PRR</a:t>
            </a:r>
            <a:r>
              <a:rPr lang="en-US" sz="100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000" b="1">
                <a:solidFill>
                  <a:srgbClr val="1A9C80"/>
                </a:solidFill>
                <a:latin typeface="Arial" pitchFamily="34" charset="0"/>
                <a:cs typeface="Arial" pitchFamily="34" charset="-120"/>
              </a:rPr>
              <a:t>FER </a:t>
            </a:r>
            <a:r>
              <a:rPr lang="en-US" sz="1000" b="1" err="1">
                <a:solidFill>
                  <a:srgbClr val="1A9C80"/>
                </a:solidFill>
                <a:latin typeface="Arial" pitchFamily="34" charset="0"/>
                <a:cs typeface="Arial" pitchFamily="34" charset="-120"/>
              </a:rPr>
              <a:t>ou</a:t>
            </a:r>
            <a:r>
              <a:rPr lang="en-US" sz="1000" b="1">
                <a:solidFill>
                  <a:srgbClr val="1A9C80"/>
                </a:solidFill>
                <a:latin typeface="Arial" pitchFamily="34" charset="0"/>
                <a:cs typeface="Arial" pitchFamily="34" charset="-120"/>
              </a:rPr>
              <a:t> FE (CT) a </a:t>
            </a:r>
            <a:r>
              <a:rPr lang="en-US" sz="1000" b="1" err="1">
                <a:solidFill>
                  <a:srgbClr val="1A9C80"/>
                </a:solidFill>
                <a:latin typeface="Arial" pitchFamily="34" charset="0"/>
                <a:cs typeface="Arial" pitchFamily="34" charset="-120"/>
              </a:rPr>
              <a:t>depender</a:t>
            </a:r>
            <a:r>
              <a:rPr lang="en-US" sz="1000" b="1">
                <a:solidFill>
                  <a:srgbClr val="1A9C80"/>
                </a:solidFill>
                <a:latin typeface="Arial" pitchFamily="34" charset="0"/>
                <a:cs typeface="Arial" pitchFamily="34" charset="-120"/>
              </a:rPr>
              <a:t> do TRL</a:t>
            </a:r>
          </a:p>
        </p:txBody>
      </p:sp>
      <p:sp>
        <p:nvSpPr>
          <p:cNvPr id="2052" name="Shape 13">
            <a:extLst>
              <a:ext uri="{FF2B5EF4-FFF2-40B4-BE49-F238E27FC236}">
                <a16:creationId xmlns:a16="http://schemas.microsoft.com/office/drawing/2014/main" id="{2280669E-CB3C-3563-C0F6-77FD8E98453E}"/>
              </a:ext>
            </a:extLst>
          </p:cNvPr>
          <p:cNvSpPr/>
          <p:nvPr/>
        </p:nvSpPr>
        <p:spPr>
          <a:xfrm>
            <a:off x="257710" y="4506280"/>
            <a:ext cx="3382606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EDD9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54" name="Text 14">
            <a:extLst>
              <a:ext uri="{FF2B5EF4-FFF2-40B4-BE49-F238E27FC236}">
                <a16:creationId xmlns:a16="http://schemas.microsoft.com/office/drawing/2014/main" id="{7DEEB052-1BE8-FEEF-D9C5-DEF85224CA5B}"/>
              </a:ext>
            </a:extLst>
          </p:cNvPr>
          <p:cNvSpPr/>
          <p:nvPr/>
        </p:nvSpPr>
        <p:spPr>
          <a:xfrm>
            <a:off x="413158" y="456114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de encadeamento e automatização</a:t>
            </a:r>
            <a:endParaRPr lang="en-US" sz="1150"/>
          </a:p>
        </p:txBody>
      </p:sp>
      <p:sp>
        <p:nvSpPr>
          <p:cNvPr id="2056" name="Text 15">
            <a:extLst>
              <a:ext uri="{FF2B5EF4-FFF2-40B4-BE49-F238E27FC236}">
                <a16:creationId xmlns:a16="http://schemas.microsoft.com/office/drawing/2014/main" id="{DE5641AF-60CC-E9B6-F51A-CAAEB689113E}"/>
              </a:ext>
            </a:extLst>
          </p:cNvPr>
          <p:cNvSpPr/>
          <p:nvPr/>
        </p:nvSpPr>
        <p:spPr>
          <a:xfrm>
            <a:off x="413158" y="5000056"/>
            <a:ext cx="29254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Camadas N2 e N4. Exige a DTA e a área usuária na definição.</a:t>
            </a:r>
            <a:endParaRPr lang="en-US" sz="950"/>
          </a:p>
        </p:txBody>
      </p:sp>
      <p:sp>
        <p:nvSpPr>
          <p:cNvPr id="2058" name="Text 16">
            <a:extLst>
              <a:ext uri="{FF2B5EF4-FFF2-40B4-BE49-F238E27FC236}">
                <a16:creationId xmlns:a16="http://schemas.microsoft.com/office/drawing/2014/main" id="{E9EEA892-EC50-9E0D-4C83-76AC3775712A}"/>
              </a:ext>
            </a:extLst>
          </p:cNvPr>
          <p:cNvSpPr/>
          <p:nvPr/>
        </p:nvSpPr>
        <p:spPr>
          <a:xfrm>
            <a:off x="413158" y="5411536"/>
            <a:ext cx="3127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C4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</a:t>
            </a:r>
            <a:r>
              <a:rPr lang="en-US" sz="100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000" b="1">
                <a:solidFill>
                  <a:srgbClr val="1A9C80"/>
                </a:solidFill>
                <a:latin typeface="Arial" pitchFamily="34" charset="0"/>
                <a:cs typeface="Arial" pitchFamily="34" charset="-120"/>
              </a:rPr>
              <a:t>A </a:t>
            </a:r>
            <a:r>
              <a:rPr lang="en-US" sz="1000" b="1" err="1">
                <a:solidFill>
                  <a:srgbClr val="1A9C80"/>
                </a:solidFill>
                <a:latin typeface="Arial" pitchFamily="34" charset="0"/>
                <a:cs typeface="Arial" pitchFamily="34" charset="-120"/>
              </a:rPr>
              <a:t>definir</a:t>
            </a:r>
            <a:endParaRPr lang="en-US" sz="1000" b="1">
              <a:solidFill>
                <a:srgbClr val="1A9C8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060" name="CaixaDeTexto 2059">
            <a:extLst>
              <a:ext uri="{FF2B5EF4-FFF2-40B4-BE49-F238E27FC236}">
                <a16:creationId xmlns:a16="http://schemas.microsoft.com/office/drawing/2014/main" id="{BDAEB9E3-75A6-FCAC-BF3B-B3681F0CB31B}"/>
              </a:ext>
            </a:extLst>
          </p:cNvPr>
          <p:cNvSpPr txBox="1"/>
          <p:nvPr/>
        </p:nvSpPr>
        <p:spPr>
          <a:xfrm>
            <a:off x="3918878" y="1485073"/>
            <a:ext cx="22670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solidFill>
                  <a:srgbClr val="5E8AB3"/>
                </a:solidFill>
                <a:latin typeface="Arial Nova Cond Light" panose="020B0306020202020204" pitchFamily="34" charset="0"/>
              </a:rPr>
              <a:t>SETEMBRO A OUTUBRO/26</a:t>
            </a:r>
          </a:p>
          <a:p>
            <a:r>
              <a:rPr lang="pt-BR" sz="1400">
                <a:latin typeface="Arial Nova Cond" panose="020B0506020202020204" pitchFamily="34" charset="0"/>
              </a:rPr>
              <a:t>Alinhar limites</a:t>
            </a:r>
          </a:p>
        </p:txBody>
      </p:sp>
      <p:sp>
        <p:nvSpPr>
          <p:cNvPr id="2064" name="Shape 4">
            <a:extLst>
              <a:ext uri="{FF2B5EF4-FFF2-40B4-BE49-F238E27FC236}">
                <a16:creationId xmlns:a16="http://schemas.microsoft.com/office/drawing/2014/main" id="{175EC01E-350F-171F-5369-4035D8454256}"/>
              </a:ext>
            </a:extLst>
          </p:cNvPr>
          <p:cNvSpPr/>
          <p:nvPr/>
        </p:nvSpPr>
        <p:spPr>
          <a:xfrm>
            <a:off x="8368130" y="2022690"/>
            <a:ext cx="3384000" cy="120700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66" name="Text 5">
            <a:extLst>
              <a:ext uri="{FF2B5EF4-FFF2-40B4-BE49-F238E27FC236}">
                <a16:creationId xmlns:a16="http://schemas.microsoft.com/office/drawing/2014/main" id="{ECC3ABA6-5BFA-B7BA-1361-2288CF2ADCF7}"/>
              </a:ext>
            </a:extLst>
          </p:cNvPr>
          <p:cNvSpPr/>
          <p:nvPr/>
        </p:nvSpPr>
        <p:spPr>
          <a:xfrm>
            <a:off x="8523578" y="211764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com as validações expeditas</a:t>
            </a:r>
            <a:endParaRPr lang="en-US" sz="1200"/>
          </a:p>
        </p:txBody>
      </p:sp>
      <p:sp>
        <p:nvSpPr>
          <p:cNvPr id="2069" name="Text 6">
            <a:extLst>
              <a:ext uri="{FF2B5EF4-FFF2-40B4-BE49-F238E27FC236}">
                <a16:creationId xmlns:a16="http://schemas.microsoft.com/office/drawing/2014/main" id="{D8C07613-532F-37FA-100B-E8C3C505FE2A}"/>
              </a:ext>
            </a:extLst>
          </p:cNvPr>
          <p:cNvSpPr/>
          <p:nvPr/>
        </p:nvSpPr>
        <p:spPr>
          <a:xfrm>
            <a:off x="8523578" y="2434171"/>
            <a:ext cx="292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Ainda não iniciadas. Melhor oportunidade para a área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usuária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assumir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desde que o alinhamento venha antes do início.</a:t>
            </a:r>
            <a:endParaRPr lang="en-US" sz="950"/>
          </a:p>
        </p:txBody>
      </p:sp>
      <p:sp>
        <p:nvSpPr>
          <p:cNvPr id="2072" name="Text 7">
            <a:extLst>
              <a:ext uri="{FF2B5EF4-FFF2-40B4-BE49-F238E27FC236}">
                <a16:creationId xmlns:a16="http://schemas.microsoft.com/office/drawing/2014/main" id="{0C10AFB0-276E-2D54-03BD-F8F13334074C}"/>
              </a:ext>
            </a:extLst>
          </p:cNvPr>
          <p:cNvSpPr/>
          <p:nvPr/>
        </p:nvSpPr>
        <p:spPr>
          <a:xfrm>
            <a:off x="8332227" y="2799512"/>
            <a:ext cx="17279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950" b="1">
                <a:solidFill>
                  <a:srgbClr val="2C4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950" b="1">
                <a:solidFill>
                  <a:srgbClr val="1A9C80"/>
                </a:solidFill>
                <a:latin typeface="Arial" pitchFamily="34" charset="0"/>
                <a:cs typeface="Arial" pitchFamily="34" charset="-120"/>
              </a:rPr>
              <a:t>PEE, </a:t>
            </a:r>
            <a:r>
              <a:rPr lang="en-US" sz="950" b="1">
                <a:solidFill>
                  <a:srgbClr val="1A9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PRM e PRD</a:t>
            </a:r>
            <a:endParaRPr lang="en-US" sz="950"/>
          </a:p>
        </p:txBody>
      </p:sp>
      <p:sp>
        <p:nvSpPr>
          <p:cNvPr id="2076" name="Shape 8">
            <a:extLst>
              <a:ext uri="{FF2B5EF4-FFF2-40B4-BE49-F238E27FC236}">
                <a16:creationId xmlns:a16="http://schemas.microsoft.com/office/drawing/2014/main" id="{AB938AA9-0596-2699-C99C-13821B21A0D6}"/>
              </a:ext>
            </a:extLst>
          </p:cNvPr>
          <p:cNvSpPr/>
          <p:nvPr/>
        </p:nvSpPr>
        <p:spPr>
          <a:xfrm>
            <a:off x="8368130" y="3269060"/>
            <a:ext cx="3384000" cy="1207008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80" name="Text 9">
            <a:extLst>
              <a:ext uri="{FF2B5EF4-FFF2-40B4-BE49-F238E27FC236}">
                <a16:creationId xmlns:a16="http://schemas.microsoft.com/office/drawing/2014/main" id="{4EDC2F19-83BB-56BA-93EC-B4A6AFF88F3F}"/>
              </a:ext>
            </a:extLst>
          </p:cNvPr>
          <p:cNvSpPr/>
          <p:nvPr/>
        </p:nvSpPr>
        <p:spPr>
          <a:xfrm>
            <a:off x="8523578" y="34519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Constrained-off em operação autônoma</a:t>
            </a:r>
            <a:endParaRPr lang="en-US" sz="1200"/>
          </a:p>
        </p:txBody>
      </p:sp>
      <p:sp>
        <p:nvSpPr>
          <p:cNvPr id="2084" name="Text 10">
            <a:extLst>
              <a:ext uri="{FF2B5EF4-FFF2-40B4-BE49-F238E27FC236}">
                <a16:creationId xmlns:a16="http://schemas.microsoft.com/office/drawing/2014/main" id="{E267F31C-24E3-F155-6B28-2F7C3D848D42}"/>
              </a:ext>
            </a:extLst>
          </p:cNvPr>
          <p:cNvSpPr/>
          <p:nvPr/>
        </p:nvSpPr>
        <p:spPr>
          <a:xfrm>
            <a:off x="8523578" y="3680540"/>
            <a:ext cx="292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AOG executa as curvas sem acompanhamento e a FER apenas tira dúvidas.</a:t>
            </a:r>
            <a:endParaRPr lang="en-US" sz="950"/>
          </a:p>
        </p:txBody>
      </p:sp>
      <p:sp>
        <p:nvSpPr>
          <p:cNvPr id="2088" name="Text 11">
            <a:extLst>
              <a:ext uri="{FF2B5EF4-FFF2-40B4-BE49-F238E27FC236}">
                <a16:creationId xmlns:a16="http://schemas.microsoft.com/office/drawing/2014/main" id="{5883E446-63D6-1EAE-4E54-BE6699C428AE}"/>
              </a:ext>
            </a:extLst>
          </p:cNvPr>
          <p:cNvSpPr/>
          <p:nvPr/>
        </p:nvSpPr>
        <p:spPr>
          <a:xfrm>
            <a:off x="7943594" y="4023438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950" b="1">
                <a:solidFill>
                  <a:srgbClr val="2C4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950" b="1">
                <a:solidFill>
                  <a:srgbClr val="1A9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AOG</a:t>
            </a:r>
            <a:endParaRPr lang="en-US" sz="950"/>
          </a:p>
        </p:txBody>
      </p:sp>
      <p:sp>
        <p:nvSpPr>
          <p:cNvPr id="2092" name="Shape 12">
            <a:extLst>
              <a:ext uri="{FF2B5EF4-FFF2-40B4-BE49-F238E27FC236}">
                <a16:creationId xmlns:a16="http://schemas.microsoft.com/office/drawing/2014/main" id="{C352AEB6-DFE3-159D-3F28-5A2FC53B849D}"/>
              </a:ext>
            </a:extLst>
          </p:cNvPr>
          <p:cNvSpPr/>
          <p:nvPr/>
        </p:nvSpPr>
        <p:spPr>
          <a:xfrm>
            <a:off x="8359660" y="4523378"/>
            <a:ext cx="3384000" cy="1207005"/>
          </a:xfrm>
          <a:prstGeom prst="roundRect">
            <a:avLst>
              <a:gd name="adj" fmla="val 4902"/>
            </a:avLst>
          </a:prstGeom>
          <a:solidFill>
            <a:srgbClr val="FFFFFF"/>
          </a:solidFill>
          <a:ln w="952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94" name="Text 13">
            <a:extLst>
              <a:ext uri="{FF2B5EF4-FFF2-40B4-BE49-F238E27FC236}">
                <a16:creationId xmlns:a16="http://schemas.microsoft.com/office/drawing/2014/main" id="{D0B69608-7319-1048-776A-1B492B2F90D4}"/>
              </a:ext>
            </a:extLst>
          </p:cNvPr>
          <p:cNvSpPr/>
          <p:nvPr/>
        </p:nvSpPr>
        <p:spPr>
          <a:xfrm>
            <a:off x="8515108" y="4623963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Consistência de dados</a:t>
            </a:r>
            <a:endParaRPr lang="en-US" sz="1200"/>
          </a:p>
        </p:txBody>
      </p:sp>
      <p:sp>
        <p:nvSpPr>
          <p:cNvPr id="2097" name="Text 14">
            <a:extLst>
              <a:ext uri="{FF2B5EF4-FFF2-40B4-BE49-F238E27FC236}">
                <a16:creationId xmlns:a16="http://schemas.microsoft.com/office/drawing/2014/main" id="{9E02D979-CCDF-D8A3-8EDB-F345AD4FE6B2}"/>
              </a:ext>
            </a:extLst>
          </p:cNvPr>
          <p:cNvSpPr/>
          <p:nvPr/>
        </p:nvSpPr>
        <p:spPr>
          <a:xfrm>
            <a:off x="8515108" y="4913788"/>
            <a:ext cx="2926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MH-Eol e MH-FV com execução diária; coleta e gestão da base três vezes por semana.</a:t>
            </a:r>
            <a:endParaRPr lang="en-US" sz="950"/>
          </a:p>
        </p:txBody>
      </p:sp>
      <p:sp>
        <p:nvSpPr>
          <p:cNvPr id="2101" name="Text 15">
            <a:extLst>
              <a:ext uri="{FF2B5EF4-FFF2-40B4-BE49-F238E27FC236}">
                <a16:creationId xmlns:a16="http://schemas.microsoft.com/office/drawing/2014/main" id="{05A97449-7AB1-BA4D-BE5D-6B485AE38973}"/>
              </a:ext>
            </a:extLst>
          </p:cNvPr>
          <p:cNvSpPr/>
          <p:nvPr/>
        </p:nvSpPr>
        <p:spPr>
          <a:xfrm>
            <a:off x="8099041" y="5257484"/>
            <a:ext cx="15856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1300"/>
              </a:lnSpc>
              <a:buNone/>
            </a:pPr>
            <a:r>
              <a:rPr lang="en-US" sz="950" b="1">
                <a:solidFill>
                  <a:srgbClr val="2C4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950" b="1">
                <a:solidFill>
                  <a:srgbClr val="1A9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/ PRR</a:t>
            </a:r>
            <a:endParaRPr lang="en-US" sz="950"/>
          </a:p>
        </p:txBody>
      </p:sp>
      <p:sp>
        <p:nvSpPr>
          <p:cNvPr id="2106" name="CaixaDeTexto 2105">
            <a:extLst>
              <a:ext uri="{FF2B5EF4-FFF2-40B4-BE49-F238E27FC236}">
                <a16:creationId xmlns:a16="http://schemas.microsoft.com/office/drawing/2014/main" id="{C4257FA4-FC73-612D-CFF6-E9577F3F350B}"/>
              </a:ext>
            </a:extLst>
          </p:cNvPr>
          <p:cNvSpPr txBox="1"/>
          <p:nvPr/>
        </p:nvSpPr>
        <p:spPr>
          <a:xfrm>
            <a:off x="8300210" y="1485073"/>
            <a:ext cx="226703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>
                <a:solidFill>
                  <a:srgbClr val="5E8AB3"/>
                </a:solidFill>
                <a:latin typeface="Arial Nova Cond Light" panose="020B0306020202020204" pitchFamily="34" charset="0"/>
              </a:rPr>
              <a:t>OUTUBRO A DEZEMBRO/26</a:t>
            </a:r>
          </a:p>
          <a:p>
            <a:r>
              <a:rPr lang="pt-BR" sz="1400">
                <a:latin typeface="Arial Nova Cond" panose="020B0506020202020204" pitchFamily="34" charset="0"/>
              </a:rPr>
              <a:t>Execução de </a:t>
            </a:r>
            <a:r>
              <a:rPr lang="pt-BR" sz="1400" i="1" err="1">
                <a:latin typeface="Arial Nova Cond" panose="020B0506020202020204" pitchFamily="34" charset="0"/>
              </a:rPr>
              <a:t>handover</a:t>
            </a:r>
            <a:endParaRPr lang="pt-BR" sz="1400" i="1">
              <a:latin typeface="Arial Nova Cond" panose="020B0506020202020204" pitchFamily="34" charset="0"/>
            </a:endParaRPr>
          </a:p>
        </p:txBody>
      </p:sp>
      <p:sp>
        <p:nvSpPr>
          <p:cNvPr id="2110" name="Shape 20">
            <a:extLst>
              <a:ext uri="{FF2B5EF4-FFF2-40B4-BE49-F238E27FC236}">
                <a16:creationId xmlns:a16="http://schemas.microsoft.com/office/drawing/2014/main" id="{1A5E6980-3DB6-DEF0-1C65-4F2E4DDE49B5}"/>
              </a:ext>
            </a:extLst>
          </p:cNvPr>
          <p:cNvSpPr/>
          <p:nvPr/>
        </p:nvSpPr>
        <p:spPr>
          <a:xfrm>
            <a:off x="3914142" y="2029292"/>
            <a:ext cx="4158704" cy="88036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14" name="Text 21">
            <a:extLst>
              <a:ext uri="{FF2B5EF4-FFF2-40B4-BE49-F238E27FC236}">
                <a16:creationId xmlns:a16="http://schemas.microsoft.com/office/drawing/2014/main" id="{E1F5AC5A-DFEB-E830-D25E-9A074407B35A}"/>
              </a:ext>
            </a:extLst>
          </p:cNvPr>
          <p:cNvSpPr/>
          <p:nvPr/>
        </p:nvSpPr>
        <p:spPr>
          <a:xfrm>
            <a:off x="4069590" y="2035686"/>
            <a:ext cx="3874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Participação da FE na coordenação dos GTs</a:t>
            </a:r>
            <a:endParaRPr lang="en-US" sz="1150"/>
          </a:p>
        </p:txBody>
      </p:sp>
      <p:sp>
        <p:nvSpPr>
          <p:cNvPr id="2118" name="Text 22">
            <a:extLst>
              <a:ext uri="{FF2B5EF4-FFF2-40B4-BE49-F238E27FC236}">
                <a16:creationId xmlns:a16="http://schemas.microsoft.com/office/drawing/2014/main" id="{4B3DB259-2D08-DE63-8927-441EBC8F9895}"/>
              </a:ext>
            </a:extLst>
          </p:cNvPr>
          <p:cNvSpPr/>
          <p:nvPr/>
        </p:nvSpPr>
        <p:spPr>
          <a:xfrm>
            <a:off x="4069590" y="2263946"/>
            <a:ext cx="38740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premissa definida vale para todos os grupos do CT PMO/PLD.</a:t>
            </a:r>
            <a:endParaRPr lang="en-US" sz="950"/>
          </a:p>
        </p:txBody>
      </p:sp>
      <p:sp>
        <p:nvSpPr>
          <p:cNvPr id="2120" name="Text 23">
            <a:extLst>
              <a:ext uri="{FF2B5EF4-FFF2-40B4-BE49-F238E27FC236}">
                <a16:creationId xmlns:a16="http://schemas.microsoft.com/office/drawing/2014/main" id="{6CFE1A14-4379-53C4-C00C-154877114E9D}"/>
              </a:ext>
            </a:extLst>
          </p:cNvPr>
          <p:cNvSpPr/>
          <p:nvPr/>
        </p:nvSpPr>
        <p:spPr>
          <a:xfrm>
            <a:off x="4069590" y="2635339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C4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FEN, FEG e Coordenação GT</a:t>
            </a:r>
            <a:endParaRPr lang="en-US" sz="1000"/>
          </a:p>
        </p:txBody>
      </p:sp>
      <p:sp>
        <p:nvSpPr>
          <p:cNvPr id="2122" name="Shape 28">
            <a:extLst>
              <a:ext uri="{FF2B5EF4-FFF2-40B4-BE49-F238E27FC236}">
                <a16:creationId xmlns:a16="http://schemas.microsoft.com/office/drawing/2014/main" id="{981AEEAD-2551-5D35-DE31-D1C28CF3C581}"/>
              </a:ext>
            </a:extLst>
          </p:cNvPr>
          <p:cNvSpPr/>
          <p:nvPr/>
        </p:nvSpPr>
        <p:spPr>
          <a:xfrm>
            <a:off x="3914142" y="2945807"/>
            <a:ext cx="4158704" cy="99339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24" name="Text 29">
            <a:extLst>
              <a:ext uri="{FF2B5EF4-FFF2-40B4-BE49-F238E27FC236}">
                <a16:creationId xmlns:a16="http://schemas.microsoft.com/office/drawing/2014/main" id="{2B2EDC1B-2DAD-E755-8190-C31FB718C082}"/>
              </a:ext>
            </a:extLst>
          </p:cNvPr>
          <p:cNvSpPr/>
          <p:nvPr/>
        </p:nvSpPr>
        <p:spPr>
          <a:xfrm>
            <a:off x="4069589" y="2960436"/>
            <a:ext cx="36918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err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</a:t>
            </a: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 </a:t>
            </a:r>
            <a:r>
              <a:rPr lang="en-US" sz="1150" b="1" err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preparação</a:t>
            </a: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1150" b="1" err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(CT PMO/PLD)</a:t>
            </a:r>
            <a:endParaRPr lang="en-US" sz="1150"/>
          </a:p>
        </p:txBody>
      </p:sp>
      <p:sp>
        <p:nvSpPr>
          <p:cNvPr id="2126" name="Text 30">
            <a:extLst>
              <a:ext uri="{FF2B5EF4-FFF2-40B4-BE49-F238E27FC236}">
                <a16:creationId xmlns:a16="http://schemas.microsoft.com/office/drawing/2014/main" id="{8AC6C364-6DA5-AF25-8DB0-1F3C83487F38}"/>
              </a:ext>
            </a:extLst>
          </p:cNvPr>
          <p:cNvSpPr/>
          <p:nvPr/>
        </p:nvSpPr>
        <p:spPr>
          <a:xfrm>
            <a:off x="4069589" y="3269505"/>
            <a:ext cx="369183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Clareza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dos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papeis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responsabilidades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calibração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CvaR,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outras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demandas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referents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CT PMO PLD</a:t>
            </a:r>
            <a:endParaRPr lang="en-US" sz="950"/>
          </a:p>
        </p:txBody>
      </p:sp>
      <p:sp>
        <p:nvSpPr>
          <p:cNvPr id="2128" name="Text 31">
            <a:extLst>
              <a:ext uri="{FF2B5EF4-FFF2-40B4-BE49-F238E27FC236}">
                <a16:creationId xmlns:a16="http://schemas.microsoft.com/office/drawing/2014/main" id="{72CC6A08-8E73-6301-0262-9CB9ED673739}"/>
              </a:ext>
            </a:extLst>
          </p:cNvPr>
          <p:cNvSpPr/>
          <p:nvPr/>
        </p:nvSpPr>
        <p:spPr>
          <a:xfrm>
            <a:off x="4069590" y="3679156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C4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</a:t>
            </a:r>
            <a:r>
              <a:rPr lang="en-US" sz="100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000" b="1">
                <a:solidFill>
                  <a:srgbClr val="1A9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PEE, PRM e PRD</a:t>
            </a:r>
            <a:endParaRPr lang="en-US" sz="1000"/>
          </a:p>
        </p:txBody>
      </p:sp>
      <p:sp>
        <p:nvSpPr>
          <p:cNvPr id="2130" name="Shape 32">
            <a:extLst>
              <a:ext uri="{FF2B5EF4-FFF2-40B4-BE49-F238E27FC236}">
                <a16:creationId xmlns:a16="http://schemas.microsoft.com/office/drawing/2014/main" id="{C1E112B4-412E-AD47-3F2E-D3371A2AC319}"/>
              </a:ext>
            </a:extLst>
          </p:cNvPr>
          <p:cNvSpPr/>
          <p:nvPr/>
        </p:nvSpPr>
        <p:spPr>
          <a:xfrm>
            <a:off x="3914142" y="5008698"/>
            <a:ext cx="4158704" cy="939896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32" name="Text 33">
            <a:extLst>
              <a:ext uri="{FF2B5EF4-FFF2-40B4-BE49-F238E27FC236}">
                <a16:creationId xmlns:a16="http://schemas.microsoft.com/office/drawing/2014/main" id="{23AB57E5-F8CC-FF77-F09B-B8E53CFE2176}"/>
              </a:ext>
            </a:extLst>
          </p:cNvPr>
          <p:cNvSpPr/>
          <p:nvPr/>
        </p:nvSpPr>
        <p:spPr>
          <a:xfrm>
            <a:off x="4069590" y="5010054"/>
            <a:ext cx="3874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climatológicos e meteorológicos</a:t>
            </a:r>
            <a:endParaRPr lang="en-US" sz="1150"/>
          </a:p>
        </p:txBody>
      </p:sp>
      <p:sp>
        <p:nvSpPr>
          <p:cNvPr id="2134" name="Text 34">
            <a:extLst>
              <a:ext uri="{FF2B5EF4-FFF2-40B4-BE49-F238E27FC236}">
                <a16:creationId xmlns:a16="http://schemas.microsoft.com/office/drawing/2014/main" id="{633EF112-D884-461B-E770-5D7FDD62B794}"/>
              </a:ext>
            </a:extLst>
          </p:cNvPr>
          <p:cNvSpPr/>
          <p:nvPr/>
        </p:nvSpPr>
        <p:spPr>
          <a:xfrm>
            <a:off x="4069590" y="5296905"/>
            <a:ext cx="38740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Fronteira PR e PE. A FE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dever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ter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usuária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50"/>
          </a:p>
        </p:txBody>
      </p:sp>
      <p:sp>
        <p:nvSpPr>
          <p:cNvPr id="2136" name="Text 35">
            <a:extLst>
              <a:ext uri="{FF2B5EF4-FFF2-40B4-BE49-F238E27FC236}">
                <a16:creationId xmlns:a16="http://schemas.microsoft.com/office/drawing/2014/main" id="{B8CB4F0D-4DEA-440B-BABE-34C3C4E99DF9}"/>
              </a:ext>
            </a:extLst>
          </p:cNvPr>
          <p:cNvSpPr/>
          <p:nvPr/>
        </p:nvSpPr>
        <p:spPr>
          <a:xfrm>
            <a:off x="4069590" y="5676890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C4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 e FEG</a:t>
            </a:r>
            <a:r>
              <a:rPr lang="en-US" sz="100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000" b="1">
                <a:solidFill>
                  <a:srgbClr val="1A9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/ PRR</a:t>
            </a:r>
            <a:endParaRPr lang="en-US" sz="1000"/>
          </a:p>
        </p:txBody>
      </p:sp>
      <p:sp>
        <p:nvSpPr>
          <p:cNvPr id="2138" name="Shape 36">
            <a:extLst>
              <a:ext uri="{FF2B5EF4-FFF2-40B4-BE49-F238E27FC236}">
                <a16:creationId xmlns:a16="http://schemas.microsoft.com/office/drawing/2014/main" id="{5EBC97F5-A480-F495-073B-DBD90AB3A2CD}"/>
              </a:ext>
            </a:extLst>
          </p:cNvPr>
          <p:cNvSpPr/>
          <p:nvPr/>
        </p:nvSpPr>
        <p:spPr>
          <a:xfrm>
            <a:off x="3914142" y="3980911"/>
            <a:ext cx="4158704" cy="99339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40" name="Text 37">
            <a:extLst>
              <a:ext uri="{FF2B5EF4-FFF2-40B4-BE49-F238E27FC236}">
                <a16:creationId xmlns:a16="http://schemas.microsoft.com/office/drawing/2014/main" id="{40916091-B0E3-16B4-6B86-F245CCE1B988}"/>
              </a:ext>
            </a:extLst>
          </p:cNvPr>
          <p:cNvSpPr/>
          <p:nvPr/>
        </p:nvSpPr>
        <p:spPr>
          <a:xfrm>
            <a:off x="4069590" y="4000078"/>
            <a:ext cx="38740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de potência e boletim do DESSEM</a:t>
            </a:r>
            <a:endParaRPr lang="en-US" sz="1150"/>
          </a:p>
        </p:txBody>
      </p:sp>
      <p:sp>
        <p:nvSpPr>
          <p:cNvPr id="2142" name="Text 38">
            <a:extLst>
              <a:ext uri="{FF2B5EF4-FFF2-40B4-BE49-F238E27FC236}">
                <a16:creationId xmlns:a16="http://schemas.microsoft.com/office/drawing/2014/main" id="{690DE88B-3DEA-1531-5053-91C5604D7A2F}"/>
              </a:ext>
            </a:extLst>
          </p:cNvPr>
          <p:cNvSpPr/>
          <p:nvPr/>
        </p:nvSpPr>
        <p:spPr>
          <a:xfrm>
            <a:off x="4069590" y="4300001"/>
            <a:ext cx="38740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estar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condicionado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à automação prévia do cálculo, para não onerar FTEs da PR.</a:t>
            </a:r>
            <a:endParaRPr lang="en-US" sz="950"/>
          </a:p>
        </p:txBody>
      </p:sp>
      <p:sp>
        <p:nvSpPr>
          <p:cNvPr id="2144" name="Text 39">
            <a:extLst>
              <a:ext uri="{FF2B5EF4-FFF2-40B4-BE49-F238E27FC236}">
                <a16:creationId xmlns:a16="http://schemas.microsoft.com/office/drawing/2014/main" id="{D6575FA2-6C9E-7B9C-8075-BEDB5DF1A281}"/>
              </a:ext>
            </a:extLst>
          </p:cNvPr>
          <p:cNvSpPr/>
          <p:nvPr/>
        </p:nvSpPr>
        <p:spPr>
          <a:xfrm>
            <a:off x="4069590" y="4693192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C4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 e FEN</a:t>
            </a:r>
            <a:r>
              <a:rPr lang="en-US" sz="100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 </a:t>
            </a:r>
            <a:r>
              <a:rPr lang="en-US" sz="1000" b="1">
                <a:solidFill>
                  <a:srgbClr val="1A9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000"/>
          </a:p>
        </p:txBody>
      </p:sp>
      <p:sp>
        <p:nvSpPr>
          <p:cNvPr id="2146" name="Shape 40">
            <a:extLst>
              <a:ext uri="{FF2B5EF4-FFF2-40B4-BE49-F238E27FC236}">
                <a16:creationId xmlns:a16="http://schemas.microsoft.com/office/drawing/2014/main" id="{CBAFAB04-3151-E030-EF73-E00FEA63511B}"/>
              </a:ext>
            </a:extLst>
          </p:cNvPr>
          <p:cNvSpPr/>
          <p:nvPr/>
        </p:nvSpPr>
        <p:spPr>
          <a:xfrm>
            <a:off x="3914142" y="5987302"/>
            <a:ext cx="4158704" cy="834122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9525">
            <a:solidFill>
              <a:srgbClr val="D3DDE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48" name="Text 41">
            <a:extLst>
              <a:ext uri="{FF2B5EF4-FFF2-40B4-BE49-F238E27FC236}">
                <a16:creationId xmlns:a16="http://schemas.microsoft.com/office/drawing/2014/main" id="{19BEEC40-0F87-D794-9C62-E43C5EDE60CF}"/>
              </a:ext>
            </a:extLst>
          </p:cNvPr>
          <p:cNvSpPr/>
          <p:nvPr/>
        </p:nvSpPr>
        <p:spPr>
          <a:xfrm>
            <a:off x="4069590" y="6005590"/>
            <a:ext cx="37851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>
                <a:solidFill>
                  <a:srgbClr val="0B2E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Ambientes de teste e demandas institucionais</a:t>
            </a:r>
            <a:endParaRPr lang="en-US" sz="1150"/>
          </a:p>
        </p:txBody>
      </p:sp>
      <p:sp>
        <p:nvSpPr>
          <p:cNvPr id="2150" name="Text 42">
            <a:extLst>
              <a:ext uri="{FF2B5EF4-FFF2-40B4-BE49-F238E27FC236}">
                <a16:creationId xmlns:a16="http://schemas.microsoft.com/office/drawing/2014/main" id="{D5EF89CB-BF0B-3B8A-8B3C-D542A54DA23C}"/>
              </a:ext>
            </a:extLst>
          </p:cNvPr>
          <p:cNvSpPr/>
          <p:nvPr/>
        </p:nvSpPr>
        <p:spPr>
          <a:xfrm>
            <a:off x="4069590" y="6243334"/>
            <a:ext cx="37851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backlog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referente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r>
              <a:rPr lang="en-US" sz="95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50" err="1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ambiente</a:t>
            </a:r>
            <a:endParaRPr lang="en-US" sz="950"/>
          </a:p>
        </p:txBody>
      </p:sp>
      <p:sp>
        <p:nvSpPr>
          <p:cNvPr id="2152" name="Text 43">
            <a:extLst>
              <a:ext uri="{FF2B5EF4-FFF2-40B4-BE49-F238E27FC236}">
                <a16:creationId xmlns:a16="http://schemas.microsoft.com/office/drawing/2014/main" id="{F1CBDD98-4CB3-D8BE-76AD-792958F1DB68}"/>
              </a:ext>
            </a:extLst>
          </p:cNvPr>
          <p:cNvSpPr/>
          <p:nvPr/>
        </p:nvSpPr>
        <p:spPr>
          <a:xfrm>
            <a:off x="4069590" y="6590806"/>
            <a:ext cx="2889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C4C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  </a:t>
            </a:r>
            <a:r>
              <a:rPr lang="en-US" sz="1000">
                <a:solidFill>
                  <a:srgbClr val="6E84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 </a:t>
            </a:r>
            <a:r>
              <a:rPr lang="en-US" sz="1000" b="1">
                <a:solidFill>
                  <a:srgbClr val="1A9C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 (CT)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8056046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138E42-A685-A353-851B-7BB1C0248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Rounded Rectangle 122">
            <a:extLst>
              <a:ext uri="{FF2B5EF4-FFF2-40B4-BE49-F238E27FC236}">
                <a16:creationId xmlns:a16="http://schemas.microsoft.com/office/drawing/2014/main" id="{4E8D2152-EBFB-3F0E-B7B4-7BE7AE42B47E}"/>
              </a:ext>
            </a:extLst>
          </p:cNvPr>
          <p:cNvSpPr/>
          <p:nvPr/>
        </p:nvSpPr>
        <p:spPr>
          <a:xfrm>
            <a:off x="336002" y="3969245"/>
            <a:ext cx="6015644" cy="27232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75" name="Rounded Rectangle 122">
            <a:extLst>
              <a:ext uri="{FF2B5EF4-FFF2-40B4-BE49-F238E27FC236}">
                <a16:creationId xmlns:a16="http://schemas.microsoft.com/office/drawing/2014/main" id="{05D57B48-F249-7516-BB1B-013A7F6FC1D3}"/>
              </a:ext>
            </a:extLst>
          </p:cNvPr>
          <p:cNvSpPr/>
          <p:nvPr/>
        </p:nvSpPr>
        <p:spPr>
          <a:xfrm>
            <a:off x="6511299" y="3958532"/>
            <a:ext cx="2610158" cy="20561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9D8BF-1F65-442B-F96D-EBD9974634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562" y="469899"/>
            <a:ext cx="11316038" cy="531128"/>
          </a:xfrm>
        </p:spPr>
        <p:txBody>
          <a:bodyPr/>
          <a:lstStyle/>
          <a:p>
            <a:r>
              <a:rPr lang="pt-BR"/>
              <a:t>Identificar os principais gaps entre </a:t>
            </a:r>
            <a:r>
              <a:rPr lang="pt-BR" b="1"/>
              <a:t>compreensão</a:t>
            </a:r>
            <a:r>
              <a:rPr lang="pt-BR"/>
              <a:t> e </a:t>
            </a:r>
            <a:r>
              <a:rPr lang="pt-BR" b="1"/>
              <a:t>aplicação</a:t>
            </a:r>
            <a:r>
              <a:rPr lang="pt-BR"/>
              <a:t> do Modelo de Atuação, direcionando ações para fortalecer sua adoção e sustentação.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6E28B-9E69-7699-6E2D-F12D8D2A4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Pesquisa do Workshop – Apropriação do Modelo de Atuação | Gestão da Mudança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2066EB8-40B9-028B-639B-FB1E5488B1F8}"/>
              </a:ext>
            </a:extLst>
          </p:cNvPr>
          <p:cNvSpPr/>
          <p:nvPr/>
        </p:nvSpPr>
        <p:spPr>
          <a:xfrm>
            <a:off x="510680" y="12984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60" normalizeH="0" baseline="0" noProof="0">
                <a:ln>
                  <a:noFill/>
                </a:ln>
                <a:solidFill>
                  <a:srgbClr val="E8791E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DIMENSÕES AVALIADAS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B631A38-2C0B-5E9F-A440-F08459CEEA10}"/>
              </a:ext>
            </a:extLst>
          </p:cNvPr>
          <p:cNvSpPr/>
          <p:nvPr/>
        </p:nvSpPr>
        <p:spPr>
          <a:xfrm>
            <a:off x="457200" y="1572768"/>
            <a:ext cx="6629400" cy="1773936"/>
          </a:xfrm>
          <a:prstGeom prst="roundRect">
            <a:avLst>
              <a:gd name="adj" fmla="val 2577"/>
            </a:avLst>
          </a:prstGeom>
          <a:solidFill>
            <a:srgbClr val="F2F5F8"/>
          </a:solidFill>
          <a:ln w="9525">
            <a:solidFill>
              <a:srgbClr val="F2F5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D4ABBF0E-8630-C5D0-8093-93F298A27F50}"/>
              </a:ext>
            </a:extLst>
          </p:cNvPr>
          <p:cNvSpPr/>
          <p:nvPr/>
        </p:nvSpPr>
        <p:spPr>
          <a:xfrm rot="16200000">
            <a:off x="26048" y="5364173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0" cap="none" spc="120" normalizeH="0" baseline="0" noProof="0">
                <a:ln>
                  <a:noFill/>
                </a:ln>
                <a:solidFill>
                  <a:srgbClr val="E8791E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EIXOS DE ANÁLISE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23E1C840-4838-8869-7EF2-8174A531D8FE}"/>
              </a:ext>
            </a:extLst>
          </p:cNvPr>
          <p:cNvSpPr/>
          <p:nvPr/>
        </p:nvSpPr>
        <p:spPr>
          <a:xfrm>
            <a:off x="749808" y="1773936"/>
            <a:ext cx="310896" cy="310896"/>
          </a:xfrm>
          <a:prstGeom prst="ellipse">
            <a:avLst/>
          </a:prstGeom>
          <a:solidFill>
            <a:srgbClr val="0A2E4A"/>
          </a:solidFill>
          <a:ln w="12700">
            <a:solidFill>
              <a:srgbClr val="0A2E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F8D15FB-EFEA-D045-4972-6BC6EF743C24}"/>
              </a:ext>
            </a:extLst>
          </p:cNvPr>
          <p:cNvSpPr/>
          <p:nvPr/>
        </p:nvSpPr>
        <p:spPr>
          <a:xfrm>
            <a:off x="1170432" y="17373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PRONTIDÃO PARA A MUDANÇA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1AB0C33E-2275-4B4B-F011-D5C8551488F1}"/>
              </a:ext>
            </a:extLst>
          </p:cNvPr>
          <p:cNvSpPr/>
          <p:nvPr/>
        </p:nvSpPr>
        <p:spPr>
          <a:xfrm>
            <a:off x="1170432" y="192024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Compreender &amp; apropriar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47CC3237-0402-3E7B-3D55-7A1EF89158D0}"/>
              </a:ext>
            </a:extLst>
          </p:cNvPr>
          <p:cNvSpPr/>
          <p:nvPr/>
        </p:nvSpPr>
        <p:spPr>
          <a:xfrm>
            <a:off x="3529584" y="173736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FB4C7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40" name="Text 11">
            <a:extLst>
              <a:ext uri="{FF2B5EF4-FFF2-40B4-BE49-F238E27FC236}">
                <a16:creationId xmlns:a16="http://schemas.microsoft.com/office/drawing/2014/main" id="{8231493F-130B-D958-315E-A702741D17CE}"/>
              </a:ext>
            </a:extLst>
          </p:cNvPr>
          <p:cNvSpPr/>
          <p:nvPr/>
        </p:nvSpPr>
        <p:spPr>
          <a:xfrm>
            <a:off x="3931920" y="171907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Percepção sobre compreensão, clareza, apropriação e capacidade de aplicação do Modelo de Atuação.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44" name="Shape 12">
            <a:extLst>
              <a:ext uri="{FF2B5EF4-FFF2-40B4-BE49-F238E27FC236}">
                <a16:creationId xmlns:a16="http://schemas.microsoft.com/office/drawing/2014/main" id="{CEF16C28-2DFF-5131-F28B-E08A586DDE58}"/>
              </a:ext>
            </a:extLst>
          </p:cNvPr>
          <p:cNvSpPr/>
          <p:nvPr/>
        </p:nvSpPr>
        <p:spPr>
          <a:xfrm>
            <a:off x="749808" y="2176272"/>
            <a:ext cx="6181344" cy="0"/>
          </a:xfrm>
          <a:prstGeom prst="line">
            <a:avLst/>
          </a:prstGeom>
          <a:noFill/>
          <a:ln w="6350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46" name="Shape 13">
            <a:extLst>
              <a:ext uri="{FF2B5EF4-FFF2-40B4-BE49-F238E27FC236}">
                <a16:creationId xmlns:a16="http://schemas.microsoft.com/office/drawing/2014/main" id="{541BE841-3F71-866E-37BE-F65E61E46E46}"/>
              </a:ext>
            </a:extLst>
          </p:cNvPr>
          <p:cNvSpPr/>
          <p:nvPr/>
        </p:nvSpPr>
        <p:spPr>
          <a:xfrm>
            <a:off x="749808" y="2322576"/>
            <a:ext cx="310896" cy="310896"/>
          </a:xfrm>
          <a:prstGeom prst="ellipse">
            <a:avLst/>
          </a:prstGeom>
          <a:solidFill>
            <a:srgbClr val="0A2E4A"/>
          </a:solidFill>
          <a:ln w="12700">
            <a:solidFill>
              <a:srgbClr val="0A2E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6" name="Text 15">
            <a:extLst>
              <a:ext uri="{FF2B5EF4-FFF2-40B4-BE49-F238E27FC236}">
                <a16:creationId xmlns:a16="http://schemas.microsoft.com/office/drawing/2014/main" id="{2E11BC92-9279-A1AA-B773-4B698FDEF43F}"/>
              </a:ext>
            </a:extLst>
          </p:cNvPr>
          <p:cNvSpPr/>
          <p:nvPr/>
        </p:nvSpPr>
        <p:spPr>
          <a:xfrm>
            <a:off x="1170432" y="2286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DINÂMICAS DO WORKSHOP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60" name="Text 16">
            <a:extLst>
              <a:ext uri="{FF2B5EF4-FFF2-40B4-BE49-F238E27FC236}">
                <a16:creationId xmlns:a16="http://schemas.microsoft.com/office/drawing/2014/main" id="{4C24D72E-AA4A-819D-1F80-CF0DFFC080BE}"/>
              </a:ext>
            </a:extLst>
          </p:cNvPr>
          <p:cNvSpPr/>
          <p:nvPr/>
        </p:nvSpPr>
        <p:spPr>
          <a:xfrm>
            <a:off x="1170432" y="246888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Construir &amp; testar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59FED2D1-DE9C-CC5A-76D5-AD2F3016E9EA}"/>
              </a:ext>
            </a:extLst>
          </p:cNvPr>
          <p:cNvSpPr/>
          <p:nvPr/>
        </p:nvSpPr>
        <p:spPr>
          <a:xfrm>
            <a:off x="3529584" y="228600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FB4C7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69" name="Text 18">
            <a:extLst>
              <a:ext uri="{FF2B5EF4-FFF2-40B4-BE49-F238E27FC236}">
                <a16:creationId xmlns:a16="http://schemas.microsoft.com/office/drawing/2014/main" id="{D2D030AB-1100-EDF7-57CF-125D353BAAD1}"/>
              </a:ext>
            </a:extLst>
          </p:cNvPr>
          <p:cNvSpPr/>
          <p:nvPr/>
        </p:nvSpPr>
        <p:spPr>
          <a:xfrm>
            <a:off x="3931920" y="226771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Efetividade das dinâmicas para apoiar o entendimento e a construção do modelo.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3" name="Shape 19">
            <a:extLst>
              <a:ext uri="{FF2B5EF4-FFF2-40B4-BE49-F238E27FC236}">
                <a16:creationId xmlns:a16="http://schemas.microsoft.com/office/drawing/2014/main" id="{A4E7E8C6-2BC4-06EB-278D-EDCD8F5725A7}"/>
              </a:ext>
            </a:extLst>
          </p:cNvPr>
          <p:cNvSpPr/>
          <p:nvPr/>
        </p:nvSpPr>
        <p:spPr>
          <a:xfrm>
            <a:off x="749808" y="2724912"/>
            <a:ext cx="6181344" cy="0"/>
          </a:xfrm>
          <a:prstGeom prst="line">
            <a:avLst/>
          </a:prstGeom>
          <a:noFill/>
          <a:ln w="6350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DAE6E961-EC1A-197A-FAF3-769EE5AAE78F}"/>
              </a:ext>
            </a:extLst>
          </p:cNvPr>
          <p:cNvSpPr/>
          <p:nvPr/>
        </p:nvSpPr>
        <p:spPr>
          <a:xfrm>
            <a:off x="749808" y="2871216"/>
            <a:ext cx="310896" cy="310896"/>
          </a:xfrm>
          <a:prstGeom prst="ellipse">
            <a:avLst/>
          </a:prstGeom>
          <a:solidFill>
            <a:srgbClr val="0A2E4A"/>
          </a:solidFill>
          <a:ln w="12700">
            <a:solidFill>
              <a:srgbClr val="0A2E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43639F8E-E98C-EE0A-B1C5-DFF392517552}"/>
              </a:ext>
            </a:extLst>
          </p:cNvPr>
          <p:cNvSpPr/>
          <p:nvPr/>
        </p:nvSpPr>
        <p:spPr>
          <a:xfrm>
            <a:off x="1170432" y="28346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EXPERIÊNCIA E SATISFAÇÃO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90" name="Text 23">
            <a:extLst>
              <a:ext uri="{FF2B5EF4-FFF2-40B4-BE49-F238E27FC236}">
                <a16:creationId xmlns:a16="http://schemas.microsoft.com/office/drawing/2014/main" id="{6BAFD534-513C-6ABE-5720-D185C109F6D4}"/>
              </a:ext>
            </a:extLst>
          </p:cNvPr>
          <p:cNvSpPr/>
          <p:nvPr/>
        </p:nvSpPr>
        <p:spPr>
          <a:xfrm>
            <a:off x="1170432" y="30175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Perceber &amp; avaliar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92" name="Text 24">
            <a:extLst>
              <a:ext uri="{FF2B5EF4-FFF2-40B4-BE49-F238E27FC236}">
                <a16:creationId xmlns:a16="http://schemas.microsoft.com/office/drawing/2014/main" id="{440BBA88-40C4-40DE-2775-3ADDD0A45C08}"/>
              </a:ext>
            </a:extLst>
          </p:cNvPr>
          <p:cNvSpPr/>
          <p:nvPr/>
        </p:nvSpPr>
        <p:spPr>
          <a:xfrm>
            <a:off x="3529584" y="2834640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9FB4C7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→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96" name="Text 25">
            <a:extLst>
              <a:ext uri="{FF2B5EF4-FFF2-40B4-BE49-F238E27FC236}">
                <a16:creationId xmlns:a16="http://schemas.microsoft.com/office/drawing/2014/main" id="{DBC22D30-E85A-9CFD-BE6B-6299B3D845F5}"/>
              </a:ext>
            </a:extLst>
          </p:cNvPr>
          <p:cNvSpPr/>
          <p:nvPr/>
        </p:nvSpPr>
        <p:spPr>
          <a:xfrm>
            <a:off x="3931920" y="281635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Percepção geral da experiência do Workshop, medida por CSAT.</a:t>
            </a: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98" name="Text 26">
            <a:extLst>
              <a:ext uri="{FF2B5EF4-FFF2-40B4-BE49-F238E27FC236}">
                <a16:creationId xmlns:a16="http://schemas.microsoft.com/office/drawing/2014/main" id="{883832B2-9BAB-0E01-8482-950E492242B6}"/>
              </a:ext>
            </a:extLst>
          </p:cNvPr>
          <p:cNvSpPr/>
          <p:nvPr/>
        </p:nvSpPr>
        <p:spPr>
          <a:xfrm>
            <a:off x="7292340" y="12984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160" normalizeH="0" baseline="0" noProof="0">
                <a:ln>
                  <a:noFill/>
                </a:ln>
                <a:solidFill>
                  <a:srgbClr val="E8791E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INDICADORES DE RETORNO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2" name="Shape 27">
            <a:extLst>
              <a:ext uri="{FF2B5EF4-FFF2-40B4-BE49-F238E27FC236}">
                <a16:creationId xmlns:a16="http://schemas.microsoft.com/office/drawing/2014/main" id="{5C9717E3-C24B-7B4B-5732-160899084504}"/>
              </a:ext>
            </a:extLst>
          </p:cNvPr>
          <p:cNvSpPr/>
          <p:nvPr/>
        </p:nvSpPr>
        <p:spPr>
          <a:xfrm>
            <a:off x="7296912" y="1572768"/>
            <a:ext cx="4434840" cy="1773936"/>
          </a:xfrm>
          <a:prstGeom prst="roundRect">
            <a:avLst>
              <a:gd name="adj" fmla="val 2577"/>
            </a:avLst>
          </a:prstGeom>
          <a:solidFill>
            <a:srgbClr val="E9F0F7"/>
          </a:solidFill>
          <a:ln w="9525">
            <a:solidFill>
              <a:srgbClr val="E9F0F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4" name="Text 28">
            <a:extLst>
              <a:ext uri="{FF2B5EF4-FFF2-40B4-BE49-F238E27FC236}">
                <a16:creationId xmlns:a16="http://schemas.microsoft.com/office/drawing/2014/main" id="{DABA1835-CC5E-05C8-5C42-615961CC3FF5}"/>
              </a:ext>
            </a:extLst>
          </p:cNvPr>
          <p:cNvSpPr/>
          <p:nvPr/>
        </p:nvSpPr>
        <p:spPr>
          <a:xfrm>
            <a:off x="7498080" y="16824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PESQUISA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  — Apropriação dos modelos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6" name="Text 29">
            <a:extLst>
              <a:ext uri="{FF2B5EF4-FFF2-40B4-BE49-F238E27FC236}">
                <a16:creationId xmlns:a16="http://schemas.microsoft.com/office/drawing/2014/main" id="{30F843EF-ECC2-1473-A086-89F66F040165}"/>
              </a:ext>
            </a:extLst>
          </p:cNvPr>
          <p:cNvSpPr/>
          <p:nvPr/>
        </p:nvSpPr>
        <p:spPr>
          <a:xfrm>
            <a:off x="7498080" y="197510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07/08 · Início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9" name="Text 30">
            <a:extLst>
              <a:ext uri="{FF2B5EF4-FFF2-40B4-BE49-F238E27FC236}">
                <a16:creationId xmlns:a16="http://schemas.microsoft.com/office/drawing/2014/main" id="{1E5A3C1D-ABD4-38DA-5003-B382720E48F4}"/>
              </a:ext>
            </a:extLst>
          </p:cNvPr>
          <p:cNvSpPr/>
          <p:nvPr/>
        </p:nvSpPr>
        <p:spPr>
          <a:xfrm>
            <a:off x="8778240" y="1938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08 dias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2" name="Text 31">
            <a:extLst>
              <a:ext uri="{FF2B5EF4-FFF2-40B4-BE49-F238E27FC236}">
                <a16:creationId xmlns:a16="http://schemas.microsoft.com/office/drawing/2014/main" id="{2A0401BE-9C2E-96AA-FF5E-A9BA63451353}"/>
              </a:ext>
            </a:extLst>
          </p:cNvPr>
          <p:cNvSpPr/>
          <p:nvPr/>
        </p:nvSpPr>
        <p:spPr>
          <a:xfrm>
            <a:off x="10332720" y="19751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14/08 · Término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4" name="Shape 32">
            <a:extLst>
              <a:ext uri="{FF2B5EF4-FFF2-40B4-BE49-F238E27FC236}">
                <a16:creationId xmlns:a16="http://schemas.microsoft.com/office/drawing/2014/main" id="{F9ABF4E2-CC22-B202-7615-76C8E458A6A0}"/>
              </a:ext>
            </a:extLst>
          </p:cNvPr>
          <p:cNvSpPr/>
          <p:nvPr/>
        </p:nvSpPr>
        <p:spPr>
          <a:xfrm>
            <a:off x="7498080" y="2167128"/>
            <a:ext cx="4023360" cy="0"/>
          </a:xfrm>
          <a:prstGeom prst="line">
            <a:avLst/>
          </a:prstGeom>
          <a:noFill/>
          <a:ln w="15875">
            <a:solidFill>
              <a:srgbClr val="0B3A5D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6" name="Shape 33">
            <a:extLst>
              <a:ext uri="{FF2B5EF4-FFF2-40B4-BE49-F238E27FC236}">
                <a16:creationId xmlns:a16="http://schemas.microsoft.com/office/drawing/2014/main" id="{4082A0B3-8735-5243-6937-378E60DAFB7A}"/>
              </a:ext>
            </a:extLst>
          </p:cNvPr>
          <p:cNvSpPr/>
          <p:nvPr/>
        </p:nvSpPr>
        <p:spPr>
          <a:xfrm>
            <a:off x="9125712" y="2105067"/>
            <a:ext cx="128016" cy="128016"/>
          </a:xfrm>
          <a:prstGeom prst="ellipse">
            <a:avLst/>
          </a:prstGeom>
          <a:solidFill>
            <a:srgbClr val="0A2E4A"/>
          </a:solidFill>
          <a:ln w="12700">
            <a:solidFill>
              <a:srgbClr val="0A2E4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9" name="Text 34">
            <a:extLst>
              <a:ext uri="{FF2B5EF4-FFF2-40B4-BE49-F238E27FC236}">
                <a16:creationId xmlns:a16="http://schemas.microsoft.com/office/drawing/2014/main" id="{CF47BCD6-DC82-BDDB-F876-6BD2C1D91436}"/>
              </a:ext>
            </a:extLst>
          </p:cNvPr>
          <p:cNvSpPr/>
          <p:nvPr/>
        </p:nvSpPr>
        <p:spPr>
          <a:xfrm>
            <a:off x="7498080" y="2258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15</a:t>
            </a:r>
            <a:r>
              <a:rPr kumimoji="0" lang="en-US" sz="1150" b="0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 respondentes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2" name="Shape 35">
            <a:extLst>
              <a:ext uri="{FF2B5EF4-FFF2-40B4-BE49-F238E27FC236}">
                <a16:creationId xmlns:a16="http://schemas.microsoft.com/office/drawing/2014/main" id="{BC613A49-0AE7-0921-48B8-FFC767F41B4C}"/>
              </a:ext>
            </a:extLst>
          </p:cNvPr>
          <p:cNvSpPr/>
          <p:nvPr/>
        </p:nvSpPr>
        <p:spPr>
          <a:xfrm>
            <a:off x="9994392" y="2249424"/>
            <a:ext cx="1527048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5" name="Text 36">
            <a:extLst>
              <a:ext uri="{FF2B5EF4-FFF2-40B4-BE49-F238E27FC236}">
                <a16:creationId xmlns:a16="http://schemas.microsoft.com/office/drawing/2014/main" id="{61482F18-4529-DE74-1E74-DDC436C3BF7C}"/>
              </a:ext>
            </a:extLst>
          </p:cNvPr>
          <p:cNvSpPr/>
          <p:nvPr/>
        </p:nvSpPr>
        <p:spPr>
          <a:xfrm>
            <a:off x="9966960" y="2286000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4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PARTICIPAÇÃO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27" name="Text 37">
            <a:extLst>
              <a:ext uri="{FF2B5EF4-FFF2-40B4-BE49-F238E27FC236}">
                <a16:creationId xmlns:a16="http://schemas.microsoft.com/office/drawing/2014/main" id="{805DD7CB-7AC5-57DE-3CE5-A6DD0342AE86}"/>
              </a:ext>
            </a:extLst>
          </p:cNvPr>
          <p:cNvSpPr/>
          <p:nvPr/>
        </p:nvSpPr>
        <p:spPr>
          <a:xfrm>
            <a:off x="9966960" y="2423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B3A5D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88,2%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13" name="Text 38">
            <a:extLst>
              <a:ext uri="{FF2B5EF4-FFF2-40B4-BE49-F238E27FC236}">
                <a16:creationId xmlns:a16="http://schemas.microsoft.com/office/drawing/2014/main" id="{5E5B745C-B963-5C63-6EA8-BC15F1BCBA60}"/>
              </a:ext>
            </a:extLst>
          </p:cNvPr>
          <p:cNvSpPr/>
          <p:nvPr/>
        </p:nvSpPr>
        <p:spPr>
          <a:xfrm>
            <a:off x="9938137" y="277193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15 de 17 convidados</a:t>
            </a:r>
            <a:endParaRPr kumimoji="0" lang="en-US" sz="650" b="1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16" name="Text 39">
            <a:extLst>
              <a:ext uri="{FF2B5EF4-FFF2-40B4-BE49-F238E27FC236}">
                <a16:creationId xmlns:a16="http://schemas.microsoft.com/office/drawing/2014/main" id="{23D4DAD6-C700-4615-6471-322273799D3F}"/>
              </a:ext>
            </a:extLst>
          </p:cNvPr>
          <p:cNvSpPr/>
          <p:nvPr/>
        </p:nvSpPr>
        <p:spPr>
          <a:xfrm>
            <a:off x="7498080" y="279806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Gerências: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1B3A52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FE (Geral) 13  |  DTA 2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519" name="Text 40">
            <a:extLst>
              <a:ext uri="{FF2B5EF4-FFF2-40B4-BE49-F238E27FC236}">
                <a16:creationId xmlns:a16="http://schemas.microsoft.com/office/drawing/2014/main" id="{AC4ECFDF-8E1C-F218-74D9-86F4611CC953}"/>
              </a:ext>
            </a:extLst>
          </p:cNvPr>
          <p:cNvSpPr/>
          <p:nvPr/>
        </p:nvSpPr>
        <p:spPr>
          <a:xfrm>
            <a:off x="7498080" y="298094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 Nova" panose="020B0504020202020204" pitchFamily="34" charset="0"/>
                <a:ea typeface="Arial" pitchFamily="34" charset="-122"/>
                <a:cs typeface="Arial" pitchFamily="34" charset="-120"/>
              </a:rPr>
              <a:t>Aplicada a todos os participantes do Workshop.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pic>
        <p:nvPicPr>
          <p:cNvPr id="357" name="Gráfico 356" descr="Relógio com preenchimento sólido">
            <a:extLst>
              <a:ext uri="{FF2B5EF4-FFF2-40B4-BE49-F238E27FC236}">
                <a16:creationId xmlns:a16="http://schemas.microsoft.com/office/drawing/2014/main" id="{08BA7D07-246F-2786-23FA-FE802A3308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21457" y="2101638"/>
            <a:ext cx="136525" cy="136525"/>
          </a:xfrm>
          <a:prstGeom prst="rect">
            <a:avLst/>
          </a:prstGeom>
        </p:spPr>
      </p:pic>
      <p:sp>
        <p:nvSpPr>
          <p:cNvPr id="364" name="TextBox 43">
            <a:extLst>
              <a:ext uri="{FF2B5EF4-FFF2-40B4-BE49-F238E27FC236}">
                <a16:creationId xmlns:a16="http://schemas.microsoft.com/office/drawing/2014/main" id="{E1804327-9649-1410-340A-CA87D159B6AC}"/>
              </a:ext>
            </a:extLst>
          </p:cNvPr>
          <p:cNvSpPr txBox="1"/>
          <p:nvPr/>
        </p:nvSpPr>
        <p:spPr>
          <a:xfrm>
            <a:off x="512261" y="3629462"/>
            <a:ext cx="2734435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Arial" pitchFamily="34" charset="-120"/>
              </a:rPr>
              <a:t>RESULTADOS POR DIMENSÃO</a:t>
            </a:r>
            <a:endParaRPr kumimoji="0" sz="1600" b="1" i="0" u="none" strike="noStrike" kern="120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Arial" pitchFamily="34" charset="-120"/>
            </a:endParaRPr>
          </a:p>
        </p:txBody>
      </p:sp>
      <p:sp>
        <p:nvSpPr>
          <p:cNvPr id="736" name="Rounded Rectangle 122">
            <a:extLst>
              <a:ext uri="{FF2B5EF4-FFF2-40B4-BE49-F238E27FC236}">
                <a16:creationId xmlns:a16="http://schemas.microsoft.com/office/drawing/2014/main" id="{3668A29A-4188-A619-CC52-FDD4FABC8A43}"/>
              </a:ext>
            </a:extLst>
          </p:cNvPr>
          <p:cNvSpPr/>
          <p:nvPr/>
        </p:nvSpPr>
        <p:spPr>
          <a:xfrm>
            <a:off x="9307728" y="3958532"/>
            <a:ext cx="2477872" cy="20561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grpSp>
        <p:nvGrpSpPr>
          <p:cNvPr id="737" name="Agrupar 736">
            <a:extLst>
              <a:ext uri="{FF2B5EF4-FFF2-40B4-BE49-F238E27FC236}">
                <a16:creationId xmlns:a16="http://schemas.microsoft.com/office/drawing/2014/main" id="{77CF3F0D-F5B7-DFCA-3B50-E7E9075561CE}"/>
              </a:ext>
            </a:extLst>
          </p:cNvPr>
          <p:cNvGrpSpPr/>
          <p:nvPr/>
        </p:nvGrpSpPr>
        <p:grpSpPr>
          <a:xfrm>
            <a:off x="9353833" y="4016498"/>
            <a:ext cx="365760" cy="269175"/>
            <a:chOff x="9256466" y="4030833"/>
            <a:chExt cx="365760" cy="269175"/>
          </a:xfrm>
        </p:grpSpPr>
        <p:sp>
          <p:nvSpPr>
            <p:cNvPr id="738" name="Oval 123">
              <a:extLst>
                <a:ext uri="{FF2B5EF4-FFF2-40B4-BE49-F238E27FC236}">
                  <a16:creationId xmlns:a16="http://schemas.microsoft.com/office/drawing/2014/main" id="{CD4F919E-C669-2919-D278-E43B288973C9}"/>
                </a:ext>
              </a:extLst>
            </p:cNvPr>
            <p:cNvSpPr/>
            <p:nvPr/>
          </p:nvSpPr>
          <p:spPr>
            <a:xfrm>
              <a:off x="9303033" y="4030833"/>
              <a:ext cx="277000" cy="269175"/>
            </a:xfrm>
            <a:prstGeom prst="ellipse">
              <a:avLst/>
            </a:prstGeom>
            <a:solidFill>
              <a:srgbClr val="00304E"/>
            </a:solidFill>
            <a:ln>
              <a:solidFill>
                <a:srgbClr val="00304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9" name="TextBox 124">
              <a:extLst>
                <a:ext uri="{FF2B5EF4-FFF2-40B4-BE49-F238E27FC236}">
                  <a16:creationId xmlns:a16="http://schemas.microsoft.com/office/drawing/2014/main" id="{CA49390B-BDD9-3328-48C6-2C96E748CAD3}"/>
                </a:ext>
              </a:extLst>
            </p:cNvPr>
            <p:cNvSpPr txBox="1"/>
            <p:nvPr/>
          </p:nvSpPr>
          <p:spPr>
            <a:xfrm>
              <a:off x="9256466" y="4058393"/>
              <a:ext cx="36576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ova" panose="020B0504020202020204" pitchFamily="34" charset="0"/>
                  <a:ea typeface="+mn-ea"/>
                  <a:cs typeface="+mn-cs"/>
                </a:rPr>
                <a:t>♡</a:t>
              </a:r>
            </a:p>
          </p:txBody>
        </p:sp>
      </p:grpSp>
      <p:sp>
        <p:nvSpPr>
          <p:cNvPr id="740" name="TextBox 125">
            <a:extLst>
              <a:ext uri="{FF2B5EF4-FFF2-40B4-BE49-F238E27FC236}">
                <a16:creationId xmlns:a16="http://schemas.microsoft.com/office/drawing/2014/main" id="{EE67EFA0-68A9-0276-107B-92A2FCE52E91}"/>
              </a:ext>
            </a:extLst>
          </p:cNvPr>
          <p:cNvSpPr txBox="1"/>
          <p:nvPr/>
        </p:nvSpPr>
        <p:spPr>
          <a:xfrm>
            <a:off x="9761080" y="4046659"/>
            <a:ext cx="1874519" cy="1354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EXPERIÊNCIA E SATISFAÇÃO</a:t>
            </a:r>
          </a:p>
        </p:txBody>
      </p:sp>
      <p:sp>
        <p:nvSpPr>
          <p:cNvPr id="741" name="TextBox 127">
            <a:extLst>
              <a:ext uri="{FF2B5EF4-FFF2-40B4-BE49-F238E27FC236}">
                <a16:creationId xmlns:a16="http://schemas.microsoft.com/office/drawing/2014/main" id="{979AFF5A-AC58-7CD0-2F5C-9826593D9061}"/>
              </a:ext>
            </a:extLst>
          </p:cNvPr>
          <p:cNvSpPr txBox="1"/>
          <p:nvPr/>
        </p:nvSpPr>
        <p:spPr>
          <a:xfrm>
            <a:off x="9428043" y="4498663"/>
            <a:ext cx="822960" cy="96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3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CSAT</a:t>
            </a:r>
          </a:p>
        </p:txBody>
      </p:sp>
      <p:sp>
        <p:nvSpPr>
          <p:cNvPr id="742" name="TextBox 129">
            <a:extLst>
              <a:ext uri="{FF2B5EF4-FFF2-40B4-BE49-F238E27FC236}">
                <a16:creationId xmlns:a16="http://schemas.microsoft.com/office/drawing/2014/main" id="{2EBDB922-DB0D-FE0B-3DEB-04579B481892}"/>
              </a:ext>
            </a:extLst>
          </p:cNvPr>
          <p:cNvSpPr txBox="1"/>
          <p:nvPr/>
        </p:nvSpPr>
        <p:spPr>
          <a:xfrm>
            <a:off x="9418951" y="4595499"/>
            <a:ext cx="1024128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86,7</a:t>
            </a: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43" name="Rectangle 131">
            <a:extLst>
              <a:ext uri="{FF2B5EF4-FFF2-40B4-BE49-F238E27FC236}">
                <a16:creationId xmlns:a16="http://schemas.microsoft.com/office/drawing/2014/main" id="{811E1E58-7F56-3D7F-9E77-6674733B24E6}"/>
              </a:ext>
            </a:extLst>
          </p:cNvPr>
          <p:cNvSpPr/>
          <p:nvPr/>
        </p:nvSpPr>
        <p:spPr>
          <a:xfrm>
            <a:off x="9377032" y="5165930"/>
            <a:ext cx="2304288" cy="7315"/>
          </a:xfrm>
          <a:prstGeom prst="rect">
            <a:avLst/>
          </a:prstGeom>
          <a:solidFill>
            <a:srgbClr val="CDD8E2"/>
          </a:solidFill>
          <a:ln>
            <a:solidFill>
              <a:srgbClr val="CD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44" name="TextBox 132">
            <a:extLst>
              <a:ext uri="{FF2B5EF4-FFF2-40B4-BE49-F238E27FC236}">
                <a16:creationId xmlns:a16="http://schemas.microsoft.com/office/drawing/2014/main" id="{E6B0405D-93AB-4834-6A5E-E2F575ED8DB9}"/>
              </a:ext>
            </a:extLst>
          </p:cNvPr>
          <p:cNvSpPr txBox="1"/>
          <p:nvPr/>
        </p:nvSpPr>
        <p:spPr>
          <a:xfrm>
            <a:off x="9450184" y="5360540"/>
            <a:ext cx="749808" cy="954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2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NOTA MÉDIA</a:t>
            </a:r>
          </a:p>
        </p:txBody>
      </p:sp>
      <p:sp>
        <p:nvSpPr>
          <p:cNvPr id="745" name="TextBox 133">
            <a:extLst>
              <a:ext uri="{FF2B5EF4-FFF2-40B4-BE49-F238E27FC236}">
                <a16:creationId xmlns:a16="http://schemas.microsoft.com/office/drawing/2014/main" id="{E5809787-AE33-2CA6-3753-4B5B048AAE71}"/>
              </a:ext>
            </a:extLst>
          </p:cNvPr>
          <p:cNvSpPr txBox="1"/>
          <p:nvPr/>
        </p:nvSpPr>
        <p:spPr>
          <a:xfrm>
            <a:off x="9395320" y="5583765"/>
            <a:ext cx="86868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8,</a:t>
            </a: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73</a:t>
            </a:r>
            <a:endParaRPr kumimoji="0" sz="1700" b="1" i="0" u="none" strike="noStrike" kern="1200" cap="none" spc="0" normalizeH="0" baseline="0" noProof="0">
              <a:ln>
                <a:noFill/>
              </a:ln>
              <a:solidFill>
                <a:srgbClr val="2D66A4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46" name="TextBox 134">
            <a:extLst>
              <a:ext uri="{FF2B5EF4-FFF2-40B4-BE49-F238E27FC236}">
                <a16:creationId xmlns:a16="http://schemas.microsoft.com/office/drawing/2014/main" id="{31B49C88-D4E6-33A4-A681-22F47CBE5398}"/>
              </a:ext>
            </a:extLst>
          </p:cNvPr>
          <p:cNvSpPr txBox="1"/>
          <p:nvPr/>
        </p:nvSpPr>
        <p:spPr>
          <a:xfrm>
            <a:off x="10108552" y="5692713"/>
            <a:ext cx="310896" cy="1077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/ 10</a:t>
            </a:r>
          </a:p>
        </p:txBody>
      </p:sp>
      <p:sp>
        <p:nvSpPr>
          <p:cNvPr id="747" name="TextBox 135">
            <a:extLst>
              <a:ext uri="{FF2B5EF4-FFF2-40B4-BE49-F238E27FC236}">
                <a16:creationId xmlns:a16="http://schemas.microsoft.com/office/drawing/2014/main" id="{35DDD054-BB92-6629-4D5F-F7F68167AED8}"/>
              </a:ext>
            </a:extLst>
          </p:cNvPr>
          <p:cNvSpPr txBox="1"/>
          <p:nvPr/>
        </p:nvSpPr>
        <p:spPr>
          <a:xfrm>
            <a:off x="10453976" y="5349857"/>
            <a:ext cx="742712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ALTO VALOR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48" name="TextBox 136">
            <a:extLst>
              <a:ext uri="{FF2B5EF4-FFF2-40B4-BE49-F238E27FC236}">
                <a16:creationId xmlns:a16="http://schemas.microsoft.com/office/drawing/2014/main" id="{092692FB-9542-EC04-D519-03C00B7BF6D6}"/>
              </a:ext>
            </a:extLst>
          </p:cNvPr>
          <p:cNvSpPr txBox="1"/>
          <p:nvPr/>
        </p:nvSpPr>
        <p:spPr>
          <a:xfrm>
            <a:off x="11160112" y="5329127"/>
            <a:ext cx="41148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6</a:t>
            </a:r>
            <a:r>
              <a:rPr kumimoji="0" lang="en-US" sz="85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0</a:t>
            </a: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49" name="TextBox 137">
            <a:extLst>
              <a:ext uri="{FF2B5EF4-FFF2-40B4-BE49-F238E27FC236}">
                <a16:creationId xmlns:a16="http://schemas.microsoft.com/office/drawing/2014/main" id="{3714343B-26CA-ECD1-7E59-1F1D5044D759}"/>
              </a:ext>
            </a:extLst>
          </p:cNvPr>
          <p:cNvSpPr txBox="1"/>
          <p:nvPr/>
        </p:nvSpPr>
        <p:spPr>
          <a:xfrm>
            <a:off x="10466917" y="5608967"/>
            <a:ext cx="729771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VALOR MODERADO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50" name="TextBox 138">
            <a:extLst>
              <a:ext uri="{FF2B5EF4-FFF2-40B4-BE49-F238E27FC236}">
                <a16:creationId xmlns:a16="http://schemas.microsoft.com/office/drawing/2014/main" id="{392F3282-4094-F810-EC5B-A63E1E2C430C}"/>
              </a:ext>
            </a:extLst>
          </p:cNvPr>
          <p:cNvSpPr txBox="1"/>
          <p:nvPr/>
        </p:nvSpPr>
        <p:spPr>
          <a:xfrm>
            <a:off x="11160112" y="5585159"/>
            <a:ext cx="41148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40%</a:t>
            </a:r>
            <a:endParaRPr kumimoji="0" sz="850" b="1" i="0" u="none" strike="noStrike" kern="1200" cap="none" spc="0" normalizeH="0" baseline="0" noProof="0">
              <a:ln>
                <a:noFill/>
              </a:ln>
              <a:solidFill>
                <a:srgbClr val="2D66A4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51" name="TextBox 139">
            <a:extLst>
              <a:ext uri="{FF2B5EF4-FFF2-40B4-BE49-F238E27FC236}">
                <a16:creationId xmlns:a16="http://schemas.microsoft.com/office/drawing/2014/main" id="{EA152651-14DF-5CF6-8D4D-CC54C03BD2D6}"/>
              </a:ext>
            </a:extLst>
          </p:cNvPr>
          <p:cNvSpPr txBox="1"/>
          <p:nvPr/>
        </p:nvSpPr>
        <p:spPr>
          <a:xfrm>
            <a:off x="10470092" y="5849970"/>
            <a:ext cx="726596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BAIXO VALOR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52" name="TextBox 140">
            <a:extLst>
              <a:ext uri="{FF2B5EF4-FFF2-40B4-BE49-F238E27FC236}">
                <a16:creationId xmlns:a16="http://schemas.microsoft.com/office/drawing/2014/main" id="{232B4FA4-8110-AD96-8D00-969E798FAACE}"/>
              </a:ext>
            </a:extLst>
          </p:cNvPr>
          <p:cNvSpPr txBox="1"/>
          <p:nvPr/>
        </p:nvSpPr>
        <p:spPr>
          <a:xfrm>
            <a:off x="11160112" y="5841191"/>
            <a:ext cx="411480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0" normalizeH="0" baseline="0" noProof="0">
                <a:ln>
                  <a:noFill/>
                </a:ln>
                <a:solidFill>
                  <a:srgbClr val="E63722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0%</a:t>
            </a:r>
          </a:p>
        </p:txBody>
      </p:sp>
      <p:sp>
        <p:nvSpPr>
          <p:cNvPr id="363" name="Oval 123">
            <a:extLst>
              <a:ext uri="{FF2B5EF4-FFF2-40B4-BE49-F238E27FC236}">
                <a16:creationId xmlns:a16="http://schemas.microsoft.com/office/drawing/2014/main" id="{B9CE9198-6213-B252-734D-A4B47F549A60}"/>
              </a:ext>
            </a:extLst>
          </p:cNvPr>
          <p:cNvSpPr/>
          <p:nvPr/>
        </p:nvSpPr>
        <p:spPr>
          <a:xfrm>
            <a:off x="6646178" y="4075282"/>
            <a:ext cx="266753" cy="263906"/>
          </a:xfrm>
          <a:prstGeom prst="ellipse">
            <a:avLst/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23" name="TextBox 103">
            <a:extLst>
              <a:ext uri="{FF2B5EF4-FFF2-40B4-BE49-F238E27FC236}">
                <a16:creationId xmlns:a16="http://schemas.microsoft.com/office/drawing/2014/main" id="{9245BA7B-CEAC-C67C-0BA8-F2AFD0BCF7E9}"/>
              </a:ext>
            </a:extLst>
          </p:cNvPr>
          <p:cNvSpPr txBox="1"/>
          <p:nvPr/>
        </p:nvSpPr>
        <p:spPr>
          <a:xfrm>
            <a:off x="6965287" y="4066144"/>
            <a:ext cx="2052908" cy="13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19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DINÂMICAS DO WORKSHOP</a:t>
            </a:r>
          </a:p>
        </p:txBody>
      </p:sp>
      <p:sp>
        <p:nvSpPr>
          <p:cNvPr id="724" name="TextBox 104">
            <a:extLst>
              <a:ext uri="{FF2B5EF4-FFF2-40B4-BE49-F238E27FC236}">
                <a16:creationId xmlns:a16="http://schemas.microsoft.com/office/drawing/2014/main" id="{F4EC99CA-674D-998B-8683-75B373EF2287}"/>
              </a:ext>
            </a:extLst>
          </p:cNvPr>
          <p:cNvSpPr txBox="1"/>
          <p:nvPr/>
        </p:nvSpPr>
        <p:spPr>
          <a:xfrm>
            <a:off x="6967271" y="4209269"/>
            <a:ext cx="2014178" cy="1086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2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Efetividade</a:t>
            </a:r>
            <a:r>
              <a:rPr kumimoji="0" lang="en-US" sz="72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do workshop</a:t>
            </a:r>
            <a:endParaRPr kumimoji="0" sz="72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25" name="TextBox 105">
            <a:extLst>
              <a:ext uri="{FF2B5EF4-FFF2-40B4-BE49-F238E27FC236}">
                <a16:creationId xmlns:a16="http://schemas.microsoft.com/office/drawing/2014/main" id="{9ED0A7F1-981F-3A76-1FCF-CFD0919AFF15}"/>
              </a:ext>
            </a:extLst>
          </p:cNvPr>
          <p:cNvSpPr txBox="1"/>
          <p:nvPr/>
        </p:nvSpPr>
        <p:spPr>
          <a:xfrm>
            <a:off x="8470570" y="4532463"/>
            <a:ext cx="348607" cy="980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2D66A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MÉDIA</a:t>
            </a:r>
          </a:p>
        </p:txBody>
      </p:sp>
      <p:sp>
        <p:nvSpPr>
          <p:cNvPr id="726" name="TextBox 107">
            <a:extLst>
              <a:ext uri="{FF2B5EF4-FFF2-40B4-BE49-F238E27FC236}">
                <a16:creationId xmlns:a16="http://schemas.microsoft.com/office/drawing/2014/main" id="{E2C286CE-8B95-C4D5-2238-41A33576CBBE}"/>
              </a:ext>
            </a:extLst>
          </p:cNvPr>
          <p:cNvSpPr txBox="1"/>
          <p:nvPr/>
        </p:nvSpPr>
        <p:spPr>
          <a:xfrm>
            <a:off x="6704294" y="4759020"/>
            <a:ext cx="1719796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D1 — Missão, Escopo e Entregas</a:t>
            </a:r>
          </a:p>
        </p:txBody>
      </p:sp>
      <p:sp>
        <p:nvSpPr>
          <p:cNvPr id="727" name="TextBox 108">
            <a:extLst>
              <a:ext uri="{FF2B5EF4-FFF2-40B4-BE49-F238E27FC236}">
                <a16:creationId xmlns:a16="http://schemas.microsoft.com/office/drawing/2014/main" id="{78AF2820-37D8-9B76-9C4F-4D2FADAB9A1C}"/>
              </a:ext>
            </a:extLst>
          </p:cNvPr>
          <p:cNvSpPr txBox="1"/>
          <p:nvPr/>
        </p:nvSpPr>
        <p:spPr>
          <a:xfrm>
            <a:off x="8455077" y="4759021"/>
            <a:ext cx="371848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4,2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0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/ 5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28" name="TextBox 110">
            <a:extLst>
              <a:ext uri="{FF2B5EF4-FFF2-40B4-BE49-F238E27FC236}">
                <a16:creationId xmlns:a16="http://schemas.microsoft.com/office/drawing/2014/main" id="{3DBD7468-4DCF-E30A-1247-2E192A80D13D}"/>
              </a:ext>
            </a:extLst>
          </p:cNvPr>
          <p:cNvSpPr txBox="1"/>
          <p:nvPr/>
        </p:nvSpPr>
        <p:spPr>
          <a:xfrm>
            <a:off x="6704294" y="5081761"/>
            <a:ext cx="1719796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D2 — Papéis e Responsabilidades</a:t>
            </a:r>
          </a:p>
        </p:txBody>
      </p:sp>
      <p:sp>
        <p:nvSpPr>
          <p:cNvPr id="729" name="TextBox 111">
            <a:extLst>
              <a:ext uri="{FF2B5EF4-FFF2-40B4-BE49-F238E27FC236}">
                <a16:creationId xmlns:a16="http://schemas.microsoft.com/office/drawing/2014/main" id="{FE011336-E4BC-CF64-A5E6-B05C5635695C}"/>
              </a:ext>
            </a:extLst>
          </p:cNvPr>
          <p:cNvSpPr txBox="1"/>
          <p:nvPr/>
        </p:nvSpPr>
        <p:spPr>
          <a:xfrm>
            <a:off x="8455077" y="5081762"/>
            <a:ext cx="371848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4,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07</a:t>
            </a: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/ 5</a:t>
            </a:r>
          </a:p>
        </p:txBody>
      </p:sp>
      <p:sp>
        <p:nvSpPr>
          <p:cNvPr id="730" name="TextBox 113">
            <a:extLst>
              <a:ext uri="{FF2B5EF4-FFF2-40B4-BE49-F238E27FC236}">
                <a16:creationId xmlns:a16="http://schemas.microsoft.com/office/drawing/2014/main" id="{9E965BF2-EEC7-D0A0-5250-0570B3893F15}"/>
              </a:ext>
            </a:extLst>
          </p:cNvPr>
          <p:cNvSpPr txBox="1"/>
          <p:nvPr/>
        </p:nvSpPr>
        <p:spPr>
          <a:xfrm>
            <a:off x="6704294" y="5404502"/>
            <a:ext cx="1719796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D3 — Processos e Interfaces</a:t>
            </a:r>
          </a:p>
        </p:txBody>
      </p:sp>
      <p:sp>
        <p:nvSpPr>
          <p:cNvPr id="731" name="TextBox 114">
            <a:extLst>
              <a:ext uri="{FF2B5EF4-FFF2-40B4-BE49-F238E27FC236}">
                <a16:creationId xmlns:a16="http://schemas.microsoft.com/office/drawing/2014/main" id="{DFFF73D2-19E0-819E-616C-E19FD852F69F}"/>
              </a:ext>
            </a:extLst>
          </p:cNvPr>
          <p:cNvSpPr txBox="1"/>
          <p:nvPr/>
        </p:nvSpPr>
        <p:spPr>
          <a:xfrm>
            <a:off x="8455077" y="5404503"/>
            <a:ext cx="371848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A46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3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2A46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02A46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93</a:t>
            </a: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2A46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/ 5</a:t>
            </a:r>
          </a:p>
        </p:txBody>
      </p:sp>
      <p:sp>
        <p:nvSpPr>
          <p:cNvPr id="732" name="TextBox 116">
            <a:extLst>
              <a:ext uri="{FF2B5EF4-FFF2-40B4-BE49-F238E27FC236}">
                <a16:creationId xmlns:a16="http://schemas.microsoft.com/office/drawing/2014/main" id="{D1421BFE-278D-3536-3090-EAC1B3DD80A4}"/>
              </a:ext>
            </a:extLst>
          </p:cNvPr>
          <p:cNvSpPr txBox="1"/>
          <p:nvPr/>
        </p:nvSpPr>
        <p:spPr>
          <a:xfrm>
            <a:off x="6704294" y="5727243"/>
            <a:ext cx="1719796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D4 — Fóruns e Rotinas</a:t>
            </a:r>
          </a:p>
        </p:txBody>
      </p:sp>
      <p:sp>
        <p:nvSpPr>
          <p:cNvPr id="733" name="TextBox 117">
            <a:extLst>
              <a:ext uri="{FF2B5EF4-FFF2-40B4-BE49-F238E27FC236}">
                <a16:creationId xmlns:a16="http://schemas.microsoft.com/office/drawing/2014/main" id="{4ED3B679-ECBD-EAF5-A69D-4E94708FE43F}"/>
              </a:ext>
            </a:extLst>
          </p:cNvPr>
          <p:cNvSpPr txBox="1"/>
          <p:nvPr/>
        </p:nvSpPr>
        <p:spPr>
          <a:xfrm>
            <a:off x="8455077" y="5727244"/>
            <a:ext cx="371848" cy="12070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2A46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4,00 / 5</a:t>
            </a:r>
          </a:p>
        </p:txBody>
      </p:sp>
      <p:sp>
        <p:nvSpPr>
          <p:cNvPr id="755" name="TextBox 102">
            <a:extLst>
              <a:ext uri="{FF2B5EF4-FFF2-40B4-BE49-F238E27FC236}">
                <a16:creationId xmlns:a16="http://schemas.microsoft.com/office/drawing/2014/main" id="{49773E10-6CE9-F904-D3CB-B762A6620B02}"/>
              </a:ext>
            </a:extLst>
          </p:cNvPr>
          <p:cNvSpPr txBox="1"/>
          <p:nvPr/>
        </p:nvSpPr>
        <p:spPr>
          <a:xfrm>
            <a:off x="6621279" y="4083733"/>
            <a:ext cx="309873" cy="2112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▣</a:t>
            </a:r>
          </a:p>
        </p:txBody>
      </p:sp>
      <p:sp>
        <p:nvSpPr>
          <p:cNvPr id="757" name="TextBox 125">
            <a:extLst>
              <a:ext uri="{FF2B5EF4-FFF2-40B4-BE49-F238E27FC236}">
                <a16:creationId xmlns:a16="http://schemas.microsoft.com/office/drawing/2014/main" id="{1A6096D3-7D8C-6699-2D8A-5002CC226BE1}"/>
              </a:ext>
            </a:extLst>
          </p:cNvPr>
          <p:cNvSpPr txBox="1"/>
          <p:nvPr/>
        </p:nvSpPr>
        <p:spPr>
          <a:xfrm>
            <a:off x="9772152" y="4165809"/>
            <a:ext cx="1874519" cy="1231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I</a:t>
            </a:r>
            <a:r>
              <a:rPr kumimoji="0" lang="pt-BR" sz="72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mportância percebida</a:t>
            </a:r>
          </a:p>
        </p:txBody>
      </p:sp>
      <p:sp>
        <p:nvSpPr>
          <p:cNvPr id="767" name="TextBox 139">
            <a:extLst>
              <a:ext uri="{FF2B5EF4-FFF2-40B4-BE49-F238E27FC236}">
                <a16:creationId xmlns:a16="http://schemas.microsoft.com/office/drawing/2014/main" id="{87146E7C-7915-5B2D-99A1-D29E4A1A1B0B}"/>
              </a:ext>
            </a:extLst>
          </p:cNvPr>
          <p:cNvSpPr txBox="1"/>
          <p:nvPr/>
        </p:nvSpPr>
        <p:spPr>
          <a:xfrm>
            <a:off x="10456225" y="4794398"/>
            <a:ext cx="1134641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13 de 15 deram nota 8 ou mais.</a:t>
            </a:r>
            <a:endParaRPr kumimoji="0" sz="600" b="1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65" name="TextBox 47">
            <a:extLst>
              <a:ext uri="{FF2B5EF4-FFF2-40B4-BE49-F238E27FC236}">
                <a16:creationId xmlns:a16="http://schemas.microsoft.com/office/drawing/2014/main" id="{31DE3618-15B0-5E16-30A9-15B5D6A0587C}"/>
              </a:ext>
            </a:extLst>
          </p:cNvPr>
          <p:cNvSpPr txBox="1"/>
          <p:nvPr/>
        </p:nvSpPr>
        <p:spPr>
          <a:xfrm>
            <a:off x="763563" y="4059755"/>
            <a:ext cx="3124388" cy="14736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PRONTIDÃO PARA A MUDANÇA</a:t>
            </a:r>
          </a:p>
        </p:txBody>
      </p:sp>
      <p:sp>
        <p:nvSpPr>
          <p:cNvPr id="367" name="TextBox 50">
            <a:extLst>
              <a:ext uri="{FF2B5EF4-FFF2-40B4-BE49-F238E27FC236}">
                <a16:creationId xmlns:a16="http://schemas.microsoft.com/office/drawing/2014/main" id="{78DA183B-C430-6E0E-17F0-5B641E356375}"/>
              </a:ext>
            </a:extLst>
          </p:cNvPr>
          <p:cNvSpPr txBox="1"/>
          <p:nvPr/>
        </p:nvSpPr>
        <p:spPr>
          <a:xfrm>
            <a:off x="3234261" y="4358299"/>
            <a:ext cx="1007867" cy="100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1200" cap="none" spc="0" normalizeH="0" baseline="0" noProof="0">
                <a:ln>
                  <a:noFill/>
                </a:ln>
                <a:solidFill>
                  <a:srgbClr val="56A634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CONCORDAM</a:t>
            </a:r>
            <a:endParaRPr kumimoji="0" sz="650" b="1" i="0" u="none" strike="noStrike" kern="1200" cap="none" spc="0" normalizeH="0" baseline="0" noProof="0">
              <a:ln>
                <a:noFill/>
              </a:ln>
              <a:solidFill>
                <a:srgbClr val="56A634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68" name="TextBox 51">
            <a:extLst>
              <a:ext uri="{FF2B5EF4-FFF2-40B4-BE49-F238E27FC236}">
                <a16:creationId xmlns:a16="http://schemas.microsoft.com/office/drawing/2014/main" id="{ABED3AA2-158C-090D-61FF-42D5DB5C61E8}"/>
              </a:ext>
            </a:extLst>
          </p:cNvPr>
          <p:cNvSpPr txBox="1"/>
          <p:nvPr/>
        </p:nvSpPr>
        <p:spPr>
          <a:xfrm>
            <a:off x="4473937" y="4358299"/>
            <a:ext cx="655114" cy="100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650" b="1" i="0" u="none" strike="noStrike" kern="1200" cap="none" spc="0" normalizeH="0" baseline="0" noProof="0">
                <a:ln>
                  <a:noFill/>
                </a:ln>
                <a:solidFill>
                  <a:srgbClr val="FAB82A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NEUTRO</a:t>
            </a:r>
          </a:p>
        </p:txBody>
      </p:sp>
      <p:sp>
        <p:nvSpPr>
          <p:cNvPr id="369" name="TextBox 52">
            <a:extLst>
              <a:ext uri="{FF2B5EF4-FFF2-40B4-BE49-F238E27FC236}">
                <a16:creationId xmlns:a16="http://schemas.microsoft.com/office/drawing/2014/main" id="{808333FF-1242-6F1B-5F4C-FF7C6B65A512}"/>
              </a:ext>
            </a:extLst>
          </p:cNvPr>
          <p:cNvSpPr txBox="1"/>
          <p:nvPr/>
        </p:nvSpPr>
        <p:spPr>
          <a:xfrm>
            <a:off x="5179444" y="4360625"/>
            <a:ext cx="755900" cy="9617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20" b="1" i="0" u="none" strike="noStrike" kern="1200" cap="none" spc="0" normalizeH="0" baseline="0" noProof="0">
                <a:ln>
                  <a:noFill/>
                </a:ln>
                <a:solidFill>
                  <a:srgbClr val="E63722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DISCORDAM</a:t>
            </a:r>
            <a:endParaRPr kumimoji="0" sz="620" b="1" i="0" u="none" strike="noStrike" kern="1200" cap="none" spc="0" normalizeH="0" baseline="0" noProof="0">
              <a:ln>
                <a:noFill/>
              </a:ln>
              <a:solidFill>
                <a:srgbClr val="E63722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70" name="TextBox 53">
            <a:extLst>
              <a:ext uri="{FF2B5EF4-FFF2-40B4-BE49-F238E27FC236}">
                <a16:creationId xmlns:a16="http://schemas.microsoft.com/office/drawing/2014/main" id="{68AA8D23-7D5E-8B7E-0B69-7259F5A7F394}"/>
              </a:ext>
            </a:extLst>
          </p:cNvPr>
          <p:cNvSpPr txBox="1"/>
          <p:nvPr/>
        </p:nvSpPr>
        <p:spPr>
          <a:xfrm>
            <a:off x="780664" y="4595537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Engajamento e Apropriação</a:t>
            </a:r>
          </a:p>
        </p:txBody>
      </p:sp>
      <p:sp>
        <p:nvSpPr>
          <p:cNvPr id="371" name="Rectangle 55">
            <a:extLst>
              <a:ext uri="{FF2B5EF4-FFF2-40B4-BE49-F238E27FC236}">
                <a16:creationId xmlns:a16="http://schemas.microsoft.com/office/drawing/2014/main" id="{D9FC91A9-D71B-20FE-DE4C-1EEFAF73F545}"/>
              </a:ext>
            </a:extLst>
          </p:cNvPr>
          <p:cNvSpPr/>
          <p:nvPr/>
        </p:nvSpPr>
        <p:spPr>
          <a:xfrm>
            <a:off x="3062923" y="4613854"/>
            <a:ext cx="2859479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72" name="TextBox 57">
            <a:extLst>
              <a:ext uri="{FF2B5EF4-FFF2-40B4-BE49-F238E27FC236}">
                <a16:creationId xmlns:a16="http://schemas.microsoft.com/office/drawing/2014/main" id="{9F70B02E-8D7D-0ABF-40CE-60529A0BD7C1}"/>
              </a:ext>
            </a:extLst>
          </p:cNvPr>
          <p:cNvSpPr txBox="1"/>
          <p:nvPr/>
        </p:nvSpPr>
        <p:spPr>
          <a:xfrm>
            <a:off x="3211562" y="4628693"/>
            <a:ext cx="2453027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100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373" name="TextBox 59">
            <a:extLst>
              <a:ext uri="{FF2B5EF4-FFF2-40B4-BE49-F238E27FC236}">
                <a16:creationId xmlns:a16="http://schemas.microsoft.com/office/drawing/2014/main" id="{3F4E55DD-4C9F-35C2-AE5A-8FC01F215AFC}"/>
              </a:ext>
            </a:extLst>
          </p:cNvPr>
          <p:cNvSpPr txBox="1"/>
          <p:nvPr/>
        </p:nvSpPr>
        <p:spPr>
          <a:xfrm>
            <a:off x="780664" y="4915528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Clareza de Papéis e Processos</a:t>
            </a:r>
          </a:p>
        </p:txBody>
      </p:sp>
      <p:sp>
        <p:nvSpPr>
          <p:cNvPr id="374" name="Rectangle 61">
            <a:extLst>
              <a:ext uri="{FF2B5EF4-FFF2-40B4-BE49-F238E27FC236}">
                <a16:creationId xmlns:a16="http://schemas.microsoft.com/office/drawing/2014/main" id="{42E79AA9-1EAD-42D2-7D24-97FECD20359E}"/>
              </a:ext>
            </a:extLst>
          </p:cNvPr>
          <p:cNvSpPr/>
          <p:nvPr/>
        </p:nvSpPr>
        <p:spPr>
          <a:xfrm>
            <a:off x="3062923" y="4938077"/>
            <a:ext cx="2563892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75" name="Rectangle 62">
            <a:extLst>
              <a:ext uri="{FF2B5EF4-FFF2-40B4-BE49-F238E27FC236}">
                <a16:creationId xmlns:a16="http://schemas.microsoft.com/office/drawing/2014/main" id="{FA7A6A32-EC3A-AB52-C73F-3C969FCD6D60}"/>
              </a:ext>
            </a:extLst>
          </p:cNvPr>
          <p:cNvSpPr/>
          <p:nvPr/>
        </p:nvSpPr>
        <p:spPr>
          <a:xfrm>
            <a:off x="5626815" y="4938077"/>
            <a:ext cx="298449" cy="147480"/>
          </a:xfrm>
          <a:prstGeom prst="rect">
            <a:avLst/>
          </a:prstGeom>
          <a:solidFill>
            <a:srgbClr val="FAB82A"/>
          </a:solidFill>
          <a:ln>
            <a:solidFill>
              <a:srgbClr val="FA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76" name="TextBox 63">
            <a:extLst>
              <a:ext uri="{FF2B5EF4-FFF2-40B4-BE49-F238E27FC236}">
                <a16:creationId xmlns:a16="http://schemas.microsoft.com/office/drawing/2014/main" id="{15E436C0-A845-F073-69DC-7FAAB8987543}"/>
              </a:ext>
            </a:extLst>
          </p:cNvPr>
          <p:cNvSpPr txBox="1"/>
          <p:nvPr/>
        </p:nvSpPr>
        <p:spPr>
          <a:xfrm>
            <a:off x="3062923" y="4957523"/>
            <a:ext cx="2453027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93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3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377" name="TextBox 64">
            <a:extLst>
              <a:ext uri="{FF2B5EF4-FFF2-40B4-BE49-F238E27FC236}">
                <a16:creationId xmlns:a16="http://schemas.microsoft.com/office/drawing/2014/main" id="{BFCAB876-74DF-FF91-44F4-218D2381A995}"/>
              </a:ext>
            </a:extLst>
          </p:cNvPr>
          <p:cNvSpPr txBox="1"/>
          <p:nvPr/>
        </p:nvSpPr>
        <p:spPr>
          <a:xfrm>
            <a:off x="5571383" y="4966010"/>
            <a:ext cx="409315" cy="89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6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7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378" name="TextBox 65">
            <a:extLst>
              <a:ext uri="{FF2B5EF4-FFF2-40B4-BE49-F238E27FC236}">
                <a16:creationId xmlns:a16="http://schemas.microsoft.com/office/drawing/2014/main" id="{BE900A1C-F915-BF6C-36E6-900327450105}"/>
              </a:ext>
            </a:extLst>
          </p:cNvPr>
          <p:cNvSpPr txBox="1"/>
          <p:nvPr/>
        </p:nvSpPr>
        <p:spPr>
          <a:xfrm>
            <a:off x="780664" y="5251606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Compreensão do Modelo</a:t>
            </a:r>
          </a:p>
        </p:txBody>
      </p:sp>
      <p:sp>
        <p:nvSpPr>
          <p:cNvPr id="379" name="Rectangle 67">
            <a:extLst>
              <a:ext uri="{FF2B5EF4-FFF2-40B4-BE49-F238E27FC236}">
                <a16:creationId xmlns:a16="http://schemas.microsoft.com/office/drawing/2014/main" id="{3CF6F27D-3406-8F31-4511-77D8A440E37C}"/>
              </a:ext>
            </a:extLst>
          </p:cNvPr>
          <p:cNvSpPr/>
          <p:nvPr/>
        </p:nvSpPr>
        <p:spPr>
          <a:xfrm>
            <a:off x="3062923" y="5295322"/>
            <a:ext cx="2417128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80" name="Rectangle 68">
            <a:extLst>
              <a:ext uri="{FF2B5EF4-FFF2-40B4-BE49-F238E27FC236}">
                <a16:creationId xmlns:a16="http://schemas.microsoft.com/office/drawing/2014/main" id="{300CB7B9-73FB-36D8-47D4-5E536C6D23C0}"/>
              </a:ext>
            </a:extLst>
          </p:cNvPr>
          <p:cNvSpPr/>
          <p:nvPr/>
        </p:nvSpPr>
        <p:spPr>
          <a:xfrm>
            <a:off x="5480050" y="5295322"/>
            <a:ext cx="448771" cy="147480"/>
          </a:xfrm>
          <a:prstGeom prst="rect">
            <a:avLst/>
          </a:prstGeom>
          <a:solidFill>
            <a:srgbClr val="FAB82A"/>
          </a:solidFill>
          <a:ln>
            <a:solidFill>
              <a:srgbClr val="FA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81" name="TextBox 70">
            <a:extLst>
              <a:ext uri="{FF2B5EF4-FFF2-40B4-BE49-F238E27FC236}">
                <a16:creationId xmlns:a16="http://schemas.microsoft.com/office/drawing/2014/main" id="{0BADD16B-BBEC-5CBC-C021-44D841199DB7}"/>
              </a:ext>
            </a:extLst>
          </p:cNvPr>
          <p:cNvSpPr txBox="1"/>
          <p:nvPr/>
        </p:nvSpPr>
        <p:spPr>
          <a:xfrm>
            <a:off x="3062923" y="5314768"/>
            <a:ext cx="2043712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86,7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382" name="TextBox 71">
            <a:extLst>
              <a:ext uri="{FF2B5EF4-FFF2-40B4-BE49-F238E27FC236}">
                <a16:creationId xmlns:a16="http://schemas.microsoft.com/office/drawing/2014/main" id="{B5725B13-A6E8-B42D-8465-10A0246BE590}"/>
              </a:ext>
            </a:extLst>
          </p:cNvPr>
          <p:cNvSpPr txBox="1"/>
          <p:nvPr/>
        </p:nvSpPr>
        <p:spPr>
          <a:xfrm>
            <a:off x="5412347" y="5320784"/>
            <a:ext cx="612541" cy="89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13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3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383" name="TextBox 73">
            <a:extLst>
              <a:ext uri="{FF2B5EF4-FFF2-40B4-BE49-F238E27FC236}">
                <a16:creationId xmlns:a16="http://schemas.microsoft.com/office/drawing/2014/main" id="{EF2E74B4-651A-139F-D9B7-3E55D9823CE5}"/>
              </a:ext>
            </a:extLst>
          </p:cNvPr>
          <p:cNvSpPr txBox="1"/>
          <p:nvPr/>
        </p:nvSpPr>
        <p:spPr>
          <a:xfrm>
            <a:off x="780664" y="5597849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Sustentação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00304E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04" name="Rectangle 75">
            <a:extLst>
              <a:ext uri="{FF2B5EF4-FFF2-40B4-BE49-F238E27FC236}">
                <a16:creationId xmlns:a16="http://schemas.microsoft.com/office/drawing/2014/main" id="{20720D83-0C1C-DC41-FFCF-ED6C82086903}"/>
              </a:ext>
            </a:extLst>
          </p:cNvPr>
          <p:cNvSpPr/>
          <p:nvPr/>
        </p:nvSpPr>
        <p:spPr>
          <a:xfrm>
            <a:off x="3066993" y="5623384"/>
            <a:ext cx="2417128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05" name="Rectangle 76">
            <a:extLst>
              <a:ext uri="{FF2B5EF4-FFF2-40B4-BE49-F238E27FC236}">
                <a16:creationId xmlns:a16="http://schemas.microsoft.com/office/drawing/2014/main" id="{069871D5-9EB3-284E-C709-1659E3D19342}"/>
              </a:ext>
            </a:extLst>
          </p:cNvPr>
          <p:cNvSpPr/>
          <p:nvPr/>
        </p:nvSpPr>
        <p:spPr>
          <a:xfrm>
            <a:off x="5484122" y="5623384"/>
            <a:ext cx="448771" cy="147480"/>
          </a:xfrm>
          <a:prstGeom prst="rect">
            <a:avLst/>
          </a:prstGeom>
          <a:solidFill>
            <a:srgbClr val="FAB82A"/>
          </a:solidFill>
          <a:ln>
            <a:solidFill>
              <a:srgbClr val="FA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06" name="TextBox 78">
            <a:extLst>
              <a:ext uri="{FF2B5EF4-FFF2-40B4-BE49-F238E27FC236}">
                <a16:creationId xmlns:a16="http://schemas.microsoft.com/office/drawing/2014/main" id="{5F0619E5-559A-E1B0-1556-04DEEFFBB148}"/>
              </a:ext>
            </a:extLst>
          </p:cNvPr>
          <p:cNvSpPr txBox="1"/>
          <p:nvPr/>
        </p:nvSpPr>
        <p:spPr>
          <a:xfrm>
            <a:off x="3162912" y="5645978"/>
            <a:ext cx="1840486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86,7%</a:t>
            </a:r>
          </a:p>
        </p:txBody>
      </p:sp>
      <p:sp>
        <p:nvSpPr>
          <p:cNvPr id="707" name="TextBox 81">
            <a:extLst>
              <a:ext uri="{FF2B5EF4-FFF2-40B4-BE49-F238E27FC236}">
                <a16:creationId xmlns:a16="http://schemas.microsoft.com/office/drawing/2014/main" id="{DB440A4A-3639-238A-8E5D-1B21EE79C07E}"/>
              </a:ext>
            </a:extLst>
          </p:cNvPr>
          <p:cNvSpPr txBox="1"/>
          <p:nvPr/>
        </p:nvSpPr>
        <p:spPr>
          <a:xfrm>
            <a:off x="790743" y="5898799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Aplicação Prática</a:t>
            </a:r>
          </a:p>
        </p:txBody>
      </p:sp>
      <p:sp>
        <p:nvSpPr>
          <p:cNvPr id="708" name="Rectangle 83">
            <a:extLst>
              <a:ext uri="{FF2B5EF4-FFF2-40B4-BE49-F238E27FC236}">
                <a16:creationId xmlns:a16="http://schemas.microsoft.com/office/drawing/2014/main" id="{DB886DA4-79CD-900E-0F5C-AA9E7AFDBEA7}"/>
              </a:ext>
            </a:extLst>
          </p:cNvPr>
          <p:cNvSpPr/>
          <p:nvPr/>
        </p:nvSpPr>
        <p:spPr>
          <a:xfrm>
            <a:off x="3062923" y="5959862"/>
            <a:ext cx="2162173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09" name="Rectangle 84">
            <a:extLst>
              <a:ext uri="{FF2B5EF4-FFF2-40B4-BE49-F238E27FC236}">
                <a16:creationId xmlns:a16="http://schemas.microsoft.com/office/drawing/2014/main" id="{85C472CC-F3F3-1E24-EE34-5B8EF88A86D0}"/>
              </a:ext>
            </a:extLst>
          </p:cNvPr>
          <p:cNvSpPr/>
          <p:nvPr/>
        </p:nvSpPr>
        <p:spPr>
          <a:xfrm>
            <a:off x="5225097" y="5959862"/>
            <a:ext cx="439490" cy="147480"/>
          </a:xfrm>
          <a:prstGeom prst="rect">
            <a:avLst/>
          </a:prstGeom>
          <a:solidFill>
            <a:srgbClr val="FAB82A"/>
          </a:solidFill>
          <a:ln>
            <a:solidFill>
              <a:srgbClr val="FA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0" name="Rectangle 85">
            <a:extLst>
              <a:ext uri="{FF2B5EF4-FFF2-40B4-BE49-F238E27FC236}">
                <a16:creationId xmlns:a16="http://schemas.microsoft.com/office/drawing/2014/main" id="{A9395F8B-3CE6-34AD-0AAA-ECC9D95A8E0D}"/>
              </a:ext>
            </a:extLst>
          </p:cNvPr>
          <p:cNvSpPr/>
          <p:nvPr/>
        </p:nvSpPr>
        <p:spPr>
          <a:xfrm>
            <a:off x="5664588" y="5959862"/>
            <a:ext cx="260677" cy="147480"/>
          </a:xfrm>
          <a:prstGeom prst="rect">
            <a:avLst/>
          </a:prstGeom>
          <a:solidFill>
            <a:srgbClr val="E63722"/>
          </a:solidFill>
          <a:ln>
            <a:solidFill>
              <a:srgbClr val="E63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1" name="TextBox 86">
            <a:extLst>
              <a:ext uri="{FF2B5EF4-FFF2-40B4-BE49-F238E27FC236}">
                <a16:creationId xmlns:a16="http://schemas.microsoft.com/office/drawing/2014/main" id="{0A06B568-FE43-FB07-8CB7-6BD65A176B98}"/>
              </a:ext>
            </a:extLst>
          </p:cNvPr>
          <p:cNvSpPr txBox="1"/>
          <p:nvPr/>
        </p:nvSpPr>
        <p:spPr>
          <a:xfrm>
            <a:off x="3203852" y="5974699"/>
            <a:ext cx="1634397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80,0</a:t>
            </a:r>
            <a:r>
              <a:rPr kumimoji="0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12" name="TextBox 87">
            <a:extLst>
              <a:ext uri="{FF2B5EF4-FFF2-40B4-BE49-F238E27FC236}">
                <a16:creationId xmlns:a16="http://schemas.microsoft.com/office/drawing/2014/main" id="{594C877D-676C-CCD6-534B-5D6A6CCE8822}"/>
              </a:ext>
            </a:extLst>
          </p:cNvPr>
          <p:cNvSpPr txBox="1"/>
          <p:nvPr/>
        </p:nvSpPr>
        <p:spPr>
          <a:xfrm>
            <a:off x="5019010" y="5984007"/>
            <a:ext cx="818630" cy="89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13,3%</a:t>
            </a:r>
          </a:p>
        </p:txBody>
      </p:sp>
      <p:sp>
        <p:nvSpPr>
          <p:cNvPr id="713" name="TextBox 89">
            <a:extLst>
              <a:ext uri="{FF2B5EF4-FFF2-40B4-BE49-F238E27FC236}">
                <a16:creationId xmlns:a16="http://schemas.microsoft.com/office/drawing/2014/main" id="{3842F524-B54F-ABED-27C9-AF39E1B99263}"/>
              </a:ext>
            </a:extLst>
          </p:cNvPr>
          <p:cNvSpPr txBox="1"/>
          <p:nvPr/>
        </p:nvSpPr>
        <p:spPr>
          <a:xfrm>
            <a:off x="780664" y="6220896"/>
            <a:ext cx="1894790" cy="124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Liderança *</a:t>
            </a:r>
          </a:p>
        </p:txBody>
      </p:sp>
      <p:sp>
        <p:nvSpPr>
          <p:cNvPr id="714" name="Rectangle 91">
            <a:extLst>
              <a:ext uri="{FF2B5EF4-FFF2-40B4-BE49-F238E27FC236}">
                <a16:creationId xmlns:a16="http://schemas.microsoft.com/office/drawing/2014/main" id="{7730E64B-9205-090E-AA84-B3FF94DE9204}"/>
              </a:ext>
            </a:extLst>
          </p:cNvPr>
          <p:cNvSpPr/>
          <p:nvPr/>
        </p:nvSpPr>
        <p:spPr>
          <a:xfrm>
            <a:off x="3062923" y="6274774"/>
            <a:ext cx="2195233" cy="147480"/>
          </a:xfrm>
          <a:prstGeom prst="rect">
            <a:avLst/>
          </a:prstGeom>
          <a:solidFill>
            <a:srgbClr val="56A634"/>
          </a:solidFill>
          <a:ln>
            <a:solidFill>
              <a:srgbClr val="56A6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5" name="Rectangle 92">
            <a:extLst>
              <a:ext uri="{FF2B5EF4-FFF2-40B4-BE49-F238E27FC236}">
                <a16:creationId xmlns:a16="http://schemas.microsoft.com/office/drawing/2014/main" id="{41AE6109-061D-66B3-D932-997548C45A65}"/>
              </a:ext>
            </a:extLst>
          </p:cNvPr>
          <p:cNvSpPr/>
          <p:nvPr/>
        </p:nvSpPr>
        <p:spPr>
          <a:xfrm>
            <a:off x="5127983" y="6274774"/>
            <a:ext cx="439490" cy="147480"/>
          </a:xfrm>
          <a:prstGeom prst="rect">
            <a:avLst/>
          </a:prstGeom>
          <a:solidFill>
            <a:srgbClr val="FAB82A"/>
          </a:solidFill>
          <a:ln>
            <a:solidFill>
              <a:srgbClr val="FAB8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6" name="Rectangle 93">
            <a:extLst>
              <a:ext uri="{FF2B5EF4-FFF2-40B4-BE49-F238E27FC236}">
                <a16:creationId xmlns:a16="http://schemas.microsoft.com/office/drawing/2014/main" id="{BF08848E-F326-B928-3FE0-35545702CA79}"/>
              </a:ext>
            </a:extLst>
          </p:cNvPr>
          <p:cNvSpPr/>
          <p:nvPr/>
        </p:nvSpPr>
        <p:spPr>
          <a:xfrm>
            <a:off x="5567473" y="6274774"/>
            <a:ext cx="357793" cy="147480"/>
          </a:xfrm>
          <a:prstGeom prst="rect">
            <a:avLst/>
          </a:prstGeom>
          <a:solidFill>
            <a:srgbClr val="E63722"/>
          </a:solidFill>
          <a:ln>
            <a:solidFill>
              <a:srgbClr val="E63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7" name="TextBox 94">
            <a:extLst>
              <a:ext uri="{FF2B5EF4-FFF2-40B4-BE49-F238E27FC236}">
                <a16:creationId xmlns:a16="http://schemas.microsoft.com/office/drawing/2014/main" id="{4A9E244C-046C-937C-76F4-8442FDA58698}"/>
              </a:ext>
            </a:extLst>
          </p:cNvPr>
          <p:cNvSpPr txBox="1"/>
          <p:nvPr/>
        </p:nvSpPr>
        <p:spPr>
          <a:xfrm>
            <a:off x="3062923" y="6294220"/>
            <a:ext cx="1788964" cy="1085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77,8%</a:t>
            </a:r>
            <a:endParaRPr kumimoji="0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18" name="TextBox 95">
            <a:extLst>
              <a:ext uri="{FF2B5EF4-FFF2-40B4-BE49-F238E27FC236}">
                <a16:creationId xmlns:a16="http://schemas.microsoft.com/office/drawing/2014/main" id="{955FCEE2-6DDD-4B39-EEFF-903622C75924}"/>
              </a:ext>
            </a:extLst>
          </p:cNvPr>
          <p:cNvSpPr txBox="1"/>
          <p:nvPr/>
        </p:nvSpPr>
        <p:spPr>
          <a:xfrm>
            <a:off x="4967156" y="6304861"/>
            <a:ext cx="715586" cy="89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11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19" name="TextBox 96">
            <a:extLst>
              <a:ext uri="{FF2B5EF4-FFF2-40B4-BE49-F238E27FC236}">
                <a16:creationId xmlns:a16="http://schemas.microsoft.com/office/drawing/2014/main" id="{80568ACB-E40E-539A-2008-E11FCFE0F36F}"/>
              </a:ext>
            </a:extLst>
          </p:cNvPr>
          <p:cNvSpPr txBox="1"/>
          <p:nvPr/>
        </p:nvSpPr>
        <p:spPr>
          <a:xfrm>
            <a:off x="5567473" y="6305079"/>
            <a:ext cx="357793" cy="868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11,1</a:t>
            </a:r>
            <a:r>
              <a:rPr kumimoji="0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58" name="TextBox 71">
            <a:extLst>
              <a:ext uri="{FF2B5EF4-FFF2-40B4-BE49-F238E27FC236}">
                <a16:creationId xmlns:a16="http://schemas.microsoft.com/office/drawing/2014/main" id="{10B142E4-903C-10EC-F4D1-04BD81E684E0}"/>
              </a:ext>
            </a:extLst>
          </p:cNvPr>
          <p:cNvSpPr txBox="1"/>
          <p:nvPr/>
        </p:nvSpPr>
        <p:spPr>
          <a:xfrm>
            <a:off x="5429047" y="5642830"/>
            <a:ext cx="612541" cy="89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13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3</a:t>
            </a:r>
            <a:r>
              <a:rPr kumimoji="0" sz="580" b="1" i="0" u="none" strike="noStrike" kern="1200" cap="none" spc="0" normalizeH="0" baseline="0" noProof="0">
                <a:ln>
                  <a:noFill/>
                </a:ln>
                <a:solidFill>
                  <a:srgbClr val="00304E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59" name="TextBox 96">
            <a:extLst>
              <a:ext uri="{FF2B5EF4-FFF2-40B4-BE49-F238E27FC236}">
                <a16:creationId xmlns:a16="http://schemas.microsoft.com/office/drawing/2014/main" id="{63E0C045-07A8-5893-B383-C0E51033F388}"/>
              </a:ext>
            </a:extLst>
          </p:cNvPr>
          <p:cNvSpPr txBox="1"/>
          <p:nvPr/>
        </p:nvSpPr>
        <p:spPr>
          <a:xfrm>
            <a:off x="5613609" y="5997389"/>
            <a:ext cx="357793" cy="868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6</a:t>
            </a:r>
            <a:r>
              <a:rPr kumimoji="0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,</a:t>
            </a:r>
            <a:r>
              <a:rPr kumimoji="0" lang="en-US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7</a:t>
            </a:r>
            <a:r>
              <a:rPr kumimoji="0" sz="5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%</a:t>
            </a:r>
          </a:p>
        </p:txBody>
      </p:sp>
      <p:sp>
        <p:nvSpPr>
          <p:cNvPr id="760" name="Text 72">
            <a:extLst>
              <a:ext uri="{FF2B5EF4-FFF2-40B4-BE49-F238E27FC236}">
                <a16:creationId xmlns:a16="http://schemas.microsoft.com/office/drawing/2014/main" id="{B11DBE4A-DDB0-BDA8-B2F7-92338857BEEC}"/>
              </a:ext>
            </a:extLst>
          </p:cNvPr>
          <p:cNvSpPr/>
          <p:nvPr/>
        </p:nvSpPr>
        <p:spPr>
          <a:xfrm>
            <a:off x="2874084" y="6010249"/>
            <a:ext cx="3397190" cy="130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1" name="Text 73">
            <a:extLst>
              <a:ext uri="{FF2B5EF4-FFF2-40B4-BE49-F238E27FC236}">
                <a16:creationId xmlns:a16="http://schemas.microsoft.com/office/drawing/2014/main" id="{C013CE8D-73E4-83C5-2E2A-3C4086FB4FA2}"/>
              </a:ext>
            </a:extLst>
          </p:cNvPr>
          <p:cNvSpPr/>
          <p:nvPr/>
        </p:nvSpPr>
        <p:spPr>
          <a:xfrm>
            <a:off x="2736904" y="5984007"/>
            <a:ext cx="3397190" cy="10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-120"/>
              </a:rPr>
              <a:t>1/15</a:t>
            </a:r>
          </a:p>
        </p:txBody>
      </p:sp>
      <p:sp>
        <p:nvSpPr>
          <p:cNvPr id="762" name="Text 88">
            <a:extLst>
              <a:ext uri="{FF2B5EF4-FFF2-40B4-BE49-F238E27FC236}">
                <a16:creationId xmlns:a16="http://schemas.microsoft.com/office/drawing/2014/main" id="{387BD2B6-9BE5-BB4A-A81F-B66C4C2551DC}"/>
              </a:ext>
            </a:extLst>
          </p:cNvPr>
          <p:cNvSpPr/>
          <p:nvPr/>
        </p:nvSpPr>
        <p:spPr>
          <a:xfrm>
            <a:off x="5770870" y="6298919"/>
            <a:ext cx="326984" cy="112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6A7B8C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1/9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3" name="Text 59">
            <a:extLst>
              <a:ext uri="{FF2B5EF4-FFF2-40B4-BE49-F238E27FC236}">
                <a16:creationId xmlns:a16="http://schemas.microsoft.com/office/drawing/2014/main" id="{9AAE0BC0-14E4-42FF-3BDF-AFEFE92AED06}"/>
              </a:ext>
            </a:extLst>
          </p:cNvPr>
          <p:cNvSpPr/>
          <p:nvPr/>
        </p:nvSpPr>
        <p:spPr>
          <a:xfrm>
            <a:off x="4665269" y="4588589"/>
            <a:ext cx="1461407" cy="18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C6D0D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0/15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4" name="Text 59">
            <a:extLst>
              <a:ext uri="{FF2B5EF4-FFF2-40B4-BE49-F238E27FC236}">
                <a16:creationId xmlns:a16="http://schemas.microsoft.com/office/drawing/2014/main" id="{04BE32CA-EE68-F344-DB42-E4AE807A944A}"/>
              </a:ext>
            </a:extLst>
          </p:cNvPr>
          <p:cNvSpPr/>
          <p:nvPr/>
        </p:nvSpPr>
        <p:spPr>
          <a:xfrm>
            <a:off x="4673271" y="4915034"/>
            <a:ext cx="1461407" cy="18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C6D0D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0/15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5" name="Text 59">
            <a:extLst>
              <a:ext uri="{FF2B5EF4-FFF2-40B4-BE49-F238E27FC236}">
                <a16:creationId xmlns:a16="http://schemas.microsoft.com/office/drawing/2014/main" id="{26F52AB8-2665-2A95-85DE-007A36F8CEE1}"/>
              </a:ext>
            </a:extLst>
          </p:cNvPr>
          <p:cNvSpPr/>
          <p:nvPr/>
        </p:nvSpPr>
        <p:spPr>
          <a:xfrm>
            <a:off x="4680214" y="5265114"/>
            <a:ext cx="1461407" cy="18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C6D0D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0/15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6" name="Text 59">
            <a:extLst>
              <a:ext uri="{FF2B5EF4-FFF2-40B4-BE49-F238E27FC236}">
                <a16:creationId xmlns:a16="http://schemas.microsoft.com/office/drawing/2014/main" id="{9E2F4269-F3EE-D2A0-0156-119624D39E18}"/>
              </a:ext>
            </a:extLst>
          </p:cNvPr>
          <p:cNvSpPr/>
          <p:nvPr/>
        </p:nvSpPr>
        <p:spPr>
          <a:xfrm>
            <a:off x="4686649" y="5564340"/>
            <a:ext cx="1461407" cy="18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C6D0DA"/>
                </a:solidFill>
                <a:effectLst/>
                <a:uLnTx/>
                <a:uFillTx/>
                <a:latin typeface="Arial" pitchFamily="34" charset="0"/>
                <a:ea typeface="Arial" pitchFamily="34" charset="-122"/>
                <a:cs typeface="Arial" pitchFamily="34" charset="-120"/>
              </a:rPr>
              <a:t>0/15</a:t>
            </a:r>
            <a:endParaRPr kumimoji="0" lang="en-US" sz="6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68" name="Shape 60">
            <a:extLst>
              <a:ext uri="{FF2B5EF4-FFF2-40B4-BE49-F238E27FC236}">
                <a16:creationId xmlns:a16="http://schemas.microsoft.com/office/drawing/2014/main" id="{24F14FF7-B312-C92D-0084-718BA74F7235}"/>
              </a:ext>
            </a:extLst>
          </p:cNvPr>
          <p:cNvSpPr/>
          <p:nvPr/>
        </p:nvSpPr>
        <p:spPr>
          <a:xfrm>
            <a:off x="780664" y="4856637"/>
            <a:ext cx="5140123" cy="0"/>
          </a:xfrm>
          <a:prstGeom prst="line">
            <a:avLst/>
          </a:prstGeom>
          <a:noFill/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69" name="Shape 60">
            <a:extLst>
              <a:ext uri="{FF2B5EF4-FFF2-40B4-BE49-F238E27FC236}">
                <a16:creationId xmlns:a16="http://schemas.microsoft.com/office/drawing/2014/main" id="{0087851F-C212-E609-8C57-F16AA667A35F}"/>
              </a:ext>
            </a:extLst>
          </p:cNvPr>
          <p:cNvSpPr/>
          <p:nvPr/>
        </p:nvSpPr>
        <p:spPr>
          <a:xfrm>
            <a:off x="788699" y="5200458"/>
            <a:ext cx="5140123" cy="0"/>
          </a:xfrm>
          <a:prstGeom prst="line">
            <a:avLst/>
          </a:prstGeom>
          <a:noFill/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70" name="Shape 60">
            <a:extLst>
              <a:ext uri="{FF2B5EF4-FFF2-40B4-BE49-F238E27FC236}">
                <a16:creationId xmlns:a16="http://schemas.microsoft.com/office/drawing/2014/main" id="{C6D61031-5266-7C14-7677-6C4B388E542A}"/>
              </a:ext>
            </a:extLst>
          </p:cNvPr>
          <p:cNvSpPr/>
          <p:nvPr/>
        </p:nvSpPr>
        <p:spPr>
          <a:xfrm>
            <a:off x="788699" y="5547275"/>
            <a:ext cx="5140123" cy="0"/>
          </a:xfrm>
          <a:prstGeom prst="line">
            <a:avLst/>
          </a:prstGeom>
          <a:noFill/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71" name="Shape 60">
            <a:extLst>
              <a:ext uri="{FF2B5EF4-FFF2-40B4-BE49-F238E27FC236}">
                <a16:creationId xmlns:a16="http://schemas.microsoft.com/office/drawing/2014/main" id="{D3DB16D0-AB2C-8F20-2218-77323759FF7F}"/>
              </a:ext>
            </a:extLst>
          </p:cNvPr>
          <p:cNvSpPr/>
          <p:nvPr/>
        </p:nvSpPr>
        <p:spPr>
          <a:xfrm>
            <a:off x="795222" y="5871418"/>
            <a:ext cx="5140123" cy="0"/>
          </a:xfrm>
          <a:prstGeom prst="line">
            <a:avLst/>
          </a:prstGeom>
          <a:noFill/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72" name="Shape 60">
            <a:extLst>
              <a:ext uri="{FF2B5EF4-FFF2-40B4-BE49-F238E27FC236}">
                <a16:creationId xmlns:a16="http://schemas.microsoft.com/office/drawing/2014/main" id="{95C0D7CB-14FF-989F-6E95-6E9D13ED3BD5}"/>
              </a:ext>
            </a:extLst>
          </p:cNvPr>
          <p:cNvSpPr/>
          <p:nvPr/>
        </p:nvSpPr>
        <p:spPr>
          <a:xfrm>
            <a:off x="790743" y="6192457"/>
            <a:ext cx="5140123" cy="0"/>
          </a:xfrm>
          <a:prstGeom prst="line">
            <a:avLst/>
          </a:prstGeom>
          <a:noFill/>
          <a:ln w="9525">
            <a:solidFill>
              <a:srgbClr val="D7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80" name="Oval 123">
            <a:extLst>
              <a:ext uri="{FF2B5EF4-FFF2-40B4-BE49-F238E27FC236}">
                <a16:creationId xmlns:a16="http://schemas.microsoft.com/office/drawing/2014/main" id="{B75B0F96-681D-160C-C43E-3A452AB3B712}"/>
              </a:ext>
            </a:extLst>
          </p:cNvPr>
          <p:cNvSpPr/>
          <p:nvPr/>
        </p:nvSpPr>
        <p:spPr>
          <a:xfrm>
            <a:off x="429493" y="4052865"/>
            <a:ext cx="277000" cy="269175"/>
          </a:xfrm>
          <a:prstGeom prst="ellipse">
            <a:avLst/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82" name="TextBox 46">
            <a:extLst>
              <a:ext uri="{FF2B5EF4-FFF2-40B4-BE49-F238E27FC236}">
                <a16:creationId xmlns:a16="http://schemas.microsoft.com/office/drawing/2014/main" id="{69190520-ECD0-76B7-6521-CA990C1D11A7}"/>
              </a:ext>
            </a:extLst>
          </p:cNvPr>
          <p:cNvSpPr txBox="1"/>
          <p:nvPr/>
        </p:nvSpPr>
        <p:spPr>
          <a:xfrm>
            <a:off x="391993" y="4072036"/>
            <a:ext cx="33813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♙</a:t>
            </a:r>
          </a:p>
        </p:txBody>
      </p:sp>
      <p:sp>
        <p:nvSpPr>
          <p:cNvPr id="784" name="Oval 123">
            <a:extLst>
              <a:ext uri="{FF2B5EF4-FFF2-40B4-BE49-F238E27FC236}">
                <a16:creationId xmlns:a16="http://schemas.microsoft.com/office/drawing/2014/main" id="{721EB8AD-DECE-58D7-4A7F-A8D7AE5AE7B0}"/>
              </a:ext>
            </a:extLst>
          </p:cNvPr>
          <p:cNvSpPr/>
          <p:nvPr/>
        </p:nvSpPr>
        <p:spPr>
          <a:xfrm>
            <a:off x="760070" y="1785653"/>
            <a:ext cx="277000" cy="269175"/>
          </a:xfrm>
          <a:prstGeom prst="ellipse">
            <a:avLst/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86" name="TextBox 46">
            <a:extLst>
              <a:ext uri="{FF2B5EF4-FFF2-40B4-BE49-F238E27FC236}">
                <a16:creationId xmlns:a16="http://schemas.microsoft.com/office/drawing/2014/main" id="{F6F35E4B-C80C-FFEC-E677-27FC6E758703}"/>
              </a:ext>
            </a:extLst>
          </p:cNvPr>
          <p:cNvSpPr txBox="1"/>
          <p:nvPr/>
        </p:nvSpPr>
        <p:spPr>
          <a:xfrm>
            <a:off x="722570" y="1804824"/>
            <a:ext cx="338134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♙</a:t>
            </a:r>
          </a:p>
        </p:txBody>
      </p:sp>
      <p:sp>
        <p:nvSpPr>
          <p:cNvPr id="788" name="Oval 123">
            <a:extLst>
              <a:ext uri="{FF2B5EF4-FFF2-40B4-BE49-F238E27FC236}">
                <a16:creationId xmlns:a16="http://schemas.microsoft.com/office/drawing/2014/main" id="{F26579AC-F807-54A4-EB33-4BA091E8A4C4}"/>
              </a:ext>
            </a:extLst>
          </p:cNvPr>
          <p:cNvSpPr/>
          <p:nvPr/>
        </p:nvSpPr>
        <p:spPr>
          <a:xfrm>
            <a:off x="775730" y="2359139"/>
            <a:ext cx="266753" cy="263906"/>
          </a:xfrm>
          <a:prstGeom prst="ellipse">
            <a:avLst/>
          </a:prstGeom>
          <a:solidFill>
            <a:srgbClr val="00304E"/>
          </a:solidFill>
          <a:ln>
            <a:solidFill>
              <a:srgbClr val="00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790" name="TextBox 102">
            <a:extLst>
              <a:ext uri="{FF2B5EF4-FFF2-40B4-BE49-F238E27FC236}">
                <a16:creationId xmlns:a16="http://schemas.microsoft.com/office/drawing/2014/main" id="{BD53D556-CDD2-BD7C-E2CD-31415D9B82E6}"/>
              </a:ext>
            </a:extLst>
          </p:cNvPr>
          <p:cNvSpPr txBox="1"/>
          <p:nvPr/>
        </p:nvSpPr>
        <p:spPr>
          <a:xfrm>
            <a:off x="749808" y="2367367"/>
            <a:ext cx="309873" cy="2112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▣</a:t>
            </a:r>
          </a:p>
        </p:txBody>
      </p:sp>
      <p:grpSp>
        <p:nvGrpSpPr>
          <p:cNvPr id="794" name="Agrupar 793">
            <a:extLst>
              <a:ext uri="{FF2B5EF4-FFF2-40B4-BE49-F238E27FC236}">
                <a16:creationId xmlns:a16="http://schemas.microsoft.com/office/drawing/2014/main" id="{B9EEF4E4-A544-1875-9559-89F0E85DB826}"/>
              </a:ext>
            </a:extLst>
          </p:cNvPr>
          <p:cNvGrpSpPr/>
          <p:nvPr/>
        </p:nvGrpSpPr>
        <p:grpSpPr>
          <a:xfrm>
            <a:off x="717635" y="2890607"/>
            <a:ext cx="365760" cy="269175"/>
            <a:chOff x="9256466" y="4030833"/>
            <a:chExt cx="365760" cy="269175"/>
          </a:xfrm>
        </p:grpSpPr>
        <p:sp>
          <p:nvSpPr>
            <p:cNvPr id="795" name="Oval 123">
              <a:extLst>
                <a:ext uri="{FF2B5EF4-FFF2-40B4-BE49-F238E27FC236}">
                  <a16:creationId xmlns:a16="http://schemas.microsoft.com/office/drawing/2014/main" id="{B3946F26-7595-3E56-F77B-AB5011109E78}"/>
                </a:ext>
              </a:extLst>
            </p:cNvPr>
            <p:cNvSpPr/>
            <p:nvPr/>
          </p:nvSpPr>
          <p:spPr>
            <a:xfrm>
              <a:off x="9303033" y="4030833"/>
              <a:ext cx="277000" cy="269175"/>
            </a:xfrm>
            <a:prstGeom prst="ellipse">
              <a:avLst/>
            </a:prstGeom>
            <a:solidFill>
              <a:srgbClr val="00304E"/>
            </a:solidFill>
            <a:ln>
              <a:solidFill>
                <a:srgbClr val="00304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6" name="TextBox 124">
              <a:extLst>
                <a:ext uri="{FF2B5EF4-FFF2-40B4-BE49-F238E27FC236}">
                  <a16:creationId xmlns:a16="http://schemas.microsoft.com/office/drawing/2014/main" id="{750B4267-567A-BB05-115E-AB310238985E}"/>
                </a:ext>
              </a:extLst>
            </p:cNvPr>
            <p:cNvSpPr txBox="1"/>
            <p:nvPr/>
          </p:nvSpPr>
          <p:spPr>
            <a:xfrm>
              <a:off x="9256466" y="4058393"/>
              <a:ext cx="36576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4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ova" panose="020B0504020202020204" pitchFamily="34" charset="0"/>
                  <a:ea typeface="+mn-ea"/>
                  <a:cs typeface="+mn-cs"/>
                </a:rPr>
                <a:t>♡</a:t>
              </a:r>
            </a:p>
          </p:txBody>
        </p:sp>
      </p:grpSp>
      <p:sp>
        <p:nvSpPr>
          <p:cNvPr id="798" name="TextBox 97">
            <a:extLst>
              <a:ext uri="{FF2B5EF4-FFF2-40B4-BE49-F238E27FC236}">
                <a16:creationId xmlns:a16="http://schemas.microsoft.com/office/drawing/2014/main" id="{976AC199-7E73-3FDA-7217-7A7DF0837F28}"/>
              </a:ext>
            </a:extLst>
          </p:cNvPr>
          <p:cNvSpPr txBox="1"/>
          <p:nvPr/>
        </p:nvSpPr>
        <p:spPr>
          <a:xfrm>
            <a:off x="790743" y="4715468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Sinto-me comprometimento com a implementação.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00" name="TextBox 97">
            <a:extLst>
              <a:ext uri="{FF2B5EF4-FFF2-40B4-BE49-F238E27FC236}">
                <a16:creationId xmlns:a16="http://schemas.microsoft.com/office/drawing/2014/main" id="{EFF0B221-642E-6F85-5470-56A579C37E43}"/>
              </a:ext>
            </a:extLst>
          </p:cNvPr>
          <p:cNvSpPr txBox="1"/>
          <p:nvPr/>
        </p:nvSpPr>
        <p:spPr>
          <a:xfrm>
            <a:off x="790743" y="5040453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Tenho clareza sobre papéis e processos.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04" name="TextBox 97">
            <a:extLst>
              <a:ext uri="{FF2B5EF4-FFF2-40B4-BE49-F238E27FC236}">
                <a16:creationId xmlns:a16="http://schemas.microsoft.com/office/drawing/2014/main" id="{34D4B372-AD66-7DF5-4F2C-621ECC220361}"/>
              </a:ext>
            </a:extLst>
          </p:cNvPr>
          <p:cNvSpPr txBox="1"/>
          <p:nvPr/>
        </p:nvSpPr>
        <p:spPr>
          <a:xfrm>
            <a:off x="790743" y="5387456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Consegui compreender o próposito da nova estrutura.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06" name="TextBox 97">
            <a:extLst>
              <a:ext uri="{FF2B5EF4-FFF2-40B4-BE49-F238E27FC236}">
                <a16:creationId xmlns:a16="http://schemas.microsoft.com/office/drawing/2014/main" id="{7F9EDCF1-5393-F8F3-E428-51651465F0A0}"/>
              </a:ext>
            </a:extLst>
          </p:cNvPr>
          <p:cNvSpPr txBox="1"/>
          <p:nvPr/>
        </p:nvSpPr>
        <p:spPr>
          <a:xfrm>
            <a:off x="785713" y="5727635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Tenho entendimento sobre como assumir a nova estrutura.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08" name="TextBox 97">
            <a:extLst>
              <a:ext uri="{FF2B5EF4-FFF2-40B4-BE49-F238E27FC236}">
                <a16:creationId xmlns:a16="http://schemas.microsoft.com/office/drawing/2014/main" id="{33940F81-9E78-FB83-8CEE-A470320EB656}"/>
              </a:ext>
            </a:extLst>
          </p:cNvPr>
          <p:cNvSpPr txBox="1"/>
          <p:nvPr/>
        </p:nvSpPr>
        <p:spPr>
          <a:xfrm>
            <a:off x="785541" y="6044277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Sinto-me mais preparado para aplicar o novo modelo.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10" name="TextBox 97">
            <a:extLst>
              <a:ext uri="{FF2B5EF4-FFF2-40B4-BE49-F238E27FC236}">
                <a16:creationId xmlns:a16="http://schemas.microsoft.com/office/drawing/2014/main" id="{DB86D773-BFDA-45A8-08A0-20FA27E63F79}"/>
              </a:ext>
            </a:extLst>
          </p:cNvPr>
          <p:cNvSpPr txBox="1"/>
          <p:nvPr/>
        </p:nvSpPr>
        <p:spPr>
          <a:xfrm>
            <a:off x="759968" y="6340518"/>
            <a:ext cx="2377440" cy="923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Tenho clareza sobre minha atuação como Lider no novo modelo.</a:t>
            </a:r>
            <a:endParaRPr kumimoji="0" sz="60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cxnSp>
        <p:nvCxnSpPr>
          <p:cNvPr id="818" name="Conector: Angulado 817">
            <a:extLst>
              <a:ext uri="{FF2B5EF4-FFF2-40B4-BE49-F238E27FC236}">
                <a16:creationId xmlns:a16="http://schemas.microsoft.com/office/drawing/2014/main" id="{BA8AD8D7-E448-6E35-0DA9-53AB566C45E1}"/>
              </a:ext>
            </a:extLst>
          </p:cNvPr>
          <p:cNvCxnSpPr>
            <a:stCxn id="15" idx="1"/>
            <a:endCxn id="364" idx="1"/>
          </p:cNvCxnSpPr>
          <p:nvPr/>
        </p:nvCxnSpPr>
        <p:spPr>
          <a:xfrm rot="10800000" flipH="1" flipV="1">
            <a:off x="457199" y="2459735"/>
            <a:ext cx="55061" cy="1292837"/>
          </a:xfrm>
          <a:prstGeom prst="bentConnector3">
            <a:avLst>
              <a:gd name="adj1" fmla="val -193749"/>
            </a:avLst>
          </a:prstGeom>
          <a:ln w="63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2" name="Rounded Rectangle 119">
            <a:extLst>
              <a:ext uri="{FF2B5EF4-FFF2-40B4-BE49-F238E27FC236}">
                <a16:creationId xmlns:a16="http://schemas.microsoft.com/office/drawing/2014/main" id="{4B02CD6C-515D-C5F1-0ABE-C1A0FF497240}"/>
              </a:ext>
            </a:extLst>
          </p:cNvPr>
          <p:cNvSpPr/>
          <p:nvPr/>
        </p:nvSpPr>
        <p:spPr>
          <a:xfrm>
            <a:off x="6519672" y="6111555"/>
            <a:ext cx="5265928" cy="580899"/>
          </a:xfrm>
          <a:prstGeom prst="roundRect">
            <a:avLst>
              <a:gd name="adj" fmla="val 8000"/>
            </a:avLst>
          </a:prstGeom>
          <a:solidFill>
            <a:srgbClr val="F1F6FA"/>
          </a:solidFill>
          <a:ln w="8890">
            <a:solidFill>
              <a:srgbClr val="F1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50" b="0" i="0" u="none" strike="noStrike" kern="120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Os resultados apontam oportunidades para reforçar a </a:t>
            </a:r>
            <a:r>
              <a:rPr kumimoji="0" lang="pt-BR" sz="1150" b="1" i="0" u="none" strike="noStrike" kern="120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clareza da atuação das lideranças </a:t>
            </a:r>
            <a:r>
              <a:rPr kumimoji="0" lang="pt-BR" sz="1150" b="0" i="0" u="none" strike="noStrike" kern="120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e</a:t>
            </a:r>
            <a:r>
              <a:rPr kumimoji="0" lang="pt-BR" sz="1150" b="1" i="0" u="none" strike="noStrike" kern="1200" cap="none" spc="0" normalizeH="0" baseline="0" noProof="0">
                <a:ln>
                  <a:noFill/>
                </a:ln>
                <a:solidFill>
                  <a:srgbClr val="002B49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 acelerar a aplicação prática do modelo pelas gerências.</a:t>
            </a:r>
            <a:endParaRPr kumimoji="0" sz="1150" b="1" i="0" u="none" strike="noStrike" kern="1200" cap="none" spc="0" normalizeH="0" baseline="0" noProof="0">
              <a:ln>
                <a:noFill/>
              </a:ln>
              <a:solidFill>
                <a:srgbClr val="002B49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824" name="TextBox 104">
            <a:extLst>
              <a:ext uri="{FF2B5EF4-FFF2-40B4-BE49-F238E27FC236}">
                <a16:creationId xmlns:a16="http://schemas.microsoft.com/office/drawing/2014/main" id="{5C196EEB-A5F3-C0F8-342A-4D4CAB8B4568}"/>
              </a:ext>
            </a:extLst>
          </p:cNvPr>
          <p:cNvSpPr txBox="1"/>
          <p:nvPr/>
        </p:nvSpPr>
        <p:spPr>
          <a:xfrm>
            <a:off x="780664" y="4226511"/>
            <a:ext cx="2014178" cy="11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>
                <a:ln>
                  <a:noFill/>
                </a:ln>
                <a:solidFill>
                  <a:srgbClr val="5B6978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t>Percepções</a:t>
            </a:r>
            <a:endParaRPr kumimoji="0" sz="720" b="0" i="0" u="none" strike="noStrike" kern="1200" cap="none" spc="0" normalizeH="0" baseline="0" noProof="0">
              <a:ln>
                <a:noFill/>
              </a:ln>
              <a:solidFill>
                <a:srgbClr val="5B6978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81625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AB613EA-D93A-C831-50BA-B0E7FF476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6AA6E630-BAE7-9D69-B16F-896F1B9C3E0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AA6E630-BAE7-9D69-B16F-896F1B9C3E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FD906B-FF41-1602-6064-29799E7F30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2B1B8D-5F92-2042-0230-15FCC610A1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4C922B07-4ED4-EEB3-EA4E-23BECFDD93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210913"/>
              </p:ext>
            </p:extLst>
          </p:nvPr>
        </p:nvGraphicFramePr>
        <p:xfrm>
          <a:off x="163630" y="1825680"/>
          <a:ext cx="11685471" cy="361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28/08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do time para participação das trilhas de Capacitação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Compartilhamento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cronograma da trilha de capacitação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de forma antecipada.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Gravação, edição e disponibilização dos treinamentos de forma online.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Sensibilização da importância dos treinamentos pelos gestores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30/09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0AF14DB-AB3B-75ED-1C72-065C212AF641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22969860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396C15E-45B1-96B6-6FE0-689C6A16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06442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74529A34-219E-1890-F98A-FD30EA891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2AD4D82-4D0A-3122-8093-510FEB2B99D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AD4D82-4D0A-3122-8093-510FEB2B99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F9F80C5F-4696-5453-2C76-0813190CB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0520F3-00B4-A52D-5324-F9FD678C07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3B160F-7632-F91A-176A-C74344C6651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12 de Agosto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4EF6554C-E548-AA9F-E211-5D8C67900695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8BC2BA55-3130-F797-3DE6-CAE33F88E285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F7493FA2-93CE-B6ED-3DE1-59CB02C9B7BA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F9B650-04DC-B9A5-B1F8-62109F9F51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59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C6ACB2AC-6B74-CC3F-A5DF-774ABBF23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C9E3FAE4-14DC-C0B8-BB5D-091A1D6BD48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B6220206-42B5-918E-07D4-DB1C71D903D4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Gestor</a:t>
            </a:r>
          </a:p>
        </p:txBody>
      </p:sp>
    </p:spTree>
    <p:extLst>
      <p:ext uri="{BB962C8B-B14F-4D97-AF65-F5344CB8AC3E}">
        <p14:creationId xmlns:p14="http://schemas.microsoft.com/office/powerpoint/2010/main" val="40841663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F1B3380-31EB-86A8-C11C-0C93C6486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8B7CA43F-3348-E600-2EF5-073D78D08EE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7CA43F-3348-E600-2EF5-073D78D08E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7C30C4-2B1E-E999-A8B6-29251105AD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8F33A4C-E595-D09E-B18F-74BB9CDAD30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2EC9DEB2-ECAF-4286-117F-289810A9FBB5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6AF42FC-64F6-F7B8-CE20-891F42D2008C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735E705B-0EB8-C685-BA7A-0F03BE6528F7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C56BFB4F-CEED-85C4-2409-3DD47BDFA50B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F59635C2-114E-BEF3-40C0-A33ADA957F10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777570CC-19F4-A797-64AB-0D8B3FC93748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7AA817B1-89F9-FD40-6640-E2254BDF30FB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9E54FBC4-303F-CF27-4384-F5C9626C0720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2C38720A-6878-D4B5-922F-86FC5BE759BA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9A513222-500E-31BB-4A61-A1EFF75C199C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837DC078-FF79-43E6-F9C7-03398FF857E3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B0C72097-ABEC-7EF9-40A5-395B28A6284A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54209E6A-7EF3-83B0-3EBA-CD1908933DA5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705D4700-872D-A678-0214-5E19A7B1A4CD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C0D2E072-A1BD-6A8D-539B-FBFFD849731F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DA78D52F-F49F-6E1C-D33E-4E01D334243C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A32DA0B1-A7FB-9B74-B28F-B89416BEBF04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DA11B52C-1354-93F9-3DEE-6F6DA04C334D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44CE2DAE-18A8-99CE-1224-1FB6655C66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47036E8B-60D2-B014-D2B2-D487FF79D4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37756A1D-EA87-6A7B-AAF4-E8CCD7DA7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0E8C6E3D-9ACB-D66E-A7E3-10CAABD969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D2CD1ADA-5F5B-FC62-4DA7-9D5D58210D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4D8F8F62-1EF8-5809-2A94-B14493AA89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7F0DDD3C-ED71-7F7E-2852-0082EBA288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52A9160C-64D7-1FC5-315F-E7311EB340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8A6D7376-2322-0E4B-F67E-4FB521CB9E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2126B46D-6B86-EB3D-52C9-709D6E4AF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5456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EFE7B5-0015-9507-3D14-18C6DBC2F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3476C99F-13CD-7DE0-D28A-3430F6FFE5F6}"/>
              </a:ext>
            </a:extLst>
          </p:cNvPr>
          <p:cNvGraphicFramePr>
            <a:graphicFrameLocks noGrp="1"/>
          </p:cNvGraphicFramePr>
          <p:nvPr/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75E3ACA3-59EA-F6D0-0134-46846A0CD6F2}"/>
              </a:ext>
            </a:extLst>
          </p:cNvPr>
          <p:cNvSpPr/>
          <p:nvPr/>
        </p:nvSpPr>
        <p:spPr bwMode="auto">
          <a:xfrm>
            <a:off x="4566467" y="3493536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F075CC30-AA6D-5B7B-C0F1-BB1E46B6E10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75CC30-AA6D-5B7B-C0F1-BB1E46B6E1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810B6-026D-5DAA-967B-5765406FE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7288D2-7E3D-941E-AD42-D7F1151C27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33EF2B-F845-6BEA-4911-C54ED63D51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F26502-0B13-5B08-8C57-30E14A1041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48F136-8937-C59B-7CB7-E517FB26B34B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300E09-A17F-D0CA-B98A-F61BC1BC59EE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A18435-FB26-63C9-DABD-BFDDBDA1AF09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C5949E55-489B-8FCA-D733-01D28434C4DD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A188317F-EA94-CA3D-0F59-F1B23B3B97B3}"/>
              </a:ext>
            </a:extLst>
          </p:cNvPr>
          <p:cNvSpPr/>
          <p:nvPr/>
        </p:nvSpPr>
        <p:spPr bwMode="auto">
          <a:xfrm>
            <a:off x="6460964" y="4540967"/>
            <a:ext cx="81359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526224EE-FA7A-3B79-7F93-2756931C9086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9788D00D-2974-AD99-E460-A5BB9C98E478}"/>
              </a:ext>
            </a:extLst>
          </p:cNvPr>
          <p:cNvSpPr/>
          <p:nvPr/>
        </p:nvSpPr>
        <p:spPr bwMode="auto">
          <a:xfrm>
            <a:off x="4566466" y="2978087"/>
            <a:ext cx="201168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BFF5FCB9-179C-5348-D520-7D09C9404845}"/>
              </a:ext>
            </a:extLst>
          </p:cNvPr>
          <p:cNvSpPr/>
          <p:nvPr/>
        </p:nvSpPr>
        <p:spPr bwMode="auto">
          <a:xfrm>
            <a:off x="4749831" y="5981643"/>
            <a:ext cx="512287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5199E58-7399-E249-6556-9F16181C0BDF}"/>
              </a:ext>
            </a:extLst>
          </p:cNvPr>
          <p:cNvSpPr/>
          <p:nvPr/>
        </p:nvSpPr>
        <p:spPr bwMode="auto">
          <a:xfrm>
            <a:off x="4566467" y="243099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2CF80DF8-6BB7-C745-6E1B-7C4E61FDB347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AF548F33-D532-4ED6-C38B-F7680393A903}"/>
              </a:ext>
            </a:extLst>
          </p:cNvPr>
          <p:cNvSpPr/>
          <p:nvPr/>
        </p:nvSpPr>
        <p:spPr bwMode="auto">
          <a:xfrm>
            <a:off x="7274560" y="5030262"/>
            <a:ext cx="194055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4A2778F5-EA83-15B6-530A-416ED16C2ED4}"/>
              </a:ext>
            </a:extLst>
          </p:cNvPr>
          <p:cNvGrpSpPr/>
          <p:nvPr/>
        </p:nvGrpSpPr>
        <p:grpSpPr>
          <a:xfrm>
            <a:off x="5983445" y="1693945"/>
            <a:ext cx="883575" cy="5096827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F607702D-B501-A5CF-DA2B-D92FCA7D7841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FECA5BEA-68BD-4030-CE38-5BCB392C8C31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5350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C96038D-CCC6-4495-7B64-81EDE4B7C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D926D2D8-9DE8-0C08-8131-0FB589B06DA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6D2D8-9DE8-0C08-8131-0FB589B06D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626812-9DF4-253C-E249-31CF619F59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200729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9C6CDC-B4A9-DB3D-96AE-4E2F1CA4B1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9852F0-5F31-2C52-8550-57B751DB261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DB7377B-4875-9B7B-481C-FC6DFF0CC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149579"/>
              </p:ext>
            </p:extLst>
          </p:nvPr>
        </p:nvGraphicFramePr>
        <p:xfrm>
          <a:off x="469562" y="1174685"/>
          <a:ext cx="11251288" cy="49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32000">
                <a:tc rowSpan="6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Realização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workshop de </a:t>
                      </a:r>
                      <a:r>
                        <a:rPr lang="pt-BR" sz="1200" b="0" kern="1200" noProof="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e apropriação do escopo, processos e integrações das Gerencias e Comunidades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04 e 05/08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Realizado com os gerentes, líderes e pontos focais FE e DTA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Consolidação das adequações capturadas no workshop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11/08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Disponibilizado no diretório do Teams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370628"/>
                  </a:ext>
                </a:extLst>
              </a:tr>
              <a:tr h="61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Reunião de alinhamento com a FEG para definição de atividades que serão executadas com suporte da A&amp;M (ex. fóruns, detalhamento de processos e ferramentas).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12/08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Plano de ação consolidado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Reunião de entendimento das melhores práticas de Gestão de Projetos, Governança e ferramentas de suporte com a DTA - AGG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Entendimento das melhores práticas e plano de ação para implantação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Elaboração do plano de realocação dos processos herdados de outras áreas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Elaboração do material de treinamento sobre o Modelo de Operação e Papeis e Responsabilidades 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19/08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95870"/>
                  </a:ext>
                </a:extLst>
              </a:tr>
              <a:tr h="396000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Estruturação do cronograma e trilha de capacitação (Agenda, Conteúdo, Atividade de Fixação, Indicadores)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12/08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Validação interna e envio do calendário de treinamentos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32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Revisão e atualização do site do Maestro no Sou + considerando a etapa de Operação Assistida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Reunião de Alinhamento com a CSI agendada para 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Monitoramento das respostas do formulário de feedback e preparação da análise consolidada (WS Modelo de Atuação Gerências)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Prazo final de retorno 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17279"/>
                  </a:ext>
                </a:extLst>
              </a:tr>
              <a:tr h="396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Setup e Ativação da Rede de Influenciadores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19/08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Aguardando validação das Gerências, prazo estipulado de retorno 12/08.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C5D0140-267B-E238-20BB-2DE160487E5B}"/>
              </a:ext>
            </a:extLst>
          </p:cNvPr>
          <p:cNvSpPr/>
          <p:nvPr/>
        </p:nvSpPr>
        <p:spPr>
          <a:xfrm>
            <a:off x="6794501" y="6118930"/>
            <a:ext cx="4799706" cy="4699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DAEEB03-1CF4-62B1-09D8-D869C2898D8B}"/>
              </a:ext>
            </a:extLst>
          </p:cNvPr>
          <p:cNvGrpSpPr/>
          <p:nvPr/>
        </p:nvGrpSpPr>
        <p:grpSpPr>
          <a:xfrm>
            <a:off x="8685910" y="6249980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A9BA06A-FABB-FCC5-0CB8-A0DCC4CFFD2E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349C240C-31A3-B8FD-FC2D-7802F4A604F8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6AD5C60F-6532-846A-487C-CC1B2924B5C9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6F6BF0F-5622-FAF9-9106-B26E68A55B8C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38BA247-8C93-CB8F-401B-6A7EB215E616}"/>
              </a:ext>
            </a:extLst>
          </p:cNvPr>
          <p:cNvGrpSpPr/>
          <p:nvPr/>
        </p:nvGrpSpPr>
        <p:grpSpPr>
          <a:xfrm>
            <a:off x="10748263" y="6249980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AACFC48F-9881-1D62-208D-5AC5F00C821D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28294E9-6702-1EDD-9ABD-EFF423079938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2508E5C-D3BA-8C6A-F2D3-450624A5A679}"/>
              </a:ext>
            </a:extLst>
          </p:cNvPr>
          <p:cNvGrpSpPr/>
          <p:nvPr/>
        </p:nvGrpSpPr>
        <p:grpSpPr>
          <a:xfrm>
            <a:off x="9838283" y="6249980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E1992D7-302D-92BB-57F3-B85A00E45C98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D0A6C5E-D76A-39E3-C1AA-898F1CE46243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FA441E21-E065-76EF-6FC3-D4F8F5A4CBF1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BA8883-C075-3FEF-DB48-97116664E82C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72B09E90-E640-A642-2D30-654C66C3236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841451" y="6250695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94EEEC0-C19D-D4F9-B285-72166ED4F8C1}"/>
              </a:ext>
            </a:extLst>
          </p:cNvPr>
          <p:cNvGrpSpPr/>
          <p:nvPr/>
        </p:nvGrpSpPr>
        <p:grpSpPr>
          <a:xfrm>
            <a:off x="8062186" y="3063936"/>
            <a:ext cx="183822" cy="187325"/>
            <a:chOff x="2336800" y="6319552"/>
            <a:chExt cx="187325" cy="18732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67D4E93-CFBB-9CB4-8F30-5A1911D291F3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69FF21FA-EF83-84E6-FE7E-3FA6379FDEE1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65D3E42-EE64-A2A2-FA9A-4A59D5F4BFC0}"/>
              </a:ext>
            </a:extLst>
          </p:cNvPr>
          <p:cNvGrpSpPr/>
          <p:nvPr/>
        </p:nvGrpSpPr>
        <p:grpSpPr>
          <a:xfrm>
            <a:off x="8062186" y="3930236"/>
            <a:ext cx="183822" cy="187325"/>
            <a:chOff x="2336800" y="6319552"/>
            <a:chExt cx="187325" cy="18732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18256F1-4F49-21A8-5EC1-961F7F1FB4AF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EC2E0F24-F52E-99C4-0E01-C30E06429A3C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E01D2E31-D976-FD2D-9FAE-510B128A76F6}"/>
              </a:ext>
            </a:extLst>
          </p:cNvPr>
          <p:cNvSpPr/>
          <p:nvPr/>
        </p:nvSpPr>
        <p:spPr bwMode="auto">
          <a:xfrm>
            <a:off x="8060435" y="1576487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953228F-9FA6-E26B-C23C-4AFBDD5B0880}"/>
              </a:ext>
            </a:extLst>
          </p:cNvPr>
          <p:cNvGrpSpPr/>
          <p:nvPr/>
        </p:nvGrpSpPr>
        <p:grpSpPr>
          <a:xfrm>
            <a:off x="7606178" y="6249980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A242B53-4CA8-EB7D-2D04-0D7325F2FD15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F77D574-6907-769B-DF60-730D279C6D64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grpSp>
        <p:nvGrpSpPr>
          <p:cNvPr id="29" name="Group 16">
            <a:extLst>
              <a:ext uri="{FF2B5EF4-FFF2-40B4-BE49-F238E27FC236}">
                <a16:creationId xmlns:a16="http://schemas.microsoft.com/office/drawing/2014/main" id="{789CE74B-AA9A-D6A4-B354-74CCB98866D0}"/>
              </a:ext>
            </a:extLst>
          </p:cNvPr>
          <p:cNvGrpSpPr/>
          <p:nvPr/>
        </p:nvGrpSpPr>
        <p:grpSpPr>
          <a:xfrm>
            <a:off x="8062186" y="3507543"/>
            <a:ext cx="183822" cy="187325"/>
            <a:chOff x="2336800" y="6319552"/>
            <a:chExt cx="187325" cy="187325"/>
          </a:xfrm>
        </p:grpSpPr>
        <p:sp>
          <p:nvSpPr>
            <p:cNvPr id="38" name="Oval 22">
              <a:extLst>
                <a:ext uri="{FF2B5EF4-FFF2-40B4-BE49-F238E27FC236}">
                  <a16:creationId xmlns:a16="http://schemas.microsoft.com/office/drawing/2014/main" id="{220C44CE-44EF-1CEA-72A5-71A786605178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9" name="Arc 24">
              <a:extLst>
                <a:ext uri="{FF2B5EF4-FFF2-40B4-BE49-F238E27FC236}">
                  <a16:creationId xmlns:a16="http://schemas.microsoft.com/office/drawing/2014/main" id="{3C1FAA90-EF0E-DECC-D475-675BC266234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4" name="Group 41">
            <a:extLst>
              <a:ext uri="{FF2B5EF4-FFF2-40B4-BE49-F238E27FC236}">
                <a16:creationId xmlns:a16="http://schemas.microsoft.com/office/drawing/2014/main" id="{49D4EB81-5FC6-74EB-ED2E-29A09A82B59C}"/>
              </a:ext>
            </a:extLst>
          </p:cNvPr>
          <p:cNvGrpSpPr/>
          <p:nvPr/>
        </p:nvGrpSpPr>
        <p:grpSpPr>
          <a:xfrm>
            <a:off x="8060435" y="4830334"/>
            <a:ext cx="183822" cy="187325"/>
            <a:chOff x="2336800" y="6319552"/>
            <a:chExt cx="187325" cy="187325"/>
          </a:xfrm>
        </p:grpSpPr>
        <p:sp>
          <p:nvSpPr>
            <p:cNvPr id="24" name="Oval 42">
              <a:extLst>
                <a:ext uri="{FF2B5EF4-FFF2-40B4-BE49-F238E27FC236}">
                  <a16:creationId xmlns:a16="http://schemas.microsoft.com/office/drawing/2014/main" id="{D62510C7-F96E-597E-DF25-4D73461A30FD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6" name="Arc 43">
              <a:extLst>
                <a:ext uri="{FF2B5EF4-FFF2-40B4-BE49-F238E27FC236}">
                  <a16:creationId xmlns:a16="http://schemas.microsoft.com/office/drawing/2014/main" id="{C0D1826E-6F2B-C8C3-EE3B-E47001B34C2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8" name="Group 41">
            <a:extLst>
              <a:ext uri="{FF2B5EF4-FFF2-40B4-BE49-F238E27FC236}">
                <a16:creationId xmlns:a16="http://schemas.microsoft.com/office/drawing/2014/main" id="{9DD86CA6-FF26-8A1E-42B0-93DC10BAF75E}"/>
              </a:ext>
            </a:extLst>
          </p:cNvPr>
          <p:cNvGrpSpPr/>
          <p:nvPr/>
        </p:nvGrpSpPr>
        <p:grpSpPr>
          <a:xfrm>
            <a:off x="8060435" y="5326368"/>
            <a:ext cx="183822" cy="187325"/>
            <a:chOff x="2336800" y="6319552"/>
            <a:chExt cx="187325" cy="187325"/>
          </a:xfrm>
        </p:grpSpPr>
        <p:sp>
          <p:nvSpPr>
            <p:cNvPr id="30" name="Oval 42">
              <a:extLst>
                <a:ext uri="{FF2B5EF4-FFF2-40B4-BE49-F238E27FC236}">
                  <a16:creationId xmlns:a16="http://schemas.microsoft.com/office/drawing/2014/main" id="{1E92BAFB-7810-C53D-1242-EBCD01514E12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4" name="Arc 43">
              <a:extLst>
                <a:ext uri="{FF2B5EF4-FFF2-40B4-BE49-F238E27FC236}">
                  <a16:creationId xmlns:a16="http://schemas.microsoft.com/office/drawing/2014/main" id="{EC5ACBD0-66AF-74CC-118C-8FB2115267B3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36" name="Group 16">
            <a:extLst>
              <a:ext uri="{FF2B5EF4-FFF2-40B4-BE49-F238E27FC236}">
                <a16:creationId xmlns:a16="http://schemas.microsoft.com/office/drawing/2014/main" id="{F439F156-D37B-8988-508D-A99AB551AD78}"/>
              </a:ext>
            </a:extLst>
          </p:cNvPr>
          <p:cNvGrpSpPr/>
          <p:nvPr/>
        </p:nvGrpSpPr>
        <p:grpSpPr>
          <a:xfrm>
            <a:off x="8062186" y="2523736"/>
            <a:ext cx="183822" cy="187325"/>
            <a:chOff x="2336800" y="6319552"/>
            <a:chExt cx="187325" cy="187325"/>
          </a:xfrm>
        </p:grpSpPr>
        <p:sp>
          <p:nvSpPr>
            <p:cNvPr id="40" name="Oval 22">
              <a:extLst>
                <a:ext uri="{FF2B5EF4-FFF2-40B4-BE49-F238E27FC236}">
                  <a16:creationId xmlns:a16="http://schemas.microsoft.com/office/drawing/2014/main" id="{4BB479A8-89ED-3CDB-4ECD-8569CF604135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2" name="Arc 24">
              <a:extLst>
                <a:ext uri="{FF2B5EF4-FFF2-40B4-BE49-F238E27FC236}">
                  <a16:creationId xmlns:a16="http://schemas.microsoft.com/office/drawing/2014/main" id="{94D7B8EA-B1B5-9DB3-70E9-ADA073B65A6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3" name="Group 41">
            <a:extLst>
              <a:ext uri="{FF2B5EF4-FFF2-40B4-BE49-F238E27FC236}">
                <a16:creationId xmlns:a16="http://schemas.microsoft.com/office/drawing/2014/main" id="{72799D06-965C-8D16-3465-98831533E6EB}"/>
              </a:ext>
            </a:extLst>
          </p:cNvPr>
          <p:cNvGrpSpPr/>
          <p:nvPr/>
        </p:nvGrpSpPr>
        <p:grpSpPr>
          <a:xfrm>
            <a:off x="8060435" y="5766470"/>
            <a:ext cx="183822" cy="187325"/>
            <a:chOff x="2336800" y="6319552"/>
            <a:chExt cx="187325" cy="187325"/>
          </a:xfrm>
        </p:grpSpPr>
        <p:sp>
          <p:nvSpPr>
            <p:cNvPr id="44" name="Oval 42">
              <a:extLst>
                <a:ext uri="{FF2B5EF4-FFF2-40B4-BE49-F238E27FC236}">
                  <a16:creationId xmlns:a16="http://schemas.microsoft.com/office/drawing/2014/main" id="{899C30FC-E7B8-DBD8-8CE3-53AED8E03A1E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0" name="Arc 43">
              <a:extLst>
                <a:ext uri="{FF2B5EF4-FFF2-40B4-BE49-F238E27FC236}">
                  <a16:creationId xmlns:a16="http://schemas.microsoft.com/office/drawing/2014/main" id="{86D76210-8616-8465-C470-87FA75FB41C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51" name="Oval 34">
            <a:extLst>
              <a:ext uri="{FF2B5EF4-FFF2-40B4-BE49-F238E27FC236}">
                <a16:creationId xmlns:a16="http://schemas.microsoft.com/office/drawing/2014/main" id="{C86B0BFE-4E47-7A52-A2AF-194B2D8F9A21}"/>
              </a:ext>
            </a:extLst>
          </p:cNvPr>
          <p:cNvSpPr/>
          <p:nvPr/>
        </p:nvSpPr>
        <p:spPr bwMode="auto">
          <a:xfrm>
            <a:off x="8060435" y="2025292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Oval 34">
            <a:extLst>
              <a:ext uri="{FF2B5EF4-FFF2-40B4-BE49-F238E27FC236}">
                <a16:creationId xmlns:a16="http://schemas.microsoft.com/office/drawing/2014/main" id="{12C0A83E-5C94-6302-C743-5CED4315C540}"/>
              </a:ext>
            </a:extLst>
          </p:cNvPr>
          <p:cNvSpPr/>
          <p:nvPr/>
        </p:nvSpPr>
        <p:spPr bwMode="auto">
          <a:xfrm>
            <a:off x="8059536" y="4382280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941398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8BF847-5CCA-8BF3-1491-9E9836E9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722D9EB8-BB84-2CBC-40F3-BECBF3C5639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2D9EB8-BB84-2CBC-40F3-BECBF3C563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083D3C-3B3D-49EA-06EB-F63B93F54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01C70A-E26E-5448-1CBB-B145C63206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BD7F5876-20A2-C9D1-5ABD-AF00C172650A}"/>
              </a:ext>
            </a:extLst>
          </p:cNvPr>
          <p:cNvGraphicFramePr>
            <a:graphicFrameLocks noGrp="1"/>
          </p:cNvGraphicFramePr>
          <p:nvPr/>
        </p:nvGraphicFramePr>
        <p:xfrm>
          <a:off x="163630" y="1825680"/>
          <a:ext cx="11685471" cy="3059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limitada de gestores e líderes de Comunidade (ex.: férias) podendo gerar impacto no cronograma e limitar a apropriação do modelo organizacional.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Fechado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Planejamento do workshop considerando data que assegure a participação das lideranças críticas.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8CEB6B6-5D53-0F80-902C-685B762C7E6E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38851586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688C41-9D07-172A-5927-DD6B96E53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30253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BA62A2-83E7-FE25-4B37-234B9EB5A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tângulo: Cantos Arredondados 79">
            <a:extLst>
              <a:ext uri="{FF2B5EF4-FFF2-40B4-BE49-F238E27FC236}">
                <a16:creationId xmlns:a16="http://schemas.microsoft.com/office/drawing/2014/main" id="{5736F8B2-0598-D587-D6E8-84604D9ED2F3}"/>
              </a:ext>
            </a:extLst>
          </p:cNvPr>
          <p:cNvSpPr/>
          <p:nvPr/>
        </p:nvSpPr>
        <p:spPr bwMode="auto">
          <a:xfrm>
            <a:off x="304800" y="1731695"/>
            <a:ext cx="987552" cy="3160885"/>
          </a:xfrm>
          <a:prstGeom prst="roundRect">
            <a:avLst/>
          </a:prstGeom>
          <a:solidFill>
            <a:srgbClr val="2E9E8A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900" b="1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TRANSVERSAL A TODASAS COMUNIDADES</a:t>
            </a:r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5755A7CC-C548-0B28-88C5-11E917B1CF5E}"/>
              </a:ext>
            </a:extLst>
          </p:cNvPr>
          <p:cNvSpPr/>
          <p:nvPr/>
        </p:nvSpPr>
        <p:spPr bwMode="auto">
          <a:xfrm>
            <a:off x="304800" y="5114925"/>
            <a:ext cx="987552" cy="1568005"/>
          </a:xfrm>
          <a:prstGeom prst="roundRect">
            <a:avLst/>
          </a:prstGeom>
          <a:solidFill>
            <a:srgbClr val="2E9E8A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r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1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INDIVIDUAL A CADA COMUNIDADE OU SQUAD</a:t>
            </a:r>
          </a:p>
        </p:txBody>
      </p:sp>
      <p:graphicFrame>
        <p:nvGraphicFramePr>
          <p:cNvPr id="30" name="think-cell data - do not delete" hidden="1">
            <a:extLst>
              <a:ext uri="{FF2B5EF4-FFF2-40B4-BE49-F238E27FC236}">
                <a16:creationId xmlns:a16="http://schemas.microsoft.com/office/drawing/2014/main" id="{25E59E2A-C0CE-BD03-860B-EBEAEE3124F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3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E59E2A-C0CE-BD03-860B-EBEAEE3124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B290AF3D-63B9-AB60-8708-45A67CD4C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584150"/>
              </p:ext>
            </p:extLst>
          </p:nvPr>
        </p:nvGraphicFramePr>
        <p:xfrm>
          <a:off x="722376" y="1442701"/>
          <a:ext cx="11008272" cy="5303837"/>
        </p:xfrm>
        <a:graphic>
          <a:graphicData uri="http://schemas.openxmlformats.org/drawingml/2006/table">
            <a:tbl>
              <a:tblPr/>
              <a:tblGrid>
                <a:gridCol w="1887474">
                  <a:extLst>
                    <a:ext uri="{9D8B030D-6E8A-4147-A177-3AD203B41FA5}">
                      <a16:colId xmlns:a16="http://schemas.microsoft.com/office/drawing/2014/main" val="20336024"/>
                    </a:ext>
                  </a:extLst>
                </a:gridCol>
                <a:gridCol w="3829050">
                  <a:extLst>
                    <a:ext uri="{9D8B030D-6E8A-4147-A177-3AD203B41FA5}">
                      <a16:colId xmlns:a16="http://schemas.microsoft.com/office/drawing/2014/main" val="3608783930"/>
                    </a:ext>
                  </a:extLst>
                </a:gridCol>
                <a:gridCol w="2862492">
                  <a:extLst>
                    <a:ext uri="{9D8B030D-6E8A-4147-A177-3AD203B41FA5}">
                      <a16:colId xmlns:a16="http://schemas.microsoft.com/office/drawing/2014/main" val="425703345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3076912681"/>
                    </a:ext>
                  </a:extLst>
                </a:gridCol>
                <a:gridCol w="1324356">
                  <a:extLst>
                    <a:ext uri="{9D8B030D-6E8A-4147-A177-3AD203B41FA5}">
                      <a16:colId xmlns:a16="http://schemas.microsoft.com/office/drawing/2014/main" val="2082815864"/>
                    </a:ext>
                  </a:extLst>
                </a:gridCol>
              </a:tblGrid>
              <a:tr h="215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rial Nova Cond" panose="020B0506020202020204" pitchFamily="34" charset="0"/>
                        </a:rPr>
                        <a:t>Fórum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rial Nova Cond" panose="020B0506020202020204" pitchFamily="34" charset="0"/>
                        </a:rPr>
                        <a:t>Propósito</a:t>
                      </a:r>
                    </a:p>
                  </a:txBody>
                  <a:tcPr marL="5810" marR="5810" marT="581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rial Nova Cond" panose="020B0506020202020204" pitchFamily="34" charset="0"/>
                        </a:rPr>
                        <a:t>Participantes</a:t>
                      </a:r>
                    </a:p>
                  </a:txBody>
                  <a:tcPr marL="5810" marR="5810" marT="581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rial Nova Cond" panose="020B0506020202020204" pitchFamily="34" charset="0"/>
                        </a:rPr>
                        <a:t>Responsável</a:t>
                      </a:r>
                    </a:p>
                  </a:txBody>
                  <a:tcPr marL="5810" marR="5810" marT="581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Arial Nova Cond" panose="020B0506020202020204" pitchFamily="34" charset="0"/>
                        </a:rPr>
                        <a:t>Cadência padrão</a:t>
                      </a:r>
                    </a:p>
                  </a:txBody>
                  <a:tcPr marL="5810" marR="5810" marT="581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571574"/>
                  </a:ext>
                </a:extLst>
              </a:tr>
              <a:tr h="8571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PLANEJAMENTO E EVOLUÇÃO DAS FERRAMENTAS ELETROENERGÉTICAS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Consolidação dos planos de trabalho, roadmap integrado, priorizações, dependências, capacidade e diretrizes técnicas.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DIRETORIA DPL</a:t>
                      </a:r>
                    </a:p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 ASS. EXECUTIVO DTA</a:t>
                      </a:r>
                    </a:p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GESTORES DPL, RS/IT/AG E PR/PD</a:t>
                      </a:r>
                    </a:p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LÍDERES DAS COMUNIDADES DE ENTREGA E TÉCNICA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 err="1">
                          <a:solidFill>
                            <a:srgbClr val="595959"/>
                          </a:solidFill>
                          <a:effectLst/>
                          <a:latin typeface="Arial Nova Cond Light"/>
                          <a:ea typeface="+mn-ea"/>
                          <a:cs typeface="+mn-cs"/>
                        </a:rPr>
                        <a:t>PMOs</a:t>
                      </a: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/>
                          <a:ea typeface="+mn-ea"/>
                          <a:cs typeface="+mn-cs"/>
                        </a:rPr>
                        <a:t> DAS COMUNIDADES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b="0" i="1" u="none" strike="noStrike" kern="1200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Gestão de Portifólio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endParaRPr lang="pt-BR" sz="1200" b="1" i="0" u="none" strike="noStrike" spc="0">
                        <a:solidFill>
                          <a:schemeClr val="tx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r>
                        <a:rPr lang="pt-BR" sz="1200" b="1" i="0" u="none" strike="noStrike" spc="0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TRIMESTRAL</a:t>
                      </a:r>
                    </a:p>
                  </a:txBody>
                  <a:tcPr marL="5810" marR="5810" marT="581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6141763"/>
                  </a:ext>
                </a:extLst>
              </a:tr>
              <a:tr h="852698">
                <a:tc>
                  <a:txBody>
                    <a:bodyPr/>
                    <a:lstStyle/>
                    <a:p>
                      <a:pPr marL="0" marR="0" lvl="0" indent="0" algn="l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latin typeface="Arial Nova Cond" panose="020B0506020202020204" pitchFamily="34" charset="0"/>
                        </a:rPr>
                        <a:t>ACOMPANHAMENTO DE PORTFÓLIO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Ações sobre riscos, desvios, replanejamentos, escalonamentos e formalização de decisões do portfólio.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GESTORES DPL/DTA/DOP</a:t>
                      </a:r>
                    </a:p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LÍDERES DAS COMUNIDADES DE ENTREGA E TÉCNICA</a:t>
                      </a:r>
                    </a:p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PMOs DAS COMUNIDADES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000" b="0" i="1" u="none" strike="noStrike" kern="1200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endParaRPr lang="pt-BR" sz="1200" b="1" i="0" u="none" strike="noStrike" spc="0">
                        <a:solidFill>
                          <a:schemeClr val="tx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r>
                        <a:rPr lang="pt-BR" sz="1200" b="1" i="0" u="none" strike="noStrike" spc="0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MENSAL</a:t>
                      </a:r>
                      <a:endParaRPr/>
                    </a:p>
                  </a:txBody>
                  <a:tcPr marL="5810" marR="5810" marT="581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6803308"/>
                  </a:ext>
                </a:extLst>
              </a:tr>
              <a:tr h="99391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ENCONTRO DE LÍDERES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Garantir o alinhamento entre as Comunidades de Entrega e Técnicas, assegurando a evolução coordenada das ferramentas e a retroalimentação entre necessidades do presente e direcionadores do futuro.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LÍDERES COMUNIDADES DE ENTREGA</a:t>
                      </a:r>
                    </a:p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LÍDERES COMUNIDADES TÉCNICAS</a:t>
                      </a:r>
                    </a:p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LÍDERES COMUNIDADE DTA (SE APLICÁVEL)</a:t>
                      </a:r>
                    </a:p>
                    <a:p>
                      <a:pPr marL="171450" indent="-171450" algn="ctr" fontAlgn="ctr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PMOs DAS COMUNIDADES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endParaRPr lang="pt-BR" sz="1200" b="1" i="0" u="none" strike="noStrike" spc="0">
                        <a:solidFill>
                          <a:schemeClr val="tx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  <a:p>
                      <a:pPr algn="ctr" fontAlgn="ctr">
                        <a:spcBef>
                          <a:spcPts val="600"/>
                        </a:spcBef>
                        <a:buNone/>
                      </a:pPr>
                      <a:r>
                        <a:rPr lang="pt-BR" sz="1200" b="1" i="0" u="none" strike="noStrike" spc="0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QUINZENAL</a:t>
                      </a:r>
                    </a:p>
                  </a:txBody>
                  <a:tcPr marL="5810" marR="5810" marT="5810" marB="0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140073"/>
                  </a:ext>
                </a:extLst>
              </a:tr>
              <a:tr h="60411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INTEGRAÇÃO ENTRE COMUNIDADES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Alinhar sobre iniciativas que envolvem múltiplas comunidades, assegurando transparência e compartilhamento de conhecimento entre as áreas envolvidas.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</a:rPr>
                        <a:t>LÍDERES</a:t>
                      </a: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 DAS COMUNIDADES FE E TI 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MEMBROS DAS COMUNIDADES FE E TI 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/>
                          <a:ea typeface="+mn-ea"/>
                          <a:cs typeface="+mn-cs"/>
                        </a:rPr>
                        <a:t>PMOs DAS COMUNIDADES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REPRESENTANTES DO NEGÓCIO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spc="0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BIMESTRAL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0697967"/>
                  </a:ext>
                </a:extLst>
              </a:tr>
              <a:tr h="547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00" b="1" i="0" u="none" strike="noStrike">
                        <a:solidFill>
                          <a:schemeClr val="tx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00" b="0" i="0" u="none" strike="noStrike">
                        <a:solidFill>
                          <a:srgbClr val="595959"/>
                        </a:solidFill>
                        <a:effectLst/>
                        <a:latin typeface="Arial Nova Cond Light"/>
                      </a:endParaRPr>
                    </a:p>
                  </a:txBody>
                  <a:tcPr marL="5810" marR="5810" marT="581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0" marR="5810" marT="581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0" marR="5810" marT="581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00" b="0" i="0" u="none" strike="noStrike" spc="0">
                        <a:solidFill>
                          <a:schemeClr val="tx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5810" marR="5810" marT="581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649867"/>
                  </a:ext>
                </a:extLst>
              </a:tr>
              <a:tr h="5702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PLANEJAMENTO DE DEMANDAS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Priorizar e organizar o backlog da comunidade, garantindo alinhamento entre capacidade, prioridades e objetivos do negócio.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LÍDER DA COMUNIDADE DE ENTREGA 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MEMBROS DA COMUNIDADE DE ENTREGA OU DA SQUAD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PMO DA COMUNIDADE</a:t>
                      </a:r>
                    </a:p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REPRESENTANTES DE TI (SE APLICÁVEL)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REPRESENTANTES DO NEGÓCIO (SE APLICÁVEL)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Líder da Comunidade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kern="1200" spc="0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QUINZENAL </a:t>
                      </a:r>
                      <a:r>
                        <a:rPr lang="pt-BR" sz="1200" b="0" i="0" u="none" strike="noStrike" kern="1200" spc="0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(COMEÇO DO CICLO)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028362"/>
                  </a:ext>
                </a:extLst>
              </a:tr>
              <a:tr h="5702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REVISÃO DAS ENTREGAS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/>
                          <a:ea typeface="+mn-ea"/>
                          <a:cs typeface="+mn-cs"/>
                        </a:rPr>
                        <a:t>Validar os resultados entregues, garantindo aderência aos requisitos </a:t>
                      </a:r>
                      <a:r>
                        <a:rPr lang="pt-BR" sz="1200" b="0" i="0" u="none" strike="noStrike">
                          <a:solidFill>
                            <a:srgbClr val="595959"/>
                          </a:solidFill>
                          <a:effectLst/>
                          <a:latin typeface="Arial Nova Cond Light"/>
                        </a:rPr>
                        <a:t>e capturando aprendizados para os ciclos seguintes.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800" b="0" i="1" u="none" strike="noStrike">
                        <a:solidFill>
                          <a:srgbClr val="595959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spc="0">
                          <a:solidFill>
                            <a:schemeClr val="bg1"/>
                          </a:solidFill>
                          <a:effectLst/>
                          <a:latin typeface="Arial Nova Cond"/>
                        </a:rPr>
                        <a:t>QUINZENAL</a:t>
                      </a:r>
                      <a:r>
                        <a:rPr lang="pt-BR" sz="1200" b="0" i="0" u="none" strike="noStrike" spc="0">
                          <a:solidFill>
                            <a:schemeClr val="bg1"/>
                          </a:solidFill>
                          <a:effectLst/>
                          <a:latin typeface="Arial Nova Cond"/>
                        </a:rPr>
                        <a:t> </a:t>
                      </a:r>
                    </a:p>
                    <a:p>
                      <a:pPr algn="ctr" fontAlgn="ctr">
                        <a:buNone/>
                      </a:pPr>
                      <a:r>
                        <a:rPr lang="pt-BR" sz="1200" b="0" i="0" u="none" strike="noStrike" spc="0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(FINAL DO CICLO)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735547"/>
                  </a:ext>
                </a:extLst>
              </a:tr>
              <a:tr h="5702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b="1" i="0" u="none" strike="noStrike">
                          <a:solidFill>
                            <a:schemeClr val="tx1"/>
                          </a:solidFill>
                          <a:effectLst/>
                          <a:latin typeface="Arial Nova Cond" panose="020B0506020202020204" pitchFamily="34" charset="0"/>
                        </a:rPr>
                        <a:t>RETROSPECTIVA</a:t>
                      </a:r>
                    </a:p>
                  </a:txBody>
                  <a:tcPr marL="5810" marR="5810" marT="581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/>
                          <a:ea typeface="+mn-ea"/>
                          <a:cs typeface="+mn-cs"/>
                        </a:rPr>
                        <a:t>Promover a melhoria contínua da forma de trabalho da comunidade, fortalecendo colaboração, eficiência e aprendizado coletivo</a:t>
                      </a:r>
                      <a:r>
                        <a:rPr lang="pt-BR" sz="1200" i="0">
                          <a:latin typeface="Arial Nova Cond Light"/>
                        </a:rPr>
                        <a:t>.</a:t>
                      </a:r>
                      <a:endParaRPr lang="pt-BR" sz="1200" b="0" i="0" u="none" strike="noStrike">
                        <a:solidFill>
                          <a:srgbClr val="595959"/>
                        </a:solidFill>
                        <a:effectLst/>
                        <a:latin typeface="Arial Nova Cond Light"/>
                      </a:endParaRP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ctr" defTabSz="91432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LÍDER DA COMUNIDADE DE ENTREGA 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MEMBROS DA COMUNIDADE DE ENTREGA</a:t>
                      </a:r>
                    </a:p>
                    <a:p>
                      <a:pPr marL="171450" indent="-171450" algn="ctr" defTabSz="914324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1000" b="0" i="0" u="none" strike="noStrike" kern="1200">
                          <a:solidFill>
                            <a:srgbClr val="595959"/>
                          </a:solidFill>
                          <a:effectLst/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PMO DA COMUNIDADE DE ENTREGA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000" b="0" i="1" u="none" strike="noStrike">
                          <a:solidFill>
                            <a:srgbClr val="595959"/>
                          </a:solidFill>
                          <a:effectLst/>
                          <a:latin typeface="Arial" panose="020B0604020202020204" pitchFamily="34" charset="0"/>
                        </a:rPr>
                        <a:t>PMO da Comunidade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 spc="0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AO FINAL DE CADA MÊS</a:t>
                      </a:r>
                    </a:p>
                  </a:txBody>
                  <a:tcPr marL="5810" marR="5810" marT="581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780578"/>
                  </a:ext>
                </a:extLst>
              </a:tr>
            </a:tbl>
          </a:graphicData>
        </a:graphic>
      </p:graphicFrame>
      <p:sp>
        <p:nvSpPr>
          <p:cNvPr id="83" name="Espaço Reservado para Texto 82">
            <a:extLst>
              <a:ext uri="{FF2B5EF4-FFF2-40B4-BE49-F238E27FC236}">
                <a16:creationId xmlns:a16="http://schemas.microsoft.com/office/drawing/2014/main" id="{8AFC25D3-523B-F3DB-065D-90FBD5DDA1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Modelo comum de governança para o setup, a ser reavaliado nos próximos dois meses à luz das necessidades identificadas pelas gerências e comunidades.</a:t>
            </a:r>
          </a:p>
        </p:txBody>
      </p:sp>
      <p:sp>
        <p:nvSpPr>
          <p:cNvPr id="84" name="Espaço Reservado para Texto 83">
            <a:extLst>
              <a:ext uri="{FF2B5EF4-FFF2-40B4-BE49-F238E27FC236}">
                <a16:creationId xmlns:a16="http://schemas.microsoft.com/office/drawing/2014/main" id="{CFFB3924-62C2-191B-4367-A98993BD84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96F8CBBC-5B21-11B6-A771-457535DADA46}"/>
              </a:ext>
            </a:extLst>
          </p:cNvPr>
          <p:cNvSpPr/>
          <p:nvPr/>
        </p:nvSpPr>
        <p:spPr bwMode="auto">
          <a:xfrm>
            <a:off x="10595747" y="925653"/>
            <a:ext cx="963675" cy="199068"/>
          </a:xfrm>
          <a:prstGeom prst="roundRect">
            <a:avLst/>
          </a:prstGeom>
          <a:solidFill>
            <a:srgbClr val="DFE8F0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87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ova Cond" panose="020B0506020202020204" pitchFamily="34" charset="0"/>
              </a:rPr>
              <a:t>TÁTICO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8D68998-8CF0-154A-F208-33CEE673A06B}"/>
              </a:ext>
            </a:extLst>
          </p:cNvPr>
          <p:cNvSpPr/>
          <p:nvPr/>
        </p:nvSpPr>
        <p:spPr bwMode="auto">
          <a:xfrm>
            <a:off x="10595747" y="1171818"/>
            <a:ext cx="963675" cy="199068"/>
          </a:xfrm>
          <a:prstGeom prst="roundRect">
            <a:avLst/>
          </a:prstGeom>
          <a:solidFill>
            <a:srgbClr val="9EB9D1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1" i="0" u="none" strike="noStrike" kern="1200" cap="none" spc="87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</a:rPr>
              <a:t>OPERACIONAL</a:t>
            </a:r>
          </a:p>
        </p:txBody>
      </p:sp>
    </p:spTree>
    <p:extLst>
      <p:ext uri="{BB962C8B-B14F-4D97-AF65-F5344CB8AC3E}">
        <p14:creationId xmlns:p14="http://schemas.microsoft.com/office/powerpoint/2010/main" val="27134765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AB8B25B-2675-8139-E993-55B6161BF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539C93-2982-9E64-8A18-5B18044765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A4A75A-82B3-7F4B-B4EA-AD1D685CA36E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37B1C-A58C-D356-2A83-3919F083F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Sugestão</a:t>
            </a:r>
            <a:r>
              <a:rPr lang="en-US"/>
              <a:t> de </a:t>
            </a:r>
            <a:r>
              <a:rPr lang="en-US" err="1"/>
              <a:t>Cronograma</a:t>
            </a:r>
            <a:r>
              <a:rPr lang="en-US"/>
              <a:t> de </a:t>
            </a:r>
            <a:r>
              <a:rPr lang="en-US" err="1"/>
              <a:t>Treinamentos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3B4B3B-CDBE-34CD-F21D-297C43A871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6EFFB4-E614-5F07-7550-656667A4C0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E7D77E9F-B836-B610-BE8F-8B748A0179A0}"/>
              </a:ext>
            </a:extLst>
          </p:cNvPr>
          <p:cNvGraphicFramePr>
            <a:graphicFrameLocks noGrp="1"/>
          </p:cNvGraphicFramePr>
          <p:nvPr/>
        </p:nvGraphicFramePr>
        <p:xfrm>
          <a:off x="521637" y="1135326"/>
          <a:ext cx="10942119" cy="4500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5791">
                  <a:extLst>
                    <a:ext uri="{9D8B030D-6E8A-4147-A177-3AD203B41FA5}">
                      <a16:colId xmlns:a16="http://schemas.microsoft.com/office/drawing/2014/main" val="940128852"/>
                    </a:ext>
                  </a:extLst>
                </a:gridCol>
                <a:gridCol w="1215791">
                  <a:extLst>
                    <a:ext uri="{9D8B030D-6E8A-4147-A177-3AD203B41FA5}">
                      <a16:colId xmlns:a16="http://schemas.microsoft.com/office/drawing/2014/main" val="154925737"/>
                    </a:ext>
                  </a:extLst>
                </a:gridCol>
                <a:gridCol w="1215791">
                  <a:extLst>
                    <a:ext uri="{9D8B030D-6E8A-4147-A177-3AD203B41FA5}">
                      <a16:colId xmlns:a16="http://schemas.microsoft.com/office/drawing/2014/main" val="2485160431"/>
                    </a:ext>
                  </a:extLst>
                </a:gridCol>
                <a:gridCol w="1215791">
                  <a:extLst>
                    <a:ext uri="{9D8B030D-6E8A-4147-A177-3AD203B41FA5}">
                      <a16:colId xmlns:a16="http://schemas.microsoft.com/office/drawing/2014/main" val="3560977444"/>
                    </a:ext>
                  </a:extLst>
                </a:gridCol>
                <a:gridCol w="1215791">
                  <a:extLst>
                    <a:ext uri="{9D8B030D-6E8A-4147-A177-3AD203B41FA5}">
                      <a16:colId xmlns:a16="http://schemas.microsoft.com/office/drawing/2014/main" val="3389572733"/>
                    </a:ext>
                  </a:extLst>
                </a:gridCol>
                <a:gridCol w="1215791">
                  <a:extLst>
                    <a:ext uri="{9D8B030D-6E8A-4147-A177-3AD203B41FA5}">
                      <a16:colId xmlns:a16="http://schemas.microsoft.com/office/drawing/2014/main" val="3318072629"/>
                    </a:ext>
                  </a:extLst>
                </a:gridCol>
                <a:gridCol w="1215791">
                  <a:extLst>
                    <a:ext uri="{9D8B030D-6E8A-4147-A177-3AD203B41FA5}">
                      <a16:colId xmlns:a16="http://schemas.microsoft.com/office/drawing/2014/main" val="2171651000"/>
                    </a:ext>
                  </a:extLst>
                </a:gridCol>
                <a:gridCol w="1215791">
                  <a:extLst>
                    <a:ext uri="{9D8B030D-6E8A-4147-A177-3AD203B41FA5}">
                      <a16:colId xmlns:a16="http://schemas.microsoft.com/office/drawing/2014/main" val="1084852494"/>
                    </a:ext>
                  </a:extLst>
                </a:gridCol>
                <a:gridCol w="1215791">
                  <a:extLst>
                    <a:ext uri="{9D8B030D-6E8A-4147-A177-3AD203B41FA5}">
                      <a16:colId xmlns:a16="http://schemas.microsoft.com/office/drawing/2014/main" val="345330754"/>
                    </a:ext>
                  </a:extLst>
                </a:gridCol>
              </a:tblGrid>
              <a:tr h="276160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 spc="6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marL="0" marR="0" marT="0" marB="0"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 spc="6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200" b="0" i="0" u="none" strike="noStrike" spc="600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919644"/>
                  </a:ext>
                </a:extLst>
              </a:tr>
              <a:tr h="57986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24/</a:t>
                      </a:r>
                      <a:r>
                        <a:rPr lang="pt-BR" sz="1400" b="0" i="0" u="none" strike="noStrike" err="1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ago</a:t>
                      </a: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31/</a:t>
                      </a:r>
                      <a:r>
                        <a:rPr lang="pt-BR" sz="1400" b="0" i="0" u="none" strike="noStrike" err="1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ago</a:t>
                      </a:r>
                      <a:endParaRPr lang="pt-BR" sz="1400" b="0" i="0" u="none" strike="noStrike">
                        <a:solidFill>
                          <a:schemeClr val="bg1"/>
                        </a:solidFill>
                        <a:effectLst/>
                        <a:latin typeface="Arial Nova Cond" panose="020B0506020202020204" pitchFamily="34" charset="0"/>
                      </a:endParaRP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07/set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14/set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21/set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28/set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05/out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12/out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400" b="0" i="0" u="none" strike="noStrike">
                          <a:solidFill>
                            <a:schemeClr val="bg1"/>
                          </a:solidFill>
                          <a:effectLst/>
                          <a:latin typeface="Arial Nova Cond" panose="020B0506020202020204" pitchFamily="34" charset="0"/>
                        </a:rPr>
                        <a:t>19/out</a:t>
                      </a:r>
                    </a:p>
                  </a:txBody>
                  <a:tcPr marL="0" marR="0" marT="0" marB="0"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B9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738524"/>
                  </a:ext>
                </a:extLst>
              </a:tr>
              <a:tr h="3644731">
                <a:tc>
                  <a:txBody>
                    <a:bodyPr/>
                    <a:lstStyle/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100">
                          <a:latin typeface="Arial Nova Cond Light" panose="020B0306020202020204" pitchFamily="34" charset="0"/>
                        </a:rPr>
                        <a:t>Modelo de Operação Matricial, Papeis e Responsabilidades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>
                        <a:solidFill>
                          <a:srgbClr val="FFC000"/>
                        </a:solidFill>
                        <a:latin typeface="Arial Nova Cond" panose="020B0506020202020204" pitchFamily="34" charset="0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>
                          <a:solidFill>
                            <a:srgbClr val="FFC000"/>
                          </a:solidFill>
                          <a:latin typeface="Arial Nova Cond" panose="020B0506020202020204" pitchFamily="34" charset="0"/>
                        </a:rPr>
                        <a:t>WS FEG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>
                          <a:solidFill>
                            <a:schemeClr val="dk1"/>
                          </a:solidFill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Metodologias de Gestão de Projetos</a:t>
                      </a: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>
                          <a:latin typeface="Arial Nova Cond Light" panose="020B0306020202020204" pitchFamily="34" charset="0"/>
                        </a:rPr>
                        <a:t>Modelo de Operação Matricial, Papeis e Responsabilidades</a:t>
                      </a: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endParaRPr lang="pt-BR" sz="1200" kern="1200">
                        <a:solidFill>
                          <a:schemeClr val="dk1"/>
                        </a:solidFill>
                        <a:latin typeface="Arial Nova Cond Light" panose="020B0306020202020204" pitchFamily="34" charset="0"/>
                        <a:ea typeface="+mn-ea"/>
                        <a:cs typeface="+mn-cs"/>
                      </a:endParaRPr>
                    </a:p>
                    <a:p>
                      <a:pPr marL="0" algn="ctr" defTabSz="914324" rtl="0" eaLnBrk="1" latinLnBrk="0" hangingPunct="1"/>
                      <a:r>
                        <a:rPr lang="pt-BR" sz="1200" kern="1200">
                          <a:solidFill>
                            <a:schemeClr val="dk1"/>
                          </a:solidFill>
                          <a:latin typeface="Arial Nova Cond Light" panose="020B0306020202020204" pitchFamily="34" charset="0"/>
                          <a:ea typeface="+mn-ea"/>
                          <a:cs typeface="+mn-cs"/>
                        </a:rPr>
                        <a:t>Gestão de Portfólio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200">
                          <a:latin typeface="Arial Nova Cond Light" panose="020B0306020202020204" pitchFamily="34" charset="0"/>
                        </a:rPr>
                        <a:t>Arquitetura de Modelos Eletroenergéticos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635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200">
                          <a:latin typeface="Arial Nova Cond Light" panose="020B0306020202020204" pitchFamily="34" charset="0"/>
                        </a:rPr>
                        <a:t>Inteligência Artificial​ Aplicada aos Modelos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endParaRPr lang="pt-BR" sz="1200">
                        <a:latin typeface="Arial Nova Cond Light" panose="020B0306020202020204" pitchFamily="34" charset="0"/>
                      </a:endParaRPr>
                    </a:p>
                    <a:p>
                      <a:pPr algn="ctr"/>
                      <a:r>
                        <a:rPr lang="pt-BR" sz="1200">
                          <a:latin typeface="Arial Nova Cond Light" panose="020B0306020202020204" pitchFamily="34" charset="0"/>
                        </a:rPr>
                        <a:t>Gestão de Mudanças e Cultura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285883"/>
                  </a:ext>
                </a:extLst>
              </a:tr>
            </a:tbl>
          </a:graphicData>
        </a:graphic>
      </p:graphicFrame>
      <p:sp>
        <p:nvSpPr>
          <p:cNvPr id="7" name="Elipse 6">
            <a:extLst>
              <a:ext uri="{FF2B5EF4-FFF2-40B4-BE49-F238E27FC236}">
                <a16:creationId xmlns:a16="http://schemas.microsoft.com/office/drawing/2014/main" id="{9A23D9B9-2812-2CCF-674C-151B094DCDA6}"/>
              </a:ext>
            </a:extLst>
          </p:cNvPr>
          <p:cNvSpPr/>
          <p:nvPr/>
        </p:nvSpPr>
        <p:spPr bwMode="auto">
          <a:xfrm>
            <a:off x="874035" y="2494040"/>
            <a:ext cx="515501" cy="484817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1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593F8CF-BF93-7BEB-3609-FD9360784309}"/>
              </a:ext>
            </a:extLst>
          </p:cNvPr>
          <p:cNvSpPr/>
          <p:nvPr/>
        </p:nvSpPr>
        <p:spPr bwMode="auto">
          <a:xfrm>
            <a:off x="6927275" y="2494040"/>
            <a:ext cx="515501" cy="484817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spc="87">
                <a:solidFill>
                  <a:schemeClr val="bg1"/>
                </a:solidFill>
                <a:latin typeface="Arial Nova Cond" panose="020B0506020202020204" pitchFamily="34" charset="0"/>
              </a:rPr>
              <a:t>5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D2374F58-5B3C-4B50-EA06-B54D0E34FF5F}"/>
              </a:ext>
            </a:extLst>
          </p:cNvPr>
          <p:cNvSpPr/>
          <p:nvPr/>
        </p:nvSpPr>
        <p:spPr bwMode="auto">
          <a:xfrm>
            <a:off x="4499400" y="2494040"/>
            <a:ext cx="515501" cy="484817"/>
          </a:xfrm>
          <a:prstGeom prst="ellipse">
            <a:avLst/>
          </a:prstGeom>
          <a:solidFill>
            <a:schemeClr val="tx1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4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DEE8DF4B-A897-C911-313E-56319D031A1A}"/>
              </a:ext>
            </a:extLst>
          </p:cNvPr>
          <p:cNvSpPr/>
          <p:nvPr/>
        </p:nvSpPr>
        <p:spPr bwMode="auto">
          <a:xfrm>
            <a:off x="9391972" y="2494040"/>
            <a:ext cx="515501" cy="484817"/>
          </a:xfrm>
          <a:prstGeom prst="ellipse">
            <a:avLst/>
          </a:prstGeom>
          <a:solidFill>
            <a:schemeClr val="tx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pt-BR" sz="1600" spc="87">
                <a:solidFill>
                  <a:schemeClr val="bg1"/>
                </a:solidFill>
                <a:latin typeface="Arial Nova Cond" panose="020B0506020202020204" pitchFamily="34" charset="0"/>
              </a:rPr>
              <a:t>6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25D5C3CC-1566-C21C-BF3C-13F6CB66B56E}"/>
              </a:ext>
            </a:extLst>
          </p:cNvPr>
          <p:cNvSpPr/>
          <p:nvPr/>
        </p:nvSpPr>
        <p:spPr bwMode="auto">
          <a:xfrm>
            <a:off x="10592359" y="2494040"/>
            <a:ext cx="515501" cy="484817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7</a:t>
            </a:r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354731AC-30D2-6738-9D0A-B22376DF60DC}"/>
              </a:ext>
            </a:extLst>
          </p:cNvPr>
          <p:cNvSpPr/>
          <p:nvPr/>
        </p:nvSpPr>
        <p:spPr bwMode="auto">
          <a:xfrm>
            <a:off x="2068285" y="2494040"/>
            <a:ext cx="515501" cy="484817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2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F0BFD63F-82AC-F4D3-358F-B2585A387BAB}"/>
              </a:ext>
            </a:extLst>
          </p:cNvPr>
          <p:cNvSpPr/>
          <p:nvPr/>
        </p:nvSpPr>
        <p:spPr bwMode="auto">
          <a:xfrm>
            <a:off x="3303874" y="2494040"/>
            <a:ext cx="515501" cy="484817"/>
          </a:xfrm>
          <a:prstGeom prst="ellipse">
            <a:avLst/>
          </a:prstGeom>
          <a:solidFill>
            <a:srgbClr val="002A46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3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1E758E93-D678-BA41-D1A7-5A885B0A95B8}"/>
              </a:ext>
            </a:extLst>
          </p:cNvPr>
          <p:cNvSpPr/>
          <p:nvPr/>
        </p:nvSpPr>
        <p:spPr bwMode="auto">
          <a:xfrm>
            <a:off x="3303873" y="4067369"/>
            <a:ext cx="515501" cy="48481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rPr>
              <a:t>1</a:t>
            </a:r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165EFD51-0B8E-DA05-31A6-AF262365769F}"/>
              </a:ext>
            </a:extLst>
          </p:cNvPr>
          <p:cNvGrpSpPr/>
          <p:nvPr/>
        </p:nvGrpSpPr>
        <p:grpSpPr>
          <a:xfrm>
            <a:off x="1811962" y="5853822"/>
            <a:ext cx="4366668" cy="310190"/>
            <a:chOff x="762550" y="5945598"/>
            <a:chExt cx="4366668" cy="310190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B61F13DD-CC7C-3273-2215-40A7F973609C}"/>
                </a:ext>
              </a:extLst>
            </p:cNvPr>
            <p:cNvSpPr/>
            <p:nvPr/>
          </p:nvSpPr>
          <p:spPr bwMode="auto">
            <a:xfrm>
              <a:off x="762550" y="5945598"/>
              <a:ext cx="329822" cy="310190"/>
            </a:xfrm>
            <a:prstGeom prst="ellipse">
              <a:avLst/>
            </a:prstGeom>
            <a:solidFill>
              <a:schemeClr val="tx1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endParaRPr>
            </a:p>
          </p:txBody>
        </p:sp>
        <p:sp>
          <p:nvSpPr>
            <p:cNvPr id="31" name="Elipse 30">
              <a:extLst>
                <a:ext uri="{FF2B5EF4-FFF2-40B4-BE49-F238E27FC236}">
                  <a16:creationId xmlns:a16="http://schemas.microsoft.com/office/drawing/2014/main" id="{75C66A11-8C94-4FF3-A560-DE00B4F5B5ED}"/>
                </a:ext>
              </a:extLst>
            </p:cNvPr>
            <p:cNvSpPr/>
            <p:nvPr/>
          </p:nvSpPr>
          <p:spPr bwMode="auto">
            <a:xfrm>
              <a:off x="2138555" y="5945598"/>
              <a:ext cx="329822" cy="310190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endParaRPr>
            </a:p>
          </p:txBody>
        </p:sp>
        <p:sp>
          <p:nvSpPr>
            <p:cNvPr id="32" name="Retângulo 31">
              <a:extLst>
                <a:ext uri="{FF2B5EF4-FFF2-40B4-BE49-F238E27FC236}">
                  <a16:creationId xmlns:a16="http://schemas.microsoft.com/office/drawing/2014/main" id="{B09276F9-445D-378E-5F52-275ADE3782C9}"/>
                </a:ext>
              </a:extLst>
            </p:cNvPr>
            <p:cNvSpPr/>
            <p:nvPr/>
          </p:nvSpPr>
          <p:spPr bwMode="auto">
            <a:xfrm>
              <a:off x="1184791" y="5988649"/>
              <a:ext cx="709436" cy="224088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1000" b="0" i="0" u="none" strike="noStrike" kern="1200" cap="none" spc="87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 Light" panose="020B0306020202020204" pitchFamily="34" charset="0"/>
                  <a:ea typeface="+mn-ea"/>
                  <a:cs typeface="+mn-cs"/>
                </a:rPr>
                <a:t>INTERNO FE</a:t>
              </a:r>
            </a:p>
          </p:txBody>
        </p:sp>
        <p:sp>
          <p:nvSpPr>
            <p:cNvPr id="34" name="Retângulo 33">
              <a:extLst>
                <a:ext uri="{FF2B5EF4-FFF2-40B4-BE49-F238E27FC236}">
                  <a16:creationId xmlns:a16="http://schemas.microsoft.com/office/drawing/2014/main" id="{237FDAEE-80B4-8094-C31B-679DC7D579A5}"/>
                </a:ext>
              </a:extLst>
            </p:cNvPr>
            <p:cNvSpPr/>
            <p:nvPr/>
          </p:nvSpPr>
          <p:spPr bwMode="auto">
            <a:xfrm>
              <a:off x="2244316" y="5992751"/>
              <a:ext cx="1351229" cy="215885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1000" b="0" i="0" u="none" strike="noStrike" kern="1200" cap="none" spc="87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 Light" panose="020B0306020202020204" pitchFamily="34" charset="0"/>
                  <a:ea typeface="+mn-ea"/>
                  <a:cs typeface="+mn-cs"/>
                </a:rPr>
                <a:t> FE + DTA/FE</a:t>
              </a:r>
            </a:p>
          </p:txBody>
        </p:sp>
        <p:sp>
          <p:nvSpPr>
            <p:cNvPr id="42" name="Retângulo 41">
              <a:extLst>
                <a:ext uri="{FF2B5EF4-FFF2-40B4-BE49-F238E27FC236}">
                  <a16:creationId xmlns:a16="http://schemas.microsoft.com/office/drawing/2014/main" id="{91EE5EC4-B19A-A891-A78D-527FD9265BEE}"/>
                </a:ext>
              </a:extLst>
            </p:cNvPr>
            <p:cNvSpPr/>
            <p:nvPr/>
          </p:nvSpPr>
          <p:spPr bwMode="auto">
            <a:xfrm>
              <a:off x="3777989" y="5992751"/>
              <a:ext cx="1351229" cy="215885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pt-BR" sz="1000" b="0" i="0" u="none" strike="noStrike" kern="1200" cap="none" spc="87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 Light" panose="020B0306020202020204" pitchFamily="34" charset="0"/>
                  <a:ea typeface="+mn-ea"/>
                  <a:cs typeface="+mn-cs"/>
                </a:rPr>
                <a:t>ÁREAS USUÁRIAS</a:t>
              </a:r>
            </a:p>
          </p:txBody>
        </p:sp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CF27AFA4-A668-30FA-D019-F728BDFD21B7}"/>
                </a:ext>
              </a:extLst>
            </p:cNvPr>
            <p:cNvSpPr/>
            <p:nvPr/>
          </p:nvSpPr>
          <p:spPr bwMode="auto">
            <a:xfrm>
              <a:off x="3506070" y="5945598"/>
              <a:ext cx="329822" cy="31019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pt-BR" sz="1600" b="0" i="0" u="none" strike="noStrike" kern="1200" cap="none" spc="87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Nova Cond" panose="020B0506020202020204" pitchFamily="34" charset="0"/>
              </a:endParaRPr>
            </a:p>
          </p:txBody>
        </p:sp>
      </p:grp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F6FB411D-0152-8410-160F-B7B699836B79}"/>
              </a:ext>
            </a:extLst>
          </p:cNvPr>
          <p:cNvSpPr txBox="1"/>
          <p:nvPr/>
        </p:nvSpPr>
        <p:spPr>
          <a:xfrm>
            <a:off x="860143" y="5870418"/>
            <a:ext cx="10587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>
                <a:latin typeface="Arial Nova Cond" panose="020B0506020202020204" pitchFamily="34" charset="0"/>
              </a:rPr>
              <a:t>Legenda:</a:t>
            </a:r>
          </a:p>
        </p:txBody>
      </p:sp>
    </p:spTree>
    <p:extLst>
      <p:ext uri="{BB962C8B-B14F-4D97-AF65-F5344CB8AC3E}">
        <p14:creationId xmlns:p14="http://schemas.microsoft.com/office/powerpoint/2010/main" val="362775881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9B6D7DA0-17AE-386A-984C-34198C974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65651CDE-7771-12BD-D725-606DD961D231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5651CDE-7771-12BD-D725-606DD961D2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278C5417-CD54-1414-3B78-6C9EAF380B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5F98B9-0FDB-E47F-2E22-F17F457822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578245-16D6-3AD2-7894-0FE9094E06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05 de Agosto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67E53534-ED2D-8EEE-51C2-B3BADF18334A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BECECBAD-F502-304C-0F02-D2170DFFC681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AE4C7E4A-E48B-075C-9652-DECDDBC447DB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DFB6E-C2B4-77AD-6B10-095A1BCFEE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67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EA0DFEFF-C108-B55E-ABB3-52E7B9EB2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8D93C3C5-6239-D338-B055-AF2822B3187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73CE563A-B42F-3928-03F3-DEE19DB4161F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Gestor</a:t>
            </a:r>
          </a:p>
        </p:txBody>
      </p:sp>
    </p:spTree>
    <p:extLst>
      <p:ext uri="{BB962C8B-B14F-4D97-AF65-F5344CB8AC3E}">
        <p14:creationId xmlns:p14="http://schemas.microsoft.com/office/powerpoint/2010/main" val="314870633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D4A23B-2AFD-C2EF-FC36-69E4E3311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A1F91DFE-2CC9-4450-1171-07E8CD383A4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F91DFE-2CC9-4450-1171-07E8CD383A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DAD95AF-5D8B-600C-BB25-14F1057A0C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4D3E431-996A-6B2B-4AFC-2DD927DA9E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03D74876-1328-4A4A-124F-B55819E3E8D2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F6D34FA-5D37-292C-E123-E39FC1251D28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8832F482-BC34-0342-4A6C-A8F4D2C8EC59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911F5263-B2F4-9F68-E04F-564140446670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D012163D-79E3-8B01-43AB-2B7CFC236A32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2C117574-C9F9-E2A8-C208-8E182801EC15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B2CC75A1-1F28-8A00-5B09-BD7F1515D677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7838BC83-4FD4-BA6E-67CC-00F1A3E4CD3E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993C8D33-92E3-E571-6834-B7FB706C2D11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10C3A0D-672F-4DBB-0C32-60AFE5DE5E91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458A8D45-7278-E744-DA41-3E2E82C675ED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D636E340-DA79-3CEA-64FA-A079ADE5C64E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E1321784-27D8-540C-6719-869EB695A186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89D2AB86-7B05-29C0-2B3F-2CDAE8230C8B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A424DB81-AAE1-69F4-5783-DBF4734280ED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1C45D71D-EFA8-3C46-2BDB-1D59595CB855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F5B33004-341E-5E54-414C-D911321B6A8F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B4B588DB-38AC-E4D9-61B7-25ACD8280536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685B36BB-0C01-98F1-A2DB-0D2F7C5091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3DDDCED1-F213-FFDA-CAC8-B5CBDFBCF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9857B52F-A751-B26D-2A90-1015455AF7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93972676-2518-2604-91B1-80CCFA080F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55264C95-3EAE-4F91-E23B-5AE1AE45E7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E9FE2123-AD26-3A2D-FF48-8EB7556FB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91ADF920-9379-BB88-69A2-C3C8096338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07088AAC-44BA-010D-B56B-9A2632B8E0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BBFC5DCF-2057-150F-5D96-64881D771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2926B9C1-0256-43B0-64B0-88A0C15E7D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7587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EEFE7B5-0015-9507-3D14-18C6DBC2F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3476C99F-13CD-7DE0-D28A-3430F6FFE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632892"/>
              </p:ext>
            </p:extLst>
          </p:nvPr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75E3ACA3-59EA-F6D0-0134-46846A0CD6F2}"/>
              </a:ext>
            </a:extLst>
          </p:cNvPr>
          <p:cNvSpPr/>
          <p:nvPr/>
        </p:nvSpPr>
        <p:spPr bwMode="auto">
          <a:xfrm>
            <a:off x="4566468" y="3493536"/>
            <a:ext cx="1600647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F075CC30-AA6D-5B7B-C0F1-BB1E46B6E10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075CC30-AA6D-5B7B-C0F1-BB1E46B6E1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8810B6-026D-5DAA-967B-5765406FEC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7288D2-7E3D-941E-AD42-D7F1151C27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33EF2B-F845-6BEA-4911-C54ED63D51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F26502-0B13-5B08-8C57-30E14A1041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A48F136-8937-C59B-7CB7-E517FB26B34B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300E09-A17F-D0CA-B98A-F61BC1BC59EE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A18435-FB26-63C9-DABD-BFDDBDA1AF09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C5949E55-489B-8FCA-D733-01D28434C4DD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A188317F-EA94-CA3D-0F59-F1B23B3B97B3}"/>
              </a:ext>
            </a:extLst>
          </p:cNvPr>
          <p:cNvSpPr/>
          <p:nvPr/>
        </p:nvSpPr>
        <p:spPr bwMode="auto">
          <a:xfrm>
            <a:off x="6460964" y="4540967"/>
            <a:ext cx="81359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526224EE-FA7A-3B79-7F93-2756931C9086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9788D00D-2974-AD99-E460-A5BB9C98E478}"/>
              </a:ext>
            </a:extLst>
          </p:cNvPr>
          <p:cNvSpPr/>
          <p:nvPr/>
        </p:nvSpPr>
        <p:spPr bwMode="auto">
          <a:xfrm>
            <a:off x="4566466" y="2978087"/>
            <a:ext cx="198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BFF5FCB9-179C-5348-D520-7D09C9404845}"/>
              </a:ext>
            </a:extLst>
          </p:cNvPr>
          <p:cNvSpPr/>
          <p:nvPr/>
        </p:nvSpPr>
        <p:spPr bwMode="auto">
          <a:xfrm>
            <a:off x="4749831" y="5981643"/>
            <a:ext cx="512287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A5199E58-7399-E249-6556-9F16181C0BDF}"/>
              </a:ext>
            </a:extLst>
          </p:cNvPr>
          <p:cNvSpPr/>
          <p:nvPr/>
        </p:nvSpPr>
        <p:spPr bwMode="auto">
          <a:xfrm>
            <a:off x="4566467" y="2430992"/>
            <a:ext cx="2520000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2CF80DF8-6BB7-C745-6E1B-7C4E61FDB347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AF548F33-D532-4ED6-C38B-F7680393A903}"/>
              </a:ext>
            </a:extLst>
          </p:cNvPr>
          <p:cNvSpPr/>
          <p:nvPr/>
        </p:nvSpPr>
        <p:spPr bwMode="auto">
          <a:xfrm>
            <a:off x="7274560" y="5030262"/>
            <a:ext cx="194055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4A2778F5-EA83-15B6-530A-416ED16C2ED4}"/>
              </a:ext>
            </a:extLst>
          </p:cNvPr>
          <p:cNvGrpSpPr/>
          <p:nvPr/>
        </p:nvGrpSpPr>
        <p:grpSpPr>
          <a:xfrm>
            <a:off x="5526465" y="1693945"/>
            <a:ext cx="883575" cy="5096827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F607702D-B501-A5CF-DA2B-D92FCA7D7841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FECA5BEA-68BD-4030-CE38-5BCB392C8C31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9437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A47C60-F6D2-9A58-01AA-37E580BBE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6D8E11FC-4152-E24C-8E9C-01EE40C27BD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8E11FC-4152-E24C-8E9C-01EE40C27B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02248A-EB88-910A-7AC4-5A58824F0B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116683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380907E-9EF4-6CD8-F4A3-CF30DF6C901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34F21A7-ADD6-D1AE-C4DD-274F0EED05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B76639-7F7B-A51B-8754-268AADC93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289005"/>
              </p:ext>
            </p:extLst>
          </p:nvPr>
        </p:nvGraphicFramePr>
        <p:xfrm>
          <a:off x="469562" y="1522105"/>
          <a:ext cx="11251288" cy="448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68000">
                <a:tc rowSpan="5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Consolidação e plano de ação preliminar para as demandas que estão sendo direcionadas para as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30/07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Alinhamento com a FEG sobre ações prioritárias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Construção do material e realização do </a:t>
                      </a: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workshop para </a:t>
                      </a:r>
                      <a:r>
                        <a:rPr lang="pt-BR" sz="1200" b="0" kern="1200" noProof="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das Gerencias e Comunidades.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05/08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Realizado nos dias 04 e 05/08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Instanciamento do grupo de trabalho para definição das diretrizes de ferramentas de suporte à governança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Definição de representantes da FEG e DTA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Elaboração do plano de realocação dos processos herdados de outras áreas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Consolidação das adequações capturadas no workshop de </a:t>
                      </a:r>
                      <a:r>
                        <a:rPr lang="pt-BR" sz="1200" b="0" kern="1200" noProof="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das Gerencias e Comunidades.</a:t>
                      </a:r>
                      <a:endParaRPr lang="pt-BR" sz="1200" b="0" noProof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95870"/>
                  </a:ext>
                </a:extLst>
              </a:tr>
              <a:tr h="468000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Reestruturação da Rede de Influenciadores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30/07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Reunião de Alinhamento Marcelo, Vitor e Isabella 30/07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Readequação do Plano de Comunicação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31/07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Em processo de aprovação pela ONS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Estruturação do cronograma e trilha de capacitação (Agenda, Conteúdo, Atividade de Fixação, Indicadores)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17279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/>
                        </a:rPr>
                        <a:t>Setup e Ativação da Rede de Influenciadores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EE64F65-4778-52AD-236F-1180289BF7B7}"/>
              </a:ext>
            </a:extLst>
          </p:cNvPr>
          <p:cNvSpPr/>
          <p:nvPr/>
        </p:nvSpPr>
        <p:spPr>
          <a:xfrm>
            <a:off x="6794501" y="6054762"/>
            <a:ext cx="4799706" cy="4699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84D0ECB-7EA4-F4EC-271A-B144C366C12E}"/>
              </a:ext>
            </a:extLst>
          </p:cNvPr>
          <p:cNvGrpSpPr/>
          <p:nvPr/>
        </p:nvGrpSpPr>
        <p:grpSpPr>
          <a:xfrm>
            <a:off x="8685910" y="6165934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0FEFC42-6595-E672-6E39-B123B493A869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91CA48B-8AE1-922A-381A-80A0FC27DCD0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036AE95F-0010-4D99-33A0-019E8C57EF52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AC3CB43E-DCEE-14C9-1479-671292FEB6E2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6706621-DE80-65D5-CFA9-2E96C89EFEBA}"/>
              </a:ext>
            </a:extLst>
          </p:cNvPr>
          <p:cNvGrpSpPr/>
          <p:nvPr/>
        </p:nvGrpSpPr>
        <p:grpSpPr>
          <a:xfrm>
            <a:off x="10748263" y="6165934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E5E9728-386F-A2C5-1007-D4404A5F6D3A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C49FE7A6-CFD7-6064-596A-73591A7EF7DB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8697194-3D1D-FCBC-65C5-1B628B0876C2}"/>
              </a:ext>
            </a:extLst>
          </p:cNvPr>
          <p:cNvGrpSpPr/>
          <p:nvPr/>
        </p:nvGrpSpPr>
        <p:grpSpPr>
          <a:xfrm>
            <a:off x="9838283" y="6165934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EDFB2C1-AF12-DB39-2791-99657DDD4243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900AB41-8B1D-ADF2-16F4-195758DD6665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E50C0051-4DA9-0154-8283-4A24EA40C10E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CF8D0E4-3E93-1008-437C-34D5D75858FE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5D74E4D6-3705-38C9-5728-327073BDE1E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841451" y="6166649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E439357-2D07-8E24-FB94-138A7C8C574D}"/>
              </a:ext>
            </a:extLst>
          </p:cNvPr>
          <p:cNvGrpSpPr/>
          <p:nvPr/>
        </p:nvGrpSpPr>
        <p:grpSpPr>
          <a:xfrm>
            <a:off x="8062186" y="2853470"/>
            <a:ext cx="183822" cy="187325"/>
            <a:chOff x="2336800" y="6319552"/>
            <a:chExt cx="187325" cy="18732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133346B2-2439-DD69-5BBD-887EB3BCD020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13DF05BD-57C9-B7D8-A1B6-F8C9F4B3EE66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F685A72-45B8-E745-4FD5-A54453B90DF5}"/>
              </a:ext>
            </a:extLst>
          </p:cNvPr>
          <p:cNvGrpSpPr/>
          <p:nvPr/>
        </p:nvGrpSpPr>
        <p:grpSpPr>
          <a:xfrm>
            <a:off x="8062186" y="3798546"/>
            <a:ext cx="183822" cy="187325"/>
            <a:chOff x="2336800" y="6319552"/>
            <a:chExt cx="187325" cy="18732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1C3CDA9-CA7E-FF89-D78D-54343FF76321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9F22D9BC-70CE-AD19-C2A1-F93197A377F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4E04CFEF-7BE7-B3B6-B7D0-98D53BBD0CF1}"/>
              </a:ext>
            </a:extLst>
          </p:cNvPr>
          <p:cNvSpPr/>
          <p:nvPr/>
        </p:nvSpPr>
        <p:spPr bwMode="auto">
          <a:xfrm>
            <a:off x="8060435" y="190786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63A44E3-55B0-1999-DA59-A50892B0F908}"/>
              </a:ext>
            </a:extLst>
          </p:cNvPr>
          <p:cNvGrpSpPr/>
          <p:nvPr/>
        </p:nvGrpSpPr>
        <p:grpSpPr>
          <a:xfrm>
            <a:off x="7606178" y="6165934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347FA702-1AED-825A-6FA8-6FEE0301C399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3F22EE1-0650-59E4-371A-DD8E023BCE55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sp>
        <p:nvSpPr>
          <p:cNvPr id="31" name="Oval 34">
            <a:extLst>
              <a:ext uri="{FF2B5EF4-FFF2-40B4-BE49-F238E27FC236}">
                <a16:creationId xmlns:a16="http://schemas.microsoft.com/office/drawing/2014/main" id="{30BAD7F8-78C8-7DF7-E3E2-87A0A1AD5160}"/>
              </a:ext>
            </a:extLst>
          </p:cNvPr>
          <p:cNvSpPr/>
          <p:nvPr/>
        </p:nvSpPr>
        <p:spPr bwMode="auto">
          <a:xfrm>
            <a:off x="8060435" y="238951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7" name="Group 41">
            <a:extLst>
              <a:ext uri="{FF2B5EF4-FFF2-40B4-BE49-F238E27FC236}">
                <a16:creationId xmlns:a16="http://schemas.microsoft.com/office/drawing/2014/main" id="{B67037D0-0DF7-C861-A4E3-FCCD1879DD3A}"/>
              </a:ext>
            </a:extLst>
          </p:cNvPr>
          <p:cNvGrpSpPr/>
          <p:nvPr/>
        </p:nvGrpSpPr>
        <p:grpSpPr>
          <a:xfrm>
            <a:off x="8062186" y="5213738"/>
            <a:ext cx="183822" cy="187325"/>
            <a:chOff x="2336800" y="6319552"/>
            <a:chExt cx="187325" cy="187325"/>
          </a:xfrm>
        </p:grpSpPr>
        <p:sp>
          <p:nvSpPr>
            <p:cNvPr id="45" name="Oval 42">
              <a:extLst>
                <a:ext uri="{FF2B5EF4-FFF2-40B4-BE49-F238E27FC236}">
                  <a16:creationId xmlns:a16="http://schemas.microsoft.com/office/drawing/2014/main" id="{1EAC36B3-0CBB-3AD0-8399-0500E340B52B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" name="Arc 43">
              <a:extLst>
                <a:ext uri="{FF2B5EF4-FFF2-40B4-BE49-F238E27FC236}">
                  <a16:creationId xmlns:a16="http://schemas.microsoft.com/office/drawing/2014/main" id="{F9D9F68E-F84B-878F-5B40-9AAC59F1AB56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7" name="Oval 42">
            <a:extLst>
              <a:ext uri="{FF2B5EF4-FFF2-40B4-BE49-F238E27FC236}">
                <a16:creationId xmlns:a16="http://schemas.microsoft.com/office/drawing/2014/main" id="{5EBA07FF-7D96-16F3-E170-9A1AF923EE40}"/>
              </a:ext>
            </a:extLst>
          </p:cNvPr>
          <p:cNvSpPr/>
          <p:nvPr/>
        </p:nvSpPr>
        <p:spPr bwMode="auto">
          <a:xfrm>
            <a:off x="8062186" y="5691766"/>
            <a:ext cx="183822" cy="18732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9" name="Group 16">
            <a:extLst>
              <a:ext uri="{FF2B5EF4-FFF2-40B4-BE49-F238E27FC236}">
                <a16:creationId xmlns:a16="http://schemas.microsoft.com/office/drawing/2014/main" id="{97C8CC1F-49A5-558A-B5CE-61DB4EDB64C5}"/>
              </a:ext>
            </a:extLst>
          </p:cNvPr>
          <p:cNvGrpSpPr/>
          <p:nvPr/>
        </p:nvGrpSpPr>
        <p:grpSpPr>
          <a:xfrm>
            <a:off x="8062186" y="3340415"/>
            <a:ext cx="183822" cy="187325"/>
            <a:chOff x="2336800" y="6319552"/>
            <a:chExt cx="187325" cy="187325"/>
          </a:xfrm>
        </p:grpSpPr>
        <p:sp>
          <p:nvSpPr>
            <p:cNvPr id="38" name="Oval 22">
              <a:extLst>
                <a:ext uri="{FF2B5EF4-FFF2-40B4-BE49-F238E27FC236}">
                  <a16:creationId xmlns:a16="http://schemas.microsoft.com/office/drawing/2014/main" id="{7CFFC8A6-D615-96E8-261D-49AD40DE501B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9" name="Arc 24">
              <a:extLst>
                <a:ext uri="{FF2B5EF4-FFF2-40B4-BE49-F238E27FC236}">
                  <a16:creationId xmlns:a16="http://schemas.microsoft.com/office/drawing/2014/main" id="{9FB95FE4-8C62-367C-0A43-9433F1AD9A5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3" name="Oval 34">
            <a:extLst>
              <a:ext uri="{FF2B5EF4-FFF2-40B4-BE49-F238E27FC236}">
                <a16:creationId xmlns:a16="http://schemas.microsoft.com/office/drawing/2014/main" id="{04E1F54A-A61C-4767-8FDC-0EEC2A153F23}"/>
              </a:ext>
            </a:extLst>
          </p:cNvPr>
          <p:cNvSpPr/>
          <p:nvPr/>
        </p:nvSpPr>
        <p:spPr bwMode="auto">
          <a:xfrm>
            <a:off x="8060435" y="428601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Oval 34">
            <a:extLst>
              <a:ext uri="{FF2B5EF4-FFF2-40B4-BE49-F238E27FC236}">
                <a16:creationId xmlns:a16="http://schemas.microsoft.com/office/drawing/2014/main" id="{76E8023C-C99B-5573-E59A-80405A2DF1D2}"/>
              </a:ext>
            </a:extLst>
          </p:cNvPr>
          <p:cNvSpPr/>
          <p:nvPr/>
        </p:nvSpPr>
        <p:spPr bwMode="auto">
          <a:xfrm>
            <a:off x="8060435" y="4730394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660798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1EEACF9-19BF-D3F5-9074-56E91CA3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62C8DB-EB33-525B-8013-2594991B7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14370">
              <a:buClr>
                <a:srgbClr val="000000"/>
              </a:buClr>
            </a:pPr>
            <a:fld id="{C8A4A75A-82B3-7F4B-B4EA-AD1D685CA36E}" type="slidenum">
              <a:rPr lang="pt-BR" kern="0">
                <a:solidFill>
                  <a:srgbClr val="002A46"/>
                </a:solidFill>
                <a:cs typeface="Arial"/>
                <a:sym typeface="Arial"/>
              </a:rPr>
              <a:pPr defTabSz="914370">
                <a:buClr>
                  <a:srgbClr val="000000"/>
                </a:buClr>
              </a:pPr>
              <a:t>71</a:t>
            </a:fld>
            <a:endParaRPr lang="pt-BR" kern="0">
              <a:solidFill>
                <a:srgbClr val="002A46"/>
              </a:solidFill>
              <a:cs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7CF68-5360-E8F8-FB28-9393E8D433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noProof="0"/>
              <a:t>Plano de Comunicação – Operação Assistida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CC43F-431C-FAC1-CE7E-59EF868AA5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noProof="0"/>
              <a:t>Gestão de Mudanças | Abordagem A&amp;M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2D7925-3B8B-4465-9D3E-29A2A4DC38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702" y="824402"/>
            <a:ext cx="11255637" cy="373665"/>
          </a:xfrm>
        </p:spPr>
        <p:txBody>
          <a:bodyPr/>
          <a:lstStyle/>
          <a:p>
            <a:pPr>
              <a:defRPr/>
            </a:pPr>
            <a:r>
              <a:rPr lang="pt-BR" sz="1330">
                <a:solidFill>
                  <a:srgbClr val="5E8AB3"/>
                </a:solidFill>
              </a:rPr>
              <a:t>Com a Operação Assistida em curso, o foco sai do anúncio e da conscientização e passa para a passagem de conhecimento técnico, o entendimento dos novos modelos e a evolução contínua das ferramentas, com os Influenciadores da Mudança como elo entre a FE e as áreas usuárias. 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68BAEB06-EBE1-5C8F-FCA9-9C5A566ED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6951222"/>
              </p:ext>
            </p:extLst>
          </p:nvPr>
        </p:nvGraphicFramePr>
        <p:xfrm>
          <a:off x="2702529" y="1431758"/>
          <a:ext cx="9022807" cy="43695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9069">
                  <a:extLst>
                    <a:ext uri="{9D8B030D-6E8A-4147-A177-3AD203B41FA5}">
                      <a16:colId xmlns:a16="http://schemas.microsoft.com/office/drawing/2014/main" val="983059678"/>
                    </a:ext>
                  </a:extLst>
                </a:gridCol>
                <a:gridCol w="1907730">
                  <a:extLst>
                    <a:ext uri="{9D8B030D-6E8A-4147-A177-3AD203B41FA5}">
                      <a16:colId xmlns:a16="http://schemas.microsoft.com/office/drawing/2014/main" val="3787916587"/>
                    </a:ext>
                  </a:extLst>
                </a:gridCol>
                <a:gridCol w="1775367">
                  <a:extLst>
                    <a:ext uri="{9D8B030D-6E8A-4147-A177-3AD203B41FA5}">
                      <a16:colId xmlns:a16="http://schemas.microsoft.com/office/drawing/2014/main" val="2384844594"/>
                    </a:ext>
                  </a:extLst>
                </a:gridCol>
                <a:gridCol w="1923224">
                  <a:extLst>
                    <a:ext uri="{9D8B030D-6E8A-4147-A177-3AD203B41FA5}">
                      <a16:colId xmlns:a16="http://schemas.microsoft.com/office/drawing/2014/main" val="1613079136"/>
                    </a:ext>
                  </a:extLst>
                </a:gridCol>
                <a:gridCol w="1717417">
                  <a:extLst>
                    <a:ext uri="{9D8B030D-6E8A-4147-A177-3AD203B41FA5}">
                      <a16:colId xmlns:a16="http://schemas.microsoft.com/office/drawing/2014/main" val="2391973105"/>
                    </a:ext>
                  </a:extLst>
                </a:gridCol>
              </a:tblGrid>
              <a:tr h="1066603">
                <a:tc>
                  <a:txBody>
                    <a:bodyPr/>
                    <a:lstStyle/>
                    <a:p>
                      <a:pPr marL="0" algn="l" defTabSz="1371417" rtl="0" eaLnBrk="1" fontAlgn="ctr" latinLnBrk="0" hangingPunct="1">
                        <a:buNone/>
                      </a:pPr>
                      <a:r>
                        <a:rPr lang="pt-BR" sz="14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Diretorias </a:t>
                      </a:r>
                    </a:p>
                    <a:p>
                      <a:pPr marL="0" algn="l" defTabSz="1371417" rtl="0" eaLnBrk="1" fontAlgn="ctr" latinLnBrk="0" hangingPunct="1">
                        <a:buNone/>
                      </a:pPr>
                      <a:r>
                        <a:rPr lang="pt-BR" sz="10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(Geral ONS)</a:t>
                      </a:r>
                    </a:p>
                  </a:txBody>
                  <a:tcPr marL="60960" marR="60026" marT="30013" marB="300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kern="1200" noProof="0">
                          <a:solidFill>
                            <a:schemeClr val="bg2">
                              <a:lumMod val="10000"/>
                            </a:schemeClr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FE </a:t>
                      </a:r>
                    </a:p>
                    <a:p>
                      <a:pPr algn="l" fontAlgn="ctr"/>
                      <a:r>
                        <a:rPr lang="en-US" sz="10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(Todos)</a:t>
                      </a:r>
                      <a:endParaRPr lang="pt-BR" sz="1000" b="1" kern="1200" noProof="0">
                        <a:solidFill>
                          <a:schemeClr val="tx1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Time do Projeto</a:t>
                      </a:r>
                    </a:p>
                    <a:p>
                      <a:pPr algn="l" fontAlgn="ctr"/>
                      <a:r>
                        <a:rPr lang="pt-BR" sz="10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(Governança + A&amp;M)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Times Impactados</a:t>
                      </a:r>
                    </a:p>
                    <a:p>
                      <a:pPr algn="l" fontAlgn="ctr"/>
                      <a:r>
                        <a:rPr lang="pt-BR" sz="10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(DPL, DOP, DTA)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4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Conselho</a:t>
                      </a:r>
                    </a:p>
                    <a:p>
                      <a:pPr algn="l" fontAlgn="ctr"/>
                      <a:r>
                        <a:rPr lang="pt-BR" sz="1000" b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(Comitê do Conselho e  Conselho de Administração)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167484"/>
                  </a:ext>
                </a:extLst>
              </a:tr>
              <a:tr h="1125875">
                <a:tc>
                  <a:txBody>
                    <a:bodyPr/>
                    <a:lstStyle/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Comunicados de marcos estratégicos</a:t>
                      </a:r>
                    </a:p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Demonstração Resultados CM</a:t>
                      </a:r>
                    </a:p>
                  </a:txBody>
                  <a:tcPr marL="60960" marR="60026" marT="30013" marB="300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Atualizações de status</a:t>
                      </a:r>
                      <a:b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</a:b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Pauta de apoio ao programa </a:t>
                      </a:r>
                    </a:p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 buddy/mentor</a:t>
                      </a:r>
                    </a:p>
                    <a:p>
                      <a:pPr marL="173038" marR="0" lvl="0" indent="-173038" algn="l" defTabSz="1371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Boletim técnico de melhorias, IA aplicada e novidades das ferramentas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de status</a:t>
                      </a:r>
                    </a:p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Materiais de suporte (FAQs, templates) 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Pesquisa de prontidão (conclusão)</a:t>
                      </a:r>
                    </a:p>
                    <a:p>
                      <a:pPr marL="173038" indent="-173038" algn="l" defTabSz="1371486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Gamificação e Integração Maestro, pílula de conhecimento</a:t>
                      </a:r>
                      <a:endParaRPr lang="pt-BR" sz="900" b="1" kern="1200" noProof="0">
                        <a:solidFill>
                          <a:srgbClr val="F78B15"/>
                        </a:solidFill>
                        <a:latin typeface="Arial Nova Cond" panose="020B0506020202020204" pitchFamily="34" charset="0"/>
                        <a:ea typeface="+mn-ea"/>
                        <a:cs typeface="+mn-cs"/>
                      </a:endParaRP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Reunião de alinhamento com o comitê do Conselho</a:t>
                      </a:r>
                    </a:p>
                    <a:p>
                      <a:pPr marL="173038" marR="0" lvl="0" indent="-173038" algn="l" defTabSz="1371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Reunião mensal com o Conselho Administrativo para apresentação dos marcos da operação assistida 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213210"/>
                  </a:ext>
                </a:extLst>
              </a:tr>
              <a:tr h="1066312"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executivas 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E-mail institucional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Newsletter de projeto </a:t>
                      </a:r>
                    </a:p>
                  </a:txBody>
                  <a:tcPr marL="60960" marR="60960" marT="30480" marB="3048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Teams 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E-mail e intranet Solmais</a:t>
                      </a:r>
                    </a:p>
                    <a:p>
                      <a:pPr marL="173038" marR="0" lvl="0" indent="-173038" algn="l" defTabSz="1371486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de Programa Buddy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semanais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Teams / Intranet Solmais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E-mail e Intranet Solmais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com gestores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Campanhas internas 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rgbClr val="F78B15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Gamificação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Site institucional 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Comunicados formais </a:t>
                      </a:r>
                    </a:p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Boletim informativo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189199"/>
                  </a:ext>
                </a:extLst>
              </a:tr>
              <a:tr h="1110744">
                <a:tc>
                  <a:txBody>
                    <a:bodyPr/>
                    <a:lstStyle/>
                    <a:p>
                      <a:pPr marL="173038" marR="0" lvl="0" indent="-173038" algn="l" defTabSz="1371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Sob demanda (por marco)</a:t>
                      </a:r>
                    </a:p>
                  </a:txBody>
                  <a:tcPr marL="60960" marR="60026" marT="30013" marB="30013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marR="0" lvl="0" indent="-173038" algn="l" defTabSz="1371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Quinzenal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marR="0" lvl="0" indent="-173038" algn="l" defTabSz="13714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pt-BR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Semanal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Quinzenal / conforme avanços do projeto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 algn="l" defTabSz="1371486" rtl="0" eaLnBrk="1" fontAlgn="ctr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pt-BR" sz="90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Sob demanda (por entregável relevante)</a:t>
                      </a:r>
                    </a:p>
                  </a:txBody>
                  <a:tcPr marL="60960" marR="6349" marT="6349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440012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25D53E07-EA53-7C6E-006E-7C798A3831AB}"/>
              </a:ext>
            </a:extLst>
          </p:cNvPr>
          <p:cNvGrpSpPr/>
          <p:nvPr/>
        </p:nvGrpSpPr>
        <p:grpSpPr>
          <a:xfrm>
            <a:off x="466664" y="2539834"/>
            <a:ext cx="2115639" cy="975360"/>
            <a:chOff x="699994" y="4060960"/>
            <a:chExt cx="3173458" cy="146304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9A3AFDE-EF75-6D51-23A0-20713F882223}"/>
                </a:ext>
              </a:extLst>
            </p:cNvPr>
            <p:cNvSpPr/>
            <p:nvPr/>
          </p:nvSpPr>
          <p:spPr>
            <a:xfrm>
              <a:off x="699994" y="4060960"/>
              <a:ext cx="3173458" cy="1463040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0">
                <a:buClr>
                  <a:srgbClr val="000000"/>
                </a:buClr>
              </a:pPr>
              <a:r>
                <a:rPr lang="pt-BR" sz="1600" kern="0">
                  <a:solidFill>
                    <a:srgbClr val="FFFFFF"/>
                  </a:solidFill>
                  <a:latin typeface="Arial Nova Cond"/>
                  <a:sym typeface="Arial"/>
                </a:rPr>
                <a:t>Comunicados</a:t>
              </a:r>
            </a:p>
          </p:txBody>
        </p:sp>
        <p:pic>
          <p:nvPicPr>
            <p:cNvPr id="22" name="Graphic 21" descr="Megaphone outline">
              <a:extLst>
                <a:ext uri="{FF2B5EF4-FFF2-40B4-BE49-F238E27FC236}">
                  <a16:creationId xmlns:a16="http://schemas.microsoft.com/office/drawing/2014/main" id="{6C4F1C5C-D0D1-6117-CC80-C361BD11BE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191812" y="4500954"/>
              <a:ext cx="507426" cy="507426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060FCD0-9294-CCF8-CB6B-5D220CC1980A}"/>
              </a:ext>
            </a:extLst>
          </p:cNvPr>
          <p:cNvGrpSpPr/>
          <p:nvPr/>
        </p:nvGrpSpPr>
        <p:grpSpPr>
          <a:xfrm>
            <a:off x="466664" y="3647909"/>
            <a:ext cx="2111149" cy="975360"/>
            <a:chOff x="703361" y="5711581"/>
            <a:chExt cx="3166724" cy="146304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3F77A40-E1D3-73AE-4F69-DF2B1FA2227F}"/>
                </a:ext>
              </a:extLst>
            </p:cNvPr>
            <p:cNvSpPr/>
            <p:nvPr/>
          </p:nvSpPr>
          <p:spPr>
            <a:xfrm>
              <a:off x="703361" y="5711581"/>
              <a:ext cx="3166724" cy="146304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0">
                <a:buClr>
                  <a:srgbClr val="000000"/>
                </a:buClr>
              </a:pPr>
              <a:r>
                <a:rPr lang="pt-BR" sz="1600" kern="0">
                  <a:solidFill>
                    <a:srgbClr val="FFFFFF"/>
                  </a:solidFill>
                  <a:latin typeface="Arial Nova Cond"/>
                  <a:sym typeface="Arial"/>
                </a:rPr>
                <a:t>Canal</a:t>
              </a:r>
            </a:p>
          </p:txBody>
        </p:sp>
        <p:pic>
          <p:nvPicPr>
            <p:cNvPr id="24" name="Graphic 23" descr="Radio microphone outline">
              <a:extLst>
                <a:ext uri="{FF2B5EF4-FFF2-40B4-BE49-F238E27FC236}">
                  <a16:creationId xmlns:a16="http://schemas.microsoft.com/office/drawing/2014/main" id="{451CCCCD-93F6-ECBD-201B-B34130D65B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190845" y="6195558"/>
              <a:ext cx="507426" cy="50742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57D723C-D60F-9007-1A01-21CB81182736}"/>
              </a:ext>
            </a:extLst>
          </p:cNvPr>
          <p:cNvGrpSpPr/>
          <p:nvPr/>
        </p:nvGrpSpPr>
        <p:grpSpPr>
          <a:xfrm>
            <a:off x="466664" y="1431758"/>
            <a:ext cx="2115639" cy="975360"/>
            <a:chOff x="699994" y="2459924"/>
            <a:chExt cx="3173458" cy="146304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6093C33-4C13-F1C4-E258-4A586414783B}"/>
                </a:ext>
              </a:extLst>
            </p:cNvPr>
            <p:cNvSpPr/>
            <p:nvPr/>
          </p:nvSpPr>
          <p:spPr>
            <a:xfrm>
              <a:off x="699994" y="2459924"/>
              <a:ext cx="3173458" cy="146304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0">
                <a:buClr>
                  <a:srgbClr val="000000"/>
                </a:buClr>
              </a:pPr>
              <a:r>
                <a:rPr lang="pt-BR" sz="1600" kern="0">
                  <a:solidFill>
                    <a:srgbClr val="FFFFFF"/>
                  </a:solidFill>
                  <a:latin typeface="Arial Nova Cond"/>
                  <a:sym typeface="Arial"/>
                </a:rPr>
                <a:t>Público</a:t>
              </a:r>
            </a:p>
          </p:txBody>
        </p:sp>
        <p:pic>
          <p:nvPicPr>
            <p:cNvPr id="26" name="Graphic 25" descr="Users outline">
              <a:extLst>
                <a:ext uri="{FF2B5EF4-FFF2-40B4-BE49-F238E27FC236}">
                  <a16:creationId xmlns:a16="http://schemas.microsoft.com/office/drawing/2014/main" id="{B3464741-5FDB-BEBA-D6A9-8C5346A105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190845" y="2937885"/>
              <a:ext cx="507426" cy="507426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43077FB-9BBF-7D64-6246-92991AB8ADC1}"/>
              </a:ext>
            </a:extLst>
          </p:cNvPr>
          <p:cNvGrpSpPr/>
          <p:nvPr/>
        </p:nvGrpSpPr>
        <p:grpSpPr>
          <a:xfrm>
            <a:off x="466664" y="4755985"/>
            <a:ext cx="2115639" cy="975360"/>
            <a:chOff x="699994" y="7446264"/>
            <a:chExt cx="3173458" cy="146304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763FFD-E776-B268-55B6-FA90B3F0DDB6}"/>
                </a:ext>
              </a:extLst>
            </p:cNvPr>
            <p:cNvSpPr/>
            <p:nvPr/>
          </p:nvSpPr>
          <p:spPr>
            <a:xfrm>
              <a:off x="699994" y="7446264"/>
              <a:ext cx="3173458" cy="14630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370">
                <a:buClr>
                  <a:srgbClr val="000000"/>
                </a:buClr>
              </a:pPr>
              <a:r>
                <a:rPr lang="pt-BR" sz="1600" kern="0">
                  <a:solidFill>
                    <a:srgbClr val="FFFFFF"/>
                  </a:solidFill>
                  <a:latin typeface="Arial Nova Cond"/>
                  <a:sym typeface="Arial"/>
                </a:rPr>
                <a:t>Frequência</a:t>
              </a:r>
            </a:p>
          </p:txBody>
        </p:sp>
        <p:pic>
          <p:nvPicPr>
            <p:cNvPr id="28" name="Graphic 27" descr="Daily calendar outline">
              <a:extLst>
                <a:ext uri="{FF2B5EF4-FFF2-40B4-BE49-F238E27FC236}">
                  <a16:creationId xmlns:a16="http://schemas.microsoft.com/office/drawing/2014/main" id="{73FCF3B1-6B6F-D066-83F3-D77738E340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97080" y="7930460"/>
              <a:ext cx="501191" cy="501191"/>
            </a:xfrm>
            <a:prstGeom prst="rect">
              <a:avLst/>
            </a:prstGeom>
          </p:spPr>
        </p:pic>
      </p:grpSp>
      <p:sp>
        <p:nvSpPr>
          <p:cNvPr id="8" name="TextBox 289">
            <a:extLst>
              <a:ext uri="{FF2B5EF4-FFF2-40B4-BE49-F238E27FC236}">
                <a16:creationId xmlns:a16="http://schemas.microsoft.com/office/drawing/2014/main" id="{6B5D661A-05F0-E56B-6A3C-ED1A40AB1221}"/>
              </a:ext>
            </a:extLst>
          </p:cNvPr>
          <p:cNvSpPr txBox="1"/>
          <p:nvPr/>
        </p:nvSpPr>
        <p:spPr>
          <a:xfrm>
            <a:off x="-100100" y="5823421"/>
            <a:ext cx="1642967" cy="1642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 defTabSz="946077">
              <a:defRPr/>
            </a:pPr>
            <a:r>
              <a:rPr lang="pt-BR" sz="1067" b="1">
                <a:solidFill>
                  <a:srgbClr val="0B3040"/>
                </a:solidFill>
                <a:latin typeface="Arial Nova Cond" panose="020B0506020202020204" pitchFamily="34" charset="0"/>
                <a:sym typeface="Arial Nova Cond" panose="020B0506020202020204" pitchFamily="34" charset="0"/>
              </a:rPr>
              <a:t>Legenda  </a:t>
            </a:r>
          </a:p>
        </p:txBody>
      </p:sp>
      <p:sp>
        <p:nvSpPr>
          <p:cNvPr id="10" name="Rectangle 276">
            <a:extLst>
              <a:ext uri="{FF2B5EF4-FFF2-40B4-BE49-F238E27FC236}">
                <a16:creationId xmlns:a16="http://schemas.microsoft.com/office/drawing/2014/main" id="{54B3CA0D-9523-C500-A85D-D67E3E00E10B}"/>
              </a:ext>
            </a:extLst>
          </p:cNvPr>
          <p:cNvSpPr/>
          <p:nvPr/>
        </p:nvSpPr>
        <p:spPr>
          <a:xfrm>
            <a:off x="1029070" y="5870574"/>
            <a:ext cx="283497" cy="94278"/>
          </a:xfrm>
          <a:prstGeom prst="rect">
            <a:avLst/>
          </a:prstGeom>
          <a:solidFill>
            <a:srgbClr val="F78B15"/>
          </a:solidFill>
        </p:spPr>
        <p:txBody>
          <a:bodyPr vert="horz" wrap="square" lIns="24000" tIns="24000" rIns="24000" bIns="24000" rtlCol="0" anchor="ctr">
            <a:noAutofit/>
          </a:bodyPr>
          <a:lstStyle/>
          <a:p>
            <a:pPr algn="ctr" defTabSz="914492">
              <a:lnSpc>
                <a:spcPct val="120000"/>
              </a:lnSpc>
              <a:defRPr/>
            </a:pPr>
            <a:endParaRPr lang="pt-BR" sz="933" b="1" spc="67">
              <a:solidFill>
                <a:srgbClr val="33546D">
                  <a:lumMod val="60000"/>
                  <a:lumOff val="40000"/>
                </a:srgbClr>
              </a:solidFill>
              <a:latin typeface="Arial Nova Cond" panose="020B0506020202020204" pitchFamily="34" charset="0"/>
              <a:sym typeface="Arial Nova Cond" panose="020B0506020202020204" pitchFamily="34" charset="0"/>
            </a:endParaRPr>
          </a:p>
        </p:txBody>
      </p:sp>
      <p:sp>
        <p:nvSpPr>
          <p:cNvPr id="15" name="Espaço Reservado para Texto 2">
            <a:extLst>
              <a:ext uri="{FF2B5EF4-FFF2-40B4-BE49-F238E27FC236}">
                <a16:creationId xmlns:a16="http://schemas.microsoft.com/office/drawing/2014/main" id="{0AD80CAD-1C75-7729-2583-9CCD36ADCE10}"/>
              </a:ext>
            </a:extLst>
          </p:cNvPr>
          <p:cNvSpPr txBox="1">
            <a:spLocks/>
          </p:cNvSpPr>
          <p:nvPr/>
        </p:nvSpPr>
        <p:spPr>
          <a:xfrm>
            <a:off x="1347260" y="5854016"/>
            <a:ext cx="1094477" cy="154407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0" tIns="12000" rIns="0" bIns="12000" rtlCol="0" anchor="ctr" anchorCtr="0">
            <a:noAutofit/>
          </a:bodyPr>
          <a:lstStyle>
            <a:lvl1pPr marL="0" indent="0" algn="l" defTabSz="1371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pt-BR" sz="1800" b="0" kern="1200" cap="all" spc="100" baseline="0" dirty="0" smtClean="0">
                <a:solidFill>
                  <a:srgbClr val="5E8AB4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0" indent="0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285750" indent="-285750" algn="l" defTabSz="13716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447675" indent="-177800" algn="l" defTabSz="13716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717550" indent="-177800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8AB4"/>
              </a:buClr>
              <a:buFont typeface="Arial" panose="020B0604020202020204" pitchFamily="34" charset="0"/>
              <a:buChar char="•"/>
              <a:tabLst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987425" indent="-180975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8AB4"/>
              </a:buClr>
              <a:buFont typeface="Arial" panose="020B0604020202020204" pitchFamily="34" charset="0"/>
              <a:buChar char="•"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6pPr>
            <a:lvl7pPr marL="1257300" indent="-177800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E8AB4"/>
              </a:buClr>
              <a:buFont typeface="Arial" panose="020B0604020202020204" pitchFamily="34" charset="0"/>
              <a:buChar char="•"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7pPr>
            <a:lvl8pPr marL="1524000" indent="-177800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FD0E1"/>
              </a:buClr>
              <a:buFont typeface="Arial" panose="020B0604020202020204" pitchFamily="34" charset="0"/>
              <a:buChar char="•"/>
              <a:tabLst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8pPr>
            <a:lvl9pPr marL="1793875" indent="-177800" algn="l" defTabSz="13716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BFD0E1"/>
              </a:buClr>
              <a:buFont typeface="Arial" panose="020B0604020202020204" pitchFamily="34" charset="0"/>
              <a:buChar char="•"/>
              <a:defRPr lang="pt-BR" sz="2000" b="0" kern="1200" cap="small" spc="100" baseline="0" dirty="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9pPr>
          </a:lstStyle>
          <a:p>
            <a:pPr defTabSz="914492">
              <a:defRPr/>
            </a:pPr>
            <a:r>
              <a:rPr lang="pt-BR" sz="700" b="1" spc="67">
                <a:solidFill>
                  <a:srgbClr val="F78B15"/>
                </a:solidFill>
                <a:sym typeface="Arial Nova Cond" panose="020B0506020202020204" pitchFamily="34" charset="0"/>
              </a:rPr>
              <a:t>Proposta ADICIONAL</a:t>
            </a:r>
          </a:p>
        </p:txBody>
      </p:sp>
      <p:sp>
        <p:nvSpPr>
          <p:cNvPr id="25" name="TextBox 28">
            <a:extLst>
              <a:ext uri="{FF2B5EF4-FFF2-40B4-BE49-F238E27FC236}">
                <a16:creationId xmlns:a16="http://schemas.microsoft.com/office/drawing/2014/main" id="{1FA33DEB-EEDB-BB72-E30C-8814C569BDA6}"/>
              </a:ext>
            </a:extLst>
          </p:cNvPr>
          <p:cNvSpPr txBox="1"/>
          <p:nvPr/>
        </p:nvSpPr>
        <p:spPr>
          <a:xfrm>
            <a:off x="398929" y="6143215"/>
            <a:ext cx="116120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20" indent="-190520" defTabSz="914446">
              <a:buFont typeface="Arial" panose="020B0604020202020204" pitchFamily="34" charset="0"/>
              <a:buChar char="•"/>
            </a:pPr>
            <a:r>
              <a:rPr lang="pt-BR" sz="1300">
                <a:solidFill>
                  <a:srgbClr val="002A46"/>
                </a:solidFill>
                <a:latin typeface="Arial Nova Cond" panose="020B0506020202020204" pitchFamily="34" charset="0"/>
              </a:rPr>
              <a:t>Nesta etapa, os comunicados foram modelados para </a:t>
            </a:r>
            <a:r>
              <a:rPr lang="pt-BR" sz="1300" b="1">
                <a:solidFill>
                  <a:srgbClr val="002A46"/>
                </a:solidFill>
                <a:latin typeface="Arial Nova Cond" panose="020B0506020202020204" pitchFamily="34" charset="0"/>
              </a:rPr>
              <a:t>orientar a operação</a:t>
            </a:r>
            <a:r>
              <a:rPr lang="pt-BR" sz="1300">
                <a:solidFill>
                  <a:srgbClr val="002A46"/>
                </a:solidFill>
                <a:latin typeface="Arial Nova Cond" panose="020B0506020202020204" pitchFamily="34" charset="0"/>
              </a:rPr>
              <a:t>, </a:t>
            </a:r>
            <a:r>
              <a:rPr lang="pt-BR" sz="1300" b="1">
                <a:solidFill>
                  <a:srgbClr val="002A46"/>
                </a:solidFill>
                <a:latin typeface="Arial Nova Cond" panose="020B0506020202020204" pitchFamily="34" charset="0"/>
              </a:rPr>
              <a:t>compartilhar boas práticas</a:t>
            </a:r>
            <a:r>
              <a:rPr lang="pt-BR" sz="1300">
                <a:solidFill>
                  <a:srgbClr val="002A46"/>
                </a:solidFill>
                <a:latin typeface="Arial Nova Cond" panose="020B0506020202020204" pitchFamily="34" charset="0"/>
              </a:rPr>
              <a:t> e </a:t>
            </a:r>
            <a:r>
              <a:rPr lang="pt-BR" sz="1300" b="1">
                <a:solidFill>
                  <a:srgbClr val="002A46"/>
                </a:solidFill>
                <a:latin typeface="Arial Nova Cond" panose="020B0506020202020204" pitchFamily="34" charset="0"/>
              </a:rPr>
              <a:t>apoiar a evolução das entregas das comunidades.</a:t>
            </a: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3869069B-77EF-7420-5E75-8CFEB5EE7F40}"/>
              </a:ext>
            </a:extLst>
          </p:cNvPr>
          <p:cNvSpPr/>
          <p:nvPr/>
        </p:nvSpPr>
        <p:spPr>
          <a:xfrm>
            <a:off x="9725341" y="413314"/>
            <a:ext cx="2032103" cy="298955"/>
          </a:xfrm>
          <a:prstGeom prst="rect">
            <a:avLst/>
          </a:prstGeom>
          <a:solidFill>
            <a:schemeClr val="bg1"/>
          </a:solidFill>
          <a:ln>
            <a:solidFill>
              <a:srgbClr val="5F5F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r>
              <a:rPr lang="pt-BR" sz="1200" noProof="0">
                <a:solidFill>
                  <a:schemeClr val="tx1"/>
                </a:solidFill>
                <a:latin typeface="Arial Nova Cond" panose="020B0506020202020204" pitchFamily="34" charset="0"/>
              </a:rPr>
              <a:t>Em processo de aprovação.</a:t>
            </a:r>
          </a:p>
        </p:txBody>
      </p:sp>
    </p:spTree>
    <p:extLst>
      <p:ext uri="{BB962C8B-B14F-4D97-AF65-F5344CB8AC3E}">
        <p14:creationId xmlns:p14="http://schemas.microsoft.com/office/powerpoint/2010/main" val="1265833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677873C-C7F4-5C28-FB0E-A46DA9E78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3777A-B2B4-5B78-1FBC-ABFCDCC5E4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</a:t>
            </a:r>
            <a:r>
              <a:rPr lang="pt-BR" err="1"/>
              <a:t>ede</a:t>
            </a:r>
            <a:r>
              <a:rPr lang="pt-BR"/>
              <a:t> de Influenciadores - FE</a:t>
            </a:r>
            <a:endParaRPr lang="pt-BR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D274F-D4C7-E9D7-C087-CE795CC32D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noProof="0"/>
              <a:t>Gestão de Mudanças | Abordagem A&amp;M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5728D7-4CDA-62FB-11DE-BD0BB532EE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702" y="824402"/>
            <a:ext cx="11255637" cy="373665"/>
          </a:xfrm>
        </p:spPr>
        <p:txBody>
          <a:bodyPr/>
          <a:lstStyle/>
          <a:p>
            <a:pPr>
              <a:defRPr/>
            </a:pPr>
            <a:r>
              <a:rPr lang="pt-BR" sz="1330">
                <a:solidFill>
                  <a:srgbClr val="5E8AB3"/>
                </a:solidFill>
              </a:rPr>
              <a:t>A Rede de Influenciadores </a:t>
            </a:r>
            <a:r>
              <a:rPr lang="pt-BR" sz="1330" b="1">
                <a:solidFill>
                  <a:srgbClr val="5E8AB3"/>
                </a:solidFill>
              </a:rPr>
              <a:t>apoia a implementação e sustentação da nova gerência, atuando como referência para disseminação de conhecimento, adoção de processos e fortalecimento das práticas da área</a:t>
            </a:r>
            <a:r>
              <a:rPr lang="pt-BR" sz="1330">
                <a:solidFill>
                  <a:srgbClr val="5E8AB3"/>
                </a:solidFill>
              </a:rPr>
              <a:t>.</a:t>
            </a:r>
          </a:p>
        </p:txBody>
      </p:sp>
      <p:sp>
        <p:nvSpPr>
          <p:cNvPr id="8" name="Retângulo: Cantos Arredondados 180">
            <a:extLst>
              <a:ext uri="{FF2B5EF4-FFF2-40B4-BE49-F238E27FC236}">
                <a16:creationId xmlns:a16="http://schemas.microsoft.com/office/drawing/2014/main" id="{20E95C61-8916-E564-899D-9C8BC52DEB68}"/>
              </a:ext>
            </a:extLst>
          </p:cNvPr>
          <p:cNvSpPr/>
          <p:nvPr/>
        </p:nvSpPr>
        <p:spPr>
          <a:xfrm>
            <a:off x="3936163" y="1597343"/>
            <a:ext cx="1607229" cy="918450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66" name="Retângulo: Cantos Arredondados 180">
            <a:extLst>
              <a:ext uri="{FF2B5EF4-FFF2-40B4-BE49-F238E27FC236}">
                <a16:creationId xmlns:a16="http://schemas.microsoft.com/office/drawing/2014/main" id="{B5835890-0FB6-A3CC-6B60-F9DF98BA9BA3}"/>
              </a:ext>
            </a:extLst>
          </p:cNvPr>
          <p:cNvSpPr/>
          <p:nvPr/>
        </p:nvSpPr>
        <p:spPr>
          <a:xfrm>
            <a:off x="210499" y="1575781"/>
            <a:ext cx="1563943" cy="940809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94" name="Picture 1">
            <a:extLst>
              <a:ext uri="{FF2B5EF4-FFF2-40B4-BE49-F238E27FC236}">
                <a16:creationId xmlns:a16="http://schemas.microsoft.com/office/drawing/2014/main" id="{EC3324A0-5A4E-F2DB-2351-31AD2661A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80" y="2383783"/>
            <a:ext cx="726160" cy="743712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96" name="CaixaDeTexto 65">
            <a:extLst>
              <a:ext uri="{FF2B5EF4-FFF2-40B4-BE49-F238E27FC236}">
                <a16:creationId xmlns:a16="http://schemas.microsoft.com/office/drawing/2014/main" id="{78D858AD-A082-CB0B-4F95-7A2F53EC850C}"/>
              </a:ext>
            </a:extLst>
          </p:cNvPr>
          <p:cNvSpPr txBox="1"/>
          <p:nvPr/>
        </p:nvSpPr>
        <p:spPr>
          <a:xfrm>
            <a:off x="414417" y="3127495"/>
            <a:ext cx="1155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Vitor Duarte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FEG</a:t>
            </a:r>
          </a:p>
        </p:txBody>
      </p:sp>
      <p:sp>
        <p:nvSpPr>
          <p:cNvPr id="100" name="CaixaDeTexto 65">
            <a:extLst>
              <a:ext uri="{FF2B5EF4-FFF2-40B4-BE49-F238E27FC236}">
                <a16:creationId xmlns:a16="http://schemas.microsoft.com/office/drawing/2014/main" id="{844B0D81-E864-77E3-9717-F82D0F53D5EE}"/>
              </a:ext>
            </a:extLst>
          </p:cNvPr>
          <p:cNvSpPr txBox="1"/>
          <p:nvPr/>
        </p:nvSpPr>
        <p:spPr>
          <a:xfrm>
            <a:off x="380487" y="4312128"/>
            <a:ext cx="1155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Francislene Madeira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FEG</a:t>
            </a:r>
          </a:p>
        </p:txBody>
      </p:sp>
      <p:sp>
        <p:nvSpPr>
          <p:cNvPr id="104" name="CaixaDeTexto 65">
            <a:extLst>
              <a:ext uri="{FF2B5EF4-FFF2-40B4-BE49-F238E27FC236}">
                <a16:creationId xmlns:a16="http://schemas.microsoft.com/office/drawing/2014/main" id="{9BD8BE15-FA44-1154-2460-9441345ED86F}"/>
              </a:ext>
            </a:extLst>
          </p:cNvPr>
          <p:cNvSpPr txBox="1"/>
          <p:nvPr/>
        </p:nvSpPr>
        <p:spPr>
          <a:xfrm>
            <a:off x="359938" y="5458056"/>
            <a:ext cx="1155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Alessandra Mattos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FEG</a:t>
            </a:r>
          </a:p>
        </p:txBody>
      </p:sp>
      <p:pic>
        <p:nvPicPr>
          <p:cNvPr id="105" name="Picture 2">
            <a:extLst>
              <a:ext uri="{FF2B5EF4-FFF2-40B4-BE49-F238E27FC236}">
                <a16:creationId xmlns:a16="http://schemas.microsoft.com/office/drawing/2014/main" id="{6F27B318-6941-4CA4-4D67-9764A4248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02" y="3557746"/>
            <a:ext cx="726159" cy="743712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106" name="Picture 3">
            <a:extLst>
              <a:ext uri="{FF2B5EF4-FFF2-40B4-BE49-F238E27FC236}">
                <a16:creationId xmlns:a16="http://schemas.microsoft.com/office/drawing/2014/main" id="{B5B74894-932B-7A12-2511-522BF5FD06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402" y="4734057"/>
            <a:ext cx="726159" cy="743712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109" name="CaixaDeTexto 65">
            <a:extLst>
              <a:ext uri="{FF2B5EF4-FFF2-40B4-BE49-F238E27FC236}">
                <a16:creationId xmlns:a16="http://schemas.microsoft.com/office/drawing/2014/main" id="{562427EA-2ED7-5E82-1FEF-64236F4A9EAE}"/>
              </a:ext>
            </a:extLst>
          </p:cNvPr>
          <p:cNvSpPr txBox="1"/>
          <p:nvPr/>
        </p:nvSpPr>
        <p:spPr>
          <a:xfrm>
            <a:off x="393927" y="1695819"/>
            <a:ext cx="12987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000" b="1" kern="0" spc="300">
                <a:solidFill>
                  <a:schemeClr val="bg1"/>
                </a:solidFill>
                <a:latin typeface="Arial Nova Cond" panose="020B0506020202020204" pitchFamily="34" charset="0"/>
              </a:rPr>
              <a:t>FEG</a:t>
            </a:r>
          </a:p>
          <a:p>
            <a:pPr algn="ctr" defTabSz="304815">
              <a:defRPr/>
            </a:pPr>
            <a:r>
              <a:rPr lang="en-US" sz="1000" b="1" kern="0" spc="300">
                <a:solidFill>
                  <a:schemeClr val="bg1"/>
                </a:solidFill>
                <a:latin typeface="Arial Nova Cond" panose="020B0506020202020204" pitchFamily="34" charset="0"/>
              </a:rPr>
              <a:t>Governança e Estratégia</a:t>
            </a:r>
            <a:endParaRPr lang="pt-BR" sz="1000" b="1" kern="0" spc="30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6" name="Retângulo: Cantos Arredondados 180">
            <a:extLst>
              <a:ext uri="{FF2B5EF4-FFF2-40B4-BE49-F238E27FC236}">
                <a16:creationId xmlns:a16="http://schemas.microsoft.com/office/drawing/2014/main" id="{96855C6A-3526-002F-1B06-DBD2489CBAB8}"/>
              </a:ext>
            </a:extLst>
          </p:cNvPr>
          <p:cNvSpPr/>
          <p:nvPr/>
        </p:nvSpPr>
        <p:spPr>
          <a:xfrm>
            <a:off x="2088078" y="1598140"/>
            <a:ext cx="1607229" cy="918450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9" name="CaixaDeTexto 65">
            <a:extLst>
              <a:ext uri="{FF2B5EF4-FFF2-40B4-BE49-F238E27FC236}">
                <a16:creationId xmlns:a16="http://schemas.microsoft.com/office/drawing/2014/main" id="{8D6B1851-3A6A-3A2A-9B1E-BA71D08E4F97}"/>
              </a:ext>
            </a:extLst>
          </p:cNvPr>
          <p:cNvSpPr txBox="1"/>
          <p:nvPr/>
        </p:nvSpPr>
        <p:spPr>
          <a:xfrm>
            <a:off x="1933509" y="1704277"/>
            <a:ext cx="19253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000" b="1" kern="0" spc="300">
                <a:solidFill>
                  <a:schemeClr val="bg1"/>
                </a:solidFill>
                <a:latin typeface="Arial Nova Cond" panose="020B0506020202020204" pitchFamily="34" charset="0"/>
              </a:rPr>
              <a:t>FEL</a:t>
            </a:r>
          </a:p>
          <a:p>
            <a:pPr algn="ctr" defTabSz="304815">
              <a:defRPr/>
            </a:pPr>
            <a:r>
              <a:rPr lang="en-US" sz="1000" b="1" kern="0" spc="300">
                <a:solidFill>
                  <a:schemeClr val="bg1"/>
                </a:solidFill>
                <a:latin typeface="Arial Nova Cond" panose="020B0506020202020204" pitchFamily="34" charset="0"/>
              </a:rPr>
              <a:t>Ferramentas Elétricas</a:t>
            </a:r>
            <a:endParaRPr lang="pt-BR" sz="1000" b="1" kern="0" spc="30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74504A61-DB02-CC81-070F-D6AC1CDC9FA9}"/>
              </a:ext>
            </a:extLst>
          </p:cNvPr>
          <p:cNvGrpSpPr/>
          <p:nvPr/>
        </p:nvGrpSpPr>
        <p:grpSpPr>
          <a:xfrm>
            <a:off x="2294500" y="2341872"/>
            <a:ext cx="1155086" cy="1120723"/>
            <a:chOff x="4503684" y="1654608"/>
            <a:chExt cx="1232280" cy="1160354"/>
          </a:xfrm>
        </p:grpSpPr>
        <p:pic>
          <p:nvPicPr>
            <p:cNvPr id="49" name="Picture 4">
              <a:extLst>
                <a:ext uri="{FF2B5EF4-FFF2-40B4-BE49-F238E27FC236}">
                  <a16:creationId xmlns:a16="http://schemas.microsoft.com/office/drawing/2014/main" id="{25D4B266-0EA4-AF5A-6ABD-CD8E469A8E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38235" y="1654608"/>
              <a:ext cx="763181" cy="774689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  <p:sp>
          <p:nvSpPr>
            <p:cNvPr id="50" name="CaixaDeTexto 65">
              <a:extLst>
                <a:ext uri="{FF2B5EF4-FFF2-40B4-BE49-F238E27FC236}">
                  <a16:creationId xmlns:a16="http://schemas.microsoft.com/office/drawing/2014/main" id="{9012244D-0924-08E9-E0E5-9D7611FD2BD6}"/>
                </a:ext>
              </a:extLst>
            </p:cNvPr>
            <p:cNvSpPr txBox="1"/>
            <p:nvPr/>
          </p:nvSpPr>
          <p:spPr>
            <a:xfrm>
              <a:off x="4503684" y="2400703"/>
              <a:ext cx="1232280" cy="4142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Fernando Cattan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- FEL</a:t>
              </a:r>
            </a:p>
          </p:txBody>
        </p:sp>
      </p:grpSp>
      <p:sp>
        <p:nvSpPr>
          <p:cNvPr id="17" name="CaixaDeTexto 65">
            <a:extLst>
              <a:ext uri="{FF2B5EF4-FFF2-40B4-BE49-F238E27FC236}">
                <a16:creationId xmlns:a16="http://schemas.microsoft.com/office/drawing/2014/main" id="{C6345BD8-010B-169A-9015-2336E6738F39}"/>
              </a:ext>
            </a:extLst>
          </p:cNvPr>
          <p:cNvSpPr txBox="1"/>
          <p:nvPr/>
        </p:nvSpPr>
        <p:spPr>
          <a:xfrm>
            <a:off x="2279024" y="4214739"/>
            <a:ext cx="1155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Daniel Villas Boas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FEL</a:t>
            </a:r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D98AC6BE-442E-F470-75A2-7CB6BE2CF3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82548" y="3475684"/>
            <a:ext cx="726159" cy="743712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6F9A57D-4E42-C290-8416-51BD81702766}"/>
              </a:ext>
            </a:extLst>
          </p:cNvPr>
          <p:cNvGrpSpPr/>
          <p:nvPr/>
        </p:nvGrpSpPr>
        <p:grpSpPr>
          <a:xfrm>
            <a:off x="2268084" y="4639980"/>
            <a:ext cx="1155086" cy="1134507"/>
            <a:chOff x="6626514" y="1761092"/>
            <a:chExt cx="1232280" cy="1181760"/>
          </a:xfrm>
        </p:grpSpPr>
        <p:sp>
          <p:nvSpPr>
            <p:cNvPr id="47" name="CaixaDeTexto 65">
              <a:extLst>
                <a:ext uri="{FF2B5EF4-FFF2-40B4-BE49-F238E27FC236}">
                  <a16:creationId xmlns:a16="http://schemas.microsoft.com/office/drawing/2014/main" id="{F4BCD181-1F66-7D16-5DEC-1498FBD1E34D}"/>
                </a:ext>
              </a:extLst>
            </p:cNvPr>
            <p:cNvSpPr txBox="1"/>
            <p:nvPr/>
          </p:nvSpPr>
          <p:spPr>
            <a:xfrm>
              <a:off x="6626514" y="2526077"/>
              <a:ext cx="1232280" cy="416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Lucas de Souza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- FEL</a:t>
              </a:r>
            </a:p>
          </p:txBody>
        </p:sp>
        <p:pic>
          <p:nvPicPr>
            <p:cNvPr id="48" name="Picture 7">
              <a:extLst>
                <a:ext uri="{FF2B5EF4-FFF2-40B4-BE49-F238E27FC236}">
                  <a16:creationId xmlns:a16="http://schemas.microsoft.com/office/drawing/2014/main" id="{42E074DC-35B0-AC0B-95CF-E5CFEBDE6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29438" y="1761092"/>
              <a:ext cx="774688" cy="774688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</p:grpSp>
      <p:sp>
        <p:nvSpPr>
          <p:cNvPr id="32" name="CaixaDeTexto 65">
            <a:extLst>
              <a:ext uri="{FF2B5EF4-FFF2-40B4-BE49-F238E27FC236}">
                <a16:creationId xmlns:a16="http://schemas.microsoft.com/office/drawing/2014/main" id="{C1AE3FD9-9028-002C-464A-177203F3A34A}"/>
              </a:ext>
            </a:extLst>
          </p:cNvPr>
          <p:cNvSpPr txBox="1"/>
          <p:nvPr/>
        </p:nvSpPr>
        <p:spPr>
          <a:xfrm>
            <a:off x="4153388" y="3095362"/>
            <a:ext cx="1155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Rogério Menezes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FEN</a:t>
            </a:r>
          </a:p>
        </p:txBody>
      </p:sp>
      <p:sp>
        <p:nvSpPr>
          <p:cNvPr id="33" name="CaixaDeTexto 65">
            <a:extLst>
              <a:ext uri="{FF2B5EF4-FFF2-40B4-BE49-F238E27FC236}">
                <a16:creationId xmlns:a16="http://schemas.microsoft.com/office/drawing/2014/main" id="{A3EDF63D-A899-0EAF-12ED-2C29054D585D}"/>
              </a:ext>
            </a:extLst>
          </p:cNvPr>
          <p:cNvSpPr txBox="1"/>
          <p:nvPr/>
        </p:nvSpPr>
        <p:spPr>
          <a:xfrm>
            <a:off x="4153388" y="4244473"/>
            <a:ext cx="1155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Lucas Khenayfis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FEN</a:t>
            </a:r>
          </a:p>
        </p:txBody>
      </p:sp>
      <p:pic>
        <p:nvPicPr>
          <p:cNvPr id="34" name="Picture 6">
            <a:extLst>
              <a:ext uri="{FF2B5EF4-FFF2-40B4-BE49-F238E27FC236}">
                <a16:creationId xmlns:a16="http://schemas.microsoft.com/office/drawing/2014/main" id="{B3EB36AC-343C-719E-F7D8-D3B770377D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7131" y="2336951"/>
            <a:ext cx="726159" cy="743712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35" name="Picture 5">
            <a:extLst>
              <a:ext uri="{FF2B5EF4-FFF2-40B4-BE49-F238E27FC236}">
                <a16:creationId xmlns:a16="http://schemas.microsoft.com/office/drawing/2014/main" id="{18B786F2-9CAD-6C75-6219-9CDB4206DA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4897" y="3494791"/>
            <a:ext cx="726159" cy="743712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36" name="Retângulo: Cantos Arredondados 180">
            <a:extLst>
              <a:ext uri="{FF2B5EF4-FFF2-40B4-BE49-F238E27FC236}">
                <a16:creationId xmlns:a16="http://schemas.microsoft.com/office/drawing/2014/main" id="{359EA998-EEBC-210E-66AE-52B35DAD1553}"/>
              </a:ext>
            </a:extLst>
          </p:cNvPr>
          <p:cNvSpPr/>
          <p:nvPr/>
        </p:nvSpPr>
        <p:spPr>
          <a:xfrm>
            <a:off x="5749242" y="1605803"/>
            <a:ext cx="1697605" cy="900500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37" name="CaixaDeTexto 65">
            <a:extLst>
              <a:ext uri="{FF2B5EF4-FFF2-40B4-BE49-F238E27FC236}">
                <a16:creationId xmlns:a16="http://schemas.microsoft.com/office/drawing/2014/main" id="{3671A499-B37E-1A9F-E097-E1923C7549FC}"/>
              </a:ext>
            </a:extLst>
          </p:cNvPr>
          <p:cNvSpPr txBox="1"/>
          <p:nvPr/>
        </p:nvSpPr>
        <p:spPr>
          <a:xfrm>
            <a:off x="5908309" y="1711522"/>
            <a:ext cx="14781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000" b="1" kern="0" spc="300">
                <a:solidFill>
                  <a:schemeClr val="bg1"/>
                </a:solidFill>
                <a:latin typeface="Arial Nova Cond" panose="020B0506020202020204" pitchFamily="34" charset="0"/>
              </a:rPr>
              <a:t>FER</a:t>
            </a:r>
          </a:p>
          <a:p>
            <a:pPr algn="ctr" defTabSz="304815">
              <a:defRPr/>
            </a:pPr>
            <a:r>
              <a:rPr lang="en-US" sz="1000" b="1" kern="0" spc="300">
                <a:solidFill>
                  <a:schemeClr val="bg1"/>
                </a:solidFill>
                <a:latin typeface="Arial Nova Cond" panose="020B0506020202020204" pitchFamily="34" charset="0"/>
              </a:rPr>
              <a:t>Recursos e Carga</a:t>
            </a:r>
            <a:endParaRPr lang="pt-BR" sz="1000" b="1" kern="0" spc="30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38" name="CaixaDeTexto 65">
            <a:extLst>
              <a:ext uri="{FF2B5EF4-FFF2-40B4-BE49-F238E27FC236}">
                <a16:creationId xmlns:a16="http://schemas.microsoft.com/office/drawing/2014/main" id="{399A58AA-8898-50F1-F9FF-7A481BF3721D}"/>
              </a:ext>
            </a:extLst>
          </p:cNvPr>
          <p:cNvSpPr txBox="1"/>
          <p:nvPr/>
        </p:nvSpPr>
        <p:spPr>
          <a:xfrm>
            <a:off x="5974049" y="3042219"/>
            <a:ext cx="12881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Paulo Sérgio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FER</a:t>
            </a:r>
          </a:p>
        </p:txBody>
      </p:sp>
      <p:sp>
        <p:nvSpPr>
          <p:cNvPr id="40" name="CaixaDeTexto 65">
            <a:extLst>
              <a:ext uri="{FF2B5EF4-FFF2-40B4-BE49-F238E27FC236}">
                <a16:creationId xmlns:a16="http://schemas.microsoft.com/office/drawing/2014/main" id="{1B716C68-51D4-CCA8-7CE9-DF4EAECEFB02}"/>
              </a:ext>
            </a:extLst>
          </p:cNvPr>
          <p:cNvSpPr txBox="1"/>
          <p:nvPr/>
        </p:nvSpPr>
        <p:spPr>
          <a:xfrm>
            <a:off x="6021929" y="5327704"/>
            <a:ext cx="1155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Sofia Moreira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FER</a:t>
            </a:r>
          </a:p>
        </p:txBody>
      </p:sp>
      <p:sp>
        <p:nvSpPr>
          <p:cNvPr id="41" name="CaixaDeTexto 65">
            <a:extLst>
              <a:ext uri="{FF2B5EF4-FFF2-40B4-BE49-F238E27FC236}">
                <a16:creationId xmlns:a16="http://schemas.microsoft.com/office/drawing/2014/main" id="{DDC74548-0D1D-20E5-E606-2509BCE4C707}"/>
              </a:ext>
            </a:extLst>
          </p:cNvPr>
          <p:cNvSpPr txBox="1"/>
          <p:nvPr/>
        </p:nvSpPr>
        <p:spPr>
          <a:xfrm>
            <a:off x="6059358" y="6429005"/>
            <a:ext cx="1155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Isabela Fiuza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FER</a:t>
            </a:r>
          </a:p>
        </p:txBody>
      </p:sp>
      <p:pic>
        <p:nvPicPr>
          <p:cNvPr id="42" name="Picture 8">
            <a:extLst>
              <a:ext uri="{FF2B5EF4-FFF2-40B4-BE49-F238E27FC236}">
                <a16:creationId xmlns:a16="http://schemas.microsoft.com/office/drawing/2014/main" id="{0C9BFCC1-A1E9-CBE9-4682-C03D72305E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6672" y="2327580"/>
            <a:ext cx="726459" cy="744019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5728EDF6-EC9F-FBFF-1294-CBE8B374B443}"/>
              </a:ext>
            </a:extLst>
          </p:cNvPr>
          <p:cNvGrpSpPr/>
          <p:nvPr/>
        </p:nvGrpSpPr>
        <p:grpSpPr>
          <a:xfrm>
            <a:off x="6021930" y="3438625"/>
            <a:ext cx="1155086" cy="1157777"/>
            <a:chOff x="9092690" y="5213310"/>
            <a:chExt cx="1732629" cy="1736665"/>
          </a:xfrm>
        </p:grpSpPr>
        <p:sp>
          <p:nvSpPr>
            <p:cNvPr id="39" name="CaixaDeTexto 65">
              <a:extLst>
                <a:ext uri="{FF2B5EF4-FFF2-40B4-BE49-F238E27FC236}">
                  <a16:creationId xmlns:a16="http://schemas.microsoft.com/office/drawing/2014/main" id="{9D986568-1DC0-C85F-AFB3-5E66453DC171}"/>
                </a:ext>
              </a:extLst>
            </p:cNvPr>
            <p:cNvSpPr txBox="1"/>
            <p:nvPr/>
          </p:nvSpPr>
          <p:spPr>
            <a:xfrm>
              <a:off x="9092690" y="6349810"/>
              <a:ext cx="1732629" cy="600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Felipe Treistman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- FER</a:t>
              </a:r>
            </a:p>
          </p:txBody>
        </p:sp>
        <p:pic>
          <p:nvPicPr>
            <p:cNvPr id="43" name="Picture 9">
              <a:extLst>
                <a:ext uri="{FF2B5EF4-FFF2-40B4-BE49-F238E27FC236}">
                  <a16:creationId xmlns:a16="http://schemas.microsoft.com/office/drawing/2014/main" id="{C0614ED3-FF5C-6A74-E25F-C364EFF437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425089" y="5213310"/>
              <a:ext cx="1089239" cy="1115568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</p:grpSp>
      <p:pic>
        <p:nvPicPr>
          <p:cNvPr id="45" name="Picture 10">
            <a:extLst>
              <a:ext uri="{FF2B5EF4-FFF2-40B4-BE49-F238E27FC236}">
                <a16:creationId xmlns:a16="http://schemas.microsoft.com/office/drawing/2014/main" id="{77F23FB9-2410-5197-082E-3CC29D65486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4197" y="4596956"/>
            <a:ext cx="726159" cy="743712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46" name="Picture 1">
            <a:extLst>
              <a:ext uri="{FF2B5EF4-FFF2-40B4-BE49-F238E27FC236}">
                <a16:creationId xmlns:a16="http://schemas.microsoft.com/office/drawing/2014/main" id="{225D1EC3-A35E-9B3A-666C-31432A4A7A2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3768" y="5764179"/>
            <a:ext cx="651411" cy="667157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11" name="CaixaDeTexto 65">
            <a:extLst>
              <a:ext uri="{FF2B5EF4-FFF2-40B4-BE49-F238E27FC236}">
                <a16:creationId xmlns:a16="http://schemas.microsoft.com/office/drawing/2014/main" id="{B679A5B6-0020-B695-7314-AEC09DC2CA7A}"/>
              </a:ext>
            </a:extLst>
          </p:cNvPr>
          <p:cNvSpPr txBox="1"/>
          <p:nvPr/>
        </p:nvSpPr>
        <p:spPr>
          <a:xfrm>
            <a:off x="3777094" y="1682013"/>
            <a:ext cx="19253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000" b="1" kern="0" spc="300">
                <a:solidFill>
                  <a:schemeClr val="bg1"/>
                </a:solidFill>
                <a:latin typeface="Arial Nova Cond" panose="020B0506020202020204" pitchFamily="34" charset="0"/>
              </a:rPr>
              <a:t>FEN</a:t>
            </a:r>
          </a:p>
          <a:p>
            <a:pPr algn="ctr" defTabSz="304815">
              <a:defRPr/>
            </a:pPr>
            <a:r>
              <a:rPr lang="en-US" sz="1000" b="1" kern="0" spc="300">
                <a:solidFill>
                  <a:schemeClr val="bg1"/>
                </a:solidFill>
                <a:latin typeface="Arial Nova Cond" panose="020B0506020202020204" pitchFamily="34" charset="0"/>
              </a:rPr>
              <a:t>Ferramentas Energéticas</a:t>
            </a:r>
            <a:endParaRPr lang="pt-BR" sz="1000" b="1" kern="0" spc="300">
              <a:solidFill>
                <a:schemeClr val="bg1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8AAE695B-E00D-F357-C82D-3E7CC6D8B5BD}"/>
              </a:ext>
            </a:extLst>
          </p:cNvPr>
          <p:cNvSpPr txBox="1"/>
          <p:nvPr/>
        </p:nvSpPr>
        <p:spPr>
          <a:xfrm>
            <a:off x="7879488" y="2912018"/>
            <a:ext cx="33820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Apoiar os usuários na utilização dos novos processos e ferramentas.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Reforçar orientações, treinamentos e comunicações da transformação.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Identificar dificuldades recorrentes e apoiar em direcionar para resolução 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Atuar como elo entre a área usuária, área parceira e clientes internos</a:t>
            </a:r>
          </a:p>
        </p:txBody>
      </p:sp>
      <p:sp>
        <p:nvSpPr>
          <p:cNvPr id="20" name="Retângulo: Cantos Arredondados 180">
            <a:extLst>
              <a:ext uri="{FF2B5EF4-FFF2-40B4-BE49-F238E27FC236}">
                <a16:creationId xmlns:a16="http://schemas.microsoft.com/office/drawing/2014/main" id="{A34D18EE-B23E-BCBF-4FEA-4707BE6FB813}"/>
              </a:ext>
            </a:extLst>
          </p:cNvPr>
          <p:cNvSpPr/>
          <p:nvPr/>
        </p:nvSpPr>
        <p:spPr>
          <a:xfrm>
            <a:off x="270934" y="1409938"/>
            <a:ext cx="7115478" cy="260994"/>
          </a:xfrm>
          <a:prstGeom prst="round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endParaRPr lang="pt-BR" sz="933" b="1" kern="0" spc="3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22" name="Retângulo: Cantos Arredondados 180">
            <a:extLst>
              <a:ext uri="{FF2B5EF4-FFF2-40B4-BE49-F238E27FC236}">
                <a16:creationId xmlns:a16="http://schemas.microsoft.com/office/drawing/2014/main" id="{7087C56F-93E1-41C2-5ECB-FADA3DED0215}"/>
              </a:ext>
            </a:extLst>
          </p:cNvPr>
          <p:cNvSpPr/>
          <p:nvPr/>
        </p:nvSpPr>
        <p:spPr>
          <a:xfrm>
            <a:off x="7986091" y="1802578"/>
            <a:ext cx="3194900" cy="3736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lnSpc>
                <a:spcPct val="250000"/>
              </a:lnSpc>
              <a:defRPr/>
            </a:pPr>
            <a:endParaRPr lang="pt-BR" sz="1467" b="1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24" name="CaixaDeTexto 65">
            <a:extLst>
              <a:ext uri="{FF2B5EF4-FFF2-40B4-BE49-F238E27FC236}">
                <a16:creationId xmlns:a16="http://schemas.microsoft.com/office/drawing/2014/main" id="{83654133-5229-31B9-14EB-9D465E3958C7}"/>
              </a:ext>
            </a:extLst>
          </p:cNvPr>
          <p:cNvSpPr txBox="1"/>
          <p:nvPr/>
        </p:nvSpPr>
        <p:spPr>
          <a:xfrm>
            <a:off x="8053552" y="1876559"/>
            <a:ext cx="3059978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067" b="1" kern="0" spc="300">
                <a:solidFill>
                  <a:srgbClr val="002060"/>
                </a:solidFill>
                <a:latin typeface="Arial Nova Cond" panose="020B0506020202020204" pitchFamily="34" charset="0"/>
              </a:rPr>
              <a:t>PAPÉIS E RESPONSABILIDADES</a:t>
            </a:r>
            <a:endParaRPr lang="pt-BR" sz="1067" b="1" kern="0" spc="300">
              <a:solidFill>
                <a:srgbClr val="002060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748296D9-0D67-984D-B4C5-836DCEC1C393}"/>
              </a:ext>
            </a:extLst>
          </p:cNvPr>
          <p:cNvSpPr txBox="1"/>
          <p:nvPr/>
        </p:nvSpPr>
        <p:spPr>
          <a:xfrm>
            <a:off x="7973072" y="2515793"/>
            <a:ext cx="33820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04815"/>
            <a:r>
              <a:rPr lang="pt-BR" sz="1200" b="1">
                <a:solidFill>
                  <a:srgbClr val="002A46"/>
                </a:solidFill>
                <a:latin typeface="Arial Nova Cond" panose="020B0506020202020204" pitchFamily="34" charset="0"/>
              </a:rPr>
              <a:t>Traduz, apoia, direciona e dissemina.</a:t>
            </a:r>
          </a:p>
        </p:txBody>
      </p:sp>
      <p:sp>
        <p:nvSpPr>
          <p:cNvPr id="25" name="CaixaDeTexto 65">
            <a:extLst>
              <a:ext uri="{FF2B5EF4-FFF2-40B4-BE49-F238E27FC236}">
                <a16:creationId xmlns:a16="http://schemas.microsoft.com/office/drawing/2014/main" id="{05B7D85F-C464-D994-DD6C-F228E388ABF5}"/>
              </a:ext>
            </a:extLst>
          </p:cNvPr>
          <p:cNvSpPr txBox="1"/>
          <p:nvPr/>
        </p:nvSpPr>
        <p:spPr>
          <a:xfrm>
            <a:off x="1683301" y="1380143"/>
            <a:ext cx="4505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2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FE – Gerência Executiva</a:t>
            </a: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7" name="Rectangle 30">
            <a:extLst>
              <a:ext uri="{FF2B5EF4-FFF2-40B4-BE49-F238E27FC236}">
                <a16:creationId xmlns:a16="http://schemas.microsoft.com/office/drawing/2014/main" id="{35CC593E-828F-A881-63E3-F9600776EB2D}"/>
              </a:ext>
            </a:extLst>
          </p:cNvPr>
          <p:cNvSpPr/>
          <p:nvPr/>
        </p:nvSpPr>
        <p:spPr>
          <a:xfrm>
            <a:off x="9725341" y="413314"/>
            <a:ext cx="2032103" cy="298955"/>
          </a:xfrm>
          <a:prstGeom prst="rect">
            <a:avLst/>
          </a:prstGeom>
          <a:solidFill>
            <a:schemeClr val="bg1"/>
          </a:solidFill>
          <a:ln>
            <a:solidFill>
              <a:srgbClr val="5F5F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r>
              <a:rPr lang="pt-BR" sz="1200" noProof="0">
                <a:solidFill>
                  <a:schemeClr val="tx1"/>
                </a:solidFill>
                <a:latin typeface="Arial Nova Cond" panose="020B0506020202020204" pitchFamily="34" charset="0"/>
              </a:rPr>
              <a:t>Em processo de aprovação.</a:t>
            </a:r>
          </a:p>
        </p:txBody>
      </p:sp>
    </p:spTree>
    <p:extLst>
      <p:ext uri="{BB962C8B-B14F-4D97-AF65-F5344CB8AC3E}">
        <p14:creationId xmlns:p14="http://schemas.microsoft.com/office/powerpoint/2010/main" val="294372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E782703-1C6F-85D9-EE64-4A123D657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tângulo: Cantos Arredondados 180">
            <a:extLst>
              <a:ext uri="{FF2B5EF4-FFF2-40B4-BE49-F238E27FC236}">
                <a16:creationId xmlns:a16="http://schemas.microsoft.com/office/drawing/2014/main" id="{AAB619A2-91EB-0D03-C6CC-8813840216B2}"/>
              </a:ext>
            </a:extLst>
          </p:cNvPr>
          <p:cNvSpPr/>
          <p:nvPr/>
        </p:nvSpPr>
        <p:spPr>
          <a:xfrm>
            <a:off x="8675637" y="3157534"/>
            <a:ext cx="3194900" cy="37366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lnSpc>
                <a:spcPct val="250000"/>
              </a:lnSpc>
              <a:defRPr/>
            </a:pPr>
            <a:endParaRPr lang="pt-BR" sz="1467" b="1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1A351-D8B5-E286-F405-59CDB37F06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R</a:t>
            </a:r>
            <a:r>
              <a:rPr lang="pt-BR" err="1"/>
              <a:t>ede</a:t>
            </a:r>
            <a:r>
              <a:rPr lang="pt-BR"/>
              <a:t> de Influenciadores – DPL, DOP e DTA</a:t>
            </a:r>
            <a:endParaRPr lang="pt-BR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02A407-AB85-46E8-37E0-D319F7BA2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noProof="0"/>
              <a:t>Gestão de Mudanças | Abordagem A&amp;M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F26194-0733-8860-E1A4-50FB4B886C9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702" y="824402"/>
            <a:ext cx="11255637" cy="373665"/>
          </a:xfrm>
        </p:spPr>
        <p:txBody>
          <a:bodyPr/>
          <a:lstStyle/>
          <a:p>
            <a:pPr>
              <a:defRPr/>
            </a:pPr>
            <a:r>
              <a:rPr lang="pt-BR" sz="1330">
                <a:solidFill>
                  <a:srgbClr val="5E8AB3"/>
                </a:solidFill>
              </a:rPr>
              <a:t>Durante a Operação Assistida, a Rede de Influenciadores da área cliente </a:t>
            </a:r>
            <a:r>
              <a:rPr lang="pt-BR" sz="1330" b="1">
                <a:solidFill>
                  <a:srgbClr val="5E8AB3"/>
                </a:solidFill>
              </a:rPr>
              <a:t>atuará como facilitadora da adoção, apoiando a gestão de impedimentos e a evolução contínua da operação.</a:t>
            </a:r>
          </a:p>
        </p:txBody>
      </p:sp>
      <p:sp>
        <p:nvSpPr>
          <p:cNvPr id="56" name="Retângulo: Cantos Arredondados 180">
            <a:extLst>
              <a:ext uri="{FF2B5EF4-FFF2-40B4-BE49-F238E27FC236}">
                <a16:creationId xmlns:a16="http://schemas.microsoft.com/office/drawing/2014/main" id="{8164CFE6-7B72-BFCA-99B6-6E08FF765760}"/>
              </a:ext>
            </a:extLst>
          </p:cNvPr>
          <p:cNvSpPr/>
          <p:nvPr/>
        </p:nvSpPr>
        <p:spPr>
          <a:xfrm>
            <a:off x="123718" y="1549812"/>
            <a:ext cx="1617225" cy="751365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58" name="CaixaDeTexto 65">
            <a:extLst>
              <a:ext uri="{FF2B5EF4-FFF2-40B4-BE49-F238E27FC236}">
                <a16:creationId xmlns:a16="http://schemas.microsoft.com/office/drawing/2014/main" id="{E7D5C443-3AC3-1418-33CB-980C6DBB5EB1}"/>
              </a:ext>
            </a:extLst>
          </p:cNvPr>
          <p:cNvSpPr txBox="1"/>
          <p:nvPr/>
        </p:nvSpPr>
        <p:spPr>
          <a:xfrm>
            <a:off x="304814" y="2627085"/>
            <a:ext cx="125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Raquel Alves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EGE</a:t>
            </a:r>
          </a:p>
        </p:txBody>
      </p:sp>
      <p:pic>
        <p:nvPicPr>
          <p:cNvPr id="60" name="Picture 2">
            <a:extLst>
              <a:ext uri="{FF2B5EF4-FFF2-40B4-BE49-F238E27FC236}">
                <a16:creationId xmlns:a16="http://schemas.microsoft.com/office/drawing/2014/main" id="{7C7727FD-4B34-EAF2-8821-84AEAB8E6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01" y="2062086"/>
            <a:ext cx="635656" cy="594827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62" name="CaixaDeTexto 65">
            <a:extLst>
              <a:ext uri="{FF2B5EF4-FFF2-40B4-BE49-F238E27FC236}">
                <a16:creationId xmlns:a16="http://schemas.microsoft.com/office/drawing/2014/main" id="{C5D63A41-A8A9-661E-9A22-CC29A72C8C4D}"/>
              </a:ext>
            </a:extLst>
          </p:cNvPr>
          <p:cNvSpPr txBox="1"/>
          <p:nvPr/>
        </p:nvSpPr>
        <p:spPr>
          <a:xfrm>
            <a:off x="285187" y="3599594"/>
            <a:ext cx="125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João Henrique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EGI</a:t>
            </a:r>
          </a:p>
        </p:txBody>
      </p:sp>
      <p:pic>
        <p:nvPicPr>
          <p:cNvPr id="64" name="Imagem 63">
            <a:extLst>
              <a:ext uri="{FF2B5EF4-FFF2-40B4-BE49-F238E27FC236}">
                <a16:creationId xmlns:a16="http://schemas.microsoft.com/office/drawing/2014/main" id="{4712520E-CFEB-1BAD-44E3-B8BCDD8618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65" y="3005615"/>
            <a:ext cx="656211" cy="612251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67" name="CaixaDeTexto 65">
            <a:extLst>
              <a:ext uri="{FF2B5EF4-FFF2-40B4-BE49-F238E27FC236}">
                <a16:creationId xmlns:a16="http://schemas.microsoft.com/office/drawing/2014/main" id="{E433E8F2-56DC-04DE-1220-3C2AB59A97A7}"/>
              </a:ext>
            </a:extLst>
          </p:cNvPr>
          <p:cNvSpPr txBox="1"/>
          <p:nvPr/>
        </p:nvSpPr>
        <p:spPr>
          <a:xfrm>
            <a:off x="285041" y="4545989"/>
            <a:ext cx="125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Antônio Samuel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EGN</a:t>
            </a:r>
          </a:p>
        </p:txBody>
      </p:sp>
      <p:pic>
        <p:nvPicPr>
          <p:cNvPr id="69" name="Picture 6">
            <a:extLst>
              <a:ext uri="{FF2B5EF4-FFF2-40B4-BE49-F238E27FC236}">
                <a16:creationId xmlns:a16="http://schemas.microsoft.com/office/drawing/2014/main" id="{F30ABCF3-D826-5908-A4E8-577B883EC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30" y="4000229"/>
            <a:ext cx="607321" cy="555717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71" name="CaixaDeTexto 65">
            <a:extLst>
              <a:ext uri="{FF2B5EF4-FFF2-40B4-BE49-F238E27FC236}">
                <a16:creationId xmlns:a16="http://schemas.microsoft.com/office/drawing/2014/main" id="{62107F26-9054-4E56-B212-B191D1BD38BF}"/>
              </a:ext>
            </a:extLst>
          </p:cNvPr>
          <p:cNvSpPr txBox="1"/>
          <p:nvPr/>
        </p:nvSpPr>
        <p:spPr>
          <a:xfrm>
            <a:off x="290999" y="5471127"/>
            <a:ext cx="125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Igor de Siqueira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EGP</a:t>
            </a:r>
          </a:p>
        </p:txBody>
      </p:sp>
      <p:pic>
        <p:nvPicPr>
          <p:cNvPr id="73" name="Picture 7">
            <a:extLst>
              <a:ext uri="{FF2B5EF4-FFF2-40B4-BE49-F238E27FC236}">
                <a16:creationId xmlns:a16="http://schemas.microsoft.com/office/drawing/2014/main" id="{827A1F2D-261F-0D2A-3942-3E876B4286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465" y="4924418"/>
            <a:ext cx="635372" cy="581385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75" name="CaixaDeTexto 65">
            <a:extLst>
              <a:ext uri="{FF2B5EF4-FFF2-40B4-BE49-F238E27FC236}">
                <a16:creationId xmlns:a16="http://schemas.microsoft.com/office/drawing/2014/main" id="{2FAB6B96-21BC-A95D-BD2E-D1E226734C7B}"/>
              </a:ext>
            </a:extLst>
          </p:cNvPr>
          <p:cNvSpPr txBox="1"/>
          <p:nvPr/>
        </p:nvSpPr>
        <p:spPr>
          <a:xfrm>
            <a:off x="317538" y="6395355"/>
            <a:ext cx="1253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André Nascimento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DPL - EGN</a:t>
            </a:r>
          </a:p>
        </p:txBody>
      </p:sp>
      <p:pic>
        <p:nvPicPr>
          <p:cNvPr id="77" name="Picture 8">
            <a:extLst>
              <a:ext uri="{FF2B5EF4-FFF2-40B4-BE49-F238E27FC236}">
                <a16:creationId xmlns:a16="http://schemas.microsoft.com/office/drawing/2014/main" id="{9D356381-C3A9-0BAB-9EC7-CC68318B73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001" y="5866100"/>
            <a:ext cx="601835" cy="550697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79" name="Retângulo: Cantos Arredondados 180">
            <a:extLst>
              <a:ext uri="{FF2B5EF4-FFF2-40B4-BE49-F238E27FC236}">
                <a16:creationId xmlns:a16="http://schemas.microsoft.com/office/drawing/2014/main" id="{6D563519-A83A-69C3-DCC6-D2F3F097078F}"/>
              </a:ext>
            </a:extLst>
          </p:cNvPr>
          <p:cNvSpPr/>
          <p:nvPr/>
        </p:nvSpPr>
        <p:spPr>
          <a:xfrm>
            <a:off x="1760573" y="1549811"/>
            <a:ext cx="1615440" cy="749808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en-US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grpSp>
        <p:nvGrpSpPr>
          <p:cNvPr id="125" name="Agrupar 124">
            <a:extLst>
              <a:ext uri="{FF2B5EF4-FFF2-40B4-BE49-F238E27FC236}">
                <a16:creationId xmlns:a16="http://schemas.microsoft.com/office/drawing/2014/main" id="{F7422A53-AD45-94D4-CFA8-900F3708EDC7}"/>
              </a:ext>
            </a:extLst>
          </p:cNvPr>
          <p:cNvGrpSpPr/>
          <p:nvPr/>
        </p:nvGrpSpPr>
        <p:grpSpPr>
          <a:xfrm>
            <a:off x="2030046" y="2170037"/>
            <a:ext cx="1207818" cy="4240938"/>
            <a:chOff x="2930613" y="2970402"/>
            <a:chExt cx="1920684" cy="7097383"/>
          </a:xfrm>
        </p:grpSpPr>
        <p:sp>
          <p:nvSpPr>
            <p:cNvPr id="110" name="CaixaDeTexto 65">
              <a:extLst>
                <a:ext uri="{FF2B5EF4-FFF2-40B4-BE49-F238E27FC236}">
                  <a16:creationId xmlns:a16="http://schemas.microsoft.com/office/drawing/2014/main" id="{B2BF14F5-6325-832A-2F90-6F387C270A1B}"/>
                </a:ext>
              </a:extLst>
            </p:cNvPr>
            <p:cNvSpPr txBox="1"/>
            <p:nvPr/>
          </p:nvSpPr>
          <p:spPr>
            <a:xfrm>
              <a:off x="2930613" y="7497524"/>
              <a:ext cx="1848420" cy="66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Alexandre Rodrigues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PLC</a:t>
              </a:r>
            </a:p>
          </p:txBody>
        </p:sp>
        <p:sp>
          <p:nvSpPr>
            <p:cNvPr id="112" name="CaixaDeTexto 65">
              <a:extLst>
                <a:ext uri="{FF2B5EF4-FFF2-40B4-BE49-F238E27FC236}">
                  <a16:creationId xmlns:a16="http://schemas.microsoft.com/office/drawing/2014/main" id="{1F4FFA46-A91E-F783-E939-7163F422087C}"/>
                </a:ext>
              </a:extLst>
            </p:cNvPr>
            <p:cNvSpPr txBox="1"/>
            <p:nvPr/>
          </p:nvSpPr>
          <p:spPr>
            <a:xfrm>
              <a:off x="2986311" y="3950468"/>
              <a:ext cx="1848420" cy="66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Vinícius Gualter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PLM</a:t>
              </a:r>
            </a:p>
          </p:txBody>
        </p:sp>
        <p:sp>
          <p:nvSpPr>
            <p:cNvPr id="114" name="CaixaDeTexto 65">
              <a:extLst>
                <a:ext uri="{FF2B5EF4-FFF2-40B4-BE49-F238E27FC236}">
                  <a16:creationId xmlns:a16="http://schemas.microsoft.com/office/drawing/2014/main" id="{EAC8854E-3114-42AB-5C6E-B6CF25965216}"/>
                </a:ext>
              </a:extLst>
            </p:cNvPr>
            <p:cNvSpPr txBox="1"/>
            <p:nvPr/>
          </p:nvSpPr>
          <p:spPr>
            <a:xfrm>
              <a:off x="3002877" y="5611016"/>
              <a:ext cx="1848420" cy="66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Mohamad Salem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PLN</a:t>
              </a:r>
            </a:p>
          </p:txBody>
        </p:sp>
        <p:sp>
          <p:nvSpPr>
            <p:cNvPr id="116" name="CaixaDeTexto 65">
              <a:extLst>
                <a:ext uri="{FF2B5EF4-FFF2-40B4-BE49-F238E27FC236}">
                  <a16:creationId xmlns:a16="http://schemas.microsoft.com/office/drawing/2014/main" id="{810C3418-C58D-98F9-7508-0703882A8346}"/>
                </a:ext>
              </a:extLst>
            </p:cNvPr>
            <p:cNvSpPr txBox="1"/>
            <p:nvPr/>
          </p:nvSpPr>
          <p:spPr>
            <a:xfrm>
              <a:off x="2930613" y="9398185"/>
              <a:ext cx="1848420" cy="6696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Ana Claudia Batista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PLS</a:t>
              </a:r>
            </a:p>
          </p:txBody>
        </p:sp>
        <p:pic>
          <p:nvPicPr>
            <p:cNvPr id="118" name="Picture 9">
              <a:extLst>
                <a:ext uri="{FF2B5EF4-FFF2-40B4-BE49-F238E27FC236}">
                  <a16:creationId xmlns:a16="http://schemas.microsoft.com/office/drawing/2014/main" id="{EF29FFDF-C2E6-77DC-B030-77E7209FC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276188" y="6436571"/>
              <a:ext cx="1042417" cy="1042417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  <p:pic>
          <p:nvPicPr>
            <p:cNvPr id="120" name="Picture 10">
              <a:extLst>
                <a:ext uri="{FF2B5EF4-FFF2-40B4-BE49-F238E27FC236}">
                  <a16:creationId xmlns:a16="http://schemas.microsoft.com/office/drawing/2014/main" id="{845F59AB-0F25-5E34-9ADE-DCAC1054388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329115" y="2970402"/>
              <a:ext cx="1042418" cy="1042417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  <p:pic>
          <p:nvPicPr>
            <p:cNvPr id="122" name="Picture 1">
              <a:extLst>
                <a:ext uri="{FF2B5EF4-FFF2-40B4-BE49-F238E27FC236}">
                  <a16:creationId xmlns:a16="http://schemas.microsoft.com/office/drawing/2014/main" id="{A7E25ECC-33BA-8491-DCB3-CA01C1380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16742" y="4622292"/>
              <a:ext cx="1042417" cy="1042416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  <p:pic>
          <p:nvPicPr>
            <p:cNvPr id="124" name="Picture 2">
              <a:extLst>
                <a:ext uri="{FF2B5EF4-FFF2-40B4-BE49-F238E27FC236}">
                  <a16:creationId xmlns:a16="http://schemas.microsoft.com/office/drawing/2014/main" id="{3D2AE08A-AC02-7E4F-6865-31E62D230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278698" y="8297153"/>
              <a:ext cx="1042417" cy="1042416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</p:grpSp>
      <p:sp>
        <p:nvSpPr>
          <p:cNvPr id="126" name="Retângulo: Cantos Arredondados 180">
            <a:extLst>
              <a:ext uri="{FF2B5EF4-FFF2-40B4-BE49-F238E27FC236}">
                <a16:creationId xmlns:a16="http://schemas.microsoft.com/office/drawing/2014/main" id="{1E06166C-8FCB-01DA-A577-D96CDFC921E9}"/>
              </a:ext>
            </a:extLst>
          </p:cNvPr>
          <p:cNvSpPr/>
          <p:nvPr/>
        </p:nvSpPr>
        <p:spPr>
          <a:xfrm>
            <a:off x="3396747" y="1549811"/>
            <a:ext cx="1615440" cy="749808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56" name="CaixaDeTexto 65">
            <a:extLst>
              <a:ext uri="{FF2B5EF4-FFF2-40B4-BE49-F238E27FC236}">
                <a16:creationId xmlns:a16="http://schemas.microsoft.com/office/drawing/2014/main" id="{A760DB68-0E87-04FA-0FF2-6D11235DA986}"/>
              </a:ext>
            </a:extLst>
          </p:cNvPr>
          <p:cNvSpPr txBox="1"/>
          <p:nvPr/>
        </p:nvSpPr>
        <p:spPr>
          <a:xfrm>
            <a:off x="73681" y="1578685"/>
            <a:ext cx="16798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8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EG</a:t>
            </a:r>
          </a:p>
          <a:p>
            <a:pPr algn="ctr" defTabSz="304815">
              <a:defRPr/>
            </a:pPr>
            <a:r>
              <a:rPr lang="en-US" sz="800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Gerência Executiva de Engenharia</a:t>
            </a:r>
            <a:endParaRPr lang="pt-BR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58" name="CaixaDeTexto 65">
            <a:extLst>
              <a:ext uri="{FF2B5EF4-FFF2-40B4-BE49-F238E27FC236}">
                <a16:creationId xmlns:a16="http://schemas.microsoft.com/office/drawing/2014/main" id="{2B5B88F5-3370-4447-5CD5-7F51619E1287}"/>
              </a:ext>
            </a:extLst>
          </p:cNvPr>
          <p:cNvSpPr txBox="1"/>
          <p:nvPr/>
        </p:nvSpPr>
        <p:spPr>
          <a:xfrm>
            <a:off x="1778112" y="1572225"/>
            <a:ext cx="16619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8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PL</a:t>
            </a:r>
          </a:p>
          <a:p>
            <a:pPr algn="ctr" defTabSz="304815">
              <a:defRPr/>
            </a:pPr>
            <a:r>
              <a:rPr lang="en-US" sz="800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Gerência Executiva de Planejamento Elétrico</a:t>
            </a:r>
            <a:endParaRPr lang="pt-BR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0" name="CaixaDeTexto 65">
            <a:extLst>
              <a:ext uri="{FF2B5EF4-FFF2-40B4-BE49-F238E27FC236}">
                <a16:creationId xmlns:a16="http://schemas.microsoft.com/office/drawing/2014/main" id="{880512FE-4602-9C60-5979-5ABE9C2DBD54}"/>
              </a:ext>
            </a:extLst>
          </p:cNvPr>
          <p:cNvSpPr txBox="1"/>
          <p:nvPr/>
        </p:nvSpPr>
        <p:spPr>
          <a:xfrm>
            <a:off x="3320346" y="1576525"/>
            <a:ext cx="18119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8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PE</a:t>
            </a:r>
          </a:p>
          <a:p>
            <a:pPr algn="ctr" defTabSz="304815">
              <a:defRPr/>
            </a:pPr>
            <a:r>
              <a:rPr lang="en-US" sz="800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Gerência Executiva </a:t>
            </a:r>
          </a:p>
          <a:p>
            <a:pPr algn="ctr" defTabSz="304815">
              <a:defRPr/>
            </a:pPr>
            <a:r>
              <a:rPr lang="en-US" sz="800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de Planejamento Enegético</a:t>
            </a:r>
            <a:endParaRPr lang="pt-BR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20" name="Retângulo: Cantos Arredondados 180">
            <a:extLst>
              <a:ext uri="{FF2B5EF4-FFF2-40B4-BE49-F238E27FC236}">
                <a16:creationId xmlns:a16="http://schemas.microsoft.com/office/drawing/2014/main" id="{DC8C4147-4FC3-AB6B-E167-CBBA31FC5AF7}"/>
              </a:ext>
            </a:extLst>
          </p:cNvPr>
          <p:cNvSpPr/>
          <p:nvPr/>
        </p:nvSpPr>
        <p:spPr>
          <a:xfrm>
            <a:off x="131823" y="1323031"/>
            <a:ext cx="4842344" cy="260994"/>
          </a:xfrm>
          <a:prstGeom prst="round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endParaRPr lang="pt-BR" sz="933" b="1" kern="0" spc="3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171" name="Retângulo: Cantos Arredondados 180">
            <a:extLst>
              <a:ext uri="{FF2B5EF4-FFF2-40B4-BE49-F238E27FC236}">
                <a16:creationId xmlns:a16="http://schemas.microsoft.com/office/drawing/2014/main" id="{4C2D3685-C3F7-F22C-49CE-7EF18B7C624E}"/>
              </a:ext>
            </a:extLst>
          </p:cNvPr>
          <p:cNvSpPr/>
          <p:nvPr/>
        </p:nvSpPr>
        <p:spPr>
          <a:xfrm>
            <a:off x="5125990" y="1576525"/>
            <a:ext cx="1575541" cy="723094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2" name="Retângulo: Cantos Arredondados 180">
            <a:extLst>
              <a:ext uri="{FF2B5EF4-FFF2-40B4-BE49-F238E27FC236}">
                <a16:creationId xmlns:a16="http://schemas.microsoft.com/office/drawing/2014/main" id="{C4DD652C-1358-822C-E3B9-B7B784C7EC6A}"/>
              </a:ext>
            </a:extLst>
          </p:cNvPr>
          <p:cNvSpPr/>
          <p:nvPr/>
        </p:nvSpPr>
        <p:spPr>
          <a:xfrm>
            <a:off x="6741369" y="1576525"/>
            <a:ext cx="1575541" cy="723094"/>
          </a:xfrm>
          <a:prstGeom prst="roundRect">
            <a:avLst/>
          </a:prstGeom>
          <a:solidFill>
            <a:srgbClr val="E8772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/>
            <a:endParaRPr lang="en-US" sz="8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6" name="CaixaDeTexto 65">
            <a:extLst>
              <a:ext uri="{FF2B5EF4-FFF2-40B4-BE49-F238E27FC236}">
                <a16:creationId xmlns:a16="http://schemas.microsoft.com/office/drawing/2014/main" id="{A1C30871-081D-9F7E-9A14-5FAC2AA8D5E7}"/>
              </a:ext>
            </a:extLst>
          </p:cNvPr>
          <p:cNvSpPr txBox="1"/>
          <p:nvPr/>
        </p:nvSpPr>
        <p:spPr>
          <a:xfrm>
            <a:off x="5036827" y="1567209"/>
            <a:ext cx="1736343" cy="5695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8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PR</a:t>
            </a:r>
          </a:p>
          <a:p>
            <a:pPr algn="ctr" defTabSz="304815">
              <a:defRPr/>
            </a:pPr>
            <a:r>
              <a:rPr lang="en-US" sz="767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Gerência Executiva de Programação da Operação</a:t>
            </a:r>
            <a:endParaRPr lang="pt-BR" sz="767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7" name="CaixaDeTexto 65">
            <a:extLst>
              <a:ext uri="{FF2B5EF4-FFF2-40B4-BE49-F238E27FC236}">
                <a16:creationId xmlns:a16="http://schemas.microsoft.com/office/drawing/2014/main" id="{86D44ECD-FDC8-A83F-398C-7EBED431CE9C}"/>
              </a:ext>
            </a:extLst>
          </p:cNvPr>
          <p:cNvSpPr txBox="1"/>
          <p:nvPr/>
        </p:nvSpPr>
        <p:spPr>
          <a:xfrm>
            <a:off x="6676809" y="1592299"/>
            <a:ext cx="1719153" cy="5538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8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PD</a:t>
            </a:r>
          </a:p>
          <a:p>
            <a:pPr algn="ctr" defTabSz="304815">
              <a:defRPr/>
            </a:pPr>
            <a:r>
              <a:rPr lang="en-US" sz="733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Gerência Executiva de Procedimentos e Desenvolvimentos OP</a:t>
            </a:r>
            <a:endParaRPr lang="pt-BR" sz="733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9" name="Retângulo: Cantos Arredondados 180">
            <a:extLst>
              <a:ext uri="{FF2B5EF4-FFF2-40B4-BE49-F238E27FC236}">
                <a16:creationId xmlns:a16="http://schemas.microsoft.com/office/drawing/2014/main" id="{0F4B0CF7-D5EA-1A00-60B1-07C7E06012DB}"/>
              </a:ext>
            </a:extLst>
          </p:cNvPr>
          <p:cNvSpPr/>
          <p:nvPr/>
        </p:nvSpPr>
        <p:spPr>
          <a:xfrm>
            <a:off x="5155798" y="1349744"/>
            <a:ext cx="3161111" cy="260994"/>
          </a:xfrm>
          <a:prstGeom prst="round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endParaRPr lang="pt-BR" sz="933" b="1" kern="0" spc="3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221" name="CaixaDeTexto 65">
            <a:extLst>
              <a:ext uri="{FF2B5EF4-FFF2-40B4-BE49-F238E27FC236}">
                <a16:creationId xmlns:a16="http://schemas.microsoft.com/office/drawing/2014/main" id="{DA7F3B98-9206-C599-C7CA-A8E760DF91FB}"/>
              </a:ext>
            </a:extLst>
          </p:cNvPr>
          <p:cNvSpPr txBox="1"/>
          <p:nvPr/>
        </p:nvSpPr>
        <p:spPr>
          <a:xfrm>
            <a:off x="6920042" y="2771644"/>
            <a:ext cx="1232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Fabio Leite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PDT</a:t>
            </a:r>
          </a:p>
        </p:txBody>
      </p:sp>
      <p:pic>
        <p:nvPicPr>
          <p:cNvPr id="227" name="Picture 6">
            <a:extLst>
              <a:ext uri="{FF2B5EF4-FFF2-40B4-BE49-F238E27FC236}">
                <a16:creationId xmlns:a16="http://schemas.microsoft.com/office/drawing/2014/main" id="{6E276EBB-D497-1C1F-ECBD-FED7DD94B7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44388" y="3195781"/>
            <a:ext cx="637080" cy="637080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233" name="Picture 9">
            <a:extLst>
              <a:ext uri="{FF2B5EF4-FFF2-40B4-BE49-F238E27FC236}">
                <a16:creationId xmlns:a16="http://schemas.microsoft.com/office/drawing/2014/main" id="{80F87654-F781-15AF-C919-32779F3C972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33726" y="2157236"/>
            <a:ext cx="637080" cy="637080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grpSp>
        <p:nvGrpSpPr>
          <p:cNvPr id="253" name="Agrupar 252">
            <a:extLst>
              <a:ext uri="{FF2B5EF4-FFF2-40B4-BE49-F238E27FC236}">
                <a16:creationId xmlns:a16="http://schemas.microsoft.com/office/drawing/2014/main" id="{7F70799A-1B05-C8F4-5A44-AC5608BD3BEB}"/>
              </a:ext>
            </a:extLst>
          </p:cNvPr>
          <p:cNvGrpSpPr/>
          <p:nvPr/>
        </p:nvGrpSpPr>
        <p:grpSpPr>
          <a:xfrm>
            <a:off x="6982672" y="4324350"/>
            <a:ext cx="1188196" cy="997894"/>
            <a:chOff x="13314278" y="6626358"/>
            <a:chExt cx="1848420" cy="1553669"/>
          </a:xfrm>
        </p:grpSpPr>
        <p:sp>
          <p:nvSpPr>
            <p:cNvPr id="217" name="CaixaDeTexto 65">
              <a:extLst>
                <a:ext uri="{FF2B5EF4-FFF2-40B4-BE49-F238E27FC236}">
                  <a16:creationId xmlns:a16="http://schemas.microsoft.com/office/drawing/2014/main" id="{5EAD1363-3BEC-5E83-EBBF-10A28610735A}"/>
                </a:ext>
              </a:extLst>
            </p:cNvPr>
            <p:cNvSpPr txBox="1"/>
            <p:nvPr/>
          </p:nvSpPr>
          <p:spPr>
            <a:xfrm>
              <a:off x="13314278" y="7579862"/>
              <a:ext cx="1848420" cy="600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Vinnicius Pinto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DOP - PDR</a:t>
              </a:r>
            </a:p>
          </p:txBody>
        </p:sp>
        <p:pic>
          <p:nvPicPr>
            <p:cNvPr id="239" name="Imagem 238">
              <a:extLst>
                <a:ext uri="{FF2B5EF4-FFF2-40B4-BE49-F238E27FC236}">
                  <a16:creationId xmlns:a16="http://schemas.microsoft.com/office/drawing/2014/main" id="{7B6F13F7-5E74-EB93-D600-2B215BC13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58987" y="6626358"/>
              <a:ext cx="953504" cy="953504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</p:grpSp>
      <p:sp>
        <p:nvSpPr>
          <p:cNvPr id="243" name="CaixaDeTexto 65">
            <a:extLst>
              <a:ext uri="{FF2B5EF4-FFF2-40B4-BE49-F238E27FC236}">
                <a16:creationId xmlns:a16="http://schemas.microsoft.com/office/drawing/2014/main" id="{A43E543B-2E63-BACA-5C4F-516E3DF72AB6}"/>
              </a:ext>
            </a:extLst>
          </p:cNvPr>
          <p:cNvSpPr txBox="1"/>
          <p:nvPr/>
        </p:nvSpPr>
        <p:spPr>
          <a:xfrm>
            <a:off x="5269528" y="6488668"/>
            <a:ext cx="1239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Christiane Osorio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PRA</a:t>
            </a:r>
          </a:p>
        </p:txBody>
      </p:sp>
      <p:sp>
        <p:nvSpPr>
          <p:cNvPr id="215" name="CaixaDeTexto 65">
            <a:extLst>
              <a:ext uri="{FF2B5EF4-FFF2-40B4-BE49-F238E27FC236}">
                <a16:creationId xmlns:a16="http://schemas.microsoft.com/office/drawing/2014/main" id="{567DD89F-50C3-7925-BFB1-DDE01387B6FF}"/>
              </a:ext>
            </a:extLst>
          </p:cNvPr>
          <p:cNvSpPr txBox="1"/>
          <p:nvPr/>
        </p:nvSpPr>
        <p:spPr>
          <a:xfrm>
            <a:off x="5231299" y="5563313"/>
            <a:ext cx="12645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Ciro Jose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PRD</a:t>
            </a:r>
          </a:p>
        </p:txBody>
      </p:sp>
      <p:sp>
        <p:nvSpPr>
          <p:cNvPr id="209" name="CaixaDeTexto 65">
            <a:extLst>
              <a:ext uri="{FF2B5EF4-FFF2-40B4-BE49-F238E27FC236}">
                <a16:creationId xmlns:a16="http://schemas.microsoft.com/office/drawing/2014/main" id="{A57A5E43-3356-B5FE-7009-A774CB6DAF3C}"/>
              </a:ext>
            </a:extLst>
          </p:cNvPr>
          <p:cNvSpPr txBox="1"/>
          <p:nvPr/>
        </p:nvSpPr>
        <p:spPr>
          <a:xfrm>
            <a:off x="5318863" y="2688035"/>
            <a:ext cx="1189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Hugo Torraca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PRR</a:t>
            </a:r>
          </a:p>
        </p:txBody>
      </p:sp>
      <p:sp>
        <p:nvSpPr>
          <p:cNvPr id="213" name="CaixaDeTexto 65">
            <a:extLst>
              <a:ext uri="{FF2B5EF4-FFF2-40B4-BE49-F238E27FC236}">
                <a16:creationId xmlns:a16="http://schemas.microsoft.com/office/drawing/2014/main" id="{9500E992-D38F-E262-C0BC-717230C9D532}"/>
              </a:ext>
            </a:extLst>
          </p:cNvPr>
          <p:cNvSpPr txBox="1"/>
          <p:nvPr/>
        </p:nvSpPr>
        <p:spPr>
          <a:xfrm>
            <a:off x="5289651" y="4578899"/>
            <a:ext cx="1189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João Pedro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PRM</a:t>
            </a:r>
          </a:p>
        </p:txBody>
      </p:sp>
      <p:sp>
        <p:nvSpPr>
          <p:cNvPr id="219" name="CaixaDeTexto 65">
            <a:extLst>
              <a:ext uri="{FF2B5EF4-FFF2-40B4-BE49-F238E27FC236}">
                <a16:creationId xmlns:a16="http://schemas.microsoft.com/office/drawing/2014/main" id="{47608BB8-E42E-9240-59C2-A6B21FD3F8C3}"/>
              </a:ext>
            </a:extLst>
          </p:cNvPr>
          <p:cNvSpPr txBox="1"/>
          <p:nvPr/>
        </p:nvSpPr>
        <p:spPr>
          <a:xfrm>
            <a:off x="5289651" y="3624014"/>
            <a:ext cx="1189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Karla Antunes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PRI</a:t>
            </a:r>
          </a:p>
        </p:txBody>
      </p:sp>
      <p:pic>
        <p:nvPicPr>
          <p:cNvPr id="225" name="Picture 5">
            <a:extLst>
              <a:ext uri="{FF2B5EF4-FFF2-40B4-BE49-F238E27FC236}">
                <a16:creationId xmlns:a16="http://schemas.microsoft.com/office/drawing/2014/main" id="{AF50D2BA-E794-1329-F366-BE7EBC450C6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81928" y="2112701"/>
            <a:ext cx="649567" cy="614344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229" name="Picture 7">
            <a:extLst>
              <a:ext uri="{FF2B5EF4-FFF2-40B4-BE49-F238E27FC236}">
                <a16:creationId xmlns:a16="http://schemas.microsoft.com/office/drawing/2014/main" id="{A3B28416-963E-E6C0-3D50-87E39D1F3F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566713" y="4000229"/>
            <a:ext cx="635669" cy="606775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231" name="Picture 8">
            <a:extLst>
              <a:ext uri="{FF2B5EF4-FFF2-40B4-BE49-F238E27FC236}">
                <a16:creationId xmlns:a16="http://schemas.microsoft.com/office/drawing/2014/main" id="{C86B5304-03C7-6DCE-5C47-23FC4D83E92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56324" y="4958578"/>
            <a:ext cx="635372" cy="622881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237" name="Picture 1">
            <a:extLst>
              <a:ext uri="{FF2B5EF4-FFF2-40B4-BE49-F238E27FC236}">
                <a16:creationId xmlns:a16="http://schemas.microsoft.com/office/drawing/2014/main" id="{85F89592-FB89-7A88-25E4-9BB1487B407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56324" y="3069030"/>
            <a:ext cx="640813" cy="582786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250" name="CaixaDeTexto 65">
            <a:extLst>
              <a:ext uri="{FF2B5EF4-FFF2-40B4-BE49-F238E27FC236}">
                <a16:creationId xmlns:a16="http://schemas.microsoft.com/office/drawing/2014/main" id="{89E27181-FF45-8419-A8B7-B1A917462C22}"/>
              </a:ext>
            </a:extLst>
          </p:cNvPr>
          <p:cNvSpPr txBox="1"/>
          <p:nvPr/>
        </p:nvSpPr>
        <p:spPr>
          <a:xfrm>
            <a:off x="6945943" y="3850831"/>
            <a:ext cx="11897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Karla Queiroz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DOP - PDP</a:t>
            </a:r>
          </a:p>
        </p:txBody>
      </p:sp>
      <p:sp>
        <p:nvSpPr>
          <p:cNvPr id="286" name="Retângulo: Cantos Arredondados 180">
            <a:extLst>
              <a:ext uri="{FF2B5EF4-FFF2-40B4-BE49-F238E27FC236}">
                <a16:creationId xmlns:a16="http://schemas.microsoft.com/office/drawing/2014/main" id="{CC60CF67-0DCD-ADEE-75A3-88D2DF8D7967}"/>
              </a:ext>
            </a:extLst>
          </p:cNvPr>
          <p:cNvSpPr/>
          <p:nvPr/>
        </p:nvSpPr>
        <p:spPr>
          <a:xfrm>
            <a:off x="8675637" y="1319421"/>
            <a:ext cx="3194900" cy="626260"/>
          </a:xfrm>
          <a:prstGeom prst="roundRect">
            <a:avLst/>
          </a:prstGeom>
          <a:solidFill>
            <a:schemeClr val="bg1">
              <a:lumMod val="6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t"/>
          <a:lstStyle/>
          <a:p>
            <a:pPr algn="ctr" defTabSz="304815">
              <a:defRPr/>
            </a:pP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288" name="CaixaDeTexto 65">
            <a:extLst>
              <a:ext uri="{FF2B5EF4-FFF2-40B4-BE49-F238E27FC236}">
                <a16:creationId xmlns:a16="http://schemas.microsoft.com/office/drawing/2014/main" id="{C08B52C5-4EF3-8C18-259A-9B6A3FECC956}"/>
              </a:ext>
            </a:extLst>
          </p:cNvPr>
          <p:cNvSpPr txBox="1"/>
          <p:nvPr/>
        </p:nvSpPr>
        <p:spPr>
          <a:xfrm>
            <a:off x="8605270" y="1367478"/>
            <a:ext cx="3335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2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DTA</a:t>
            </a:r>
          </a:p>
          <a:p>
            <a:pPr algn="ctr" defTabSz="304815">
              <a:defRPr/>
            </a:pPr>
            <a:r>
              <a:rPr lang="en-US" sz="12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Diretoria de Tecnologia</a:t>
            </a:r>
            <a:endParaRPr lang="pt-BR" sz="1200" b="1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290" name="CaixaDeTexto 65">
            <a:extLst>
              <a:ext uri="{FF2B5EF4-FFF2-40B4-BE49-F238E27FC236}">
                <a16:creationId xmlns:a16="http://schemas.microsoft.com/office/drawing/2014/main" id="{3ACDFB8C-F048-CCEC-B894-8ACBB6AF6332}"/>
              </a:ext>
            </a:extLst>
          </p:cNvPr>
          <p:cNvSpPr txBox="1"/>
          <p:nvPr/>
        </p:nvSpPr>
        <p:spPr>
          <a:xfrm>
            <a:off x="8613548" y="2525785"/>
            <a:ext cx="106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Julia Herz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DTA - AGD</a:t>
            </a:r>
          </a:p>
        </p:txBody>
      </p:sp>
      <p:sp>
        <p:nvSpPr>
          <p:cNvPr id="292" name="CaixaDeTexto 65">
            <a:extLst>
              <a:ext uri="{FF2B5EF4-FFF2-40B4-BE49-F238E27FC236}">
                <a16:creationId xmlns:a16="http://schemas.microsoft.com/office/drawing/2014/main" id="{7605C477-79EA-C99C-6375-E4A83668C5C2}"/>
              </a:ext>
            </a:extLst>
          </p:cNvPr>
          <p:cNvSpPr txBox="1"/>
          <p:nvPr/>
        </p:nvSpPr>
        <p:spPr>
          <a:xfrm>
            <a:off x="9356177" y="2522282"/>
            <a:ext cx="106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Leandro Faulhaber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DTA - RSG</a:t>
            </a:r>
          </a:p>
        </p:txBody>
      </p:sp>
      <p:sp>
        <p:nvSpPr>
          <p:cNvPr id="294" name="CaixaDeTexto 65">
            <a:extLst>
              <a:ext uri="{FF2B5EF4-FFF2-40B4-BE49-F238E27FC236}">
                <a16:creationId xmlns:a16="http://schemas.microsoft.com/office/drawing/2014/main" id="{32B044A3-8358-CB1C-565F-08A27CB498CA}"/>
              </a:ext>
            </a:extLst>
          </p:cNvPr>
          <p:cNvSpPr txBox="1"/>
          <p:nvPr/>
        </p:nvSpPr>
        <p:spPr>
          <a:xfrm>
            <a:off x="10170602" y="2510375"/>
            <a:ext cx="106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Everton Batista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DTA - RSG</a:t>
            </a:r>
          </a:p>
        </p:txBody>
      </p:sp>
      <p:pic>
        <p:nvPicPr>
          <p:cNvPr id="298" name="Picture 2">
            <a:extLst>
              <a:ext uri="{FF2B5EF4-FFF2-40B4-BE49-F238E27FC236}">
                <a16:creationId xmlns:a16="http://schemas.microsoft.com/office/drawing/2014/main" id="{E6AF2B57-9A43-01B8-B9C5-38DA9F0D671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843562" y="1894073"/>
            <a:ext cx="599262" cy="626260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300" name="Picture 3">
            <a:extLst>
              <a:ext uri="{FF2B5EF4-FFF2-40B4-BE49-F238E27FC236}">
                <a16:creationId xmlns:a16="http://schemas.microsoft.com/office/drawing/2014/main" id="{420D2D6E-B04C-BE2E-0978-EE26F2A7E1D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60242" y="1921127"/>
            <a:ext cx="599262" cy="626260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pic>
        <p:nvPicPr>
          <p:cNvPr id="302" name="Picture 4">
            <a:extLst>
              <a:ext uri="{FF2B5EF4-FFF2-40B4-BE49-F238E27FC236}">
                <a16:creationId xmlns:a16="http://schemas.microsoft.com/office/drawing/2014/main" id="{69777793-E762-7D06-2F0D-74AF58681A9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397728" y="1906405"/>
            <a:ext cx="599262" cy="626260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308" name="TextBox 6">
            <a:extLst>
              <a:ext uri="{FF2B5EF4-FFF2-40B4-BE49-F238E27FC236}">
                <a16:creationId xmlns:a16="http://schemas.microsoft.com/office/drawing/2014/main" id="{2328B905-BF48-F59A-904A-6C1216BB602D}"/>
              </a:ext>
            </a:extLst>
          </p:cNvPr>
          <p:cNvSpPr txBox="1"/>
          <p:nvPr/>
        </p:nvSpPr>
        <p:spPr>
          <a:xfrm>
            <a:off x="8522434" y="4215672"/>
            <a:ext cx="361756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Apoiar o entendimento e a adoção do novo modelo pela área.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Atuar como ponto focal para esclarecimento de dúvidas e direcionamentos.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Identificar e comunicar riscos, impactos e pontos de atenção.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Coletar feedbacks e oportunidades de melhoria da operação.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Conectar as necessidades da área cliente com a equipe de governança.</a:t>
            </a:r>
          </a:p>
          <a:p>
            <a:pPr marL="190510" indent="-190510" defTabSz="304815">
              <a:buFont typeface="Arial" panose="020B0604020202020204" pitchFamily="34" charset="0"/>
              <a:buChar char="•"/>
            </a:pPr>
            <a:r>
              <a:rPr lang="pt-BR" sz="1200">
                <a:solidFill>
                  <a:srgbClr val="002A46"/>
                </a:solidFill>
                <a:latin typeface="Arial Nova Cond" panose="020B0506020202020204" pitchFamily="34" charset="0"/>
              </a:rPr>
              <a:t>Contribuir para a sustentação e evolução contínua do modelo implementado.</a:t>
            </a:r>
          </a:p>
        </p:txBody>
      </p:sp>
      <p:sp>
        <p:nvSpPr>
          <p:cNvPr id="310" name="CaixaDeTexto 65">
            <a:extLst>
              <a:ext uri="{FF2B5EF4-FFF2-40B4-BE49-F238E27FC236}">
                <a16:creationId xmlns:a16="http://schemas.microsoft.com/office/drawing/2014/main" id="{2B29B438-920F-9516-873C-F9C2899A276F}"/>
              </a:ext>
            </a:extLst>
          </p:cNvPr>
          <p:cNvSpPr txBox="1"/>
          <p:nvPr/>
        </p:nvSpPr>
        <p:spPr>
          <a:xfrm>
            <a:off x="8699758" y="3207920"/>
            <a:ext cx="3059978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067" b="1" kern="0" spc="300">
                <a:solidFill>
                  <a:srgbClr val="002060"/>
                </a:solidFill>
                <a:latin typeface="Arial Nova Cond" panose="020B0506020202020204" pitchFamily="34" charset="0"/>
              </a:rPr>
              <a:t>PAPÉIS E RESPONSABILIDADES</a:t>
            </a:r>
            <a:endParaRPr lang="pt-BR" sz="1067" b="1" kern="0" spc="300">
              <a:solidFill>
                <a:srgbClr val="002060"/>
              </a:solidFill>
              <a:latin typeface="Arial Nova Cond" panose="020B0506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BE6968F-9B13-B702-B390-FAE2B7CA1FE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891" y="5942415"/>
            <a:ext cx="591312" cy="591312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  <p:sp>
        <p:nvSpPr>
          <p:cNvPr id="8" name="CaixaDeTexto 65">
            <a:extLst>
              <a:ext uri="{FF2B5EF4-FFF2-40B4-BE49-F238E27FC236}">
                <a16:creationId xmlns:a16="http://schemas.microsoft.com/office/drawing/2014/main" id="{E0489AD1-B775-C41F-9881-1E8AF641D2D3}"/>
              </a:ext>
            </a:extLst>
          </p:cNvPr>
          <p:cNvSpPr txBox="1"/>
          <p:nvPr/>
        </p:nvSpPr>
        <p:spPr>
          <a:xfrm>
            <a:off x="317538" y="1317858"/>
            <a:ext cx="4550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2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DPL – Diretoria de Planejamento</a:t>
            </a: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1" name="CaixaDeTexto 65">
            <a:extLst>
              <a:ext uri="{FF2B5EF4-FFF2-40B4-BE49-F238E27FC236}">
                <a16:creationId xmlns:a16="http://schemas.microsoft.com/office/drawing/2014/main" id="{8D8A0C5C-B152-B6A1-BDB2-095DE7CC158C}"/>
              </a:ext>
            </a:extLst>
          </p:cNvPr>
          <p:cNvSpPr txBox="1"/>
          <p:nvPr/>
        </p:nvSpPr>
        <p:spPr>
          <a:xfrm>
            <a:off x="4443880" y="1329208"/>
            <a:ext cx="4505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>
              <a:defRPr/>
            </a:pPr>
            <a:r>
              <a:rPr lang="en-US" sz="1200" b="1" kern="0" spc="300">
                <a:solidFill>
                  <a:srgbClr val="FFFFFF"/>
                </a:solidFill>
                <a:latin typeface="Arial Nova Cond" panose="020B0506020202020204" pitchFamily="34" charset="0"/>
              </a:rPr>
              <a:t>DOP- Diretoria de Operaçãoes</a:t>
            </a:r>
            <a:endParaRPr lang="pt-BR" sz="1200" kern="0" spc="300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2410D840-832A-497E-24A1-9DFEBF39D79C}"/>
              </a:ext>
            </a:extLst>
          </p:cNvPr>
          <p:cNvSpPr/>
          <p:nvPr/>
        </p:nvSpPr>
        <p:spPr>
          <a:xfrm>
            <a:off x="9725341" y="413314"/>
            <a:ext cx="2032103" cy="298955"/>
          </a:xfrm>
          <a:prstGeom prst="rect">
            <a:avLst/>
          </a:prstGeom>
          <a:solidFill>
            <a:schemeClr val="bg1"/>
          </a:solidFill>
          <a:ln>
            <a:solidFill>
              <a:srgbClr val="5F5F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4815"/>
            <a:r>
              <a:rPr lang="pt-BR" sz="1200" noProof="0">
                <a:solidFill>
                  <a:schemeClr val="tx1"/>
                </a:solidFill>
                <a:latin typeface="Arial Nova Cond" panose="020B0506020202020204" pitchFamily="34" charset="0"/>
              </a:rPr>
              <a:t>Em processo de aprovação.</a:t>
            </a:r>
          </a:p>
        </p:txBody>
      </p:sp>
      <p:sp>
        <p:nvSpPr>
          <p:cNvPr id="16" name="TextBox 6">
            <a:extLst>
              <a:ext uri="{FF2B5EF4-FFF2-40B4-BE49-F238E27FC236}">
                <a16:creationId xmlns:a16="http://schemas.microsoft.com/office/drawing/2014/main" id="{7C910E30-935D-BC9E-A5E9-65CB5A8EBDCF}"/>
              </a:ext>
            </a:extLst>
          </p:cNvPr>
          <p:cNvSpPr txBox="1"/>
          <p:nvPr/>
        </p:nvSpPr>
        <p:spPr>
          <a:xfrm>
            <a:off x="8699758" y="3818413"/>
            <a:ext cx="33820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304815"/>
            <a:r>
              <a:rPr lang="pt-BR" sz="1200" b="1">
                <a:solidFill>
                  <a:srgbClr val="002A46"/>
                </a:solidFill>
                <a:latin typeface="Arial Nova Cond" panose="020B0506020202020204" pitchFamily="34" charset="0"/>
              </a:rPr>
              <a:t>Traduz, apoia, direciona e dissemina.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0B1B0A-43CE-6E1A-8801-198F9BDD227D}"/>
              </a:ext>
            </a:extLst>
          </p:cNvPr>
          <p:cNvGrpSpPr/>
          <p:nvPr/>
        </p:nvGrpSpPr>
        <p:grpSpPr>
          <a:xfrm>
            <a:off x="3659305" y="2157236"/>
            <a:ext cx="1151818" cy="3015527"/>
            <a:chOff x="3659305" y="2157236"/>
            <a:chExt cx="1151818" cy="3015527"/>
          </a:xfrm>
        </p:grpSpPr>
        <p:sp>
          <p:nvSpPr>
            <p:cNvPr id="137" name="CaixaDeTexto 65">
              <a:extLst>
                <a:ext uri="{FF2B5EF4-FFF2-40B4-BE49-F238E27FC236}">
                  <a16:creationId xmlns:a16="http://schemas.microsoft.com/office/drawing/2014/main" id="{03499F77-3AB2-AD8E-615D-A323DD0DD8B4}"/>
                </a:ext>
              </a:extLst>
            </p:cNvPr>
            <p:cNvSpPr txBox="1"/>
            <p:nvPr/>
          </p:nvSpPr>
          <p:spPr>
            <a:xfrm>
              <a:off x="3659305" y="4772653"/>
              <a:ext cx="1151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William Farias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PER</a:t>
              </a:r>
            </a:p>
          </p:txBody>
        </p:sp>
        <p:sp>
          <p:nvSpPr>
            <p:cNvPr id="139" name="CaixaDeTexto 65">
              <a:extLst>
                <a:ext uri="{FF2B5EF4-FFF2-40B4-BE49-F238E27FC236}">
                  <a16:creationId xmlns:a16="http://schemas.microsoft.com/office/drawing/2014/main" id="{F51FE163-A0DD-BC1E-6441-EA2CFE5BAB40}"/>
                </a:ext>
              </a:extLst>
            </p:cNvPr>
            <p:cNvSpPr txBox="1"/>
            <p:nvPr/>
          </p:nvSpPr>
          <p:spPr>
            <a:xfrm>
              <a:off x="3659305" y="2751154"/>
              <a:ext cx="1151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Douglas Aranil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PED</a:t>
              </a:r>
            </a:p>
          </p:txBody>
        </p:sp>
        <p:sp>
          <p:nvSpPr>
            <p:cNvPr id="141" name="CaixaDeTexto 65">
              <a:extLst>
                <a:ext uri="{FF2B5EF4-FFF2-40B4-BE49-F238E27FC236}">
                  <a16:creationId xmlns:a16="http://schemas.microsoft.com/office/drawing/2014/main" id="{8FC2EEF5-6009-DA6A-25D3-680D615FF669}"/>
                </a:ext>
              </a:extLst>
            </p:cNvPr>
            <p:cNvSpPr txBox="1"/>
            <p:nvPr/>
          </p:nvSpPr>
          <p:spPr>
            <a:xfrm>
              <a:off x="3659305" y="3815562"/>
              <a:ext cx="11518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Renan Gomes</a:t>
              </a:r>
            </a:p>
            <a:p>
              <a:pPr algn="ctr" defTabSz="304815"/>
              <a:r>
                <a:rPr lang="pt-BR" sz="1000">
                  <a:solidFill>
                    <a:srgbClr val="002A46"/>
                  </a:solidFill>
                  <a:latin typeface="Arial Nova Cond Light" panose="020B0306020202020204" pitchFamily="34" charset="0"/>
                </a:rPr>
                <a:t>DPL – PEE</a:t>
              </a:r>
            </a:p>
          </p:txBody>
        </p:sp>
        <p:pic>
          <p:nvPicPr>
            <p:cNvPr id="143" name="Picture 3">
              <a:extLst>
                <a:ext uri="{FF2B5EF4-FFF2-40B4-BE49-F238E27FC236}">
                  <a16:creationId xmlns:a16="http://schemas.microsoft.com/office/drawing/2014/main" id="{9CCFA936-86E2-7874-3B11-36726FED5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3910430" y="2157236"/>
              <a:ext cx="649568" cy="624932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2E6FB558-743A-8A9C-F374-EFAB36B3E5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3156" y="4195573"/>
              <a:ext cx="604117" cy="591963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A016729-2CC1-5229-5F9A-09D102282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16614" y="3170969"/>
              <a:ext cx="637200" cy="637200"/>
            </a:xfrm>
            <a:prstGeom prst="ellipse">
              <a:avLst/>
            </a:prstGeom>
            <a:noFill/>
            <a:ln w="12700">
              <a:solidFill>
                <a:srgbClr val="F78B15"/>
              </a:solidFill>
              <a:prstDash val="solid"/>
            </a:ln>
          </p:spPr>
        </p:pic>
      </p:grpSp>
      <p:sp>
        <p:nvSpPr>
          <p:cNvPr id="19" name="CaixaDeTexto 65">
            <a:extLst>
              <a:ext uri="{FF2B5EF4-FFF2-40B4-BE49-F238E27FC236}">
                <a16:creationId xmlns:a16="http://schemas.microsoft.com/office/drawing/2014/main" id="{E3865E7E-5422-7D83-46A0-6B82C1987275}"/>
              </a:ext>
            </a:extLst>
          </p:cNvPr>
          <p:cNvSpPr txBox="1"/>
          <p:nvPr/>
        </p:nvSpPr>
        <p:spPr>
          <a:xfrm>
            <a:off x="10925338" y="2517385"/>
            <a:ext cx="10626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Anna Carolina</a:t>
            </a:r>
          </a:p>
          <a:p>
            <a:pPr algn="ctr" defTabSz="304815"/>
            <a:r>
              <a:rPr lang="pt-BR" sz="1000">
                <a:solidFill>
                  <a:srgbClr val="002A46"/>
                </a:solidFill>
                <a:latin typeface="Arial Nova Cond Light" panose="020B0306020202020204" pitchFamily="34" charset="0"/>
              </a:rPr>
              <a:t>DTA - AGG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608D9C08-0F13-A2B8-8E38-9CAD192FC50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4408" y="1870252"/>
            <a:ext cx="630936" cy="630936"/>
          </a:xfrm>
          <a:prstGeom prst="ellipse">
            <a:avLst/>
          </a:prstGeom>
          <a:noFill/>
          <a:ln w="12700">
            <a:solidFill>
              <a:srgbClr val="F78B15"/>
            </a:solidFill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963713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8BF847-5CCA-8BF3-1491-9E9836E95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722D9EB8-BB84-2CBC-40F3-BECBF3C5639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2D9EB8-BB84-2CBC-40F3-BECBF3C563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F083D3C-3B3D-49EA-06EB-F63B93F54F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01C70A-E26E-5448-1CBB-B145C63206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BD7F5876-20A2-C9D1-5ABD-AF00C1726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10688"/>
              </p:ext>
            </p:extLst>
          </p:nvPr>
        </p:nvGraphicFramePr>
        <p:xfrm>
          <a:off x="163630" y="1825680"/>
          <a:ext cx="11685471" cy="3059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limitada de gestores e líderes de Comunidade (ex.: férias) podendo gerar impacto no cronograma e limitar a apropriação do modelo organizacional.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Planejamento do workshop considerando data que assegure a participação das lideranças críticas.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Formalização de recursos das áreas parceiras e estabelecimento de recorrências operacionais.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D8CEB6B6-5D53-0F80-902C-685B762C7E6E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196185326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363528D-F6F9-A306-BD3F-90BEC2033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6240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A9EFA3C2-887C-53D7-1886-0BD291998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FFEF85B0-CA8E-B44D-BBE1-278BA4F914A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59808798"/>
              </p:ext>
            </p:ext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EF85B0-CA8E-B44D-BBE1-278BA4F914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EAD9FDFD-FC3E-7E98-7158-5F635EADA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A28D52-1444-6F49-4E3A-B011FA66A0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911B4-E3FF-D3CB-5AF3-490CFE1E33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29 de Julho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703AFCDF-38A7-5AEE-EFBC-B486998AE867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81E7C93D-9993-744B-B993-600D2B5025DD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D7B6E6D9-DC73-1E73-6785-72258C0E1A63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E2503-5B9E-808B-E97C-056EE39F45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76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81B0B49B-C473-717D-17C9-412564368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B256BF53-D467-7518-040E-FE341C00E12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2BA603F2-ACD3-5AEC-B698-244331F1A1D5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Gestor</a:t>
            </a:r>
          </a:p>
        </p:txBody>
      </p:sp>
    </p:spTree>
    <p:extLst>
      <p:ext uri="{BB962C8B-B14F-4D97-AF65-F5344CB8AC3E}">
        <p14:creationId xmlns:p14="http://schemas.microsoft.com/office/powerpoint/2010/main" val="362375131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D0A5F6-AD05-ACBA-F321-E3F4E4714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DE41C248-4CFA-F4C6-52DD-F18991681EA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04539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41C248-4CFA-F4C6-52DD-F18991681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E7CDF7D-FCCA-A1C2-9C5A-951CC353C2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FDC8156-BD9F-DFA3-B34E-A64BF732015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285CE811-FA32-3D14-481A-38E1B9604160}"/>
              </a:ext>
            </a:extLst>
          </p:cNvPr>
          <p:cNvGraphicFramePr>
            <a:graphicFrameLocks noGrp="1"/>
          </p:cNvGraphicFramePr>
          <p:nvPr/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C12E62-C146-CCE2-CEBF-4312DA1978F2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6D8C94B0-AA16-49D3-ADD6-1C6358F47031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DCDC7B91-4093-CFC6-B27D-2B2FFFA8B40B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8FB12543-B13B-B976-35FC-B705DAFF1F6C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1EEC638F-623E-31B6-E01A-F8CD449A6514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3A86D50B-2034-BADD-17D8-26A0DABFC747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D782BF58-AA07-0669-83FA-7319F9DF2B05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8AC0800C-0C7C-EFCE-AA78-5991B50F6369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18B2CEB-84ED-37D9-8E74-C184F8263129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EDC55601-E037-4311-72AD-DB2A87E97929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A793A03A-8F49-9C02-4E32-E3D75F2EE745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8157B706-F503-EAFF-14CE-FC560E419AFD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CFA80550-BB60-2AD5-0B1F-0BC3736810FB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5C2EA1E9-27DE-3A4C-3F90-E6633989C61F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4F2BCE94-C94F-408D-E8DF-3CFBCD752E1B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D321D892-097C-9B48-A9CC-BBA8D951FD2F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7646D6D7-DBBB-0B69-6C20-93B020FF251F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AA93359B-EBB6-5DE7-38A5-06B71ACCBF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16C6B910-704F-0948-3F23-CE9F5BD97A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30F25900-BD8F-17D1-62E4-319B68AC7A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4766CDF4-7809-8E75-3CEB-FE7F5F0847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5118EBCA-BC5A-FD22-0080-2B0E327B46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361E2422-CF1C-52D9-847D-C1CA37A329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BAE1326D-D45E-55FB-A3D7-84D5F3628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E3C3D03B-BA1E-83E9-34BE-C7A5EECFCB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C8C601B9-C91C-B831-E7D9-A8345C3B0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DCC466F3-203A-D917-4F75-3B2E4A36C9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5271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CA289E3-1E24-28B4-2898-2785160D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2F8409B9-3C68-F84A-CD3A-991575A40CF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6052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8409B9-3C68-F84A-CD3A-991575A40C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F1DDE1-C899-2D4A-68C9-110A91E45C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AD5526-CFF3-B3DB-A20B-B42B45CA608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EDED20-4BAA-5CF0-DF2A-51211F2DFA2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A6F968E-15F0-9B0D-532E-25F1BBFD64E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5B7BA868-EC1A-DCCD-DB54-60F95B45B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147393"/>
              </p:ext>
            </p:extLst>
          </p:nvPr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rgbClr val="1F2A35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rgbClr val="1F2A35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434B430-F3E9-F88A-31CE-9A0C6BB931B1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F25F92-B45A-6FC8-E41C-A8AC1AB529A9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9470AE1-5173-12E4-42B8-12CB115951CE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30E0C034-FED5-B88E-AE70-3B2AE21CFCF6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5A4C0649-E2C3-27A4-AA10-3398CAC6C96D}"/>
              </a:ext>
            </a:extLst>
          </p:cNvPr>
          <p:cNvSpPr/>
          <p:nvPr/>
        </p:nvSpPr>
        <p:spPr bwMode="auto">
          <a:xfrm>
            <a:off x="6460964" y="4540967"/>
            <a:ext cx="81359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F7C9ECAA-44EB-C3B9-B0C7-3E168D9A9C31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69952DC3-2E0A-F973-0248-08327BA37D68}"/>
              </a:ext>
            </a:extLst>
          </p:cNvPr>
          <p:cNvGrpSpPr/>
          <p:nvPr/>
        </p:nvGrpSpPr>
        <p:grpSpPr>
          <a:xfrm>
            <a:off x="5050215" y="1693945"/>
            <a:ext cx="883575" cy="5096827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2E91EE49-57DF-F238-598B-E93354038306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5F758BF8-C4B2-B609-619B-9B3413F1ABA1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82F97833-CAC1-5DA0-8D64-6C7753651EA0}"/>
              </a:ext>
            </a:extLst>
          </p:cNvPr>
          <p:cNvSpPr/>
          <p:nvPr/>
        </p:nvSpPr>
        <p:spPr bwMode="auto">
          <a:xfrm>
            <a:off x="4566468" y="3493536"/>
            <a:ext cx="1600647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8D60C937-2352-B7A9-0369-BA01B54DB990}"/>
              </a:ext>
            </a:extLst>
          </p:cNvPr>
          <p:cNvSpPr/>
          <p:nvPr/>
        </p:nvSpPr>
        <p:spPr bwMode="auto">
          <a:xfrm>
            <a:off x="4566467" y="2978087"/>
            <a:ext cx="1011365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68937A55-29CA-52CA-96CD-8B74F20D9FB5}"/>
              </a:ext>
            </a:extLst>
          </p:cNvPr>
          <p:cNvSpPr/>
          <p:nvPr/>
        </p:nvSpPr>
        <p:spPr bwMode="auto">
          <a:xfrm>
            <a:off x="4749831" y="5981643"/>
            <a:ext cx="512287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0704972-B0B3-99BB-6E34-C9ED9584D465}"/>
              </a:ext>
            </a:extLst>
          </p:cNvPr>
          <p:cNvSpPr/>
          <p:nvPr/>
        </p:nvSpPr>
        <p:spPr bwMode="auto">
          <a:xfrm>
            <a:off x="4566468" y="2430992"/>
            <a:ext cx="1433011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CE8EE4CE-B0F7-0B2B-4F01-6CAE5E1E310B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987AD8DC-DECD-C0D0-722F-4022F5D70235}"/>
              </a:ext>
            </a:extLst>
          </p:cNvPr>
          <p:cNvSpPr/>
          <p:nvPr/>
        </p:nvSpPr>
        <p:spPr bwMode="auto">
          <a:xfrm>
            <a:off x="7274560" y="5030262"/>
            <a:ext cx="194055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335439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A04F826-CB04-D0F0-B2D9-947820E38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B0D04C02-E8C4-86E6-8749-8DCC131BB49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55333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95" imgH="396" progId="TCLayout.ActiveDocument.1">
                  <p:embed/>
                </p:oleObj>
              </mc:Choice>
              <mc:Fallback>
                <p:oleObj name="think-cell Slide" r:id="rId10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0D04C02-E8C4-86E6-8749-8DCC131BB4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4E3E0D-7DCF-DDBA-D4EA-976594F597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293145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10EF62-A5D9-66C9-B669-47769616A20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054B49B-0B09-A24D-0994-5DCF74E9DB4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7594266-1F4B-CD25-5258-FDF4EFA48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409319"/>
              </p:ext>
            </p:extLst>
          </p:nvPr>
        </p:nvGraphicFramePr>
        <p:xfrm>
          <a:off x="469562" y="1223057"/>
          <a:ext cx="11251288" cy="49979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29423">
                <a:tc rowSpan="7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Agendamento do Workshop para </a:t>
                      </a: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das Gerencias</a:t>
                      </a:r>
                      <a:endParaRPr lang="pt-BR" sz="11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Agendado para 04 e 05/08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com a FEN, FEL e FER para a realocação de processos, que não pertencem à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Reuniões realizadas: FEL 17/07, FER 22/07 e FEN 23/07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das demandas que estão sendo direcionadas para as comunidades e inventário das ferramentas de suporte utilizadas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Data </a:t>
                      </a:r>
                      <a:r>
                        <a:rPr lang="pt-BR" sz="1100" b="0" i="1" kern="1200" noProof="0" err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Request</a:t>
                      </a:r>
                      <a:r>
                        <a:rPr lang="pt-BR" sz="1100" b="0" i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disponibilizado na pasta compartilhada do Teams em 17/07 com retorno até dia 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Construção do material do Workshop 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para </a:t>
                      </a: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 os gerentes e líderes das comunidades de entrega e técnica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30/07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Agendado prévia do material com Marcelo e FEG para 31/07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Realização do 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workshop para </a:t>
                      </a: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das Gerencias 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(com todos os gerentes, líderes das comunidades)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 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05/08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95870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Consolidação e plano de ação preliminar para as demandas que estão sendo direcionadas para as comunidades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264634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Instanciamento do grupo de trabalho para definição das diretrizes de ferramentas de suporte a governança e documentação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233071"/>
                  </a:ext>
                </a:extLst>
              </a:tr>
              <a:tr h="429423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Retorno dos comunicados para DPL e para todo ONS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22/07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Primeiro boletim semanal enviado em 23/07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Revis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ão do Plano de Comunicação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Reestruturação da Rede de Influenciadores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29/07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</a:t>
                      </a: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linhamento realizado com Vitor Duarte em 27/07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17279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Validação do Plano de Comunicação e Rede de Influenciadores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30/07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Reunião agendada para 29/07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DD89FFC-9A90-75E6-76C5-A6F74F6B8C37}"/>
              </a:ext>
            </a:extLst>
          </p:cNvPr>
          <p:cNvSpPr/>
          <p:nvPr/>
        </p:nvSpPr>
        <p:spPr>
          <a:xfrm>
            <a:off x="6794501" y="6231224"/>
            <a:ext cx="4799706" cy="4699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0F43AA3-C834-977F-3925-A16D523EA2C4}"/>
              </a:ext>
            </a:extLst>
          </p:cNvPr>
          <p:cNvGrpSpPr/>
          <p:nvPr/>
        </p:nvGrpSpPr>
        <p:grpSpPr>
          <a:xfrm>
            <a:off x="8685910" y="6342396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B5B6ACF-B3F9-4BCC-6DC0-E19AB9F2479D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C7C81E55-85FC-DD9B-0FEF-A8D2B1D09C3E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3BD16B99-2F80-AD7A-2FC0-0D009DF28454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2A41EFB-51DB-0215-44F8-14162541AC2A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C4F3C92-309F-CB12-5929-D71D5204EA74}"/>
              </a:ext>
            </a:extLst>
          </p:cNvPr>
          <p:cNvGrpSpPr/>
          <p:nvPr/>
        </p:nvGrpSpPr>
        <p:grpSpPr>
          <a:xfrm>
            <a:off x="10748263" y="6342396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F6D4A8EB-86B5-1300-3F40-E828EE6CE571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BE9F389-0348-9CF1-6AEA-A974833657F3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0927F61-F0E1-C724-1DEB-18FB22B5FADE}"/>
              </a:ext>
            </a:extLst>
          </p:cNvPr>
          <p:cNvGrpSpPr/>
          <p:nvPr/>
        </p:nvGrpSpPr>
        <p:grpSpPr>
          <a:xfrm>
            <a:off x="9838283" y="6342396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B5F3891-95A9-3F2E-2400-9F11CC594BC8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1994A9EF-A0D5-4A16-5A4B-F3B1D6323944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962CF9C6-B2D1-9704-B945-CCB9B3214588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B1F9A1-F4F9-BB76-2389-C89803C0F50D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40E0CB48-7DA4-FB6A-D010-924C0512E07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841451" y="6343111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1C5FAA-9269-D58B-272E-8E35D8B20031}"/>
              </a:ext>
            </a:extLst>
          </p:cNvPr>
          <p:cNvGrpSpPr/>
          <p:nvPr/>
        </p:nvGrpSpPr>
        <p:grpSpPr>
          <a:xfrm>
            <a:off x="8062186" y="3343683"/>
            <a:ext cx="183822" cy="187325"/>
            <a:chOff x="2336800" y="6319552"/>
            <a:chExt cx="187325" cy="18732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DF5EE5D-3DC7-B9E5-9CC0-E2EDB94CE00D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4D8E00A5-8D0B-83B3-CD74-FB582CE791C4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B10279C-98E3-BF88-1C50-EBB778C1EF0A}"/>
              </a:ext>
            </a:extLst>
          </p:cNvPr>
          <p:cNvGrpSpPr/>
          <p:nvPr/>
        </p:nvGrpSpPr>
        <p:grpSpPr>
          <a:xfrm>
            <a:off x="8062186" y="2893643"/>
            <a:ext cx="183822" cy="187325"/>
            <a:chOff x="2336800" y="6319552"/>
            <a:chExt cx="187325" cy="18732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93611B9-574E-C138-88F3-BAB8369C182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1CB5E521-3A16-6CD3-42D0-744BB1BDFC28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3DD164B-5336-E706-27CF-1D839744A2D3}"/>
              </a:ext>
            </a:extLst>
          </p:cNvPr>
          <p:cNvGrpSpPr/>
          <p:nvPr/>
        </p:nvGrpSpPr>
        <p:grpSpPr>
          <a:xfrm>
            <a:off x="8062186" y="3756830"/>
            <a:ext cx="183822" cy="187325"/>
            <a:chOff x="2336800" y="6319552"/>
            <a:chExt cx="187325" cy="18732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1120058-2287-5D98-3B46-5896CB0C56A6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E553AFCE-6AA3-68F1-80A8-8E160D8DAE84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A5D9E44F-5C03-FDB6-B660-EE7AE5417947}"/>
              </a:ext>
            </a:extLst>
          </p:cNvPr>
          <p:cNvSpPr/>
          <p:nvPr/>
        </p:nvSpPr>
        <p:spPr bwMode="auto">
          <a:xfrm>
            <a:off x="8060435" y="1608817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198C01A-A7E0-8F12-0F22-69D53FCFE3DA}"/>
              </a:ext>
            </a:extLst>
          </p:cNvPr>
          <p:cNvGrpSpPr/>
          <p:nvPr/>
        </p:nvGrpSpPr>
        <p:grpSpPr>
          <a:xfrm>
            <a:off x="8062186" y="5526117"/>
            <a:ext cx="183822" cy="187325"/>
            <a:chOff x="2336800" y="6319552"/>
            <a:chExt cx="187325" cy="18732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C0297EA-C717-56F5-D669-374A1AD1A5E0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2F2FF7D0-7DF4-B8FA-7DCC-DA949B23E285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D54BA43-4BBD-D5AC-3306-534AD568F926}"/>
              </a:ext>
            </a:extLst>
          </p:cNvPr>
          <p:cNvGrpSpPr/>
          <p:nvPr/>
        </p:nvGrpSpPr>
        <p:grpSpPr>
          <a:xfrm>
            <a:off x="7606178" y="6342396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ED5B759E-C852-40B2-F43D-533DB1B3AB37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0577ADF-521F-C277-3CD3-28F55D4BC78F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sp>
        <p:nvSpPr>
          <p:cNvPr id="31" name="Oval 34">
            <a:extLst>
              <a:ext uri="{FF2B5EF4-FFF2-40B4-BE49-F238E27FC236}">
                <a16:creationId xmlns:a16="http://schemas.microsoft.com/office/drawing/2014/main" id="{C5EAC25F-29F4-81C0-3F3A-6CDB3ECC762E}"/>
              </a:ext>
            </a:extLst>
          </p:cNvPr>
          <p:cNvSpPr/>
          <p:nvPr/>
        </p:nvSpPr>
        <p:spPr bwMode="auto">
          <a:xfrm>
            <a:off x="8060435" y="2035878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4" name="Oval 34">
            <a:extLst>
              <a:ext uri="{FF2B5EF4-FFF2-40B4-BE49-F238E27FC236}">
                <a16:creationId xmlns:a16="http://schemas.microsoft.com/office/drawing/2014/main" id="{6F1C4C35-AD33-E35F-87B4-EC8FB193100A}"/>
              </a:ext>
            </a:extLst>
          </p:cNvPr>
          <p:cNvSpPr/>
          <p:nvPr/>
        </p:nvSpPr>
        <p:spPr bwMode="auto">
          <a:xfrm>
            <a:off x="8060435" y="4614773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val 34">
            <a:extLst>
              <a:ext uri="{FF2B5EF4-FFF2-40B4-BE49-F238E27FC236}">
                <a16:creationId xmlns:a16="http://schemas.microsoft.com/office/drawing/2014/main" id="{7905D744-CD93-8360-3DC5-4909A96850FB}"/>
              </a:ext>
            </a:extLst>
          </p:cNvPr>
          <p:cNvSpPr/>
          <p:nvPr/>
        </p:nvSpPr>
        <p:spPr bwMode="auto">
          <a:xfrm>
            <a:off x="8060435" y="2466623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0" name="Group 3">
            <a:extLst>
              <a:ext uri="{FF2B5EF4-FFF2-40B4-BE49-F238E27FC236}">
                <a16:creationId xmlns:a16="http://schemas.microsoft.com/office/drawing/2014/main" id="{7F2AE22B-DD06-DDD2-4E2D-3E3D5EB36F7D}"/>
              </a:ext>
            </a:extLst>
          </p:cNvPr>
          <p:cNvGrpSpPr/>
          <p:nvPr/>
        </p:nvGrpSpPr>
        <p:grpSpPr>
          <a:xfrm>
            <a:off x="8062186" y="4184028"/>
            <a:ext cx="183822" cy="187325"/>
            <a:chOff x="2336800" y="6319552"/>
            <a:chExt cx="187325" cy="187325"/>
          </a:xfrm>
        </p:grpSpPr>
        <p:sp>
          <p:nvSpPr>
            <p:cNvPr id="24" name="Oval 5">
              <a:extLst>
                <a:ext uri="{FF2B5EF4-FFF2-40B4-BE49-F238E27FC236}">
                  <a16:creationId xmlns:a16="http://schemas.microsoft.com/office/drawing/2014/main" id="{D322D17C-EE4B-13BC-1727-7FB2BEC7C890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0" name="Arc 6">
              <a:extLst>
                <a:ext uri="{FF2B5EF4-FFF2-40B4-BE49-F238E27FC236}">
                  <a16:creationId xmlns:a16="http://schemas.microsoft.com/office/drawing/2014/main" id="{0F39DB59-525E-D74F-3C51-4A73EE287689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6" name="Oval 34">
            <a:extLst>
              <a:ext uri="{FF2B5EF4-FFF2-40B4-BE49-F238E27FC236}">
                <a16:creationId xmlns:a16="http://schemas.microsoft.com/office/drawing/2014/main" id="{DED17E88-5980-610B-322E-B0A02AB31258}"/>
              </a:ext>
            </a:extLst>
          </p:cNvPr>
          <p:cNvSpPr/>
          <p:nvPr/>
        </p:nvSpPr>
        <p:spPr bwMode="auto">
          <a:xfrm>
            <a:off x="8060435" y="5064812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37" name="Group 41">
            <a:extLst>
              <a:ext uri="{FF2B5EF4-FFF2-40B4-BE49-F238E27FC236}">
                <a16:creationId xmlns:a16="http://schemas.microsoft.com/office/drawing/2014/main" id="{FA5C66A5-A19D-F9E8-C758-EBD7886854B5}"/>
              </a:ext>
            </a:extLst>
          </p:cNvPr>
          <p:cNvGrpSpPr/>
          <p:nvPr/>
        </p:nvGrpSpPr>
        <p:grpSpPr>
          <a:xfrm>
            <a:off x="8062186" y="5904979"/>
            <a:ext cx="183822" cy="187325"/>
            <a:chOff x="2336800" y="6319552"/>
            <a:chExt cx="187325" cy="187325"/>
          </a:xfrm>
        </p:grpSpPr>
        <p:sp>
          <p:nvSpPr>
            <p:cNvPr id="45" name="Oval 42">
              <a:extLst>
                <a:ext uri="{FF2B5EF4-FFF2-40B4-BE49-F238E27FC236}">
                  <a16:creationId xmlns:a16="http://schemas.microsoft.com/office/drawing/2014/main" id="{D45B734F-C24A-8BD9-D069-98FEA2FEF995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7" name="Arc 43">
              <a:extLst>
                <a:ext uri="{FF2B5EF4-FFF2-40B4-BE49-F238E27FC236}">
                  <a16:creationId xmlns:a16="http://schemas.microsoft.com/office/drawing/2014/main" id="{60592097-65EF-669E-4FD8-887B125AC5F2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93239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FA7E6D9-2302-9A93-2F2B-827307DAB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F8395646-3ADC-346A-07EA-A299252C658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395646-3ADC-346A-07EA-A299252C65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605A248-A81F-BD66-4069-24127D3624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86359BB-EE44-1F8B-8B3B-D0A298C0E35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4226C902-DB8E-1F84-2F51-A67251758C6F}"/>
              </a:ext>
            </a:extLst>
          </p:cNvPr>
          <p:cNvGraphicFramePr>
            <a:graphicFrameLocks noGrp="1"/>
          </p:cNvGraphicFramePr>
          <p:nvPr/>
        </p:nvGraphicFramePr>
        <p:xfrm>
          <a:off x="163630" y="1825680"/>
          <a:ext cx="11685471" cy="2510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limitada de gestores e líderes de Comunidade (ex.: férias) podendo gerar impacto no cronograma e limitar a apropriação do modelo organizacional.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Planejamento do workshop considerando data que assegure a participação das lideranças críticas.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6588D7DE-4740-B6AC-92A4-08AD15BE01E1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177164549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B7FC7C3-F4FE-98B3-AED0-28064A7A8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10291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190">
          <a:extLst>
            <a:ext uri="{FF2B5EF4-FFF2-40B4-BE49-F238E27FC236}">
              <a16:creationId xmlns:a16="http://schemas.microsoft.com/office/drawing/2014/main" id="{AA1D6671-17EF-9C52-451F-0FDF1E1A7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61B32D52-78CB-8422-8E40-D0D4F46E89E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45253950"/>
              </p:ext>
            </p:extLst>
          </p:nvPr>
        </p:nvGraphicFramePr>
        <p:xfrm>
          <a:off x="1587" y="2034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3" imgH="476" progId="TCLayout.ActiveDocument.1">
                  <p:embed/>
                </p:oleObj>
              </mc:Choice>
              <mc:Fallback>
                <p:oleObj name="think-cell Slide" r:id="rId4" imgW="473" imgH="476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B32D52-78CB-8422-8E40-D0D4F46E8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7" y="2034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 descr="A Auren perdeu – mas acabou ganhando - Brazil Journal">
            <a:extLst>
              <a:ext uri="{FF2B5EF4-FFF2-40B4-BE49-F238E27FC236}">
                <a16:creationId xmlns:a16="http://schemas.microsoft.com/office/drawing/2014/main" id="{F804F7AC-007A-27F3-D3E2-507EEDADB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8538" y="447"/>
            <a:ext cx="10786841" cy="6875119"/>
          </a:xfrm>
          <a:prstGeom prst="trapezoid">
            <a:avLst>
              <a:gd name="adj" fmla="val 56561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0A36C5-CDAA-8789-2A1C-E87C427F44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0037" y="3093966"/>
            <a:ext cx="7452061" cy="987033"/>
          </a:xfrm>
        </p:spPr>
        <p:txBody>
          <a:bodyPr/>
          <a:lstStyle/>
          <a:p>
            <a:r>
              <a:rPr lang="pt-BR" sz="2800" b="1"/>
              <a:t>Projeto Maestro</a:t>
            </a:r>
          </a:p>
          <a:p>
            <a:endParaRPr lang="pt-BR" sz="2800"/>
          </a:p>
          <a:p>
            <a:r>
              <a:rPr lang="pt-BR" sz="2800"/>
              <a:t>Definição e Implantação de Desenho Organizacional que viabilize a Independência Tecnológica sobre os Modelos Computacionais Elétricos e Energéticos do 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05352F-9676-018D-E22D-8DA2344A74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/>
              <a:t>22 de Julho </a:t>
            </a:r>
            <a:r>
              <a:rPr lang="pt-BR" noProof="0"/>
              <a:t>2026</a:t>
            </a:r>
          </a:p>
        </p:txBody>
      </p:sp>
      <p:cxnSp>
        <p:nvCxnSpPr>
          <p:cNvPr id="8" name="Google Shape;2206;p72">
            <a:extLst>
              <a:ext uri="{FF2B5EF4-FFF2-40B4-BE49-F238E27FC236}">
                <a16:creationId xmlns:a16="http://schemas.microsoft.com/office/drawing/2014/main" id="{E30CA8A2-54CF-5244-45C7-2F259E81962C}"/>
              </a:ext>
            </a:extLst>
          </p:cNvPr>
          <p:cNvCxnSpPr/>
          <p:nvPr/>
        </p:nvCxnSpPr>
        <p:spPr>
          <a:xfrm rot="10800000" flipH="1">
            <a:off x="6347586" y="3697478"/>
            <a:ext cx="2298901" cy="4105065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9" name="Google Shape;2207;p72">
            <a:extLst>
              <a:ext uri="{FF2B5EF4-FFF2-40B4-BE49-F238E27FC236}">
                <a16:creationId xmlns:a16="http://schemas.microsoft.com/office/drawing/2014/main" id="{8342A72E-6511-A015-24D8-5D39B4E83FD4}"/>
              </a:ext>
            </a:extLst>
          </p:cNvPr>
          <p:cNvCxnSpPr/>
          <p:nvPr/>
        </p:nvCxnSpPr>
        <p:spPr>
          <a:xfrm rot="10800000">
            <a:off x="8646331" y="3697588"/>
            <a:ext cx="0" cy="3794306"/>
          </a:xfrm>
          <a:prstGeom prst="straightConnector1">
            <a:avLst/>
          </a:prstGeom>
          <a:noFill/>
          <a:ln w="19050" cap="flat" cmpd="sng">
            <a:solidFill>
              <a:schemeClr val="bg2"/>
            </a:solidFill>
            <a:prstDash val="solid"/>
            <a:miter lim="400000"/>
            <a:headEnd type="none" w="sm" len="sm"/>
            <a:tailEnd type="none" w="sm" len="sm"/>
          </a:ln>
        </p:spPr>
      </p:cxnSp>
      <p:cxnSp>
        <p:nvCxnSpPr>
          <p:cNvPr id="10" name="Google Shape;2208;p72">
            <a:extLst>
              <a:ext uri="{FF2B5EF4-FFF2-40B4-BE49-F238E27FC236}">
                <a16:creationId xmlns:a16="http://schemas.microsoft.com/office/drawing/2014/main" id="{E154B394-74F5-0066-6097-8B388D40F639}"/>
              </a:ext>
            </a:extLst>
          </p:cNvPr>
          <p:cNvCxnSpPr/>
          <p:nvPr/>
        </p:nvCxnSpPr>
        <p:spPr>
          <a:xfrm rot="10800000" flipH="1">
            <a:off x="7733251" y="-169317"/>
            <a:ext cx="4155059" cy="7196663"/>
          </a:xfrm>
          <a:prstGeom prst="straightConnector1">
            <a:avLst/>
          </a:prstGeom>
          <a:noFill/>
          <a:ln w="76200" cap="flat" cmpd="sng">
            <a:solidFill>
              <a:srgbClr val="F5F7F8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222EF3-288D-B07F-68E3-22F915F48A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A033FBAF-CC45-994F-83CC-A12951D2A66F}" type="slidenum"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Arial"/>
                <a:sym typeface="Arial"/>
              </a:rPr>
              <a:pPr marL="0" marR="0" lvl="0" indent="0" algn="r" defTabSz="91432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82</a:t>
            </a:fld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Arial"/>
              <a:sym typeface="Arial"/>
            </a:endParaRPr>
          </a:p>
        </p:txBody>
      </p:sp>
      <p:pic>
        <p:nvPicPr>
          <p:cNvPr id="7" name="Picture 4" descr="PAR/PEL 2024">
            <a:extLst>
              <a:ext uri="{FF2B5EF4-FFF2-40B4-BE49-F238E27FC236}">
                <a16:creationId xmlns:a16="http://schemas.microsoft.com/office/drawing/2014/main" id="{30CEE256-5534-098C-DD7E-4E18A6F18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407" y="5050264"/>
            <a:ext cx="984000" cy="7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oogle Shape;2192;p71">
            <a:extLst>
              <a:ext uri="{FF2B5EF4-FFF2-40B4-BE49-F238E27FC236}">
                <a16:creationId xmlns:a16="http://schemas.microsoft.com/office/drawing/2014/main" id="{F914C6EC-1E09-DBB4-BDAA-E68F28083DF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 r="77531"/>
          <a:stretch>
            <a:fillRect/>
          </a:stretch>
        </p:blipFill>
        <p:spPr>
          <a:xfrm>
            <a:off x="-44626" y="-727"/>
            <a:ext cx="1973015" cy="15904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8708D243-4FA9-ACAB-0604-859472093843}"/>
              </a:ext>
            </a:extLst>
          </p:cNvPr>
          <p:cNvSpPr txBox="1">
            <a:spLocks/>
          </p:cNvSpPr>
          <p:nvPr/>
        </p:nvSpPr>
        <p:spPr>
          <a:xfrm>
            <a:off x="469407" y="4362164"/>
            <a:ext cx="7120206" cy="406621"/>
          </a:xfrm>
          <a:prstGeom prst="rect">
            <a:avLst/>
          </a:prstGeom>
        </p:spPr>
        <p:txBody>
          <a:bodyPr lIns="0" tIns="0" rIns="0" bIns="0" anchor="b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500" b="0" i="0" kern="1200">
                <a:solidFill>
                  <a:schemeClr val="bg1"/>
                </a:solidFill>
                <a:latin typeface="Arial Nova Light" panose="020F0302020204030204" pitchFamily="34" charset="0"/>
                <a:ea typeface="+mn-ea"/>
                <a:cs typeface="Arial Nova Light" panose="020F0302020204030204" pitchFamily="34" charset="0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Light" panose="020F0302020204030204" pitchFamily="34" charset="0"/>
                <a:ea typeface="+mn-ea"/>
              </a:rPr>
              <a:t>Comitê Gestor</a:t>
            </a:r>
          </a:p>
        </p:txBody>
      </p:sp>
    </p:spTree>
    <p:extLst>
      <p:ext uri="{BB962C8B-B14F-4D97-AF65-F5344CB8AC3E}">
        <p14:creationId xmlns:p14="http://schemas.microsoft.com/office/powerpoint/2010/main" val="136304352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E0F9BDE3-C23B-E4C5-237B-6E788D0F24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BDE3-C23B-E4C5-237B-6E788D0F24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1A3CE4-BC8F-FD16-70A0-D395576CC8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5DA354-7CC6-4922-0C64-2D6E3517B9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Visão Geral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F538A716-7BEB-3DB5-0082-293D2872E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589444"/>
              </p:ext>
            </p:extLst>
          </p:nvPr>
        </p:nvGraphicFramePr>
        <p:xfrm>
          <a:off x="371999" y="849845"/>
          <a:ext cx="11348856" cy="5617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786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54839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</a:tblGrid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algn="ctr"/>
                      <a:r>
                        <a:rPr lang="pt-BR" sz="105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2026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241317">
                <a:tc>
                  <a:txBody>
                    <a:bodyPr/>
                    <a:lstStyle/>
                    <a:p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NOV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DEZ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JAN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FEV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ABR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MAI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JUN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JUL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AGO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SET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OUT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GESTÃO DE PROJETO E GESTÃO DA MUDANÇA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Planejamento e Organização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ENTENDIMENTO DA SITUAÇÃO ATUAL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Compreensão do contexto externo</a:t>
                      </a:r>
                    </a:p>
                  </a:txBody>
                  <a:tcPr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31715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Diagnóstico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Direcionadores estratégicos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36999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latin typeface="Arial Nova Cond" panose="020B0506020202020204" pitchFamily="34" charset="0"/>
                        </a:rPr>
                        <a:t>Diagnóstico modelos computacionais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0333785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DESENHO DO NOVO MODELO ORGANIZACIONAL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Proposta e detalhamento do novo desenho organizacional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do modelo de sourcing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Desenho do modelo de inovação e avaliação dos modelos comp.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997171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Definição de orçamento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968476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DA TRANSIÇÃO E IMPLANTAÇÃO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Plano de implementação e operação assistida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772730"/>
                  </a:ext>
                </a:extLst>
              </a:tr>
              <a:tr h="48263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OPERAÇÃO ASSISTIDA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Setup interno ONS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629335"/>
                  </a:ext>
                </a:extLst>
              </a:tr>
              <a:tr h="306297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Implementação e monitoramento contínuo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3">
                  <a:txBody>
                    <a:bodyPr/>
                    <a:lstStyle/>
                    <a:p>
                      <a:pPr algn="ctr"/>
                      <a:endParaRPr lang="pt-BR" sz="105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>
                        <a:alpha val="64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065301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4B9B41-D3A5-F11A-DFBB-B07539A0B876}"/>
              </a:ext>
            </a:extLst>
          </p:cNvPr>
          <p:cNvCxnSpPr>
            <a:cxnSpLocks/>
          </p:cNvCxnSpPr>
          <p:nvPr/>
        </p:nvCxnSpPr>
        <p:spPr>
          <a:xfrm>
            <a:off x="6231998" y="1386298"/>
            <a:ext cx="0" cy="508056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59893DC0-89C8-771C-7542-ECC95624235E}"/>
              </a:ext>
            </a:extLst>
          </p:cNvPr>
          <p:cNvSpPr/>
          <p:nvPr/>
        </p:nvSpPr>
        <p:spPr bwMode="auto">
          <a:xfrm>
            <a:off x="5156056" y="3074537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AEBA041B-CA99-02D5-B7AE-4BC90253685D}"/>
              </a:ext>
            </a:extLst>
          </p:cNvPr>
          <p:cNvSpPr/>
          <p:nvPr/>
        </p:nvSpPr>
        <p:spPr bwMode="auto">
          <a:xfrm>
            <a:off x="5903390" y="3908593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DED72AB7-E9D8-F7D7-98BB-A043CCB17B03}"/>
              </a:ext>
            </a:extLst>
          </p:cNvPr>
          <p:cNvGrpSpPr/>
          <p:nvPr/>
        </p:nvGrpSpPr>
        <p:grpSpPr>
          <a:xfrm>
            <a:off x="9489459" y="1353887"/>
            <a:ext cx="883575" cy="5465693"/>
            <a:chOff x="2158786" y="1504831"/>
            <a:chExt cx="883575" cy="5302291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2FE3680F-D8AD-8359-CCF5-FC9755514145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38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5E708CD2-215C-2655-B04C-626854068553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B90C6095-9853-98AB-B8C1-2C38C8777A4E}"/>
              </a:ext>
            </a:extLst>
          </p:cNvPr>
          <p:cNvSpPr/>
          <p:nvPr/>
        </p:nvSpPr>
        <p:spPr bwMode="auto">
          <a:xfrm>
            <a:off x="4779118" y="2730616"/>
            <a:ext cx="1438801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B1BF725B-1EDC-3C1B-D616-33AD45A387D2}"/>
              </a:ext>
            </a:extLst>
          </p:cNvPr>
          <p:cNvSpPr/>
          <p:nvPr/>
        </p:nvSpPr>
        <p:spPr bwMode="auto">
          <a:xfrm>
            <a:off x="4779118" y="2363071"/>
            <a:ext cx="874922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A1BD685-ADA8-08D5-9428-00E268847F66}"/>
              </a:ext>
            </a:extLst>
          </p:cNvPr>
          <p:cNvSpPr/>
          <p:nvPr/>
        </p:nvSpPr>
        <p:spPr bwMode="auto">
          <a:xfrm>
            <a:off x="4617873" y="1848944"/>
            <a:ext cx="32249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4D8CF153-9786-24BF-7358-5E333352AA7B}"/>
              </a:ext>
            </a:extLst>
          </p:cNvPr>
          <p:cNvSpPr/>
          <p:nvPr/>
        </p:nvSpPr>
        <p:spPr bwMode="auto">
          <a:xfrm>
            <a:off x="4673110" y="1419258"/>
            <a:ext cx="6944583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4" name="Retângulo: Cantos Arredondados 14">
            <a:extLst>
              <a:ext uri="{FF2B5EF4-FFF2-40B4-BE49-F238E27FC236}">
                <a16:creationId xmlns:a16="http://schemas.microsoft.com/office/drawing/2014/main" id="{82811C05-0615-C83C-D7D5-B924E6614672}"/>
              </a:ext>
            </a:extLst>
          </p:cNvPr>
          <p:cNvSpPr/>
          <p:nvPr/>
        </p:nvSpPr>
        <p:spPr bwMode="auto">
          <a:xfrm>
            <a:off x="5156056" y="3457516"/>
            <a:ext cx="106186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6" name="Retângulo: Cantos Arredondados 9">
            <a:extLst>
              <a:ext uri="{FF2B5EF4-FFF2-40B4-BE49-F238E27FC236}">
                <a16:creationId xmlns:a16="http://schemas.microsoft.com/office/drawing/2014/main" id="{E40F2312-7CCA-87EE-03D1-26BAEDA74C0D}"/>
              </a:ext>
            </a:extLst>
          </p:cNvPr>
          <p:cNvSpPr/>
          <p:nvPr/>
        </p:nvSpPr>
        <p:spPr bwMode="auto">
          <a:xfrm>
            <a:off x="6587066" y="4282666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8" name="Retângulo: Cantos Arredondados 9">
            <a:extLst>
              <a:ext uri="{FF2B5EF4-FFF2-40B4-BE49-F238E27FC236}">
                <a16:creationId xmlns:a16="http://schemas.microsoft.com/office/drawing/2014/main" id="{1B8C13A9-48BC-3E5A-EC4B-2E0B8158A051}"/>
              </a:ext>
            </a:extLst>
          </p:cNvPr>
          <p:cNvSpPr/>
          <p:nvPr/>
        </p:nvSpPr>
        <p:spPr bwMode="auto">
          <a:xfrm>
            <a:off x="6595532" y="4580231"/>
            <a:ext cx="694267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9" name="Retângulo: Cantos Arredondados 9">
            <a:extLst>
              <a:ext uri="{FF2B5EF4-FFF2-40B4-BE49-F238E27FC236}">
                <a16:creationId xmlns:a16="http://schemas.microsoft.com/office/drawing/2014/main" id="{D7C75813-2DB3-7AF6-C312-60EF62283DA3}"/>
              </a:ext>
            </a:extLst>
          </p:cNvPr>
          <p:cNvSpPr/>
          <p:nvPr/>
        </p:nvSpPr>
        <p:spPr bwMode="auto">
          <a:xfrm>
            <a:off x="7543800" y="4907692"/>
            <a:ext cx="601133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1" name="Retângulo: Cantos Arredondados 9">
            <a:extLst>
              <a:ext uri="{FF2B5EF4-FFF2-40B4-BE49-F238E27FC236}">
                <a16:creationId xmlns:a16="http://schemas.microsoft.com/office/drawing/2014/main" id="{B4E80F37-3032-ACE1-5E36-75294FA3B04C}"/>
              </a:ext>
            </a:extLst>
          </p:cNvPr>
          <p:cNvSpPr/>
          <p:nvPr/>
        </p:nvSpPr>
        <p:spPr bwMode="auto">
          <a:xfrm>
            <a:off x="7836702" y="5297205"/>
            <a:ext cx="412150" cy="187200"/>
          </a:xfrm>
          <a:prstGeom prst="roundRect">
            <a:avLst>
              <a:gd name="adj" fmla="val 50000"/>
            </a:avLst>
          </a:prstGeom>
          <a:solidFill>
            <a:srgbClr val="9ACC3C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3" name="Shape 135">
            <a:extLst>
              <a:ext uri="{FF2B5EF4-FFF2-40B4-BE49-F238E27FC236}">
                <a16:creationId xmlns:a16="http://schemas.microsoft.com/office/drawing/2014/main" id="{3C0EC296-47F5-43AB-EF30-530FC3E6346D}"/>
              </a:ext>
            </a:extLst>
          </p:cNvPr>
          <p:cNvSpPr/>
          <p:nvPr/>
        </p:nvSpPr>
        <p:spPr>
          <a:xfrm>
            <a:off x="8248852" y="5754995"/>
            <a:ext cx="1520790" cy="291624"/>
          </a:xfrm>
          <a:prstGeom prst="chevron">
            <a:avLst/>
          </a:prstGeom>
          <a:solidFill>
            <a:srgbClr val="FFFFFF"/>
          </a:solidFill>
          <a:ln w="12700">
            <a:solidFill>
              <a:srgbClr val="123A5C"/>
            </a:solidFill>
            <a:prstDash val="solid"/>
          </a:ln>
        </p:spPr>
        <p:txBody>
          <a:bodyPr anchor="ctr"/>
          <a:lstStyle/>
          <a:p>
            <a:pPr algn="ctr"/>
            <a:r>
              <a:rPr lang="pt-BR" sz="1000" noProof="0">
                <a:latin typeface="Arial Nova Cond" panose="020B0506020202020204" pitchFamily="34" charset="0"/>
              </a:rPr>
              <a:t>Setup interno ONS</a:t>
            </a:r>
          </a:p>
        </p:txBody>
      </p:sp>
      <p:sp>
        <p:nvSpPr>
          <p:cNvPr id="35" name="Retângulo: Cantos Arredondados 18">
            <a:extLst>
              <a:ext uri="{FF2B5EF4-FFF2-40B4-BE49-F238E27FC236}">
                <a16:creationId xmlns:a16="http://schemas.microsoft.com/office/drawing/2014/main" id="{490410CC-8D1F-5E89-918D-4C9C5656D255}"/>
              </a:ext>
            </a:extLst>
          </p:cNvPr>
          <p:cNvSpPr/>
          <p:nvPr/>
        </p:nvSpPr>
        <p:spPr bwMode="auto">
          <a:xfrm>
            <a:off x="9769642" y="6224868"/>
            <a:ext cx="1953678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475461EA-03C1-8E3C-FC01-62AD99F4BD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1256" y="1753385"/>
            <a:ext cx="194077" cy="194077"/>
          </a:xfrm>
          <a:prstGeom prst="rect">
            <a:avLst/>
          </a:prstGeom>
        </p:spPr>
      </p:pic>
      <p:pic>
        <p:nvPicPr>
          <p:cNvPr id="7" name="Gráfico 3">
            <a:extLst>
              <a:ext uri="{FF2B5EF4-FFF2-40B4-BE49-F238E27FC236}">
                <a16:creationId xmlns:a16="http://schemas.microsoft.com/office/drawing/2014/main" id="{CA7C8D49-B749-433E-7115-4E34456D60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6725" y="2272662"/>
            <a:ext cx="194077" cy="194077"/>
          </a:xfrm>
          <a:prstGeom prst="rect">
            <a:avLst/>
          </a:prstGeom>
        </p:spPr>
      </p:pic>
      <p:pic>
        <p:nvPicPr>
          <p:cNvPr id="15" name="Gráfico 3">
            <a:extLst>
              <a:ext uri="{FF2B5EF4-FFF2-40B4-BE49-F238E27FC236}">
                <a16:creationId xmlns:a16="http://schemas.microsoft.com/office/drawing/2014/main" id="{697F8434-7EAF-8143-ED37-0DAFFC53AE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671012"/>
            <a:ext cx="194077" cy="194077"/>
          </a:xfrm>
          <a:prstGeom prst="rect">
            <a:avLst/>
          </a:prstGeom>
        </p:spPr>
      </p:pic>
      <p:pic>
        <p:nvPicPr>
          <p:cNvPr id="20" name="Gráfico 3">
            <a:extLst>
              <a:ext uri="{FF2B5EF4-FFF2-40B4-BE49-F238E27FC236}">
                <a16:creationId xmlns:a16="http://schemas.microsoft.com/office/drawing/2014/main" id="{D6483E2E-B62D-A5B4-1DAA-C16162244F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2996387"/>
            <a:ext cx="194077" cy="194077"/>
          </a:xfrm>
          <a:prstGeom prst="rect">
            <a:avLst/>
          </a:prstGeom>
        </p:spPr>
      </p:pic>
      <p:pic>
        <p:nvPicPr>
          <p:cNvPr id="30" name="Gráfico 3">
            <a:extLst>
              <a:ext uri="{FF2B5EF4-FFF2-40B4-BE49-F238E27FC236}">
                <a16:creationId xmlns:a16="http://schemas.microsoft.com/office/drawing/2014/main" id="{5CE3CBD1-5399-5C93-8F1F-4795516E38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4020" y="3392020"/>
            <a:ext cx="194077" cy="194077"/>
          </a:xfrm>
          <a:prstGeom prst="rect">
            <a:avLst/>
          </a:prstGeom>
        </p:spPr>
      </p:pic>
      <p:pic>
        <p:nvPicPr>
          <p:cNvPr id="34" name="Gráfico 3">
            <a:extLst>
              <a:ext uri="{FF2B5EF4-FFF2-40B4-BE49-F238E27FC236}">
                <a16:creationId xmlns:a16="http://schemas.microsoft.com/office/drawing/2014/main" id="{DF4BCAA7-66C6-B83F-B171-9CDF33DEB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7941" y="3818624"/>
            <a:ext cx="194077" cy="194077"/>
          </a:xfrm>
          <a:prstGeom prst="rect">
            <a:avLst/>
          </a:prstGeom>
        </p:spPr>
      </p:pic>
      <p:pic>
        <p:nvPicPr>
          <p:cNvPr id="37" name="Gráfico 3">
            <a:extLst>
              <a:ext uri="{FF2B5EF4-FFF2-40B4-BE49-F238E27FC236}">
                <a16:creationId xmlns:a16="http://schemas.microsoft.com/office/drawing/2014/main" id="{B85D40FA-E142-B540-DDED-7C2A85953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4" y="4202091"/>
            <a:ext cx="194077" cy="194077"/>
          </a:xfrm>
          <a:prstGeom prst="rect">
            <a:avLst/>
          </a:prstGeom>
        </p:spPr>
      </p:pic>
      <p:pic>
        <p:nvPicPr>
          <p:cNvPr id="39" name="Gráfico 3">
            <a:extLst>
              <a:ext uri="{FF2B5EF4-FFF2-40B4-BE49-F238E27FC236}">
                <a16:creationId xmlns:a16="http://schemas.microsoft.com/office/drawing/2014/main" id="{21A67F6B-81A6-DBFB-37E4-C1F1898AE0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37433" y="4502920"/>
            <a:ext cx="194077" cy="194077"/>
          </a:xfrm>
          <a:prstGeom prst="rect">
            <a:avLst/>
          </a:prstGeom>
        </p:spPr>
      </p:pic>
      <p:pic>
        <p:nvPicPr>
          <p:cNvPr id="41" name="Gráfico 3">
            <a:extLst>
              <a:ext uri="{FF2B5EF4-FFF2-40B4-BE49-F238E27FC236}">
                <a16:creationId xmlns:a16="http://schemas.microsoft.com/office/drawing/2014/main" id="{5042FF0D-1900-B6CF-CDB5-CFE3308608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1034" y="4832538"/>
            <a:ext cx="194077" cy="194077"/>
          </a:xfrm>
          <a:prstGeom prst="rect">
            <a:avLst/>
          </a:prstGeom>
        </p:spPr>
      </p:pic>
      <p:pic>
        <p:nvPicPr>
          <p:cNvPr id="43" name="Gráfico 3">
            <a:extLst>
              <a:ext uri="{FF2B5EF4-FFF2-40B4-BE49-F238E27FC236}">
                <a16:creationId xmlns:a16="http://schemas.microsoft.com/office/drawing/2014/main" id="{D0A7142E-766E-5A97-6764-B145F338CB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04953" y="5224005"/>
            <a:ext cx="194077" cy="19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0436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hink-cell data - do not delete" hidden="1">
            <a:extLst>
              <a:ext uri="{FF2B5EF4-FFF2-40B4-BE49-F238E27FC236}">
                <a16:creationId xmlns:a16="http://schemas.microsoft.com/office/drawing/2014/main" id="{E0F9BDE3-C23B-E4C5-237B-6E788D0F247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7488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3" progId="TCLayout.ActiveDocument.1">
                  <p:embed/>
                </p:oleObj>
              </mc:Choice>
              <mc:Fallback>
                <p:oleObj name="think-cell Slide" r:id="rId4" imgW="404" imgH="403" progId="TCLayout.ActiveDocument.1">
                  <p:embed/>
                  <p:pic>
                    <p:nvPicPr>
                      <p:cNvPr id="2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0F9BDE3-C23B-E4C5-237B-6E788D0F24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B4EF2A-B7C7-1CA0-AF33-3632790409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smtClean="0"/>
              <a:pPr/>
              <a:t>84</a:t>
            </a:fld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1A3CE4-BC8F-FD16-70A0-D395576CC8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EB29BE5-BDE0-AD04-373C-7525E29B76D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D5DA354-7CC6-4922-0C64-2D6E3517B9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– Etapa 5: Operação Assistida</a:t>
            </a:r>
          </a:p>
        </p:txBody>
      </p:sp>
      <p:graphicFrame>
        <p:nvGraphicFramePr>
          <p:cNvPr id="13" name="Tabela 2">
            <a:extLst>
              <a:ext uri="{FF2B5EF4-FFF2-40B4-BE49-F238E27FC236}">
                <a16:creationId xmlns:a16="http://schemas.microsoft.com/office/drawing/2014/main" id="{F538A716-7BEB-3DB5-0082-293D2872ED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914969"/>
              </p:ext>
            </p:extLst>
          </p:nvPr>
        </p:nvGraphicFramePr>
        <p:xfrm>
          <a:off x="372000" y="1043929"/>
          <a:ext cx="11448000" cy="5326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0000">
                  <a:extLst>
                    <a:ext uri="{9D8B030D-6E8A-4147-A177-3AD203B41FA5}">
                      <a16:colId xmlns:a16="http://schemas.microsoft.com/office/drawing/2014/main" val="274564937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701639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49307819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3646354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06248680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25034785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72922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48745992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76052634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206251618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3595823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11812094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3940980713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4263685176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78810767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29688168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50117607"/>
                    </a:ext>
                  </a:extLst>
                </a:gridCol>
              </a:tblGrid>
              <a:tr h="264974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JULHO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AGOSTO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SETEMBRO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20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698955"/>
                  </a:ext>
                </a:extLst>
              </a:tr>
              <a:tr h="315762">
                <a:tc>
                  <a:txBody>
                    <a:bodyPr/>
                    <a:lstStyle/>
                    <a:p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13/07 - 17/07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20/07 - 24/07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27/07 - 31/07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03/08 - 07/08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10/08 - 14/08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17/08 - 21/08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24/08 - 29/08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31/08 - 04/09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07/09 - 11/09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14/09 - 18/09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21/09 - 25/09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28/09 - 02/10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05/10 - 09/10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12/10 - 16/10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19/10 - 23/10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600" b="1" noProof="0">
                          <a:solidFill>
                            <a:schemeClr val="tx1"/>
                          </a:solidFill>
                          <a:latin typeface="Arial Nova Cond Light" panose="020B0306020202020204" pitchFamily="34" charset="0"/>
                        </a:rPr>
                        <a:t>26/10 - 30/10</a:t>
                      </a:r>
                    </a:p>
                  </a:txBody>
                  <a:tcPr marL="120000" marR="120000" marT="24000" marB="240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1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Acompanhamento e melhoria continua do modelo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011582"/>
                  </a:ext>
                </a:extLst>
              </a:tr>
              <a:tr h="691875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ESTRUTURAÇÃO DAS GERÊNCIAS E COMUNIDADES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Mapeamento e plano de realocação dos processos que estão sob responsabilidade da FE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718545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Mapeamento das demandas e definição de plano de ação para as comunidades de entrega</a:t>
                      </a:r>
                      <a:endParaRPr lang="pt-BR" sz="1200" b="0">
                        <a:solidFill>
                          <a:srgbClr val="1F2A35"/>
                        </a:solidFill>
                        <a:highlight>
                          <a:srgbClr val="FFFF00"/>
                        </a:highlight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317208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 FE (foco FEN, FER, FEL)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187892"/>
                  </a:ext>
                </a:extLst>
              </a:tr>
              <a:tr h="573029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latin typeface="Arial Nova Cond" panose="020B0506020202020204" pitchFamily="34" charset="0"/>
                        </a:rPr>
                        <a:t>Operacionalizar modelo de governança (fóruns, processos, interfaces e rotinas) das </a:t>
                      </a:r>
                      <a:r>
                        <a:rPr lang="pt-BR" sz="1200" b="1">
                          <a:latin typeface="Arial Nova Cond" panose="020B0506020202020204" pitchFamily="34" charset="0"/>
                        </a:rPr>
                        <a:t>Comunidades de Entrega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3870185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Detalhamento do escopo, processos, integrações e rotinas da FEG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  <a:alpha val="64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094650"/>
                  </a:ext>
                </a:extLst>
              </a:tr>
              <a:tr h="49118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cs typeface="Arial" pitchFamily="34" charset="-120"/>
                        </a:rPr>
                        <a:t>Operacionalizar o modelo de governança da FEG (fóruns estratégicos anual e gestão semestral do portfólio)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50484"/>
                  </a:ext>
                </a:extLst>
              </a:tr>
              <a:tr h="474374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Operacionalizar modelo de governança </a:t>
                      </a:r>
                      <a:r>
                        <a:rPr lang="pt-BR" sz="1200" b="0">
                          <a:latin typeface="Arial Nova Cond" panose="020B0506020202020204" pitchFamily="34" charset="0"/>
                        </a:rPr>
                        <a:t>(fóruns, processos, interfaces e rotinas) </a:t>
                      </a:r>
                      <a:r>
                        <a:rPr lang="pt-BR" sz="1200" b="0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das </a:t>
                      </a:r>
                      <a:r>
                        <a:rPr lang="pt-BR" sz="1200" b="1" kern="120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Comunidades Técnicas</a:t>
                      </a:r>
                      <a:endParaRPr lang="en-US" sz="1200" b="1" kern="1200">
                        <a:solidFill>
                          <a:srgbClr val="1F2A35"/>
                        </a:solidFill>
                        <a:latin typeface="Arial Nova Cond" panose="020B0506020202020204" pitchFamily="34" charset="0"/>
                        <a:ea typeface="Arial" pitchFamily="34" charset="-122"/>
                        <a:cs typeface="Arial" pitchFamily="34" charset="-12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588633"/>
                  </a:ext>
                </a:extLst>
              </a:tr>
              <a:tr h="515226"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kern="120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DE CAPACITAÇÃO</a:t>
                      </a:r>
                    </a:p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rgbClr val="1F2A35"/>
                          </a:solidFill>
                          <a:latin typeface="Arial Nova Cond" panose="020B0506020202020204" pitchFamily="34" charset="0"/>
                          <a:ea typeface="Arial" pitchFamily="34" charset="-122"/>
                          <a:cs typeface="Arial" pitchFamily="34" charset="-120"/>
                        </a:rPr>
                        <a:t>Planejamento e execução das trilhas de capacitação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6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571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200">
                        <a:solidFill>
                          <a:schemeClr val="tx1"/>
                        </a:solidFill>
                        <a:latin typeface="Arial Nova Cond Light" panose="020B030602020202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4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157329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4B9B41-D3A5-F11A-DFBB-B07539A0B876}"/>
              </a:ext>
            </a:extLst>
          </p:cNvPr>
          <p:cNvCxnSpPr>
            <a:cxnSpLocks/>
          </p:cNvCxnSpPr>
          <p:nvPr/>
        </p:nvCxnSpPr>
        <p:spPr>
          <a:xfrm>
            <a:off x="5731038" y="1731411"/>
            <a:ext cx="0" cy="4638801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51FBF6-8F4B-BA72-3677-C8F261A0086A}"/>
              </a:ext>
            </a:extLst>
          </p:cNvPr>
          <p:cNvCxnSpPr>
            <a:cxnSpLocks/>
          </p:cNvCxnSpPr>
          <p:nvPr/>
        </p:nvCxnSpPr>
        <p:spPr>
          <a:xfrm>
            <a:off x="7606361" y="1731410"/>
            <a:ext cx="0" cy="463880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2E4100A-5D79-DB00-138E-9A38341D5142}"/>
              </a:ext>
            </a:extLst>
          </p:cNvPr>
          <p:cNvCxnSpPr>
            <a:cxnSpLocks/>
          </p:cNvCxnSpPr>
          <p:nvPr/>
        </p:nvCxnSpPr>
        <p:spPr>
          <a:xfrm>
            <a:off x="9956036" y="1731409"/>
            <a:ext cx="0" cy="463880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" name="Retângulo: Cantos Arredondados 14">
            <a:extLst>
              <a:ext uri="{FF2B5EF4-FFF2-40B4-BE49-F238E27FC236}">
                <a16:creationId xmlns:a16="http://schemas.microsoft.com/office/drawing/2014/main" id="{59893DC0-89C8-771C-7542-ECC95624235E}"/>
              </a:ext>
            </a:extLst>
          </p:cNvPr>
          <p:cNvSpPr/>
          <p:nvPr/>
        </p:nvSpPr>
        <p:spPr bwMode="auto">
          <a:xfrm>
            <a:off x="5825620" y="4010928"/>
            <a:ext cx="1780742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1" name="Retângulo: Cantos Arredondados 18">
            <a:extLst>
              <a:ext uri="{FF2B5EF4-FFF2-40B4-BE49-F238E27FC236}">
                <a16:creationId xmlns:a16="http://schemas.microsoft.com/office/drawing/2014/main" id="{AEBA041B-CA99-02D5-B7AE-4BC90253685D}"/>
              </a:ext>
            </a:extLst>
          </p:cNvPr>
          <p:cNvSpPr/>
          <p:nvPr/>
        </p:nvSpPr>
        <p:spPr bwMode="auto">
          <a:xfrm>
            <a:off x="6460964" y="4540967"/>
            <a:ext cx="81359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4" name="Retângulo: Cantos Arredondados 18">
            <a:extLst>
              <a:ext uri="{FF2B5EF4-FFF2-40B4-BE49-F238E27FC236}">
                <a16:creationId xmlns:a16="http://schemas.microsoft.com/office/drawing/2014/main" id="{34E4DB5C-2FBD-E7D2-8E9D-DA1AB27D55F6}"/>
              </a:ext>
            </a:extLst>
          </p:cNvPr>
          <p:cNvSpPr/>
          <p:nvPr/>
        </p:nvSpPr>
        <p:spPr bwMode="auto">
          <a:xfrm>
            <a:off x="7833362" y="5501654"/>
            <a:ext cx="2039346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grpSp>
        <p:nvGrpSpPr>
          <p:cNvPr id="25" name="Group 2">
            <a:extLst>
              <a:ext uri="{FF2B5EF4-FFF2-40B4-BE49-F238E27FC236}">
                <a16:creationId xmlns:a16="http://schemas.microsoft.com/office/drawing/2014/main" id="{DED72AB7-E9D8-F7D7-98BB-A043CCB17B03}"/>
              </a:ext>
            </a:extLst>
          </p:cNvPr>
          <p:cNvGrpSpPr/>
          <p:nvPr/>
        </p:nvGrpSpPr>
        <p:grpSpPr>
          <a:xfrm>
            <a:off x="4593012" y="1693945"/>
            <a:ext cx="883575" cy="5096827"/>
            <a:chOff x="2158786" y="1504831"/>
            <a:chExt cx="883575" cy="5339562"/>
          </a:xfrm>
        </p:grpSpPr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2FE3680F-D8AD-8359-CCF5-FC9755514145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761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27" name="Straight Connector 4">
              <a:extLst>
                <a:ext uri="{FF2B5EF4-FFF2-40B4-BE49-F238E27FC236}">
                  <a16:creationId xmlns:a16="http://schemas.microsoft.com/office/drawing/2014/main" id="{5E708CD2-215C-2655-B04C-626854068553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7" name="Retângulo: Cantos Arredondados 8">
            <a:extLst>
              <a:ext uri="{FF2B5EF4-FFF2-40B4-BE49-F238E27FC236}">
                <a16:creationId xmlns:a16="http://schemas.microsoft.com/office/drawing/2014/main" id="{B90C6095-9853-98AB-B8C1-2C38C8777A4E}"/>
              </a:ext>
            </a:extLst>
          </p:cNvPr>
          <p:cNvSpPr/>
          <p:nvPr/>
        </p:nvSpPr>
        <p:spPr bwMode="auto">
          <a:xfrm>
            <a:off x="4566468" y="3493536"/>
            <a:ext cx="1600647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18" name="Retângulo: Cantos Arredondados 9">
            <a:extLst>
              <a:ext uri="{FF2B5EF4-FFF2-40B4-BE49-F238E27FC236}">
                <a16:creationId xmlns:a16="http://schemas.microsoft.com/office/drawing/2014/main" id="{B1BF725B-1EDC-3C1B-D616-33AD45A387D2}"/>
              </a:ext>
            </a:extLst>
          </p:cNvPr>
          <p:cNvSpPr/>
          <p:nvPr/>
        </p:nvSpPr>
        <p:spPr bwMode="auto">
          <a:xfrm>
            <a:off x="4566467" y="2978087"/>
            <a:ext cx="1011365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0" name="Retângulo: Cantos Arredondados 16">
            <a:extLst>
              <a:ext uri="{FF2B5EF4-FFF2-40B4-BE49-F238E27FC236}">
                <a16:creationId xmlns:a16="http://schemas.microsoft.com/office/drawing/2014/main" id="{BB937FEA-BA1F-2FC4-E0DE-E3854648EA30}"/>
              </a:ext>
            </a:extLst>
          </p:cNvPr>
          <p:cNvSpPr/>
          <p:nvPr/>
        </p:nvSpPr>
        <p:spPr bwMode="auto">
          <a:xfrm>
            <a:off x="4749831" y="5981643"/>
            <a:ext cx="512287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1A1BD685-ADA8-08D5-9428-00E268847F66}"/>
              </a:ext>
            </a:extLst>
          </p:cNvPr>
          <p:cNvSpPr/>
          <p:nvPr/>
        </p:nvSpPr>
        <p:spPr bwMode="auto">
          <a:xfrm>
            <a:off x="4566468" y="2430992"/>
            <a:ext cx="1433011" cy="187200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23" name="Retângulo: Cantos Arredondados 7">
            <a:extLst>
              <a:ext uri="{FF2B5EF4-FFF2-40B4-BE49-F238E27FC236}">
                <a16:creationId xmlns:a16="http://schemas.microsoft.com/office/drawing/2014/main" id="{4D8CF153-9786-24BF-7358-5E333352AA7B}"/>
              </a:ext>
            </a:extLst>
          </p:cNvPr>
          <p:cNvSpPr/>
          <p:nvPr/>
        </p:nvSpPr>
        <p:spPr bwMode="auto">
          <a:xfrm>
            <a:off x="4566468" y="1831475"/>
            <a:ext cx="7151484" cy="187200"/>
          </a:xfrm>
          <a:prstGeom prst="roundRect">
            <a:avLst>
              <a:gd name="adj" fmla="val 50000"/>
            </a:avLst>
          </a:prstGeom>
          <a:pattFill prst="wdUpDiag">
            <a:fgClr>
              <a:srgbClr val="496F91"/>
            </a:fgClr>
            <a:bgClr>
              <a:schemeClr val="bg1"/>
            </a:bgClr>
          </a:patt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  <p:sp>
        <p:nvSpPr>
          <p:cNvPr id="30" name="Retângulo: Cantos Arredondados 18">
            <a:extLst>
              <a:ext uri="{FF2B5EF4-FFF2-40B4-BE49-F238E27FC236}">
                <a16:creationId xmlns:a16="http://schemas.microsoft.com/office/drawing/2014/main" id="{0E9E8C41-E29F-4E03-1BBC-1861BF0E9C6C}"/>
              </a:ext>
            </a:extLst>
          </p:cNvPr>
          <p:cNvSpPr/>
          <p:nvPr/>
        </p:nvSpPr>
        <p:spPr bwMode="auto">
          <a:xfrm>
            <a:off x="7274560" y="5030262"/>
            <a:ext cx="1940558" cy="187199"/>
          </a:xfrm>
          <a:prstGeom prst="roundRect">
            <a:avLst>
              <a:gd name="adj" fmla="val 50000"/>
            </a:avLst>
          </a:prstGeom>
          <a:solidFill>
            <a:srgbClr val="FAB973"/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000" b="0" i="0" u="none" strike="noStrike" kern="1200" cap="none" spc="87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 Light" panose="020B0306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56850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3282532-ADFA-F05F-FFA6-3D66C44E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5" name="think-cell data - do not delete" hidden="1">
            <a:extLst>
              <a:ext uri="{FF2B5EF4-FFF2-40B4-BE49-F238E27FC236}">
                <a16:creationId xmlns:a16="http://schemas.microsoft.com/office/drawing/2014/main" id="{A4C97BD5-02FB-E09F-BFE7-4AF72CCD297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9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C97BD5-02FB-E09F-BFE7-4AF72CCD29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510B5F-1ACC-2ED7-0465-F55EE6C2B3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43267" y="6249078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AF80523-E9C2-B38E-37E3-79426E82B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/>
              <a:t>Visão consolidada das atividades em andamento e próximos passos para a semana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5E1BC55-D9DD-306D-EEB7-F84A39544C6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Acompanhamento de atividades – Operação Assistida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70D3A29-F89B-BB39-D32C-F62035082E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206080"/>
              </p:ext>
            </p:extLst>
          </p:nvPr>
        </p:nvGraphicFramePr>
        <p:xfrm>
          <a:off x="469562" y="1512509"/>
          <a:ext cx="11251288" cy="4568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9633">
                  <a:extLst>
                    <a:ext uri="{9D8B030D-6E8A-4147-A177-3AD203B41FA5}">
                      <a16:colId xmlns:a16="http://schemas.microsoft.com/office/drawing/2014/main" val="3360056330"/>
                    </a:ext>
                  </a:extLst>
                </a:gridCol>
                <a:gridCol w="4845930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1464818010"/>
                    </a:ext>
                  </a:extLst>
                </a:gridCol>
                <a:gridCol w="3148350">
                  <a:extLst>
                    <a:ext uri="{9D8B030D-6E8A-4147-A177-3AD203B41FA5}">
                      <a16:colId xmlns:a16="http://schemas.microsoft.com/office/drawing/2014/main" val="2012234089"/>
                    </a:ext>
                  </a:extLst>
                </a:gridCol>
              </a:tblGrid>
              <a:tr h="26853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Frentes de atuação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Atividade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t-BR" sz="1200" b="1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Próximos passos / Observações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429423">
                <a:tc rowSpan="6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ESTRUTURAÇÃO DAS GERÊNCIAS E COMUNIDADES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Detalhamento do cronograma da operação assistida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17/07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Cronograma disponibilizado na pasta compartilhada do Teams em 17/07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17875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Agendamento do Workshop para </a:t>
                      </a: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das Gerencias 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(com todos os gerentes, líderes das comunidades)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Previsão para 04/08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202873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Reunião com a FEN, FEL e FER para a realocação de processos, que não pertencem à FE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Primeira reunião realizada: FEL 17/07  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Reunião agendada: FER 22/07 e FEN 23/07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7972941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das demandas que estão sendo direcionadas para as comunidades e inventário das ferramentas de suporte utilizadas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i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Data </a:t>
                      </a:r>
                      <a:r>
                        <a:rPr lang="pt-BR" sz="1100" b="0" i="1" kern="1200" noProof="0" err="1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Request</a:t>
                      </a:r>
                      <a:r>
                        <a:rPr lang="pt-BR" sz="1100" b="0" i="1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disponibilizado na pasta compartilhada do Teams em 17/07 com retorno até dia 24/07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1262717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T w="12700" cmpd="sng">
                      <a:noFill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Consolidação das demandas direcionadas para as comunidades e definição de plano de ação preliminar para as iniciativas aplicáveis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29/07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695870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Construção do material do Workshop 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/>
                        </a:rPr>
                        <a:t>para </a:t>
                      </a:r>
                      <a:r>
                        <a:rPr lang="pt-BR" sz="1100" b="0" kern="1200">
                          <a:solidFill>
                            <a:schemeClr val="dk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detalhamento do escopo, processos e integrações 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com os gerentes e líderes das comunidades de entrega e técnica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29/07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Agendar prévia do material com Marcelo e FEG até dia 31/07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264634"/>
                  </a:ext>
                </a:extLst>
              </a:tr>
              <a:tr h="429423">
                <a:tc rowSpan="4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GESTÃO DE MUDANÇAS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Retorno dos comunicados para DPL e para todo ONS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22/07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Primeiro boletim semanal para 22/07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621685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Revis</a:t>
                      </a: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ão do plano de comunicação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453440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Reestruturação da estratégia para Rede da Mudança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28/07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617279"/>
                  </a:ext>
                </a:extLst>
              </a:tr>
              <a:tr h="429423">
                <a:tc vMerge="1"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Validação da estratégia da Rede da Mudança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</a:rPr>
                        <a:t>30/07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1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100" b="0" kern="1200" noProof="0">
                          <a:solidFill>
                            <a:schemeClr val="tx1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779563"/>
                  </a:ext>
                </a:extLst>
              </a:tr>
            </a:tbl>
          </a:graphicData>
        </a:graphic>
      </p:graphicFrame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DF92EE7-6374-A845-84E8-1DD412D31A77}"/>
              </a:ext>
            </a:extLst>
          </p:cNvPr>
          <p:cNvSpPr/>
          <p:nvPr/>
        </p:nvSpPr>
        <p:spPr>
          <a:xfrm>
            <a:off x="6794501" y="6187157"/>
            <a:ext cx="4799706" cy="4699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D5721CE-71F4-15F2-0944-39CA48E20700}"/>
              </a:ext>
            </a:extLst>
          </p:cNvPr>
          <p:cNvGrpSpPr/>
          <p:nvPr/>
        </p:nvGrpSpPr>
        <p:grpSpPr>
          <a:xfrm>
            <a:off x="8685910" y="6298329"/>
            <a:ext cx="1117600" cy="247650"/>
            <a:chOff x="8929753" y="5861759"/>
            <a:chExt cx="1117600" cy="24765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2BFA244-4076-13DA-23A5-6E96BD7F1B3B}"/>
                </a:ext>
              </a:extLst>
            </p:cNvPr>
            <p:cNvGrpSpPr/>
            <p:nvPr/>
          </p:nvGrpSpPr>
          <p:grpSpPr>
            <a:xfrm>
              <a:off x="8929753" y="5891922"/>
              <a:ext cx="187325" cy="187325"/>
              <a:chOff x="2336800" y="6319552"/>
              <a:chExt cx="187325" cy="187325"/>
            </a:xfrm>
          </p:grpSpPr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23388660-5B86-0F4E-C8A0-EB2CC5DAE188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94" name="Arc 93">
                <a:extLst>
                  <a:ext uri="{FF2B5EF4-FFF2-40B4-BE49-F238E27FC236}">
                    <a16:creationId xmlns:a16="http://schemas.microsoft.com/office/drawing/2014/main" id="{E0FE9952-6EB3-B43D-8323-136046DE6BB4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50E5E06-65DA-FC54-7F44-E68627566B70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9078978" y="5861759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Andamento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DE74703-865D-4A68-77B2-088D2E2A348C}"/>
              </a:ext>
            </a:extLst>
          </p:cNvPr>
          <p:cNvGrpSpPr/>
          <p:nvPr/>
        </p:nvGrpSpPr>
        <p:grpSpPr>
          <a:xfrm>
            <a:off x="10748263" y="6298329"/>
            <a:ext cx="972587" cy="247650"/>
            <a:chOff x="3811058" y="6499225"/>
            <a:chExt cx="972587" cy="247650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9F654866-D0C1-71A5-2CE9-CE184733111C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6DF99FB3-07D5-6106-9884-784EF878F5D8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943350" y="6499225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Concluído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0F9A0DF-1A1F-4085-CBE1-4071BC8B718B}"/>
              </a:ext>
            </a:extLst>
          </p:cNvPr>
          <p:cNvGrpSpPr/>
          <p:nvPr/>
        </p:nvGrpSpPr>
        <p:grpSpPr>
          <a:xfrm>
            <a:off x="9838283" y="6298329"/>
            <a:ext cx="1117600" cy="247650"/>
            <a:chOff x="2374900" y="6499225"/>
            <a:chExt cx="1117600" cy="24765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FB7BE21-E7FB-F429-BD4B-7C4CB934E42F}"/>
                </a:ext>
              </a:extLst>
            </p:cNvPr>
            <p:cNvGrpSpPr/>
            <p:nvPr/>
          </p:nvGrpSpPr>
          <p:grpSpPr>
            <a:xfrm>
              <a:off x="2374900" y="6529388"/>
              <a:ext cx="187325" cy="187325"/>
              <a:chOff x="2336800" y="6319552"/>
              <a:chExt cx="187325" cy="1873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1069C13-0617-EA37-78F3-D23580931370}"/>
                  </a:ext>
                </a:extLst>
              </p:cNvPr>
              <p:cNvSpPr/>
              <p:nvPr/>
            </p:nvSpPr>
            <p:spPr bwMode="auto">
              <a:xfrm>
                <a:off x="2336800" y="6319552"/>
                <a:ext cx="187325" cy="187325"/>
              </a:xfrm>
              <a:prstGeom prst="ellipse">
                <a:avLst/>
              </a:prstGeom>
              <a:noFill/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  <p:sp>
            <p:nvSpPr>
              <p:cNvPr id="22" name="Arc 21">
                <a:extLst>
                  <a:ext uri="{FF2B5EF4-FFF2-40B4-BE49-F238E27FC236}">
                    <a16:creationId xmlns:a16="http://schemas.microsoft.com/office/drawing/2014/main" id="{AD870D96-9984-12B0-5CC8-61078757A879}"/>
                  </a:ext>
                </a:extLst>
              </p:cNvPr>
              <p:cNvSpPr/>
              <p:nvPr/>
            </p:nvSpPr>
            <p:spPr bwMode="gray">
              <a:xfrm>
                <a:off x="2336801" y="6319552"/>
                <a:ext cx="187324" cy="18732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rgbClr val="FFC000"/>
              </a:solidFill>
              <a:ln w="9525" cap="flat" cmpd="sng" algn="ctr">
                <a:solidFill>
                  <a:srgbClr val="FFC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C7769D-EA3D-9BB7-9400-D484FB26DDB0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2524125" y="6499225"/>
              <a:ext cx="96837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Em Atraso</a:t>
              </a:r>
            </a:p>
          </p:txBody>
        </p:sp>
      </p:grpSp>
      <p:sp>
        <p:nvSpPr>
          <p:cNvPr id="3" name="TextBox 95">
            <a:extLst>
              <a:ext uri="{FF2B5EF4-FFF2-40B4-BE49-F238E27FC236}">
                <a16:creationId xmlns:a16="http://schemas.microsoft.com/office/drawing/2014/main" id="{682A0D52-B10A-2E04-D4D3-C2EDA6B92C6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841451" y="6299044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116C9B0-72D1-7125-4EE0-774FE14F6791}"/>
              </a:ext>
            </a:extLst>
          </p:cNvPr>
          <p:cNvGrpSpPr/>
          <p:nvPr/>
        </p:nvGrpSpPr>
        <p:grpSpPr>
          <a:xfrm>
            <a:off x="8062186" y="3633135"/>
            <a:ext cx="183822" cy="187325"/>
            <a:chOff x="2336800" y="6319552"/>
            <a:chExt cx="187325" cy="187325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06C4B48-77B5-A3D5-F870-018FC85D4909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6" name="Arc 15">
              <a:extLst>
                <a:ext uri="{FF2B5EF4-FFF2-40B4-BE49-F238E27FC236}">
                  <a16:creationId xmlns:a16="http://schemas.microsoft.com/office/drawing/2014/main" id="{682D4EF9-0E51-B915-611E-0FBBE9EA4F05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46B32D3-CC28-369B-3FF1-4C17D08A6807}"/>
              </a:ext>
            </a:extLst>
          </p:cNvPr>
          <p:cNvGrpSpPr/>
          <p:nvPr/>
        </p:nvGrpSpPr>
        <p:grpSpPr>
          <a:xfrm>
            <a:off x="8062186" y="3159031"/>
            <a:ext cx="183822" cy="187325"/>
            <a:chOff x="2336800" y="6319552"/>
            <a:chExt cx="187325" cy="187325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FB2C663-2394-4E18-51E3-F44365563ACE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18BA733F-6FAB-DA50-1534-268D71A25782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C4AD5EF-B58E-22A8-5688-AE07D5C7A194}"/>
              </a:ext>
            </a:extLst>
          </p:cNvPr>
          <p:cNvGrpSpPr/>
          <p:nvPr/>
        </p:nvGrpSpPr>
        <p:grpSpPr>
          <a:xfrm>
            <a:off x="8062186" y="2763298"/>
            <a:ext cx="183822" cy="187325"/>
            <a:chOff x="2336800" y="6319552"/>
            <a:chExt cx="187325" cy="187325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8ABAC72-AD2E-74D5-2AFD-EAF6B49968A8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4A01049F-E605-569C-D835-3F509094924F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FB07832-2EE1-5D0B-A4A8-F658F2015A65}"/>
              </a:ext>
            </a:extLst>
          </p:cNvPr>
          <p:cNvGrpSpPr/>
          <p:nvPr/>
        </p:nvGrpSpPr>
        <p:grpSpPr>
          <a:xfrm>
            <a:off x="8062186" y="2330783"/>
            <a:ext cx="183822" cy="187325"/>
            <a:chOff x="2336800" y="6319552"/>
            <a:chExt cx="187325" cy="187325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258C87CC-06C5-B2C2-1B78-8A3103AA0099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3A7498AA-9EE3-B002-BADE-9548C107CC32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CEE8935-7E68-1DC7-4D58-2D4DD6503E53}"/>
              </a:ext>
            </a:extLst>
          </p:cNvPr>
          <p:cNvGrpSpPr/>
          <p:nvPr/>
        </p:nvGrpSpPr>
        <p:grpSpPr>
          <a:xfrm>
            <a:off x="8062186" y="4046282"/>
            <a:ext cx="183822" cy="187325"/>
            <a:chOff x="2336800" y="6319552"/>
            <a:chExt cx="187325" cy="187325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6C3C8A1-FB31-A188-927A-F41EE4868AB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5B98B4F2-E314-FF02-7D23-22E0E8464D5D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4306783-823F-3330-640D-82DF5057ED14}"/>
              </a:ext>
            </a:extLst>
          </p:cNvPr>
          <p:cNvGrpSpPr/>
          <p:nvPr/>
        </p:nvGrpSpPr>
        <p:grpSpPr>
          <a:xfrm>
            <a:off x="8062186" y="4502970"/>
            <a:ext cx="183822" cy="187325"/>
            <a:chOff x="2336800" y="6319552"/>
            <a:chExt cx="187325" cy="187325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D68BF77-A401-D70C-AFE3-16F70DDCF3E4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8C57BF10-9024-53F2-EEB0-19BCDE5B99B5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35" name="Oval 34">
            <a:extLst>
              <a:ext uri="{FF2B5EF4-FFF2-40B4-BE49-F238E27FC236}">
                <a16:creationId xmlns:a16="http://schemas.microsoft.com/office/drawing/2014/main" id="{35208628-48E7-DF7D-EBC4-227A98F5E673}"/>
              </a:ext>
            </a:extLst>
          </p:cNvPr>
          <p:cNvSpPr/>
          <p:nvPr/>
        </p:nvSpPr>
        <p:spPr bwMode="auto">
          <a:xfrm>
            <a:off x="8060435" y="1898269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936DF8C-89B4-4EA5-31B0-3DE6465BF819}"/>
              </a:ext>
            </a:extLst>
          </p:cNvPr>
          <p:cNvGrpSpPr/>
          <p:nvPr/>
        </p:nvGrpSpPr>
        <p:grpSpPr>
          <a:xfrm>
            <a:off x="8062186" y="5351543"/>
            <a:ext cx="183822" cy="187325"/>
            <a:chOff x="2336800" y="6319552"/>
            <a:chExt cx="187325" cy="187325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A40922EA-B090-68A3-1DC3-945F9D0336C2}"/>
                </a:ext>
              </a:extLst>
            </p:cNvPr>
            <p:cNvSpPr/>
            <p:nvPr/>
          </p:nvSpPr>
          <p:spPr bwMode="auto">
            <a:xfrm>
              <a:off x="2336800" y="6319552"/>
              <a:ext cx="187325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F05C62DF-A3BB-4823-B487-364731BEE2AD}"/>
                </a:ext>
              </a:extLst>
            </p:cNvPr>
            <p:cNvSpPr/>
            <p:nvPr/>
          </p:nvSpPr>
          <p:spPr bwMode="gray">
            <a:xfrm>
              <a:off x="2336801" y="6319552"/>
              <a:ext cx="187324" cy="187324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A82EDECF-B416-D576-7266-3212E201D16E}"/>
              </a:ext>
            </a:extLst>
          </p:cNvPr>
          <p:cNvSpPr/>
          <p:nvPr/>
        </p:nvSpPr>
        <p:spPr bwMode="auto">
          <a:xfrm>
            <a:off x="8062186" y="5780049"/>
            <a:ext cx="183822" cy="18732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BA6811E-1905-9A71-1C90-E0ACDF21FFA7}"/>
              </a:ext>
            </a:extLst>
          </p:cNvPr>
          <p:cNvGrpSpPr/>
          <p:nvPr/>
        </p:nvGrpSpPr>
        <p:grpSpPr>
          <a:xfrm>
            <a:off x="7606178" y="6298329"/>
            <a:ext cx="994186" cy="247650"/>
            <a:chOff x="7606178" y="6225669"/>
            <a:chExt cx="994186" cy="24765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7172534-734C-8BDC-4C9E-F744E74E1443}"/>
                </a:ext>
              </a:extLst>
            </p:cNvPr>
            <p:cNvSpPr/>
            <p:nvPr/>
          </p:nvSpPr>
          <p:spPr bwMode="auto">
            <a:xfrm>
              <a:off x="7606178" y="6255832"/>
              <a:ext cx="183822" cy="187325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97FBAB7-B969-5526-FAAF-D986788E1ECB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7760069" y="6225669"/>
              <a:ext cx="840295" cy="2476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Não Iniciado</a:t>
              </a:r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9239F2BB-3B30-6E18-1814-39ACAE60B6A0}"/>
              </a:ext>
            </a:extLst>
          </p:cNvPr>
          <p:cNvSpPr/>
          <p:nvPr/>
        </p:nvSpPr>
        <p:spPr bwMode="auto">
          <a:xfrm>
            <a:off x="8062186" y="4918247"/>
            <a:ext cx="183822" cy="187325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244754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886BC524-2F13-B4F8-D6A0-8447EAB8FD6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927282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86BC524-2F13-B4F8-D6A0-8447EAB8FD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E9F29B-4491-A63C-A089-ABAF35058D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smtClean="0"/>
              <a:pPr/>
              <a:t>86</a:t>
            </a:fld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CFA03-7C53-CE6D-5C56-79AD1A4A4B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2C99B6-0854-13FF-1B9B-E0CAD4D05A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00206" y="7062506"/>
            <a:ext cx="9119779" cy="558726"/>
          </a:xfrm>
        </p:spPr>
        <p:txBody>
          <a:bodyPr/>
          <a:lstStyle/>
          <a:p>
            <a:r>
              <a:rPr lang="en-US" err="1"/>
              <a:t>Validação</a:t>
            </a:r>
            <a:r>
              <a:rPr lang="en-US"/>
              <a:t> do </a:t>
            </a:r>
            <a:r>
              <a:rPr lang="en-US" err="1"/>
              <a:t>resultado</a:t>
            </a:r>
            <a:r>
              <a:rPr lang="en-US"/>
              <a:t> do workshop (steps): </a:t>
            </a:r>
            <a:r>
              <a:rPr lang="en-US" err="1"/>
              <a:t>trabalho</a:t>
            </a:r>
            <a:r>
              <a:rPr lang="en-US"/>
              <a:t> </a:t>
            </a:r>
            <a:r>
              <a:rPr lang="en-US" err="1"/>
              <a:t>executado</a:t>
            </a:r>
            <a:r>
              <a:rPr lang="en-US"/>
              <a:t>/</a:t>
            </a:r>
            <a:r>
              <a:rPr lang="en-US" err="1"/>
              <a:t>prévio</a:t>
            </a:r>
            <a:r>
              <a:rPr lang="en-US"/>
              <a:t> -&gt; workshop -&gt; </a:t>
            </a:r>
            <a:r>
              <a:rPr lang="en-US" err="1"/>
              <a:t>oficialização</a:t>
            </a:r>
            <a:r>
              <a:rPr lang="en-US"/>
              <a:t> -&gt; </a:t>
            </a:r>
            <a:r>
              <a:rPr lang="en-US" err="1"/>
              <a:t>validação</a:t>
            </a:r>
            <a:r>
              <a:rPr lang="en-US"/>
              <a:t> Marcelo/</a:t>
            </a:r>
            <a:r>
              <a:rPr lang="en-US" err="1"/>
              <a:t>Zucarato</a:t>
            </a:r>
            <a:r>
              <a:rPr lang="en-US"/>
              <a:t> -&gt; </a:t>
            </a:r>
            <a:r>
              <a:rPr lang="en-US" err="1"/>
              <a:t>Comunicação</a:t>
            </a:r>
            <a:r>
              <a:rPr lang="en-US"/>
              <a:t> para </a:t>
            </a:r>
            <a:r>
              <a:rPr lang="en-US" err="1"/>
              <a:t>os</a:t>
            </a:r>
            <a:r>
              <a:rPr lang="en-US"/>
              <a:t> </a:t>
            </a:r>
            <a:r>
              <a:rPr lang="en-US" err="1"/>
              <a:t>clientes</a:t>
            </a:r>
            <a:endParaRPr lang="en-US"/>
          </a:p>
          <a:p>
            <a:endParaRPr lang="pt-B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17A66C8-1FDF-79A3-C7F2-FE4AFE10CF3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7187F1-8BCE-91E4-18B6-4CC059B4269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A271C60-675C-D276-11C0-D577779A10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Fluxo de consolidação e validação das definições da FE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1A681DF4-9030-17AE-49EB-CE25DA1613DB}"/>
              </a:ext>
            </a:extLst>
          </p:cNvPr>
          <p:cNvSpPr/>
          <p:nvPr/>
        </p:nvSpPr>
        <p:spPr>
          <a:xfrm>
            <a:off x="1575831" y="2881871"/>
            <a:ext cx="8873338" cy="0"/>
          </a:xfrm>
          <a:prstGeom prst="line">
            <a:avLst/>
          </a:prstGeom>
          <a:noFill/>
          <a:ln w="25400">
            <a:solidFill>
              <a:srgbClr val="C9CDD3"/>
            </a:solidFill>
            <a:prstDash val="solid"/>
          </a:ln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E2E011C3-C403-DC6E-16B6-F4EF2C658D11}"/>
              </a:ext>
            </a:extLst>
          </p:cNvPr>
          <p:cNvSpPr/>
          <p:nvPr/>
        </p:nvSpPr>
        <p:spPr>
          <a:xfrm>
            <a:off x="466664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8791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1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6CD25C57-96B6-A966-54C2-D21E8C676E6B}"/>
              </a:ext>
            </a:extLst>
          </p:cNvPr>
          <p:cNvSpPr/>
          <p:nvPr/>
        </p:nvSpPr>
        <p:spPr>
          <a:xfrm>
            <a:off x="1246647" y="2552687"/>
            <a:ext cx="658368" cy="65836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pic>
        <p:nvPicPr>
          <p:cNvPr id="20" name="Image 0" descr="step1.png">
            <a:extLst>
              <a:ext uri="{FF2B5EF4-FFF2-40B4-BE49-F238E27FC236}">
                <a16:creationId xmlns:a16="http://schemas.microsoft.com/office/drawing/2014/main" id="{F13C35D8-4D55-23A6-2BF8-27D1206FEC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0383" y="2726423"/>
            <a:ext cx="310896" cy="310896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FE5EFBF7-83C7-96B7-CE54-9074356350C2}"/>
              </a:ext>
            </a:extLst>
          </p:cNvPr>
          <p:cNvSpPr/>
          <p:nvPr/>
        </p:nvSpPr>
        <p:spPr>
          <a:xfrm>
            <a:off x="539816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Preparação do </a:t>
            </a:r>
          </a:p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material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23A083B4-A73B-4D37-6E4D-CD98A7834D1B}"/>
              </a:ext>
            </a:extLst>
          </p:cNvPr>
          <p:cNvSpPr/>
          <p:nvPr/>
        </p:nvSpPr>
        <p:spPr>
          <a:xfrm>
            <a:off x="576392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ts val="1500"/>
              </a:lnSpc>
              <a:buSzPct val="100000"/>
              <a:buChar char="•"/>
            </a:pPr>
            <a:r>
              <a:rPr lang="pt-BR" sz="1400" noProof="0">
                <a:solidFill>
                  <a:srgbClr val="5B5F6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Estruturação da proposta a partir do trabalho realizado na Etapa 3 do Projeto Maestro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395A6140-E66F-8CBD-712D-CDAF64E86F58}"/>
              </a:ext>
            </a:extLst>
          </p:cNvPr>
          <p:cNvSpPr/>
          <p:nvPr/>
        </p:nvSpPr>
        <p:spPr>
          <a:xfrm>
            <a:off x="2684998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8791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2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3E76F718-79B2-8F3F-5733-96C8D17E5B00}"/>
              </a:ext>
            </a:extLst>
          </p:cNvPr>
          <p:cNvSpPr/>
          <p:nvPr/>
        </p:nvSpPr>
        <p:spPr>
          <a:xfrm>
            <a:off x="3464982" y="2552687"/>
            <a:ext cx="658368" cy="65836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pic>
        <p:nvPicPr>
          <p:cNvPr id="30" name="Image 1" descr="step2.png">
            <a:extLst>
              <a:ext uri="{FF2B5EF4-FFF2-40B4-BE49-F238E27FC236}">
                <a16:creationId xmlns:a16="http://schemas.microsoft.com/office/drawing/2014/main" id="{4E744073-1206-E211-3847-7EF708500B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8718" y="2726423"/>
            <a:ext cx="310896" cy="310896"/>
          </a:xfrm>
          <a:prstGeom prst="rect">
            <a:avLst/>
          </a:prstGeom>
        </p:spPr>
      </p:pic>
      <p:sp>
        <p:nvSpPr>
          <p:cNvPr id="32" name="Text 9">
            <a:extLst>
              <a:ext uri="{FF2B5EF4-FFF2-40B4-BE49-F238E27FC236}">
                <a16:creationId xmlns:a16="http://schemas.microsoft.com/office/drawing/2014/main" id="{831E818D-D763-21C1-B73A-0AC81C2039D5}"/>
              </a:ext>
            </a:extLst>
          </p:cNvPr>
          <p:cNvSpPr/>
          <p:nvPr/>
        </p:nvSpPr>
        <p:spPr>
          <a:xfrm>
            <a:off x="2758150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48CC4EEB-1B5B-11C9-B4B6-A4F336E2CFEA}"/>
              </a:ext>
            </a:extLst>
          </p:cNvPr>
          <p:cNvSpPr/>
          <p:nvPr/>
        </p:nvSpPr>
        <p:spPr>
          <a:xfrm>
            <a:off x="2794726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ts val="1500"/>
              </a:lnSpc>
              <a:buSzPct val="100000"/>
              <a:buChar char="•"/>
            </a:pPr>
            <a:r>
              <a:rPr lang="pt-BR" sz="1400">
                <a:solidFill>
                  <a:srgbClr val="5B5F6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Refinamento colaborativo da proposta com gestores e líderes das Comunidades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36" name="Text 11">
            <a:extLst>
              <a:ext uri="{FF2B5EF4-FFF2-40B4-BE49-F238E27FC236}">
                <a16:creationId xmlns:a16="http://schemas.microsoft.com/office/drawing/2014/main" id="{AC3250A5-52C9-5767-7A33-426DA71D7236}"/>
              </a:ext>
            </a:extLst>
          </p:cNvPr>
          <p:cNvSpPr/>
          <p:nvPr/>
        </p:nvSpPr>
        <p:spPr>
          <a:xfrm>
            <a:off x="4903333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8791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3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8E64EA7B-8FA6-79A3-E8BA-71D11912076D}"/>
              </a:ext>
            </a:extLst>
          </p:cNvPr>
          <p:cNvSpPr/>
          <p:nvPr/>
        </p:nvSpPr>
        <p:spPr>
          <a:xfrm>
            <a:off x="5683316" y="2552687"/>
            <a:ext cx="658368" cy="65836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pic>
        <p:nvPicPr>
          <p:cNvPr id="40" name="Image 2" descr="step3.png">
            <a:extLst>
              <a:ext uri="{FF2B5EF4-FFF2-40B4-BE49-F238E27FC236}">
                <a16:creationId xmlns:a16="http://schemas.microsoft.com/office/drawing/2014/main" id="{E2F96C41-CEA1-1B66-B2E8-98C9A1BDE9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7052" y="2726423"/>
            <a:ext cx="310896" cy="310896"/>
          </a:xfrm>
          <a:prstGeom prst="rect">
            <a:avLst/>
          </a:prstGeom>
        </p:spPr>
      </p:pic>
      <p:sp>
        <p:nvSpPr>
          <p:cNvPr id="42" name="Text 13">
            <a:extLst>
              <a:ext uri="{FF2B5EF4-FFF2-40B4-BE49-F238E27FC236}">
                <a16:creationId xmlns:a16="http://schemas.microsoft.com/office/drawing/2014/main" id="{9304F388-2303-E665-5FB9-196107716D90}"/>
              </a:ext>
            </a:extLst>
          </p:cNvPr>
          <p:cNvSpPr/>
          <p:nvPr/>
        </p:nvSpPr>
        <p:spPr>
          <a:xfrm>
            <a:off x="4976485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Consolidação do </a:t>
            </a:r>
          </a:p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9AE013EB-51B5-DA59-6B1B-CD1C33509C55}"/>
              </a:ext>
            </a:extLst>
          </p:cNvPr>
          <p:cNvSpPr/>
          <p:nvPr/>
        </p:nvSpPr>
        <p:spPr>
          <a:xfrm>
            <a:off x="5013061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ts val="1500"/>
              </a:lnSpc>
              <a:buSzPct val="100000"/>
              <a:buChar char="•"/>
            </a:pPr>
            <a:r>
              <a:rPr lang="pt-BR" sz="1400" noProof="0">
                <a:solidFill>
                  <a:srgbClr val="5B5F6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Consolidação dos resultados do workshop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9D22E2BC-BD67-5BD2-2B06-3484FDE6D633}"/>
              </a:ext>
            </a:extLst>
          </p:cNvPr>
          <p:cNvSpPr/>
          <p:nvPr/>
        </p:nvSpPr>
        <p:spPr>
          <a:xfrm>
            <a:off x="7121667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8791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4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48" name="Shape 16">
            <a:extLst>
              <a:ext uri="{FF2B5EF4-FFF2-40B4-BE49-F238E27FC236}">
                <a16:creationId xmlns:a16="http://schemas.microsoft.com/office/drawing/2014/main" id="{507269D9-336A-46E0-405D-A6318E314D83}"/>
              </a:ext>
            </a:extLst>
          </p:cNvPr>
          <p:cNvSpPr/>
          <p:nvPr/>
        </p:nvSpPr>
        <p:spPr>
          <a:xfrm>
            <a:off x="7901650" y="2552687"/>
            <a:ext cx="658368" cy="658368"/>
          </a:xfrm>
          <a:prstGeom prst="ellipse">
            <a:avLst/>
          </a:prstGeom>
          <a:solidFill>
            <a:srgbClr val="E8791E"/>
          </a:solidFill>
          <a:ln/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pic>
        <p:nvPicPr>
          <p:cNvPr id="50" name="Image 3" descr="step4.png">
            <a:extLst>
              <a:ext uri="{FF2B5EF4-FFF2-40B4-BE49-F238E27FC236}">
                <a16:creationId xmlns:a16="http://schemas.microsoft.com/office/drawing/2014/main" id="{EFB2C3C5-2B20-59C7-3589-3B0C17C010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386" y="2726423"/>
            <a:ext cx="310896" cy="310896"/>
          </a:xfrm>
          <a:prstGeom prst="rect">
            <a:avLst/>
          </a:prstGeom>
        </p:spPr>
      </p:pic>
      <p:sp>
        <p:nvSpPr>
          <p:cNvPr id="52" name="Text 17">
            <a:extLst>
              <a:ext uri="{FF2B5EF4-FFF2-40B4-BE49-F238E27FC236}">
                <a16:creationId xmlns:a16="http://schemas.microsoft.com/office/drawing/2014/main" id="{5D95CBF7-E2EB-C38A-E655-936D75B0462E}"/>
              </a:ext>
            </a:extLst>
          </p:cNvPr>
          <p:cNvSpPr/>
          <p:nvPr/>
        </p:nvSpPr>
        <p:spPr>
          <a:xfrm>
            <a:off x="7194819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Validação Executiva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33E79AE3-BC76-27A4-63EE-7A6B118EBDD8}"/>
              </a:ext>
            </a:extLst>
          </p:cNvPr>
          <p:cNvSpPr/>
          <p:nvPr/>
        </p:nvSpPr>
        <p:spPr>
          <a:xfrm>
            <a:off x="7231395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ts val="1500"/>
              </a:lnSpc>
              <a:buSzPct val="100000"/>
              <a:buChar char="•"/>
            </a:pPr>
            <a:r>
              <a:rPr lang="pt-BR" sz="1400" noProof="0">
                <a:solidFill>
                  <a:srgbClr val="5B5F6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Revisão e aprovação executiva das definições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1528F2A7-4F4E-31CF-E230-38FB8CC13203}"/>
              </a:ext>
            </a:extLst>
          </p:cNvPr>
          <p:cNvSpPr/>
          <p:nvPr/>
        </p:nvSpPr>
        <p:spPr>
          <a:xfrm>
            <a:off x="9340002" y="2196071"/>
            <a:ext cx="22183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E8791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Etapa 5</a:t>
            </a:r>
            <a:endParaRPr lang="en-US" sz="1400">
              <a:latin typeface="Arial Nova Cond" panose="020B0506020202020204" pitchFamily="34" charset="0"/>
            </a:endParaRPr>
          </a:p>
        </p:txBody>
      </p:sp>
      <p:sp>
        <p:nvSpPr>
          <p:cNvPr id="58" name="Shape 20">
            <a:extLst>
              <a:ext uri="{FF2B5EF4-FFF2-40B4-BE49-F238E27FC236}">
                <a16:creationId xmlns:a16="http://schemas.microsoft.com/office/drawing/2014/main" id="{0F814CDF-F8E2-F35F-1CEC-2DF416439E07}"/>
              </a:ext>
            </a:extLst>
          </p:cNvPr>
          <p:cNvSpPr/>
          <p:nvPr/>
        </p:nvSpPr>
        <p:spPr>
          <a:xfrm>
            <a:off x="10119985" y="2552687"/>
            <a:ext cx="658368" cy="658368"/>
          </a:xfrm>
          <a:prstGeom prst="ellipse">
            <a:avLst/>
          </a:prstGeom>
          <a:solidFill>
            <a:srgbClr val="0B2545"/>
          </a:solidFill>
          <a:ln/>
        </p:spPr>
        <p:txBody>
          <a:bodyPr/>
          <a:lstStyle/>
          <a:p>
            <a:endParaRPr lang="en-US" sz="1400">
              <a:latin typeface="Arial Nova Cond" panose="020B0506020202020204" pitchFamily="34" charset="0"/>
            </a:endParaRPr>
          </a:p>
        </p:txBody>
      </p:sp>
      <p:pic>
        <p:nvPicPr>
          <p:cNvPr id="60" name="Image 4" descr="step5.png">
            <a:extLst>
              <a:ext uri="{FF2B5EF4-FFF2-40B4-BE49-F238E27FC236}">
                <a16:creationId xmlns:a16="http://schemas.microsoft.com/office/drawing/2014/main" id="{C6C8201B-8B24-9771-83EF-0BC34AA56F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3721" y="2726423"/>
            <a:ext cx="310896" cy="310896"/>
          </a:xfrm>
          <a:prstGeom prst="rect">
            <a:avLst/>
          </a:prstGeom>
        </p:spPr>
      </p:pic>
      <p:sp>
        <p:nvSpPr>
          <p:cNvPr id="62" name="Text 21">
            <a:extLst>
              <a:ext uri="{FF2B5EF4-FFF2-40B4-BE49-F238E27FC236}">
                <a16:creationId xmlns:a16="http://schemas.microsoft.com/office/drawing/2014/main" id="{64880EC5-77C1-CFD6-39DB-64B7F9AD0C92}"/>
              </a:ext>
            </a:extLst>
          </p:cNvPr>
          <p:cNvSpPr/>
          <p:nvPr/>
        </p:nvSpPr>
        <p:spPr>
          <a:xfrm>
            <a:off x="9413154" y="3339071"/>
            <a:ext cx="207203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Comunicação às </a:t>
            </a:r>
          </a:p>
          <a:p>
            <a:pPr marL="0" indent="0" algn="ctr">
              <a:buNone/>
            </a:pPr>
            <a:r>
              <a:rPr lang="pt-BR" sz="1400" b="1" noProof="0">
                <a:solidFill>
                  <a:srgbClr val="0B254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áreas clientes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  <p:sp>
        <p:nvSpPr>
          <p:cNvPr id="64" name="Text 22">
            <a:extLst>
              <a:ext uri="{FF2B5EF4-FFF2-40B4-BE49-F238E27FC236}">
                <a16:creationId xmlns:a16="http://schemas.microsoft.com/office/drawing/2014/main" id="{E9938B11-54A1-BD24-50EA-661A078449B3}"/>
              </a:ext>
            </a:extLst>
          </p:cNvPr>
          <p:cNvSpPr/>
          <p:nvPr/>
        </p:nvSpPr>
        <p:spPr>
          <a:xfrm>
            <a:off x="9449730" y="3979151"/>
            <a:ext cx="1998878" cy="1057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9388" indent="-179388" algn="l">
              <a:lnSpc>
                <a:spcPts val="1500"/>
              </a:lnSpc>
              <a:buSzPct val="100000"/>
              <a:buChar char="•"/>
            </a:pPr>
            <a:r>
              <a:rPr lang="pt-BR" sz="1400" noProof="0">
                <a:solidFill>
                  <a:srgbClr val="5B5F6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Divulgação das definições aprovadas às áreas clientes</a:t>
            </a:r>
            <a:endParaRPr lang="pt-BR" sz="1400" noProof="0"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36838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927B58D-3BA1-D8F1-F676-01F4AA9A57B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31083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3" progId="TCLayout.ActiveDocument.1">
                  <p:embed/>
                </p:oleObj>
              </mc:Choice>
              <mc:Fallback>
                <p:oleObj name="think-cell Slide" r:id="rId3" imgW="404" imgH="403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27B58D-3BA1-D8F1-F676-01F4AA9A57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966D04-9956-E308-5633-6AF63048B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75052D-D27A-7447-8473-BC7C732ED008}" type="slidenum">
              <a:rPr lang="pt-BR" smtClean="0"/>
              <a:pPr/>
              <a:t>87</a:t>
            </a:fld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87509A9-DDDC-9D6F-858C-EB8C1E61AB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 noProof="0"/>
              <a:t>Pesquisa de Prontidão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DF1DD03-582B-5B14-DD18-2C9AF04470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D3A6BA0-6A9B-EB61-A744-588A968C99D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519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788CC6-ACF0-5EBB-EC5A-2FB53E069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304815"/>
            <a:fld id="{C8A4A75A-82B3-7F4B-B4EA-AD1D685CA36E}" type="slidenum">
              <a:rPr lang="pt-BR">
                <a:solidFill>
                  <a:srgbClr val="002A46"/>
                </a:solidFill>
              </a:rPr>
              <a:pPr defTabSz="304815"/>
              <a:t>88</a:t>
            </a:fld>
            <a:endParaRPr lang="pt-BR">
              <a:solidFill>
                <a:srgbClr val="002A4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840E5-E13A-B485-8E1E-D4AE2B615C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Contexto: duas pesquisas de prontidão na jornada do Maestro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D0FDC-2FED-CA99-2C26-CB43B80619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Pesquisa de Prontidão para Mudança ONS -</a:t>
            </a:r>
            <a:r>
              <a:rPr lang="en-US"/>
              <a:t> </a:t>
            </a:r>
            <a:r>
              <a:rPr lang="en-US" err="1"/>
              <a:t>Evolução</a:t>
            </a:r>
            <a:r>
              <a:rPr lang="en-US"/>
              <a:t> dos </a:t>
            </a:r>
            <a:r>
              <a:rPr lang="en-US" err="1"/>
              <a:t>resultados</a:t>
            </a:r>
            <a:r>
              <a:rPr lang="en-US"/>
              <a:t> 2025 - 2026</a:t>
            </a:r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BF16CCDD-3A82-B3AB-B069-7548FB0C034A}"/>
              </a:ext>
            </a:extLst>
          </p:cNvPr>
          <p:cNvSpPr/>
          <p:nvPr/>
        </p:nvSpPr>
        <p:spPr>
          <a:xfrm flipV="1">
            <a:off x="0" y="1856232"/>
            <a:ext cx="12192000" cy="18288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</a:ln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1DDDC58C-CA8D-3E30-44E1-46D9085C71F2}"/>
              </a:ext>
            </a:extLst>
          </p:cNvPr>
          <p:cNvSpPr/>
          <p:nvPr/>
        </p:nvSpPr>
        <p:spPr>
          <a:xfrm>
            <a:off x="1014984" y="1792224"/>
            <a:ext cx="164592" cy="164592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1FED425E-587B-F261-DE1A-B9D680F43F8F}"/>
              </a:ext>
            </a:extLst>
          </p:cNvPr>
          <p:cNvSpPr/>
          <p:nvPr/>
        </p:nvSpPr>
        <p:spPr>
          <a:xfrm>
            <a:off x="22860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Out/2025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36" name="Text 4">
            <a:extLst>
              <a:ext uri="{FF2B5EF4-FFF2-40B4-BE49-F238E27FC236}">
                <a16:creationId xmlns:a16="http://schemas.microsoft.com/office/drawing/2014/main" id="{FE46D3A8-886A-0F21-9804-AA1FACF4F429}"/>
              </a:ext>
            </a:extLst>
          </p:cNvPr>
          <p:cNvSpPr/>
          <p:nvPr/>
        </p:nvSpPr>
        <p:spPr>
          <a:xfrm>
            <a:off x="45720" y="20848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Início do Projeto Maestro</a:t>
            </a:r>
            <a:endParaRPr lang="en-US" sz="933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02778655-F607-526D-F833-0330B48F1146}"/>
              </a:ext>
            </a:extLst>
          </p:cNvPr>
          <p:cNvSpPr/>
          <p:nvPr/>
        </p:nvSpPr>
        <p:spPr>
          <a:xfrm>
            <a:off x="4334256" y="1792224"/>
            <a:ext cx="164592" cy="164592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23ED02C6-E426-C2CB-40A6-EEB4F77F105A}"/>
              </a:ext>
            </a:extLst>
          </p:cNvPr>
          <p:cNvSpPr/>
          <p:nvPr/>
        </p:nvSpPr>
        <p:spPr>
          <a:xfrm>
            <a:off x="3547872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Out–Nov/2025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244C7768-1143-1E7D-E3B6-6175E16C0A24}"/>
              </a:ext>
            </a:extLst>
          </p:cNvPr>
          <p:cNvSpPr/>
          <p:nvPr/>
        </p:nvSpPr>
        <p:spPr>
          <a:xfrm>
            <a:off x="3364992" y="20848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933" b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Pesquisa 1: 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Base para o plano de Gestão de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Mudanças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comunicação</a:t>
            </a:r>
            <a:endParaRPr lang="en-US" sz="933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040EC277-53BC-4E30-48D8-A86BF226374E}"/>
              </a:ext>
            </a:extLst>
          </p:cNvPr>
          <p:cNvSpPr/>
          <p:nvPr/>
        </p:nvSpPr>
        <p:spPr>
          <a:xfrm>
            <a:off x="7653528" y="1792224"/>
            <a:ext cx="164592" cy="164592"/>
          </a:xfrm>
          <a:prstGeom prst="ellipse">
            <a:avLst/>
          </a:prstGeom>
          <a:solidFill>
            <a:schemeClr val="tx1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EA079978-2898-4360-956D-CAF821BF2A35}"/>
              </a:ext>
            </a:extLst>
          </p:cNvPr>
          <p:cNvSpPr/>
          <p:nvPr/>
        </p:nvSpPr>
        <p:spPr>
          <a:xfrm>
            <a:off x="6867144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Mai–Jun/2026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9C2B87ED-0A8D-93C5-223D-35195C48EDFF}"/>
              </a:ext>
            </a:extLst>
          </p:cNvPr>
          <p:cNvSpPr/>
          <p:nvPr/>
        </p:nvSpPr>
        <p:spPr>
          <a:xfrm>
            <a:off x="6684264" y="20848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933" b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Pesquisa 2: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fim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do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período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de set up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interno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e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início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operação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assistida</a:t>
            </a:r>
            <a:endParaRPr lang="en-US" sz="933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DD91EF76-CC7A-6F7F-5F54-9ED450829434}"/>
              </a:ext>
            </a:extLst>
          </p:cNvPr>
          <p:cNvSpPr/>
          <p:nvPr/>
        </p:nvSpPr>
        <p:spPr>
          <a:xfrm>
            <a:off x="10341864" y="1792224"/>
            <a:ext cx="164592" cy="164592"/>
          </a:xfrm>
          <a:prstGeom prst="ellipse">
            <a:avLst/>
          </a:prstGeom>
          <a:solidFill>
            <a:schemeClr val="accent4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B6F51887-E380-131D-9613-DB999B200713}"/>
              </a:ext>
            </a:extLst>
          </p:cNvPr>
          <p:cNvSpPr/>
          <p:nvPr/>
        </p:nvSpPr>
        <p:spPr>
          <a:xfrm>
            <a:off x="9555480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06FC4012-B39B-3ACA-F298-B19B5C9B4663}"/>
              </a:ext>
            </a:extLst>
          </p:cNvPr>
          <p:cNvSpPr/>
          <p:nvPr/>
        </p:nvSpPr>
        <p:spPr>
          <a:xfrm>
            <a:off x="9372600" y="2084832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Início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da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operação</a:t>
            </a:r>
            <a:r>
              <a:rPr lang="en-US" sz="933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33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assistida</a:t>
            </a:r>
            <a:endParaRPr lang="en-US" sz="933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6" name="Shape 14">
            <a:extLst>
              <a:ext uri="{FF2B5EF4-FFF2-40B4-BE49-F238E27FC236}">
                <a16:creationId xmlns:a16="http://schemas.microsoft.com/office/drawing/2014/main" id="{115F6DF5-C982-A5FB-1BFF-276BE1878F1B}"/>
              </a:ext>
            </a:extLst>
          </p:cNvPr>
          <p:cNvSpPr/>
          <p:nvPr/>
        </p:nvSpPr>
        <p:spPr>
          <a:xfrm>
            <a:off x="548640" y="3063240"/>
            <a:ext cx="3520440" cy="2377440"/>
          </a:xfrm>
          <a:prstGeom prst="roundRect">
            <a:avLst>
              <a:gd name="adj" fmla="val 3462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BE2CCEB7-3C89-A0E2-12FB-DAB4638987B7}"/>
              </a:ext>
            </a:extLst>
          </p:cNvPr>
          <p:cNvSpPr/>
          <p:nvPr/>
        </p:nvSpPr>
        <p:spPr>
          <a:xfrm>
            <a:off x="822960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 b="1" kern="0" spc="100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PESQUISA 1 — INÍCIO MAESTRO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92B3A695-7579-E515-1320-ACECA01D8104}"/>
              </a:ext>
            </a:extLst>
          </p:cNvPr>
          <p:cNvSpPr/>
          <p:nvPr/>
        </p:nvSpPr>
        <p:spPr>
          <a:xfrm>
            <a:off x="822960" y="35935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44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328</a:t>
            </a:r>
            <a:endParaRPr lang="en-US" sz="44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1C6D9978-C41D-AEA0-598A-58B417C82A42}"/>
              </a:ext>
            </a:extLst>
          </p:cNvPr>
          <p:cNvSpPr/>
          <p:nvPr/>
        </p:nvSpPr>
        <p:spPr>
          <a:xfrm>
            <a:off x="2148840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respondentes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61D1FD16-FC87-B4E1-BF55-F92ADF7DD945}"/>
              </a:ext>
            </a:extLst>
          </p:cNvPr>
          <p:cNvSpPr/>
          <p:nvPr/>
        </p:nvSpPr>
        <p:spPr>
          <a:xfrm>
            <a:off x="822960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600"/>
              </a:lnSpc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DPL: 168   |   DTA: 100   |   DOP: 60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defTabSz="914446">
              <a:lnSpc>
                <a:spcPts val="1600"/>
              </a:lnSpc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Aplicada às três diretorias, no </a:t>
            </a:r>
            <a:r>
              <a:rPr lang="en-US" sz="1067" err="1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início</a:t>
            </a: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do Projeto Maestro.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A992606C-1DF7-EEC8-6118-853FE4086487}"/>
              </a:ext>
            </a:extLst>
          </p:cNvPr>
          <p:cNvSpPr/>
          <p:nvPr/>
        </p:nvSpPr>
        <p:spPr>
          <a:xfrm>
            <a:off x="4315968" y="3063240"/>
            <a:ext cx="3520440" cy="2377440"/>
          </a:xfrm>
          <a:prstGeom prst="roundRect">
            <a:avLst>
              <a:gd name="adj" fmla="val 3462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2FEF8DFA-046B-FB39-27BA-667A5E8E2E55}"/>
              </a:ext>
            </a:extLst>
          </p:cNvPr>
          <p:cNvSpPr/>
          <p:nvPr/>
        </p:nvSpPr>
        <p:spPr>
          <a:xfrm>
            <a:off x="4590288" y="3291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 b="1" kern="0" spc="100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PESQUISA 2 — OPERAÇÃO ASSISTIDA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A18AFAD7-BB80-F813-EEDA-C2E5094BECC5}"/>
              </a:ext>
            </a:extLst>
          </p:cNvPr>
          <p:cNvSpPr/>
          <p:nvPr/>
        </p:nvSpPr>
        <p:spPr>
          <a:xfrm>
            <a:off x="4590288" y="3593592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44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162</a:t>
            </a:r>
            <a:endParaRPr lang="en-US" sz="44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A1BC1D5A-3E75-8499-C26B-B9A6B7DE7F72}"/>
              </a:ext>
            </a:extLst>
          </p:cNvPr>
          <p:cNvSpPr/>
          <p:nvPr/>
        </p:nvSpPr>
        <p:spPr>
          <a:xfrm>
            <a:off x="5916168" y="3931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respondentes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79C0B54A-BCC4-2EDD-E508-EB1B6AE6F06B}"/>
              </a:ext>
            </a:extLst>
          </p:cNvPr>
          <p:cNvSpPr/>
          <p:nvPr/>
        </p:nvSpPr>
        <p:spPr>
          <a:xfrm>
            <a:off x="4590288" y="44348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600"/>
              </a:lnSpc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DPL: 127   |   DTA: 35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defTabSz="914446">
              <a:lnSpc>
                <a:spcPts val="1600"/>
              </a:lnSpc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Foco nas diretorias diretamente impactadas, com pessoas já em alocação na nova área.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6" name="Shape 24">
            <a:extLst>
              <a:ext uri="{FF2B5EF4-FFF2-40B4-BE49-F238E27FC236}">
                <a16:creationId xmlns:a16="http://schemas.microsoft.com/office/drawing/2014/main" id="{09F3A978-DE34-8B3E-89DA-13B7E58FB2D6}"/>
              </a:ext>
            </a:extLst>
          </p:cNvPr>
          <p:cNvSpPr/>
          <p:nvPr/>
        </p:nvSpPr>
        <p:spPr>
          <a:xfrm>
            <a:off x="8083296" y="3063240"/>
            <a:ext cx="3557016" cy="2377440"/>
          </a:xfrm>
          <a:prstGeom prst="roundRect">
            <a:avLst>
              <a:gd name="adj" fmla="val 3462"/>
            </a:avLst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2976DD66-D4CB-B2AA-1AEC-878BD16B7CD2}"/>
              </a:ext>
            </a:extLst>
          </p:cNvPr>
          <p:cNvSpPr/>
          <p:nvPr/>
        </p:nvSpPr>
        <p:spPr>
          <a:xfrm>
            <a:off x="8357616" y="3291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1200" b="1" kern="0" spc="100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INSTRUMENTO</a:t>
            </a:r>
            <a:endParaRPr lang="en-US" sz="1200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5387B602-4ADA-FAA2-5333-26805880C1C9}"/>
              </a:ext>
            </a:extLst>
          </p:cNvPr>
          <p:cNvSpPr/>
          <p:nvPr/>
        </p:nvSpPr>
        <p:spPr>
          <a:xfrm>
            <a:off x="8357616" y="3630168"/>
            <a:ext cx="30632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500"/>
              </a:lnSpc>
              <a:spcAft>
                <a:spcPts val="800"/>
              </a:spcAft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 afirmações idênticas nas duas ondas, em escala Likert de 5 pontos, agrupadas em 4 dimensões: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52408" indent="-152408" defTabSz="914446">
              <a:lnSpc>
                <a:spcPts val="1500"/>
              </a:lnSpc>
              <a:spcAft>
                <a:spcPts val="300"/>
              </a:spcAft>
              <a:buSzPct val="100000"/>
              <a:buFontTx/>
              <a:buChar char="•"/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Processo de Mudança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52408" indent="-152408" defTabSz="914446">
              <a:lnSpc>
                <a:spcPts val="1500"/>
              </a:lnSpc>
              <a:spcAft>
                <a:spcPts val="300"/>
              </a:spcAft>
              <a:buSzPct val="100000"/>
              <a:buFontTx/>
              <a:buChar char="•"/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Liderança na Mudança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52408" indent="-152408" defTabSz="914446">
              <a:lnSpc>
                <a:spcPts val="1500"/>
              </a:lnSpc>
              <a:spcAft>
                <a:spcPts val="300"/>
              </a:spcAft>
              <a:buSzPct val="100000"/>
              <a:buFontTx/>
              <a:buChar char="•"/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Entendimento da Mudança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52408" indent="-152408" defTabSz="914446">
              <a:lnSpc>
                <a:spcPts val="1500"/>
              </a:lnSpc>
              <a:buSzPct val="100000"/>
              <a:buFontTx/>
              <a:buChar char="•"/>
            </a:pPr>
            <a:r>
              <a:rPr lang="en-US" sz="1067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Engajamento e Confiança</a:t>
            </a:r>
            <a:endParaRPr lang="en-US" sz="10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2D0A225D-A896-FD6B-5E0A-9CFC623B8941}"/>
              </a:ext>
            </a:extLst>
          </p:cNvPr>
          <p:cNvSpPr/>
          <p:nvPr/>
        </p:nvSpPr>
        <p:spPr>
          <a:xfrm>
            <a:off x="548640" y="57150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500"/>
              </a:lnSpc>
            </a:pPr>
            <a:r>
              <a:rPr lang="en-US" sz="1200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Nota de comparabilidade</a:t>
            </a:r>
            <a:r>
              <a:rPr lang="en-US" sz="1200" b="1">
                <a:solidFill>
                  <a:srgbClr val="1E2761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200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 Pesquisa 2 não incluiu a DOP e teve amostra menor. Ainda assim, a evolução se sustenta em base comparável: considerando apenas DPL + DTA </a:t>
            </a:r>
            <a:r>
              <a:rPr lang="en-US" sz="1200" err="1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sz="1200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Pesquisa 2, o índice geral passa </a:t>
            </a:r>
            <a:r>
              <a:rPr lang="en-US" sz="1200" b="1">
                <a:solidFill>
                  <a:srgbClr val="6B7280"/>
                </a:solidFill>
                <a:highlight>
                  <a:srgbClr val="BFD0E1"/>
                </a:highlight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de 3,94 para 4,17</a:t>
            </a:r>
            <a:r>
              <a:rPr lang="en-US" sz="1200">
                <a:solidFill>
                  <a:srgbClr val="6B7280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. 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2319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574669-D96A-9BE8-A243-0D7FD6A02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2103F7-3FCF-E7F3-BD6C-C71425783B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304815">
              <a:defRPr/>
            </a:pPr>
            <a:fld id="{C8A4A75A-82B3-7F4B-B4EA-AD1D685CA36E}" type="slidenum">
              <a:rPr lang="pt-BR">
                <a:solidFill>
                  <a:srgbClr val="002A46"/>
                </a:solidFill>
              </a:rPr>
              <a:pPr defTabSz="304815">
                <a:defRPr/>
              </a:pPr>
              <a:t>89</a:t>
            </a:fld>
            <a:endParaRPr lang="pt-BR">
              <a:solidFill>
                <a:srgbClr val="002A4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955FC-AD00-9587-B588-557BBA7937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Evolução por dimensão: avanço generalizado, com destaque para o entendimento</a:t>
            </a:r>
          </a:p>
          <a:p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97DFE346-89DA-9F72-7713-7695586F7D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Pesquisa de </a:t>
            </a:r>
            <a:r>
              <a:rPr lang="en-US" err="1"/>
              <a:t>Prontidão</a:t>
            </a:r>
            <a:r>
              <a:rPr lang="en-US"/>
              <a:t> para </a:t>
            </a:r>
            <a:r>
              <a:rPr lang="en-US" err="1"/>
              <a:t>Mudança</a:t>
            </a:r>
            <a:r>
              <a:rPr lang="en-US"/>
              <a:t> - ONS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38BB21A9-3955-54A9-ED16-9AE63AFB67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0C9F5CB4-04DF-3A77-7DFF-619B340B4F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693EF40-1802-DD42-64A6-5C3F98F0862A}"/>
              </a:ext>
            </a:extLst>
          </p:cNvPr>
          <p:cNvSpPr/>
          <p:nvPr/>
        </p:nvSpPr>
        <p:spPr>
          <a:xfrm>
            <a:off x="279400" y="1318768"/>
            <a:ext cx="2606040" cy="4892040"/>
          </a:xfrm>
          <a:prstGeom prst="roundRect">
            <a:avLst>
              <a:gd name="adj" fmla="val 2807"/>
            </a:avLst>
          </a:prstGeom>
          <a:solidFill>
            <a:srgbClr val="00263E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90E3100-5C2D-5707-F55A-BD0351DBB264}"/>
              </a:ext>
            </a:extLst>
          </p:cNvPr>
          <p:cNvSpPr/>
          <p:nvPr/>
        </p:nvSpPr>
        <p:spPr>
          <a:xfrm>
            <a:off x="535432" y="1538224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defRPr/>
            </a:pPr>
            <a:r>
              <a:rPr lang="en-US" sz="1300" b="1" kern="0" spc="20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COMO MEDIMOS</a:t>
            </a:r>
            <a:endParaRPr lang="en-US" sz="13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9550382-72C4-BC71-F93A-E8F303E7D3E0}"/>
              </a:ext>
            </a:extLst>
          </p:cNvPr>
          <p:cNvSpPr/>
          <p:nvPr/>
        </p:nvSpPr>
        <p:spPr>
          <a:xfrm>
            <a:off x="535432" y="2187448"/>
            <a:ext cx="209397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6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 dimensões</a:t>
            </a:r>
            <a:r>
              <a:rPr lang="en-US" sz="1150">
                <a:solidFill>
                  <a:srgbClr val="C9D6D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que retratam a maturidade da organização para a mudança</a:t>
            </a:r>
            <a:endParaRPr lang="en-US" sz="115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defTabSz="914446">
              <a:lnSpc>
                <a:spcPts val="16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Escala de 1 a 5</a:t>
            </a:r>
            <a:r>
              <a:rPr lang="en-US" sz="1150">
                <a:solidFill>
                  <a:srgbClr val="C9D6D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por afirmação (1 = discordo totalmente; 5 = concordo totalmente)</a:t>
            </a:r>
            <a:endParaRPr lang="en-US" sz="115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defTabSz="914446">
              <a:lnSpc>
                <a:spcPts val="1600"/>
              </a:lnSpc>
              <a:defRPr/>
            </a:pPr>
            <a:r>
              <a:rPr lang="en-US" sz="11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Pontuação de referência</a:t>
            </a:r>
            <a:r>
              <a:rPr lang="en-US" sz="1150">
                <a:solidFill>
                  <a:srgbClr val="C9D6D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que orienta o plano de Gestão de Mudanças e Comunicação</a:t>
            </a:r>
            <a:endParaRPr lang="en-US" sz="11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A92AE489-4689-D732-0D76-612DEE0F0643}"/>
              </a:ext>
            </a:extLst>
          </p:cNvPr>
          <p:cNvSpPr/>
          <p:nvPr/>
        </p:nvSpPr>
        <p:spPr>
          <a:xfrm>
            <a:off x="535432" y="4747768"/>
            <a:ext cx="2093976" cy="0"/>
          </a:xfrm>
          <a:prstGeom prst="line">
            <a:avLst/>
          </a:prstGeom>
          <a:noFill/>
          <a:ln w="12700">
            <a:solidFill>
              <a:srgbClr val="44708C"/>
            </a:solidFill>
            <a:prstDash val="solid"/>
          </a:ln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766457C-5EFF-8E2F-52AF-B1E743B545C1}"/>
              </a:ext>
            </a:extLst>
          </p:cNvPr>
          <p:cNvSpPr/>
          <p:nvPr/>
        </p:nvSpPr>
        <p:spPr>
          <a:xfrm>
            <a:off x="535432" y="488492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defRPr/>
            </a:pPr>
            <a:r>
              <a:rPr lang="en-US" sz="950" b="1" kern="0" spc="150">
                <a:solidFill>
                  <a:srgbClr val="C9D6D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LEITURA DOS RESULTADOS</a:t>
            </a:r>
            <a:endParaRPr lang="en-US" sz="9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529FE815-A194-5808-3F1B-F4823582D2B6}"/>
              </a:ext>
            </a:extLst>
          </p:cNvPr>
          <p:cNvSpPr/>
          <p:nvPr/>
        </p:nvSpPr>
        <p:spPr>
          <a:xfrm>
            <a:off x="535432" y="5232400"/>
            <a:ext cx="20116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68AF1EF-3868-56BF-460B-D7C7D88FBE81}"/>
              </a:ext>
            </a:extLst>
          </p:cNvPr>
          <p:cNvSpPr/>
          <p:nvPr/>
        </p:nvSpPr>
        <p:spPr>
          <a:xfrm>
            <a:off x="828040" y="519582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defRPr/>
            </a:pPr>
            <a:r>
              <a:rPr lang="en-US" sz="105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≥ 4,0  Alta prontidão</a:t>
            </a:r>
            <a:endParaRPr lang="en-US" sz="10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6AAC18F-FB2C-35A0-5194-E8D32863E9E2}"/>
              </a:ext>
            </a:extLst>
          </p:cNvPr>
          <p:cNvSpPr/>
          <p:nvPr/>
        </p:nvSpPr>
        <p:spPr>
          <a:xfrm>
            <a:off x="535432" y="5598160"/>
            <a:ext cx="201168" cy="201168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34369FD-DBA0-8C71-B0F9-3929F400E788}"/>
              </a:ext>
            </a:extLst>
          </p:cNvPr>
          <p:cNvSpPr/>
          <p:nvPr/>
        </p:nvSpPr>
        <p:spPr>
          <a:xfrm>
            <a:off x="828040" y="556158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defRPr/>
            </a:pPr>
            <a:r>
              <a:rPr lang="en-US" sz="105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3,0 – 3,9  Prontidão moderada</a:t>
            </a:r>
            <a:endParaRPr lang="en-US" sz="10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2662C0C0-5678-F523-6B1D-0364FCC1CC92}"/>
              </a:ext>
            </a:extLst>
          </p:cNvPr>
          <p:cNvSpPr/>
          <p:nvPr/>
        </p:nvSpPr>
        <p:spPr>
          <a:xfrm>
            <a:off x="3086608" y="1318768"/>
            <a:ext cx="2103120" cy="4346374"/>
          </a:xfrm>
          <a:prstGeom prst="roundRect">
            <a:avLst>
              <a:gd name="adj" fmla="val 2609"/>
            </a:avLst>
          </a:prstGeom>
          <a:solidFill>
            <a:srgbClr val="F2F5F7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C937FBE-E571-AA31-7F30-ACD76CE92955}"/>
              </a:ext>
            </a:extLst>
          </p:cNvPr>
          <p:cNvSpPr/>
          <p:nvPr/>
        </p:nvSpPr>
        <p:spPr>
          <a:xfrm>
            <a:off x="3086608" y="1318768"/>
            <a:ext cx="2103120" cy="566928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F82F54DD-4A95-8BE1-D32F-39D97FC2B0AB}"/>
              </a:ext>
            </a:extLst>
          </p:cNvPr>
          <p:cNvSpPr/>
          <p:nvPr/>
        </p:nvSpPr>
        <p:spPr>
          <a:xfrm>
            <a:off x="3178048" y="1318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>
              <a:defRPr/>
            </a:pPr>
            <a:r>
              <a:rPr lang="en-US" sz="1200" b="1" kern="0" spc="10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HISTÓRICO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096D4DC6-644A-5167-9BCB-C43FF104414D}"/>
              </a:ext>
            </a:extLst>
          </p:cNvPr>
          <p:cNvSpPr/>
          <p:nvPr/>
        </p:nvSpPr>
        <p:spPr>
          <a:xfrm>
            <a:off x="5326888" y="1318768"/>
            <a:ext cx="2103120" cy="4346374"/>
          </a:xfrm>
          <a:prstGeom prst="roundRect">
            <a:avLst>
              <a:gd name="adj" fmla="val 2609"/>
            </a:avLst>
          </a:prstGeom>
          <a:solidFill>
            <a:srgbClr val="F2F5F7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DB0F7E3B-B48A-8DBC-80B0-6B626F05F8A8}"/>
              </a:ext>
            </a:extLst>
          </p:cNvPr>
          <p:cNvSpPr/>
          <p:nvPr/>
        </p:nvSpPr>
        <p:spPr>
          <a:xfrm>
            <a:off x="5326888" y="1318768"/>
            <a:ext cx="2103120" cy="566928"/>
          </a:xfrm>
          <a:prstGeom prst="rect">
            <a:avLst/>
          </a:prstGeom>
          <a:solidFill>
            <a:schemeClr val="accent5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5B2760E-C33D-2EC8-5410-99370A88FF69}"/>
              </a:ext>
            </a:extLst>
          </p:cNvPr>
          <p:cNvSpPr/>
          <p:nvPr/>
        </p:nvSpPr>
        <p:spPr>
          <a:xfrm>
            <a:off x="5418328" y="1318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>
              <a:defRPr/>
            </a:pPr>
            <a:r>
              <a:rPr lang="en-US" sz="1200" b="1" kern="0" spc="10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CULTURA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36F72107-FF7A-1784-5C0A-1072A3DDB3F2}"/>
              </a:ext>
            </a:extLst>
          </p:cNvPr>
          <p:cNvSpPr/>
          <p:nvPr/>
        </p:nvSpPr>
        <p:spPr>
          <a:xfrm>
            <a:off x="7567168" y="1318768"/>
            <a:ext cx="2103120" cy="4346374"/>
          </a:xfrm>
          <a:prstGeom prst="roundRect">
            <a:avLst>
              <a:gd name="adj" fmla="val 2609"/>
            </a:avLst>
          </a:prstGeom>
          <a:solidFill>
            <a:srgbClr val="F2F5F7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A08DD8D6-ED6A-E55F-86BF-5349DAF6CF24}"/>
              </a:ext>
            </a:extLst>
          </p:cNvPr>
          <p:cNvSpPr/>
          <p:nvPr/>
        </p:nvSpPr>
        <p:spPr>
          <a:xfrm>
            <a:off x="7567168" y="1318768"/>
            <a:ext cx="2103120" cy="566928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0EB059C1-B939-9B45-90DB-D6BE0635C8F7}"/>
              </a:ext>
            </a:extLst>
          </p:cNvPr>
          <p:cNvSpPr/>
          <p:nvPr/>
        </p:nvSpPr>
        <p:spPr>
          <a:xfrm>
            <a:off x="7658608" y="1318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>
              <a:defRPr/>
            </a:pPr>
            <a:r>
              <a:rPr lang="en-US" sz="1200" b="1" kern="0" spc="10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LIDERANÇA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0AE9B28B-E3AA-FA2E-67F1-1809472C26C0}"/>
              </a:ext>
            </a:extLst>
          </p:cNvPr>
          <p:cNvSpPr/>
          <p:nvPr/>
        </p:nvSpPr>
        <p:spPr>
          <a:xfrm>
            <a:off x="9807448" y="1318768"/>
            <a:ext cx="2103120" cy="4346374"/>
          </a:xfrm>
          <a:prstGeom prst="roundRect">
            <a:avLst>
              <a:gd name="adj" fmla="val 2609"/>
            </a:avLst>
          </a:prstGeom>
          <a:solidFill>
            <a:srgbClr val="F2F5F7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93456324-85D2-F64F-FE26-FC3B3B959B41}"/>
              </a:ext>
            </a:extLst>
          </p:cNvPr>
          <p:cNvSpPr/>
          <p:nvPr/>
        </p:nvSpPr>
        <p:spPr>
          <a:xfrm>
            <a:off x="9807448" y="1318768"/>
            <a:ext cx="2103120" cy="566928"/>
          </a:xfrm>
          <a:prstGeom prst="rect">
            <a:avLst/>
          </a:prstGeom>
          <a:solidFill>
            <a:srgbClr val="7EA1C3"/>
          </a:solidFill>
          <a:ln/>
        </p:spPr>
        <p:txBody>
          <a:bodyPr/>
          <a:lstStyle/>
          <a:p>
            <a:pPr defTabSz="914446">
              <a:defRPr/>
            </a:pPr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84888C2D-B03F-9BBF-90E6-F10018B12351}"/>
              </a:ext>
            </a:extLst>
          </p:cNvPr>
          <p:cNvSpPr/>
          <p:nvPr/>
        </p:nvSpPr>
        <p:spPr>
          <a:xfrm>
            <a:off x="9898888" y="131876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>
              <a:defRPr/>
            </a:pPr>
            <a:r>
              <a:rPr lang="en-US" sz="1000" b="1" kern="0" spc="100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MUDANÇA ATUAL | ADKAR</a:t>
            </a:r>
            <a:endParaRPr lang="en-US" sz="10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" name="Shape 70">
            <a:extLst>
              <a:ext uri="{FF2B5EF4-FFF2-40B4-BE49-F238E27FC236}">
                <a16:creationId xmlns:a16="http://schemas.microsoft.com/office/drawing/2014/main" id="{F1B4B7DB-F89D-DA68-BFD1-513B4BA36187}"/>
              </a:ext>
            </a:extLst>
          </p:cNvPr>
          <p:cNvSpPr/>
          <p:nvPr/>
        </p:nvSpPr>
        <p:spPr>
          <a:xfrm>
            <a:off x="3086608" y="5686135"/>
            <a:ext cx="8823960" cy="347464"/>
          </a:xfrm>
          <a:prstGeom prst="roundRect">
            <a:avLst>
              <a:gd name="adj" fmla="val 9677"/>
            </a:avLst>
          </a:prstGeom>
          <a:solidFill>
            <a:schemeClr val="accent6"/>
          </a:solidFill>
          <a:ln/>
        </p:spPr>
        <p:txBody>
          <a:bodyPr anchor="ctr"/>
          <a:lstStyle/>
          <a:p>
            <a:pPr defTabSz="914446"/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ÍNDICE GERAL DE PRONTIDÃO:  </a:t>
            </a:r>
            <a:r>
              <a:rPr lang="en-US" sz="1333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3,94 (2025)  </a:t>
            </a:r>
            <a:r>
              <a:rPr lang="en-US" sz="1333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→  4,17 (2026)   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+0,23, com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evolução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nas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quatro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dimensões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D8770ECD-B95E-C36A-5995-E249CBB5DD26}"/>
              </a:ext>
            </a:extLst>
          </p:cNvPr>
          <p:cNvSpPr/>
          <p:nvPr/>
        </p:nvSpPr>
        <p:spPr>
          <a:xfrm>
            <a:off x="3125491" y="1866429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400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4,04</a:t>
            </a:r>
            <a:endParaRPr lang="en-US" sz="40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" name="Shape 18">
            <a:extLst>
              <a:ext uri="{FF2B5EF4-FFF2-40B4-BE49-F238E27FC236}">
                <a16:creationId xmlns:a16="http://schemas.microsoft.com/office/drawing/2014/main" id="{0493472F-06DD-1E59-274B-F3B9B69BF474}"/>
              </a:ext>
            </a:extLst>
          </p:cNvPr>
          <p:cNvSpPr/>
          <p:nvPr/>
        </p:nvSpPr>
        <p:spPr>
          <a:xfrm>
            <a:off x="3793003" y="2597949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6F2EB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EBF997A4-5243-F402-C6C3-264376E2E313}"/>
              </a:ext>
            </a:extLst>
          </p:cNvPr>
          <p:cNvSpPr/>
          <p:nvPr/>
        </p:nvSpPr>
        <p:spPr>
          <a:xfrm>
            <a:off x="3793003" y="2597949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2E7D4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+0,28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167C8202-47C1-EFCE-4ECA-4E932BF089AE}"/>
              </a:ext>
            </a:extLst>
          </p:cNvPr>
          <p:cNvSpPr/>
          <p:nvPr/>
        </p:nvSpPr>
        <p:spPr>
          <a:xfrm>
            <a:off x="3271795" y="308258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C1C53BAB-AD50-1A7F-827D-349570DB1AA2}"/>
              </a:ext>
            </a:extLst>
          </p:cNvPr>
          <p:cNvSpPr/>
          <p:nvPr/>
        </p:nvSpPr>
        <p:spPr>
          <a:xfrm>
            <a:off x="3783860" y="3100869"/>
            <a:ext cx="928299" cy="155448"/>
          </a:xfrm>
          <a:prstGeom prst="rect">
            <a:avLst/>
          </a:prstGeom>
          <a:solidFill>
            <a:srgbClr val="B9C8D2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DAC0BC20-884C-74C7-2FDA-D8E49AD20790}"/>
              </a:ext>
            </a:extLst>
          </p:cNvPr>
          <p:cNvSpPr/>
          <p:nvPr/>
        </p:nvSpPr>
        <p:spPr>
          <a:xfrm>
            <a:off x="4300678" y="308715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3,76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7FDB1482-E111-1DB0-F8E8-433C78A181DF}"/>
              </a:ext>
            </a:extLst>
          </p:cNvPr>
          <p:cNvSpPr/>
          <p:nvPr/>
        </p:nvSpPr>
        <p:spPr>
          <a:xfrm>
            <a:off x="3271795" y="335690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3" name="Shape 24">
            <a:extLst>
              <a:ext uri="{FF2B5EF4-FFF2-40B4-BE49-F238E27FC236}">
                <a16:creationId xmlns:a16="http://schemas.microsoft.com/office/drawing/2014/main" id="{AD8696CD-3971-1716-657B-1D8BE8E3035E}"/>
              </a:ext>
            </a:extLst>
          </p:cNvPr>
          <p:cNvSpPr/>
          <p:nvPr/>
        </p:nvSpPr>
        <p:spPr>
          <a:xfrm>
            <a:off x="3783859" y="3375189"/>
            <a:ext cx="997428" cy="155448"/>
          </a:xfrm>
          <a:prstGeom prst="rect">
            <a:avLst/>
          </a:prstGeom>
          <a:solidFill>
            <a:srgbClr val="00263E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1A156FFE-AAB1-9A0A-CF75-65EA7C199B3D}"/>
              </a:ext>
            </a:extLst>
          </p:cNvPr>
          <p:cNvSpPr/>
          <p:nvPr/>
        </p:nvSpPr>
        <p:spPr>
          <a:xfrm>
            <a:off x="4369807" y="336147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4,04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6" name="Text 27">
            <a:extLst>
              <a:ext uri="{FF2B5EF4-FFF2-40B4-BE49-F238E27FC236}">
                <a16:creationId xmlns:a16="http://schemas.microsoft.com/office/drawing/2014/main" id="{326AB07D-E2C0-2ED0-E7F4-500BC810313A}"/>
              </a:ext>
            </a:extLst>
          </p:cNvPr>
          <p:cNvSpPr/>
          <p:nvPr/>
        </p:nvSpPr>
        <p:spPr>
          <a:xfrm>
            <a:off x="3290083" y="3859821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Planejamento para mudança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Comunicação adequada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Percepção positiva sobre as mudanças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Competências treinadas adequadamente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7F17F223-8E9B-7BC7-C3E5-2F102ACDE003}"/>
              </a:ext>
            </a:extLst>
          </p:cNvPr>
          <p:cNvSpPr/>
          <p:nvPr/>
        </p:nvSpPr>
        <p:spPr>
          <a:xfrm>
            <a:off x="5365771" y="1866429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400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4,00</a:t>
            </a:r>
            <a:endParaRPr lang="en-US" sz="40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8" name="Shape 32">
            <a:extLst>
              <a:ext uri="{FF2B5EF4-FFF2-40B4-BE49-F238E27FC236}">
                <a16:creationId xmlns:a16="http://schemas.microsoft.com/office/drawing/2014/main" id="{8CC3D6B7-6A5D-6615-D526-A0F6E3E3E0E8}"/>
              </a:ext>
            </a:extLst>
          </p:cNvPr>
          <p:cNvSpPr/>
          <p:nvPr/>
        </p:nvSpPr>
        <p:spPr>
          <a:xfrm>
            <a:off x="6033283" y="2597949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6F2EB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59" name="Text 33">
            <a:extLst>
              <a:ext uri="{FF2B5EF4-FFF2-40B4-BE49-F238E27FC236}">
                <a16:creationId xmlns:a16="http://schemas.microsoft.com/office/drawing/2014/main" id="{C3CC5CAF-BF46-76E8-DE7C-E04ED834725F}"/>
              </a:ext>
            </a:extLst>
          </p:cNvPr>
          <p:cNvSpPr/>
          <p:nvPr/>
        </p:nvSpPr>
        <p:spPr>
          <a:xfrm>
            <a:off x="6033283" y="2597949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2E7D4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+0,19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0" name="Text 34">
            <a:extLst>
              <a:ext uri="{FF2B5EF4-FFF2-40B4-BE49-F238E27FC236}">
                <a16:creationId xmlns:a16="http://schemas.microsoft.com/office/drawing/2014/main" id="{D333FDEE-480E-6B96-896C-E5EB68A57CB1}"/>
              </a:ext>
            </a:extLst>
          </p:cNvPr>
          <p:cNvSpPr/>
          <p:nvPr/>
        </p:nvSpPr>
        <p:spPr>
          <a:xfrm>
            <a:off x="5512075" y="308258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1" name="Shape 35">
            <a:extLst>
              <a:ext uri="{FF2B5EF4-FFF2-40B4-BE49-F238E27FC236}">
                <a16:creationId xmlns:a16="http://schemas.microsoft.com/office/drawing/2014/main" id="{46F30FC4-BD44-61BD-2B1F-76755982C06E}"/>
              </a:ext>
            </a:extLst>
          </p:cNvPr>
          <p:cNvSpPr/>
          <p:nvPr/>
        </p:nvSpPr>
        <p:spPr>
          <a:xfrm>
            <a:off x="6024140" y="3100869"/>
            <a:ext cx="940643" cy="155448"/>
          </a:xfrm>
          <a:prstGeom prst="rect">
            <a:avLst/>
          </a:prstGeom>
          <a:solidFill>
            <a:srgbClr val="B9C8D2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2" name="Text 36">
            <a:extLst>
              <a:ext uri="{FF2B5EF4-FFF2-40B4-BE49-F238E27FC236}">
                <a16:creationId xmlns:a16="http://schemas.microsoft.com/office/drawing/2014/main" id="{DC7E2D4F-CE0E-9F52-0009-87B06FD8AAAD}"/>
              </a:ext>
            </a:extLst>
          </p:cNvPr>
          <p:cNvSpPr/>
          <p:nvPr/>
        </p:nvSpPr>
        <p:spPr>
          <a:xfrm>
            <a:off x="6553302" y="308715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3,81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3" name="Text 37">
            <a:extLst>
              <a:ext uri="{FF2B5EF4-FFF2-40B4-BE49-F238E27FC236}">
                <a16:creationId xmlns:a16="http://schemas.microsoft.com/office/drawing/2014/main" id="{6B0AD4E3-A34C-2B6D-2C96-89F44BB1A6C2}"/>
              </a:ext>
            </a:extLst>
          </p:cNvPr>
          <p:cNvSpPr/>
          <p:nvPr/>
        </p:nvSpPr>
        <p:spPr>
          <a:xfrm>
            <a:off x="5512075" y="335690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4" name="Shape 38">
            <a:extLst>
              <a:ext uri="{FF2B5EF4-FFF2-40B4-BE49-F238E27FC236}">
                <a16:creationId xmlns:a16="http://schemas.microsoft.com/office/drawing/2014/main" id="{BF9F2EF8-CF76-4C46-8FB9-02D463B7FC98}"/>
              </a:ext>
            </a:extLst>
          </p:cNvPr>
          <p:cNvSpPr/>
          <p:nvPr/>
        </p:nvSpPr>
        <p:spPr>
          <a:xfrm>
            <a:off x="6024139" y="3375189"/>
            <a:ext cx="987552" cy="155448"/>
          </a:xfrm>
          <a:prstGeom prst="rect">
            <a:avLst/>
          </a:prstGeom>
          <a:solidFill>
            <a:srgbClr val="00263E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5" name="Text 39">
            <a:extLst>
              <a:ext uri="{FF2B5EF4-FFF2-40B4-BE49-F238E27FC236}">
                <a16:creationId xmlns:a16="http://schemas.microsoft.com/office/drawing/2014/main" id="{66426F13-7AE5-6056-A6DF-F9C14AE2DB36}"/>
              </a:ext>
            </a:extLst>
          </p:cNvPr>
          <p:cNvSpPr/>
          <p:nvPr/>
        </p:nvSpPr>
        <p:spPr>
          <a:xfrm>
            <a:off x="6600211" y="336147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4,00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7" name="Text 41">
            <a:extLst>
              <a:ext uri="{FF2B5EF4-FFF2-40B4-BE49-F238E27FC236}">
                <a16:creationId xmlns:a16="http://schemas.microsoft.com/office/drawing/2014/main" id="{8058A115-56F3-56E8-D66F-C35B19DD032C}"/>
              </a:ext>
            </a:extLst>
          </p:cNvPr>
          <p:cNvSpPr/>
          <p:nvPr/>
        </p:nvSpPr>
        <p:spPr>
          <a:xfrm>
            <a:off x="5530363" y="3859821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Organização aberta a novas ideias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Incentivo à participação nas mudanças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Reconhecimento por participar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Costume de celebrar marcos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8" name="Text 45">
            <a:extLst>
              <a:ext uri="{FF2B5EF4-FFF2-40B4-BE49-F238E27FC236}">
                <a16:creationId xmlns:a16="http://schemas.microsoft.com/office/drawing/2014/main" id="{D912B4D3-5380-E7CB-463A-319E41C315EB}"/>
              </a:ext>
            </a:extLst>
          </p:cNvPr>
          <p:cNvSpPr/>
          <p:nvPr/>
        </p:nvSpPr>
        <p:spPr>
          <a:xfrm>
            <a:off x="7606051" y="1866429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400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4,03</a:t>
            </a:r>
            <a:endParaRPr lang="en-US" sz="40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69" name="Shape 46">
            <a:extLst>
              <a:ext uri="{FF2B5EF4-FFF2-40B4-BE49-F238E27FC236}">
                <a16:creationId xmlns:a16="http://schemas.microsoft.com/office/drawing/2014/main" id="{C1903479-C2EA-A682-5898-31C497E29CDE}"/>
              </a:ext>
            </a:extLst>
          </p:cNvPr>
          <p:cNvSpPr/>
          <p:nvPr/>
        </p:nvSpPr>
        <p:spPr>
          <a:xfrm>
            <a:off x="8273563" y="2597949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6F2EB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0" name="Text 47">
            <a:extLst>
              <a:ext uri="{FF2B5EF4-FFF2-40B4-BE49-F238E27FC236}">
                <a16:creationId xmlns:a16="http://schemas.microsoft.com/office/drawing/2014/main" id="{0E22B749-CF8D-4A74-7AB9-B51DC39B1DDE}"/>
              </a:ext>
            </a:extLst>
          </p:cNvPr>
          <p:cNvSpPr/>
          <p:nvPr/>
        </p:nvSpPr>
        <p:spPr>
          <a:xfrm>
            <a:off x="8273563" y="2597949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2E7D4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+0,16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1" name="Text 48">
            <a:extLst>
              <a:ext uri="{FF2B5EF4-FFF2-40B4-BE49-F238E27FC236}">
                <a16:creationId xmlns:a16="http://schemas.microsoft.com/office/drawing/2014/main" id="{C12742B3-798C-EE3D-5BF7-BAE1F1800514}"/>
              </a:ext>
            </a:extLst>
          </p:cNvPr>
          <p:cNvSpPr/>
          <p:nvPr/>
        </p:nvSpPr>
        <p:spPr>
          <a:xfrm>
            <a:off x="7752355" y="308258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2" name="Shape 49">
            <a:extLst>
              <a:ext uri="{FF2B5EF4-FFF2-40B4-BE49-F238E27FC236}">
                <a16:creationId xmlns:a16="http://schemas.microsoft.com/office/drawing/2014/main" id="{69D2C7A2-06E5-2E98-77CE-BC86C4ABBE8A}"/>
              </a:ext>
            </a:extLst>
          </p:cNvPr>
          <p:cNvSpPr/>
          <p:nvPr/>
        </p:nvSpPr>
        <p:spPr>
          <a:xfrm>
            <a:off x="8264420" y="3100869"/>
            <a:ext cx="955457" cy="155448"/>
          </a:xfrm>
          <a:prstGeom prst="rect">
            <a:avLst/>
          </a:prstGeom>
          <a:solidFill>
            <a:srgbClr val="B9C8D2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3" name="Text 50">
            <a:extLst>
              <a:ext uri="{FF2B5EF4-FFF2-40B4-BE49-F238E27FC236}">
                <a16:creationId xmlns:a16="http://schemas.microsoft.com/office/drawing/2014/main" id="{CFDCFCE6-9F70-EB4C-8186-F353B36855CF}"/>
              </a:ext>
            </a:extLst>
          </p:cNvPr>
          <p:cNvSpPr/>
          <p:nvPr/>
        </p:nvSpPr>
        <p:spPr>
          <a:xfrm>
            <a:off x="8808396" y="308715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3,87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4" name="Text 51">
            <a:extLst>
              <a:ext uri="{FF2B5EF4-FFF2-40B4-BE49-F238E27FC236}">
                <a16:creationId xmlns:a16="http://schemas.microsoft.com/office/drawing/2014/main" id="{A2814084-FB07-6004-1310-1F2871271F30}"/>
              </a:ext>
            </a:extLst>
          </p:cNvPr>
          <p:cNvSpPr/>
          <p:nvPr/>
        </p:nvSpPr>
        <p:spPr>
          <a:xfrm>
            <a:off x="7752355" y="335690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5" name="Shape 52">
            <a:extLst>
              <a:ext uri="{FF2B5EF4-FFF2-40B4-BE49-F238E27FC236}">
                <a16:creationId xmlns:a16="http://schemas.microsoft.com/office/drawing/2014/main" id="{2FEC3BC7-8FFC-DB3E-E870-AFF77CC8BD40}"/>
              </a:ext>
            </a:extLst>
          </p:cNvPr>
          <p:cNvSpPr/>
          <p:nvPr/>
        </p:nvSpPr>
        <p:spPr>
          <a:xfrm>
            <a:off x="8264420" y="3375189"/>
            <a:ext cx="994959" cy="155448"/>
          </a:xfrm>
          <a:prstGeom prst="rect">
            <a:avLst/>
          </a:prstGeom>
          <a:solidFill>
            <a:srgbClr val="00263E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6" name="Text 53">
            <a:extLst>
              <a:ext uri="{FF2B5EF4-FFF2-40B4-BE49-F238E27FC236}">
                <a16:creationId xmlns:a16="http://schemas.microsoft.com/office/drawing/2014/main" id="{7ED3364F-0A9E-8F0D-25F1-73569A3026D9}"/>
              </a:ext>
            </a:extLst>
          </p:cNvPr>
          <p:cNvSpPr/>
          <p:nvPr/>
        </p:nvSpPr>
        <p:spPr>
          <a:xfrm>
            <a:off x="8847898" y="336147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4,03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8" name="Text 55">
            <a:extLst>
              <a:ext uri="{FF2B5EF4-FFF2-40B4-BE49-F238E27FC236}">
                <a16:creationId xmlns:a16="http://schemas.microsoft.com/office/drawing/2014/main" id="{D9330B68-05FF-87A0-A24B-1E0484ADA992}"/>
              </a:ext>
            </a:extLst>
          </p:cNvPr>
          <p:cNvSpPr/>
          <p:nvPr/>
        </p:nvSpPr>
        <p:spPr>
          <a:xfrm>
            <a:off x="7770643" y="3859821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Envolvimento dos líderes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Orientação e apoio às equipes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Clareza das informações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Atuação conjunta contra resistências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9" name="Text 59">
            <a:extLst>
              <a:ext uri="{FF2B5EF4-FFF2-40B4-BE49-F238E27FC236}">
                <a16:creationId xmlns:a16="http://schemas.microsoft.com/office/drawing/2014/main" id="{0A815A00-A60D-DA38-3F75-3F5ABE979069}"/>
              </a:ext>
            </a:extLst>
          </p:cNvPr>
          <p:cNvSpPr/>
          <p:nvPr/>
        </p:nvSpPr>
        <p:spPr>
          <a:xfrm>
            <a:off x="9846331" y="1866429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400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4,40</a:t>
            </a:r>
            <a:endParaRPr lang="en-US" sz="40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0" name="Shape 60">
            <a:extLst>
              <a:ext uri="{FF2B5EF4-FFF2-40B4-BE49-F238E27FC236}">
                <a16:creationId xmlns:a16="http://schemas.microsoft.com/office/drawing/2014/main" id="{A9AA22D0-F809-3592-75B1-31428AE9EDB0}"/>
              </a:ext>
            </a:extLst>
          </p:cNvPr>
          <p:cNvSpPr/>
          <p:nvPr/>
        </p:nvSpPr>
        <p:spPr>
          <a:xfrm>
            <a:off x="10513843" y="2597949"/>
            <a:ext cx="768096" cy="292608"/>
          </a:xfrm>
          <a:prstGeom prst="roundRect">
            <a:avLst>
              <a:gd name="adj" fmla="val 50000"/>
            </a:avLst>
          </a:prstGeom>
          <a:solidFill>
            <a:srgbClr val="E6F2EB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1" name="Text 61">
            <a:extLst>
              <a:ext uri="{FF2B5EF4-FFF2-40B4-BE49-F238E27FC236}">
                <a16:creationId xmlns:a16="http://schemas.microsoft.com/office/drawing/2014/main" id="{4D0FAE49-56DF-AD3D-D84B-51B8E30B1108}"/>
              </a:ext>
            </a:extLst>
          </p:cNvPr>
          <p:cNvSpPr/>
          <p:nvPr/>
        </p:nvSpPr>
        <p:spPr>
          <a:xfrm>
            <a:off x="10513843" y="2597949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200" b="1">
                <a:solidFill>
                  <a:srgbClr val="2E7D4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+0,27</a:t>
            </a:r>
            <a:endParaRPr lang="en-US" sz="12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2" name="Text 62">
            <a:extLst>
              <a:ext uri="{FF2B5EF4-FFF2-40B4-BE49-F238E27FC236}">
                <a16:creationId xmlns:a16="http://schemas.microsoft.com/office/drawing/2014/main" id="{68556B58-D985-FACB-4629-C6884B63059D}"/>
              </a:ext>
            </a:extLst>
          </p:cNvPr>
          <p:cNvSpPr/>
          <p:nvPr/>
        </p:nvSpPr>
        <p:spPr>
          <a:xfrm>
            <a:off x="9992635" y="308258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3" name="Shape 63">
            <a:extLst>
              <a:ext uri="{FF2B5EF4-FFF2-40B4-BE49-F238E27FC236}">
                <a16:creationId xmlns:a16="http://schemas.microsoft.com/office/drawing/2014/main" id="{F1E433AE-7151-0466-B49D-280CBA2AADD3}"/>
              </a:ext>
            </a:extLst>
          </p:cNvPr>
          <p:cNvSpPr/>
          <p:nvPr/>
        </p:nvSpPr>
        <p:spPr>
          <a:xfrm>
            <a:off x="10504700" y="3100869"/>
            <a:ext cx="1019647" cy="155448"/>
          </a:xfrm>
          <a:prstGeom prst="rect">
            <a:avLst/>
          </a:prstGeom>
          <a:solidFill>
            <a:srgbClr val="B9C8D2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4" name="Text 64">
            <a:extLst>
              <a:ext uri="{FF2B5EF4-FFF2-40B4-BE49-F238E27FC236}">
                <a16:creationId xmlns:a16="http://schemas.microsoft.com/office/drawing/2014/main" id="{066FB437-F909-E440-1350-80B2A5C28458}"/>
              </a:ext>
            </a:extLst>
          </p:cNvPr>
          <p:cNvSpPr/>
          <p:nvPr/>
        </p:nvSpPr>
        <p:spPr>
          <a:xfrm>
            <a:off x="11112866" y="308715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00263E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4,13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5" name="Text 65">
            <a:extLst>
              <a:ext uri="{FF2B5EF4-FFF2-40B4-BE49-F238E27FC236}">
                <a16:creationId xmlns:a16="http://schemas.microsoft.com/office/drawing/2014/main" id="{57FDB896-93CE-EF61-F8E3-C0F6FFC07E93}"/>
              </a:ext>
            </a:extLst>
          </p:cNvPr>
          <p:cNvSpPr/>
          <p:nvPr/>
        </p:nvSpPr>
        <p:spPr>
          <a:xfrm>
            <a:off x="9992635" y="3356901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/>
            <a:r>
              <a:rPr lang="en-US" sz="900">
                <a:solidFill>
                  <a:srgbClr val="53565A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6" name="Shape 66">
            <a:extLst>
              <a:ext uri="{FF2B5EF4-FFF2-40B4-BE49-F238E27FC236}">
                <a16:creationId xmlns:a16="http://schemas.microsoft.com/office/drawing/2014/main" id="{BBAF88C9-A79C-EAA7-7201-FE0616F21987}"/>
              </a:ext>
            </a:extLst>
          </p:cNvPr>
          <p:cNvSpPr/>
          <p:nvPr/>
        </p:nvSpPr>
        <p:spPr>
          <a:xfrm>
            <a:off x="10504700" y="3375189"/>
            <a:ext cx="1086307" cy="155448"/>
          </a:xfrm>
          <a:prstGeom prst="rect">
            <a:avLst/>
          </a:prstGeom>
          <a:solidFill>
            <a:srgbClr val="00263E"/>
          </a:solidFill>
          <a:ln/>
        </p:spPr>
        <p:txBody>
          <a:bodyPr/>
          <a:lstStyle/>
          <a:p>
            <a:pPr defTabSz="914446"/>
            <a:endParaRPr lang="en-US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7" name="Text 67">
            <a:extLst>
              <a:ext uri="{FF2B5EF4-FFF2-40B4-BE49-F238E27FC236}">
                <a16:creationId xmlns:a16="http://schemas.microsoft.com/office/drawing/2014/main" id="{D5B960EA-4628-A1B6-FDAB-EEF041AADDF2}"/>
              </a:ext>
            </a:extLst>
          </p:cNvPr>
          <p:cNvSpPr/>
          <p:nvPr/>
        </p:nvSpPr>
        <p:spPr>
          <a:xfrm>
            <a:off x="11179526" y="3361473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defTabSz="914446"/>
            <a:r>
              <a:rPr lang="en-US" sz="85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4,40</a:t>
            </a:r>
            <a:endParaRPr lang="en-US" sz="85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9" name="Text 69">
            <a:extLst>
              <a:ext uri="{FF2B5EF4-FFF2-40B4-BE49-F238E27FC236}">
                <a16:creationId xmlns:a16="http://schemas.microsoft.com/office/drawing/2014/main" id="{CC1BEE5D-627F-D4BB-4DB1-4935D4A7E513}"/>
              </a:ext>
            </a:extLst>
          </p:cNvPr>
          <p:cNvSpPr/>
          <p:nvPr/>
        </p:nvSpPr>
        <p:spPr>
          <a:xfrm>
            <a:off x="10010923" y="3859821"/>
            <a:ext cx="177393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Necessidade da mudança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Escopo, estratégia e objetivo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Sentimento positivo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  <a:p>
            <a:pPr marL="114306" indent="-114306" defTabSz="914446">
              <a:lnSpc>
                <a:spcPts val="1150"/>
              </a:lnSpc>
              <a:spcAft>
                <a:spcPts val="600"/>
              </a:spcAft>
              <a:buSzPct val="100000"/>
              <a:buFontTx/>
              <a:buChar char="▪"/>
            </a:pPr>
            <a:r>
              <a:rPr lang="en-US" sz="900">
                <a:solidFill>
                  <a:srgbClr val="1F2937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Percepção de preparo</a:t>
            </a:r>
            <a:endParaRPr lang="en-US" sz="9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5015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B3297E-AE60-68DA-4EAC-199C33F2B4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304815"/>
            <a:fld id="{C8A4A75A-82B3-7F4B-B4EA-AD1D685CA36E}" type="slidenum">
              <a:rPr lang="pt-BR">
                <a:solidFill>
                  <a:srgbClr val="002A46"/>
                </a:solidFill>
              </a:rPr>
              <a:pPr defTabSz="304815"/>
              <a:t>90</a:t>
            </a:fld>
            <a:endParaRPr lang="pt-BR">
              <a:solidFill>
                <a:srgbClr val="002A46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6DC957-016D-968F-6871-3C322D5E39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Recomendações: consolidar capacidade e reforço na operação assistida</a:t>
            </a:r>
          </a:p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11498-4783-0EA3-4437-3CB3685844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/>
              <a:t>Pesquisa de Prontidão para Mudança ONS – Recomendações e Próximos Passos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30D8F1-AB2A-025D-CB25-51B0EEF3DAB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8B88DADC-CC45-CB9C-A504-D3E7F7998255}"/>
              </a:ext>
            </a:extLst>
          </p:cNvPr>
          <p:cNvSpPr/>
          <p:nvPr/>
        </p:nvSpPr>
        <p:spPr>
          <a:xfrm>
            <a:off x="466663" y="1102360"/>
            <a:ext cx="11091672" cy="859536"/>
          </a:xfrm>
          <a:prstGeom prst="roundRect">
            <a:avLst>
              <a:gd name="adj" fmla="val 744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4795F3B-5B20-3478-3C53-C0DE5A7DFE83}"/>
              </a:ext>
            </a:extLst>
          </p:cNvPr>
          <p:cNvSpPr/>
          <p:nvPr/>
        </p:nvSpPr>
        <p:spPr>
          <a:xfrm>
            <a:off x="759271" y="1321816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53FF7F0-7694-D053-F44E-454A355C07FA}"/>
              </a:ext>
            </a:extLst>
          </p:cNvPr>
          <p:cNvSpPr/>
          <p:nvPr/>
        </p:nvSpPr>
        <p:spPr>
          <a:xfrm>
            <a:off x="759271" y="1321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60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5E7C765A-86D1-C1A6-0E1D-60150EC8458F}"/>
              </a:ext>
            </a:extLst>
          </p:cNvPr>
          <p:cNvSpPr/>
          <p:nvPr/>
        </p:nvSpPr>
        <p:spPr>
          <a:xfrm>
            <a:off x="1399351" y="1175512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400"/>
              </a:lnSpc>
            </a:pP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Estruturar a trilha de capacitação por papel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31A9C40D-64B3-E40D-557B-4DD21C1FD84A}"/>
              </a:ext>
            </a:extLst>
          </p:cNvPr>
          <p:cNvSpPr/>
          <p:nvPr/>
        </p:nvSpPr>
        <p:spPr>
          <a:xfrm>
            <a:off x="4764343" y="1175512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pt-BR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Dar continuidade ao plano de capacitação já elaborado, garantindo a execução dos treinamentos conforme o cronograma previsto. Em paralelo, mapear as principais atividades que assumirão novos donos na nova estrutura e direcionar os novos pontos focais para apoiar as equipes na transição.</a:t>
            </a:r>
            <a:endParaRPr lang="en-US" sz="1067">
              <a:solidFill>
                <a:srgbClr val="5F5F5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3BF42C8-80C8-260E-DDCD-08A15A5D3E25}"/>
              </a:ext>
            </a:extLst>
          </p:cNvPr>
          <p:cNvSpPr/>
          <p:nvPr/>
        </p:nvSpPr>
        <p:spPr>
          <a:xfrm>
            <a:off x="9682480" y="1175512"/>
            <a:ext cx="17112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 i="1">
                <a:solidFill>
                  <a:srgbClr val="F78B1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Endereça: capacitação (3,67) e clareza de papéis</a:t>
            </a:r>
            <a:endParaRPr lang="en-US" sz="1067">
              <a:solidFill>
                <a:srgbClr val="F78B15"/>
              </a:solidFill>
              <a:latin typeface="Arial Nova Cond" panose="020B0506020202020204" pitchFamily="34" charset="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4B201507-E85A-3FFF-F978-BF0F8DBD8093}"/>
              </a:ext>
            </a:extLst>
          </p:cNvPr>
          <p:cNvSpPr/>
          <p:nvPr/>
        </p:nvSpPr>
        <p:spPr>
          <a:xfrm>
            <a:off x="466663" y="2089912"/>
            <a:ext cx="11091672" cy="859536"/>
          </a:xfrm>
          <a:prstGeom prst="roundRect">
            <a:avLst>
              <a:gd name="adj" fmla="val 744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CCE5C40E-26CE-B0F7-3B32-D6C7BA0015A4}"/>
              </a:ext>
            </a:extLst>
          </p:cNvPr>
          <p:cNvSpPr/>
          <p:nvPr/>
        </p:nvSpPr>
        <p:spPr>
          <a:xfrm>
            <a:off x="759271" y="2309368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DFFA151C-6243-1AE7-19D8-62BBF1377DF1}"/>
              </a:ext>
            </a:extLst>
          </p:cNvPr>
          <p:cNvSpPr/>
          <p:nvPr/>
        </p:nvSpPr>
        <p:spPr>
          <a:xfrm>
            <a:off x="759271" y="23093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60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38758026-DFA3-AC8F-BC4A-B0E7DE0DFFF2}"/>
              </a:ext>
            </a:extLst>
          </p:cNvPr>
          <p:cNvSpPr/>
          <p:nvPr/>
        </p:nvSpPr>
        <p:spPr>
          <a:xfrm>
            <a:off x="1399351" y="216306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400"/>
              </a:lnSpc>
            </a:pP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Instituir ritual de reconhecimento e celebração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D9ADC0B0-330A-7A2D-E691-DB787B49CCE7}"/>
              </a:ext>
            </a:extLst>
          </p:cNvPr>
          <p:cNvSpPr/>
          <p:nvPr/>
        </p:nvSpPr>
        <p:spPr>
          <a:xfrm>
            <a:off x="4764343" y="216306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Criar cadência de reconhecimento dos marcos da </a:t>
            </a:r>
            <a:r>
              <a:rPr lang="en-US" sz="1067" err="1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operação</a:t>
            </a: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67" err="1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assistida</a:t>
            </a: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: quick wins visíveis, destaque de times e pessoas nas comunicações e nos fóruns de liderança.</a:t>
            </a:r>
            <a:endParaRPr lang="en-US" sz="1067">
              <a:solidFill>
                <a:srgbClr val="5F5F5F"/>
              </a:solidFill>
              <a:latin typeface="Arial Nova Cond" panose="020B0506020202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D2A7224D-81DF-5111-CEC9-BAB2559F179E}"/>
              </a:ext>
            </a:extLst>
          </p:cNvPr>
          <p:cNvSpPr/>
          <p:nvPr/>
        </p:nvSpPr>
        <p:spPr>
          <a:xfrm>
            <a:off x="9682480" y="2163064"/>
            <a:ext cx="17112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 i="1">
                <a:solidFill>
                  <a:srgbClr val="F78B1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Endereça: reconhecimento (3,75) e celebração (3,88)</a:t>
            </a:r>
            <a:endParaRPr lang="en-US" sz="1067">
              <a:solidFill>
                <a:srgbClr val="F78B15"/>
              </a:solidFill>
              <a:latin typeface="Arial Nova Cond" panose="020B0506020202020204" pitchFamily="34" charset="0"/>
            </a:endParaRPr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4BD6820E-6C3B-1D73-B0C5-D1A5CD1A6752}"/>
              </a:ext>
            </a:extLst>
          </p:cNvPr>
          <p:cNvSpPr/>
          <p:nvPr/>
        </p:nvSpPr>
        <p:spPr>
          <a:xfrm>
            <a:off x="466663" y="3077464"/>
            <a:ext cx="11091672" cy="859536"/>
          </a:xfrm>
          <a:prstGeom prst="roundRect">
            <a:avLst>
              <a:gd name="adj" fmla="val 744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09E78BC9-032C-1AAF-861A-ACC673349461}"/>
              </a:ext>
            </a:extLst>
          </p:cNvPr>
          <p:cNvSpPr/>
          <p:nvPr/>
        </p:nvSpPr>
        <p:spPr>
          <a:xfrm>
            <a:off x="759271" y="3296920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DD8C5C2-DAB3-9788-6706-5D0019A4EA0E}"/>
              </a:ext>
            </a:extLst>
          </p:cNvPr>
          <p:cNvSpPr/>
          <p:nvPr/>
        </p:nvSpPr>
        <p:spPr>
          <a:xfrm>
            <a:off x="759271" y="3296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60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BF9EF5BC-4B01-1BF1-6BF4-E98B2525F0D0}"/>
              </a:ext>
            </a:extLst>
          </p:cNvPr>
          <p:cNvSpPr/>
          <p:nvPr/>
        </p:nvSpPr>
        <p:spPr>
          <a:xfrm>
            <a:off x="1399351" y="315061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400"/>
              </a:lnSpc>
            </a:pP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Ativar os líderes intermediários como multiplicadores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28BB6E8-9988-95F8-089A-4265D7BC31D8}"/>
              </a:ext>
            </a:extLst>
          </p:cNvPr>
          <p:cNvSpPr/>
          <p:nvPr/>
        </p:nvSpPr>
        <p:spPr>
          <a:xfrm>
            <a:off x="4764343" y="315061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Equipar gestores com toolkit de conversas de equipe (mensagens-chave, perguntas frequentes, roteiro de diálogo) e acompanhar a </a:t>
            </a:r>
            <a:r>
              <a:rPr lang="en-US" sz="1067" err="1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execução</a:t>
            </a: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, fechando o gap de percepção entre líderes e equipes.</a:t>
            </a:r>
            <a:endParaRPr lang="en-US" sz="1067">
              <a:solidFill>
                <a:srgbClr val="5F5F5F"/>
              </a:solidFill>
              <a:latin typeface="Arial Nova Cond" panose="020B0506020202020204" pitchFamily="34" charset="0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AECCF5E7-B2BA-6B1B-8595-D67D02CBF397}"/>
              </a:ext>
            </a:extLst>
          </p:cNvPr>
          <p:cNvSpPr/>
          <p:nvPr/>
        </p:nvSpPr>
        <p:spPr>
          <a:xfrm>
            <a:off x="9682480" y="3150616"/>
            <a:ext cx="17112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 i="1">
                <a:solidFill>
                  <a:srgbClr val="F78B1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Endereça: envolvimento das equipes (3,84) e gap de 0,35</a:t>
            </a:r>
            <a:endParaRPr lang="en-US" sz="1067">
              <a:solidFill>
                <a:srgbClr val="F78B15"/>
              </a:solidFill>
              <a:latin typeface="Arial Nova Cond" panose="020B0506020202020204" pitchFamily="34" charset="0"/>
            </a:endParaRPr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98B6387C-1740-2D44-28A2-4032497BA277}"/>
              </a:ext>
            </a:extLst>
          </p:cNvPr>
          <p:cNvSpPr/>
          <p:nvPr/>
        </p:nvSpPr>
        <p:spPr>
          <a:xfrm>
            <a:off x="466663" y="4065016"/>
            <a:ext cx="11091672" cy="859536"/>
          </a:xfrm>
          <a:prstGeom prst="roundRect">
            <a:avLst>
              <a:gd name="adj" fmla="val 744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437AA503-7732-CEDD-5F00-DF618F79ACDA}"/>
              </a:ext>
            </a:extLst>
          </p:cNvPr>
          <p:cNvSpPr/>
          <p:nvPr/>
        </p:nvSpPr>
        <p:spPr>
          <a:xfrm>
            <a:off x="759271" y="4284472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043E92DC-27C1-6C3C-1B46-75B080C7FF8C}"/>
              </a:ext>
            </a:extLst>
          </p:cNvPr>
          <p:cNvSpPr/>
          <p:nvPr/>
        </p:nvSpPr>
        <p:spPr>
          <a:xfrm>
            <a:off x="759271" y="4284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60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C550482C-08C8-F12F-AEBB-9388B18F48D3}"/>
              </a:ext>
            </a:extLst>
          </p:cNvPr>
          <p:cNvSpPr/>
          <p:nvPr/>
        </p:nvSpPr>
        <p:spPr>
          <a:xfrm>
            <a:off x="1399351" y="413816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400"/>
              </a:lnSpc>
            </a:pP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Manter cadência de comunicação com linguagem acessível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C18C7AB0-D8FE-D5DA-D1AF-975B36800947}"/>
              </a:ext>
            </a:extLst>
          </p:cNvPr>
          <p:cNvSpPr/>
          <p:nvPr/>
        </p:nvSpPr>
        <p:spPr>
          <a:xfrm>
            <a:off x="4764343" y="4138168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Sustentar o ritmo de comunicação que gerou os maiores avanços, com cronograma transparente das definições (gestores, alocações) e revisão da </a:t>
            </a:r>
            <a:r>
              <a:rPr lang="en-US" sz="1067" err="1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linguagem</a:t>
            </a: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, menos siglas, mais exemplos concretos.</a:t>
            </a:r>
            <a:endParaRPr lang="en-US" sz="1067">
              <a:solidFill>
                <a:srgbClr val="5F5F5F"/>
              </a:solidFill>
              <a:latin typeface="Arial Nova Cond" panose="020B0506020202020204" pitchFamily="34" charset="0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C4085978-2D17-0FAD-F49C-3E5177FE6788}"/>
              </a:ext>
            </a:extLst>
          </p:cNvPr>
          <p:cNvSpPr/>
          <p:nvPr/>
        </p:nvSpPr>
        <p:spPr>
          <a:xfrm>
            <a:off x="9682480" y="4138168"/>
            <a:ext cx="17112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 i="1">
                <a:solidFill>
                  <a:srgbClr val="F78B1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Endereça: ansiedade sobre definições e acessibilidade</a:t>
            </a:r>
            <a:endParaRPr lang="en-US" sz="1067">
              <a:solidFill>
                <a:srgbClr val="F78B15"/>
              </a:solidFill>
              <a:latin typeface="Arial Nova Cond" panose="020B0506020202020204" pitchFamily="34" charset="0"/>
            </a:endParaRP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35F178D4-CC01-609B-DF09-642AB497FD42}"/>
              </a:ext>
            </a:extLst>
          </p:cNvPr>
          <p:cNvSpPr/>
          <p:nvPr/>
        </p:nvSpPr>
        <p:spPr>
          <a:xfrm>
            <a:off x="466663" y="5052568"/>
            <a:ext cx="11091672" cy="859536"/>
          </a:xfrm>
          <a:prstGeom prst="roundRect">
            <a:avLst>
              <a:gd name="adj" fmla="val 7447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6611E30D-80BD-BD4B-62C9-4E912049400E}"/>
              </a:ext>
            </a:extLst>
          </p:cNvPr>
          <p:cNvSpPr/>
          <p:nvPr/>
        </p:nvSpPr>
        <p:spPr>
          <a:xfrm>
            <a:off x="759271" y="5272024"/>
            <a:ext cx="420624" cy="420624"/>
          </a:xfrm>
          <a:prstGeom prst="ellipse">
            <a:avLst/>
          </a:prstGeom>
          <a:solidFill>
            <a:schemeClr val="tx1"/>
          </a:solidFill>
          <a:ln/>
        </p:spPr>
        <p:txBody>
          <a:bodyPr/>
          <a:lstStyle/>
          <a:p>
            <a:pPr defTabSz="914446"/>
            <a:endParaRPr lang="en-US" sz="1867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323988A9-65FB-2A14-1D5D-F00BD592A70F}"/>
              </a:ext>
            </a:extLst>
          </p:cNvPr>
          <p:cNvSpPr/>
          <p:nvPr/>
        </p:nvSpPr>
        <p:spPr>
          <a:xfrm>
            <a:off x="759271" y="5272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914446"/>
            <a:r>
              <a:rPr lang="en-US" sz="1600" b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>
              <a:solidFill>
                <a:prstClr val="black"/>
              </a:solidFill>
              <a:latin typeface="Arial Nova Cond" panose="020B0506020202020204" pitchFamily="34" charset="0"/>
            </a:endParaRPr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558E5875-1B0D-4E75-F62C-A1571AD7706D}"/>
              </a:ext>
            </a:extLst>
          </p:cNvPr>
          <p:cNvSpPr/>
          <p:nvPr/>
        </p:nvSpPr>
        <p:spPr>
          <a:xfrm>
            <a:off x="1399351" y="512572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400"/>
              </a:lnSpc>
            </a:pP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Medir a sustentação da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mudança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(Terceira Pesquisa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após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operação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33" b="1" err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assistida</a:t>
            </a:r>
            <a:r>
              <a:rPr lang="en-US" sz="1333" b="1">
                <a:solidFill>
                  <a:srgbClr val="002A46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333">
              <a:solidFill>
                <a:srgbClr val="002A46"/>
              </a:solidFill>
              <a:latin typeface="Arial Nova Cond" panose="020B0506020202020204" pitchFamily="34" charset="0"/>
            </a:endParaRPr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6CDB85A4-D7D8-3AD4-0343-21D156DBE8A3}"/>
              </a:ext>
            </a:extLst>
          </p:cNvPr>
          <p:cNvSpPr/>
          <p:nvPr/>
        </p:nvSpPr>
        <p:spPr>
          <a:xfrm>
            <a:off x="4764343" y="5125720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>
                <a:solidFill>
                  <a:srgbClr val="5F5F5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Planejar a terceira medição ao final da operação assistida, reforçada por pulse checks curtos nos marcos críticos, e avaliar a reinclusão da DOP conforme o alcance da nova estrutura.</a:t>
            </a:r>
            <a:endParaRPr lang="en-US" sz="1067">
              <a:solidFill>
                <a:srgbClr val="5F5F5F"/>
              </a:solidFill>
              <a:latin typeface="Arial Nova Cond" panose="020B0506020202020204" pitchFamily="34" charset="0"/>
            </a:endParaRP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A2A2081C-EA59-FC4D-5070-B3F785CCA750}"/>
              </a:ext>
            </a:extLst>
          </p:cNvPr>
          <p:cNvSpPr/>
          <p:nvPr/>
        </p:nvSpPr>
        <p:spPr>
          <a:xfrm>
            <a:off x="9682480" y="5125720"/>
            <a:ext cx="17112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914446">
              <a:lnSpc>
                <a:spcPts val="1200"/>
              </a:lnSpc>
            </a:pPr>
            <a:r>
              <a:rPr lang="en-US" sz="1067" i="1">
                <a:solidFill>
                  <a:srgbClr val="F78B15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Endereça: gestão contínua da prontidão</a:t>
            </a:r>
            <a:endParaRPr lang="en-US" sz="1067">
              <a:solidFill>
                <a:srgbClr val="F78B15"/>
              </a:solidFill>
              <a:latin typeface="Arial Nova Cond" panose="020B0506020202020204" pitchFamily="34" charset="0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1979CFEB-05EA-50A0-E531-B65C7368CD83}"/>
              </a:ext>
            </a:extLst>
          </p:cNvPr>
          <p:cNvSpPr/>
          <p:nvPr/>
        </p:nvSpPr>
        <p:spPr>
          <a:xfrm>
            <a:off x="1734178" y="1666244"/>
            <a:ext cx="2242957" cy="152393"/>
          </a:xfrm>
          <a:prstGeom prst="roundRect">
            <a:avLst/>
          </a:prstGeom>
          <a:solidFill>
            <a:srgbClr val="92D050"/>
          </a:solidFill>
          <a:ln/>
        </p:spPr>
        <p:txBody>
          <a:bodyPr wrap="square" lIns="0" tIns="0" rIns="0" bIns="0" rtlCol="0" anchor="ctr"/>
          <a:lstStyle/>
          <a:p>
            <a:pPr algn="ctr" defTabSz="914446">
              <a:lnSpc>
                <a:spcPts val="1200"/>
              </a:lnSpc>
            </a:pPr>
            <a:r>
              <a:rPr lang="en-US" sz="933" err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Atividade</a:t>
            </a:r>
            <a:r>
              <a:rPr lang="en-US" sz="933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33" err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iniciada</a:t>
            </a:r>
            <a:r>
              <a:rPr lang="en-US" sz="933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33" err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933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 Gestão de </a:t>
            </a:r>
            <a:r>
              <a:rPr lang="en-US" sz="933" err="1">
                <a:solidFill>
                  <a:srgbClr val="FFFFFF"/>
                </a:solidFill>
                <a:latin typeface="Arial Nova Cond" panose="020B0506020202020204" pitchFamily="34" charset="0"/>
                <a:ea typeface="Arial" pitchFamily="34" charset="-122"/>
                <a:cs typeface="Arial" pitchFamily="34" charset="-120"/>
              </a:rPr>
              <a:t>Mudanças</a:t>
            </a:r>
            <a:endParaRPr lang="en-US" sz="933">
              <a:solidFill>
                <a:srgbClr val="FFFFFF"/>
              </a:solidFill>
              <a:latin typeface="Arial Nova Cond" panose="020B0506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30385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AF19CC-36BD-8DE8-2A44-27729AA7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66DD73B0-A497-68CD-EF33-5129D3D7E56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6DD73B0-A497-68CD-EF33-5129D3D7E5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FE7806-584E-CFCF-A102-4D6D3DDC7B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9AD3F4-79BE-AECF-C8ED-B8AFE0435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Pontos de atenção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7B0CDFFF-38EE-BB01-2475-210A2CC943A3}"/>
              </a:ext>
            </a:extLst>
          </p:cNvPr>
          <p:cNvGraphicFramePr>
            <a:graphicFrameLocks noGrp="1"/>
          </p:cNvGraphicFramePr>
          <p:nvPr/>
        </p:nvGraphicFramePr>
        <p:xfrm>
          <a:off x="163630" y="1825680"/>
          <a:ext cx="11685471" cy="25109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limitada de gestores e líderes de Comunidade (ex.: férias) podendo gerar impacto no cronograma e limitar a apropriação do modelo organizacional.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Planejamento do workshop considerando data que assegure a participação das lideranças críticas.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(ex.: atividades herdadas, demandas represadas e vagas ainda não preenchidas).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Em</a:t>
                      </a:r>
                    </a:p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acompanhamento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Mapeamento, consolidação e plano de realocação de processos e atividades em conjunto com a FEG.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e plano de priorização e endereçamento.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FF46444-3C86-1823-2CC9-EA306ADF5ACA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BR">
                <a:solidFill>
                  <a:srgbClr val="5E8AB3"/>
                </a:solidFill>
              </a:rPr>
              <a:t>Monitorar situações de projeto que exigem acompanhamento próximo e eventuais ajustes</a:t>
            </a:r>
          </a:p>
        </p:txBody>
      </p:sp>
    </p:spTree>
    <p:extLst>
      <p:ext uri="{BB962C8B-B14F-4D97-AF65-F5344CB8AC3E}">
        <p14:creationId xmlns:p14="http://schemas.microsoft.com/office/powerpoint/2010/main" val="142922933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97DB6ED-FA4D-B55D-1D4E-613B02FB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4502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AF19CC-36BD-8DE8-2A44-27729AA7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66DD73B0-A497-68CD-EF33-5129D3D7E56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6" progId="TCLayout.ActiveDocument.1">
                  <p:embed/>
                </p:oleObj>
              </mc:Choice>
              <mc:Fallback>
                <p:oleObj name="think-cell Slide" r:id="rId8" imgW="395" imgH="39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6DD73B0-A497-68CD-EF33-5129D3D7E5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29662B-323F-0213-9B37-B63021917B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587110" y="6149749"/>
            <a:ext cx="1136639" cy="34615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FE7806-584E-CFCF-A102-4D6D3DDC7B6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9AD3F4-79BE-AECF-C8ED-B8AFE04353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9562" y="469900"/>
            <a:ext cx="11251289" cy="242369"/>
          </a:xfrm>
        </p:spPr>
        <p:txBody>
          <a:bodyPr/>
          <a:lstStyle/>
          <a:p>
            <a:r>
              <a:rPr lang="pt-BR"/>
              <a:t>Gestão de riscos</a:t>
            </a:r>
          </a:p>
        </p:txBody>
      </p:sp>
      <p:graphicFrame>
        <p:nvGraphicFramePr>
          <p:cNvPr id="4" name="Table 91">
            <a:extLst>
              <a:ext uri="{FF2B5EF4-FFF2-40B4-BE49-F238E27FC236}">
                <a16:creationId xmlns:a16="http://schemas.microsoft.com/office/drawing/2014/main" id="{7B0CDFFF-38EE-BB01-2475-210A2CC94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717640"/>
              </p:ext>
            </p:extLst>
          </p:nvPr>
        </p:nvGraphicFramePr>
        <p:xfrm>
          <a:off x="163630" y="1328730"/>
          <a:ext cx="11685471" cy="36475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4982">
                  <a:extLst>
                    <a:ext uri="{9D8B030D-6E8A-4147-A177-3AD203B41FA5}">
                      <a16:colId xmlns:a16="http://schemas.microsoft.com/office/drawing/2014/main" val="1639812848"/>
                    </a:ext>
                  </a:extLst>
                </a:gridCol>
                <a:gridCol w="3067393">
                  <a:extLst>
                    <a:ext uri="{9D8B030D-6E8A-4147-A177-3AD203B41FA5}">
                      <a16:colId xmlns:a16="http://schemas.microsoft.com/office/drawing/2014/main" val="2675213557"/>
                    </a:ext>
                  </a:extLst>
                </a:gridCol>
                <a:gridCol w="1644678">
                  <a:extLst>
                    <a:ext uri="{9D8B030D-6E8A-4147-A177-3AD203B41FA5}">
                      <a16:colId xmlns:a16="http://schemas.microsoft.com/office/drawing/2014/main" val="2727151869"/>
                    </a:ext>
                  </a:extLst>
                </a:gridCol>
                <a:gridCol w="3613820">
                  <a:extLst>
                    <a:ext uri="{9D8B030D-6E8A-4147-A177-3AD203B41FA5}">
                      <a16:colId xmlns:a16="http://schemas.microsoft.com/office/drawing/2014/main" val="3032063389"/>
                    </a:ext>
                  </a:extLst>
                </a:gridCol>
                <a:gridCol w="1373721">
                  <a:extLst>
                    <a:ext uri="{9D8B030D-6E8A-4147-A177-3AD203B41FA5}">
                      <a16:colId xmlns:a16="http://schemas.microsoft.com/office/drawing/2014/main" val="3046067575"/>
                    </a:ext>
                  </a:extLst>
                </a:gridCol>
                <a:gridCol w="1190877">
                  <a:extLst>
                    <a:ext uri="{9D8B030D-6E8A-4147-A177-3AD203B41FA5}">
                      <a16:colId xmlns:a16="http://schemas.microsoft.com/office/drawing/2014/main" val="434722593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#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Descrição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Status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Plano de ação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Responsável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chemeClr val="bg1"/>
                          </a:solidFill>
                          <a:latin typeface="Arial Nova Cond"/>
                        </a:rPr>
                        <a:t>Prazo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620393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Disponibilidade limitada de gestores e líderes de Comunidade (ex. férias) podendo gerar impacto no cronograma e limitar a apropriação do modelo organizacional.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Planejamento do workshop considerando data que assegure a participação das lideranças críticas.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516480"/>
                  </a:ext>
                </a:extLst>
              </a:tr>
              <a:tr h="1001093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pt-BR" sz="1200" b="0" i="0">
                          <a:solidFill>
                            <a:schemeClr val="tx1"/>
                          </a:solidFill>
                          <a:latin typeface="Arial Nova Cond"/>
                        </a:rPr>
                        <a:t>Falta de clareza e distribuição incompleta dos papéis dentro das comunidades e gerências “engargalando” demandas por falta de responsáveis.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Workshop de construção conjunta das gerências e comunidades de entrega (clareza nas atribuições, processos, rotinas e etc.) </a:t>
                      </a:r>
                    </a:p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preliminar das demandas atuais das comunidades de entrega e plano de ação para endereçamento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07/08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9460445"/>
                  </a:ext>
                </a:extLst>
              </a:tr>
              <a:tr h="953769">
                <a:tc>
                  <a:txBody>
                    <a:bodyPr/>
                    <a:lstStyle/>
                    <a:p>
                      <a:pPr algn="ctr"/>
                      <a:r>
                        <a:rPr lang="pt-BR" sz="1200" b="1">
                          <a:solidFill>
                            <a:schemeClr val="tx1"/>
                          </a:solidFill>
                          <a:latin typeface="Arial Nova Cond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kern="1200">
                          <a:solidFill>
                            <a:schemeClr val="tx1"/>
                          </a:solidFill>
                          <a:latin typeface="Arial Nova Cond"/>
                          <a:ea typeface="+mn-ea"/>
                          <a:cs typeface="+mn-cs"/>
                        </a:rPr>
                        <a:t>Sobrecarga operacional durante a etapa de transição pode afetar a execução das atividades técnicas (acúmulo de atribuições atuais e anteriores).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>
                        <a:solidFill>
                          <a:schemeClr val="tx1"/>
                        </a:solidFill>
                        <a:latin typeface="Arial Nova Cond" panose="020B0506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Mapeamento e consolidação do plano de realocação de processos em conjunto com a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A&amp;M + FEG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solidFill>
                            <a:schemeClr val="tx1"/>
                          </a:solidFill>
                          <a:latin typeface="Arial Nova Cond"/>
                        </a:rPr>
                        <a:t>05/08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48009"/>
                  </a:ext>
                </a:extLst>
              </a:tr>
            </a:tbl>
          </a:graphicData>
        </a:graphic>
      </p:graphicFrame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CFF46444-3C86-1823-2CC9-EA306ADF5ACA}"/>
              </a:ext>
            </a:extLst>
          </p:cNvPr>
          <p:cNvSpPr txBox="1">
            <a:spLocks/>
          </p:cNvSpPr>
          <p:nvPr/>
        </p:nvSpPr>
        <p:spPr>
          <a:xfrm>
            <a:off x="469701" y="824401"/>
            <a:ext cx="11254186" cy="18682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32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2"/>
                </a:solidFill>
                <a:latin typeface="Arial Nova Cond" panose="020B0506020202020204" pitchFamily="34" charset="0"/>
                <a:ea typeface="+mn-ea"/>
                <a:cs typeface="+mn-cs"/>
              </a:defRPr>
            </a:lvl1pPr>
            <a:lvl2pPr marL="457162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2pPr>
            <a:lvl3pPr marL="914324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3pPr>
            <a:lvl4pPr marL="1371486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4pPr>
            <a:lvl5pPr marL="1828647" indent="0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Arial Nova Cond" panose="020B0506020202020204" pitchFamily="34" charset="0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5E8AB3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Identificar e tratar incertezas relevantes que podem comprometer prazo e resultados do projeto</a:t>
            </a:r>
          </a:p>
        </p:txBody>
      </p:sp>
      <p:sp>
        <p:nvSpPr>
          <p:cNvPr id="14" name="Retângulo: Cantos Arredondados 4">
            <a:extLst>
              <a:ext uri="{FF2B5EF4-FFF2-40B4-BE49-F238E27FC236}">
                <a16:creationId xmlns:a16="http://schemas.microsoft.com/office/drawing/2014/main" id="{E863C390-DBF8-6AC2-F1FD-751B48FE76EC}"/>
              </a:ext>
            </a:extLst>
          </p:cNvPr>
          <p:cNvSpPr/>
          <p:nvPr/>
        </p:nvSpPr>
        <p:spPr>
          <a:xfrm>
            <a:off x="7276699" y="6157213"/>
            <a:ext cx="4726003" cy="4699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38EB86A-5FD1-AA83-BD73-DA048867ABAF}"/>
              </a:ext>
            </a:extLst>
          </p:cNvPr>
          <p:cNvGrpSpPr/>
          <p:nvPr/>
        </p:nvGrpSpPr>
        <p:grpSpPr>
          <a:xfrm>
            <a:off x="10700104" y="6269099"/>
            <a:ext cx="1480105" cy="246221"/>
            <a:chOff x="2374900" y="6499225"/>
            <a:chExt cx="1480105" cy="246221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E3EA3D6-BE51-0A9E-858D-954831592EF7}"/>
                </a:ext>
              </a:extLst>
            </p:cNvPr>
            <p:cNvSpPr/>
            <p:nvPr/>
          </p:nvSpPr>
          <p:spPr bwMode="auto">
            <a:xfrm>
              <a:off x="2374900" y="6528673"/>
              <a:ext cx="187325" cy="187325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AE93667-F927-522C-D10C-B88F0B02197C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524125" y="6499225"/>
              <a:ext cx="13308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Impacto relevante 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C0AB77D-980E-91AC-5BDE-CE66D5B3B658}"/>
              </a:ext>
            </a:extLst>
          </p:cNvPr>
          <p:cNvGrpSpPr/>
          <p:nvPr/>
        </p:nvGrpSpPr>
        <p:grpSpPr>
          <a:xfrm>
            <a:off x="8070061" y="6269099"/>
            <a:ext cx="1201702" cy="246221"/>
            <a:chOff x="3811058" y="6499225"/>
            <a:chExt cx="1201702" cy="24622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594F3731-7B35-7575-772C-5A64FD169B8C}"/>
                </a:ext>
              </a:extLst>
            </p:cNvPr>
            <p:cNvSpPr/>
            <p:nvPr/>
          </p:nvSpPr>
          <p:spPr bwMode="auto">
            <a:xfrm>
              <a:off x="3811058" y="6529388"/>
              <a:ext cx="187325" cy="187325"/>
            </a:xfrm>
            <a:prstGeom prst="ellipse">
              <a:avLst/>
            </a:prstGeom>
            <a:solidFill>
              <a:srgbClr val="92D050"/>
            </a:solidFill>
            <a:ln w="9525" cap="flat" cmpd="sng" algn="ctr">
              <a:solidFill>
                <a:srgbClr val="92D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F9A4B03-EB90-48DC-A2F2-BD959A6314A2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943350" y="6499225"/>
              <a:ext cx="106941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Dentro do plano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1B72582-1F9C-5C8D-62F7-8D0ABD174F35}"/>
              </a:ext>
            </a:extLst>
          </p:cNvPr>
          <p:cNvGrpSpPr/>
          <p:nvPr/>
        </p:nvGrpSpPr>
        <p:grpSpPr>
          <a:xfrm>
            <a:off x="9376605" y="6272584"/>
            <a:ext cx="1641623" cy="354622"/>
            <a:chOff x="10120135" y="5615873"/>
            <a:chExt cx="1641623" cy="354622"/>
          </a:xfrm>
        </p:grpSpPr>
        <p:sp>
          <p:nvSpPr>
            <p:cNvPr id="13" name="Slide Number Placeholder 1">
              <a:extLst>
                <a:ext uri="{FF2B5EF4-FFF2-40B4-BE49-F238E27FC236}">
                  <a16:creationId xmlns:a16="http://schemas.microsoft.com/office/drawing/2014/main" id="{1FF4E010-C1F7-4ED1-C391-F449F684CF74}"/>
                </a:ext>
              </a:extLst>
            </p:cNvPr>
            <p:cNvSpPr txBox="1">
              <a:spLocks/>
            </p:cNvSpPr>
            <p:nvPr/>
          </p:nvSpPr>
          <p:spPr>
            <a:xfrm>
              <a:off x="10625119" y="5624343"/>
              <a:ext cx="1136639" cy="346152"/>
            </a:xfrm>
            <a:prstGeom prst="rect">
              <a:avLst/>
            </a:prstGeom>
          </p:spPr>
          <p:txBody>
            <a:bodyPr vert="horz" lIns="0" tIns="0" rIns="0" bIns="0" rtlCol="0" anchor="b"/>
            <a:lstStyle>
              <a:defPPr>
                <a:defRPr lang="en-US"/>
              </a:defPPr>
              <a:lvl1pPr marL="0" algn="r" defTabSz="914400" rtl="0" eaLnBrk="1" latinLnBrk="0" hangingPunct="1">
                <a:defRPr sz="800" b="0" i="0" kern="1200">
                  <a:solidFill>
                    <a:schemeClr val="tx1"/>
                  </a:solidFill>
                  <a:latin typeface="Arial Nova" panose="020B0504020202020204" pitchFamily="34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18C0564-09A8-4F5E-CF6B-CDE0CB61B90B}"/>
                </a:ext>
              </a:extLst>
            </p:cNvPr>
            <p:cNvSpPr/>
            <p:nvPr/>
          </p:nvSpPr>
          <p:spPr bwMode="auto">
            <a:xfrm>
              <a:off x="10120135" y="5645321"/>
              <a:ext cx="187325" cy="187325"/>
            </a:xfrm>
            <a:prstGeom prst="ellipse">
              <a:avLst/>
            </a:prstGeom>
            <a:solidFill>
              <a:srgbClr val="FFC000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E9FAD2C-AFAF-0BCA-E948-735AA2A98923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0269360" y="5615873"/>
              <a:ext cx="11366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002A46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Risco moderado</a:t>
              </a:r>
            </a:p>
          </p:txBody>
        </p:sp>
      </p:grpSp>
      <p:sp>
        <p:nvSpPr>
          <p:cNvPr id="29" name="TextBox 95">
            <a:extLst>
              <a:ext uri="{FF2B5EF4-FFF2-40B4-BE49-F238E27FC236}">
                <a16:creationId xmlns:a16="http://schemas.microsoft.com/office/drawing/2014/main" id="{FC350322-A965-A5B8-46E2-C0099EBC62D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269948" y="6269100"/>
            <a:ext cx="6832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LEGENDA</a:t>
            </a:r>
          </a:p>
        </p:txBody>
      </p:sp>
      <p:sp>
        <p:nvSpPr>
          <p:cNvPr id="6" name="Oval 21">
            <a:extLst>
              <a:ext uri="{FF2B5EF4-FFF2-40B4-BE49-F238E27FC236}">
                <a16:creationId xmlns:a16="http://schemas.microsoft.com/office/drawing/2014/main" id="{D78BE495-103E-5079-8294-C1824E0E88E5}"/>
              </a:ext>
            </a:extLst>
          </p:cNvPr>
          <p:cNvSpPr/>
          <p:nvPr/>
        </p:nvSpPr>
        <p:spPr bwMode="auto">
          <a:xfrm>
            <a:off x="4709722" y="2222562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val 21">
            <a:extLst>
              <a:ext uri="{FF2B5EF4-FFF2-40B4-BE49-F238E27FC236}">
                <a16:creationId xmlns:a16="http://schemas.microsoft.com/office/drawing/2014/main" id="{B070225B-999C-CC02-5C2B-9D6AD8449E02}"/>
              </a:ext>
            </a:extLst>
          </p:cNvPr>
          <p:cNvSpPr/>
          <p:nvPr/>
        </p:nvSpPr>
        <p:spPr bwMode="auto">
          <a:xfrm>
            <a:off x="4709722" y="3286071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Oval 21">
            <a:extLst>
              <a:ext uri="{FF2B5EF4-FFF2-40B4-BE49-F238E27FC236}">
                <a16:creationId xmlns:a16="http://schemas.microsoft.com/office/drawing/2014/main" id="{EFF206A7-298A-BB82-8DFD-A28FDE86B287}"/>
              </a:ext>
            </a:extLst>
          </p:cNvPr>
          <p:cNvSpPr/>
          <p:nvPr/>
        </p:nvSpPr>
        <p:spPr bwMode="auto">
          <a:xfrm>
            <a:off x="4709722" y="4378155"/>
            <a:ext cx="187325" cy="187325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29382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5FA98F-6712-E2BB-9772-71B8B079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61437E9-D7A7-2A69-2DE2-1DDA7D9843F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842823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1437E9-D7A7-2A69-2DE2-1DDA7D9843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C7DF1C-1419-320B-43F9-CA6A0ABC5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9E5E132-AEB9-BE66-C562-FF3B2DFD38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7265778-A856-F7AA-3CD0-FCE48A10461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do Projeto - Visão Geral</a:t>
            </a:r>
          </a:p>
        </p:txBody>
      </p:sp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71DD276B-A269-E19F-8F14-2698CBA00345}"/>
              </a:ext>
            </a:extLst>
          </p:cNvPr>
          <p:cNvGraphicFramePr>
            <a:graphicFrameLocks noGrp="1"/>
          </p:cNvGraphicFramePr>
          <p:nvPr/>
        </p:nvGraphicFramePr>
        <p:xfrm>
          <a:off x="461243" y="1026835"/>
          <a:ext cx="11280990" cy="5543795"/>
        </p:xfrm>
        <a:graphic>
          <a:graphicData uri="http://schemas.openxmlformats.org/drawingml/2006/table">
            <a:tbl>
              <a:tblPr firstRow="1" bandRow="1"/>
              <a:tblGrid>
                <a:gridCol w="1656000">
                  <a:extLst>
                    <a:ext uri="{9D8B030D-6E8A-4147-A177-3AD203B41FA5}">
                      <a16:colId xmlns:a16="http://schemas.microsoft.com/office/drawing/2014/main" val="4237117730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1112433609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3151451968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927769866"/>
                    </a:ext>
                  </a:extLst>
                </a:gridCol>
              </a:tblGrid>
              <a:tr h="487275">
                <a:tc>
                  <a:txBody>
                    <a:bodyPr/>
                    <a:lstStyle/>
                    <a:p>
                      <a:pPr algn="ctr" rtl="0"/>
                      <a:endParaRPr lang="pt-BR" sz="900" noProof="0">
                        <a:solidFill>
                          <a:schemeClr val="bg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marL="60948" marR="60948" marT="30474" marB="304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algn="ctr" rtl="0"/>
                      <a:r>
                        <a:rPr lang="pt-BR" sz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  <a:p>
                      <a:pPr algn="ctr" rtl="0"/>
                      <a:r>
                        <a:rPr lang="pt-BR" sz="8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Novembro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kern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Dezembro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kern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Janeiro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Fevereiro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Março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Abril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Maio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Junho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12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Julho</a:t>
                      </a:r>
                    </a:p>
                    <a:p>
                      <a:pPr marL="0" marR="0" lvl="0" indent="0" algn="ctr" defTabSz="1212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601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Gestão de Projeto e Gestão da Mudança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D"/>
                    </a:solidFill>
                  </a:tcPr>
                </a:tc>
                <a:tc gridSpan="10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88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Planejamento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A46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111739"/>
                  </a:ext>
                </a:extLst>
              </a:tr>
              <a:tr h="1071276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Entendimento da situação atual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556D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295572"/>
                  </a:ext>
                </a:extLst>
              </a:tr>
              <a:tr h="132244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Desenho do novo modelo organizacional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8AB3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00656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Planejamento da transição e implantação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A0AE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11878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Operação assistida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951611"/>
                  </a:ext>
                </a:extLst>
              </a:tr>
            </a:tbl>
          </a:graphicData>
        </a:graphic>
      </p:graphicFrame>
      <p:cxnSp>
        <p:nvCxnSpPr>
          <p:cNvPr id="27" name="Conector reto 9">
            <a:extLst>
              <a:ext uri="{FF2B5EF4-FFF2-40B4-BE49-F238E27FC236}">
                <a16:creationId xmlns:a16="http://schemas.microsoft.com/office/drawing/2014/main" id="{4A0F5F76-94F5-7693-AB07-FF54AB5269B3}"/>
              </a:ext>
            </a:extLst>
          </p:cNvPr>
          <p:cNvCxnSpPr/>
          <p:nvPr/>
        </p:nvCxnSpPr>
        <p:spPr>
          <a:xfrm>
            <a:off x="10770737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10">
            <a:extLst>
              <a:ext uri="{FF2B5EF4-FFF2-40B4-BE49-F238E27FC236}">
                <a16:creationId xmlns:a16="http://schemas.microsoft.com/office/drawing/2014/main" id="{B57A1E9D-53AC-F885-8C0C-7BEE8B0989F3}"/>
              </a:ext>
            </a:extLst>
          </p:cNvPr>
          <p:cNvCxnSpPr/>
          <p:nvPr/>
        </p:nvCxnSpPr>
        <p:spPr>
          <a:xfrm>
            <a:off x="9808546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11">
            <a:extLst>
              <a:ext uri="{FF2B5EF4-FFF2-40B4-BE49-F238E27FC236}">
                <a16:creationId xmlns:a16="http://schemas.microsoft.com/office/drawing/2014/main" id="{FA31AAFE-540B-CF09-AF11-CC53E76C5973}"/>
              </a:ext>
            </a:extLst>
          </p:cNvPr>
          <p:cNvCxnSpPr/>
          <p:nvPr/>
        </p:nvCxnSpPr>
        <p:spPr>
          <a:xfrm>
            <a:off x="8846355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12">
            <a:extLst>
              <a:ext uri="{FF2B5EF4-FFF2-40B4-BE49-F238E27FC236}">
                <a16:creationId xmlns:a16="http://schemas.microsoft.com/office/drawing/2014/main" id="{4BC46CC9-8431-9CDC-AA3D-D1C8928C6642}"/>
              </a:ext>
            </a:extLst>
          </p:cNvPr>
          <p:cNvCxnSpPr/>
          <p:nvPr/>
        </p:nvCxnSpPr>
        <p:spPr>
          <a:xfrm>
            <a:off x="7884165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18">
            <a:extLst>
              <a:ext uri="{FF2B5EF4-FFF2-40B4-BE49-F238E27FC236}">
                <a16:creationId xmlns:a16="http://schemas.microsoft.com/office/drawing/2014/main" id="{8927D244-290F-89EA-B35E-B0F63E18BAD8}"/>
              </a:ext>
            </a:extLst>
          </p:cNvPr>
          <p:cNvCxnSpPr/>
          <p:nvPr/>
        </p:nvCxnSpPr>
        <p:spPr>
          <a:xfrm>
            <a:off x="6921974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27">
            <a:extLst>
              <a:ext uri="{FF2B5EF4-FFF2-40B4-BE49-F238E27FC236}">
                <a16:creationId xmlns:a16="http://schemas.microsoft.com/office/drawing/2014/main" id="{8804822B-26D9-6B97-9913-F1C2E7BC07A1}"/>
              </a:ext>
            </a:extLst>
          </p:cNvPr>
          <p:cNvCxnSpPr/>
          <p:nvPr/>
        </p:nvCxnSpPr>
        <p:spPr>
          <a:xfrm>
            <a:off x="5959783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28">
            <a:extLst>
              <a:ext uri="{FF2B5EF4-FFF2-40B4-BE49-F238E27FC236}">
                <a16:creationId xmlns:a16="http://schemas.microsoft.com/office/drawing/2014/main" id="{4FF87DA4-0800-61B5-93CE-F3F431587EB1}"/>
              </a:ext>
            </a:extLst>
          </p:cNvPr>
          <p:cNvCxnSpPr/>
          <p:nvPr/>
        </p:nvCxnSpPr>
        <p:spPr>
          <a:xfrm>
            <a:off x="4997593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1">
            <a:extLst>
              <a:ext uri="{FF2B5EF4-FFF2-40B4-BE49-F238E27FC236}">
                <a16:creationId xmlns:a16="http://schemas.microsoft.com/office/drawing/2014/main" id="{71623865-07EF-0BB2-819C-66E5737522B0}"/>
              </a:ext>
            </a:extLst>
          </p:cNvPr>
          <p:cNvCxnSpPr>
            <a:cxnSpLocks/>
          </p:cNvCxnSpPr>
          <p:nvPr/>
        </p:nvCxnSpPr>
        <p:spPr>
          <a:xfrm>
            <a:off x="4035402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3">
            <a:extLst>
              <a:ext uri="{FF2B5EF4-FFF2-40B4-BE49-F238E27FC236}">
                <a16:creationId xmlns:a16="http://schemas.microsoft.com/office/drawing/2014/main" id="{8FFA6D24-CEEC-F0C9-28C1-FE4A22C956F0}"/>
              </a:ext>
            </a:extLst>
          </p:cNvPr>
          <p:cNvCxnSpPr>
            <a:cxnSpLocks/>
          </p:cNvCxnSpPr>
          <p:nvPr/>
        </p:nvCxnSpPr>
        <p:spPr>
          <a:xfrm>
            <a:off x="3073211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Arrow: Pentagon 41">
            <a:extLst>
              <a:ext uri="{FF2B5EF4-FFF2-40B4-BE49-F238E27FC236}">
                <a16:creationId xmlns:a16="http://schemas.microsoft.com/office/drawing/2014/main" id="{C7D55D8C-E2C3-28D3-D770-09B269B82A2F}"/>
              </a:ext>
            </a:extLst>
          </p:cNvPr>
          <p:cNvSpPr/>
          <p:nvPr/>
        </p:nvSpPr>
        <p:spPr>
          <a:xfrm>
            <a:off x="7884157" y="4834026"/>
            <a:ext cx="529997" cy="216000"/>
          </a:xfrm>
          <a:prstGeom prst="homePlate">
            <a:avLst>
              <a:gd name="adj" fmla="val 25330"/>
            </a:avLst>
          </a:prstGeom>
          <a:solidFill>
            <a:srgbClr val="8FA0A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5" name="Arrow: Pentagon 41">
            <a:extLst>
              <a:ext uri="{FF2B5EF4-FFF2-40B4-BE49-F238E27FC236}">
                <a16:creationId xmlns:a16="http://schemas.microsoft.com/office/drawing/2014/main" id="{3550B92B-064C-F15A-F74E-050EB3D536E9}"/>
              </a:ext>
            </a:extLst>
          </p:cNvPr>
          <p:cNvSpPr/>
          <p:nvPr/>
        </p:nvSpPr>
        <p:spPr>
          <a:xfrm>
            <a:off x="7884157" y="5162393"/>
            <a:ext cx="529998" cy="216000"/>
          </a:xfrm>
          <a:prstGeom prst="homePlate">
            <a:avLst>
              <a:gd name="adj" fmla="val 25330"/>
            </a:avLst>
          </a:prstGeom>
          <a:solidFill>
            <a:srgbClr val="8FA0A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6" name="Arrow: Pentagon 41">
            <a:extLst>
              <a:ext uri="{FF2B5EF4-FFF2-40B4-BE49-F238E27FC236}">
                <a16:creationId xmlns:a16="http://schemas.microsoft.com/office/drawing/2014/main" id="{F609F71B-4A02-DE76-15E8-9369EF8EA6EC}"/>
              </a:ext>
            </a:extLst>
          </p:cNvPr>
          <p:cNvSpPr/>
          <p:nvPr/>
        </p:nvSpPr>
        <p:spPr>
          <a:xfrm>
            <a:off x="10800849" y="5613044"/>
            <a:ext cx="929906" cy="346152"/>
          </a:xfrm>
          <a:prstGeom prst="homePlate">
            <a:avLst>
              <a:gd name="adj" fmla="val 25330"/>
            </a:avLst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Implementação e monitoramento contínuo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51" name="Arrow: Pentagon 41">
            <a:extLst>
              <a:ext uri="{FF2B5EF4-FFF2-40B4-BE49-F238E27FC236}">
                <a16:creationId xmlns:a16="http://schemas.microsoft.com/office/drawing/2014/main" id="{2F8C9C13-B04C-3C64-ADD6-A20505BA467F}"/>
              </a:ext>
            </a:extLst>
          </p:cNvPr>
          <p:cNvSpPr/>
          <p:nvPr/>
        </p:nvSpPr>
        <p:spPr>
          <a:xfrm>
            <a:off x="2132280" y="2029882"/>
            <a:ext cx="460615" cy="192000"/>
          </a:xfrm>
          <a:prstGeom prst="homePlate">
            <a:avLst>
              <a:gd name="adj" fmla="val 25330"/>
            </a:avLst>
          </a:prstGeom>
          <a:solidFill>
            <a:srgbClr val="002A4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Plan. e Organização</a:t>
            </a:r>
            <a:endParaRPr kumimoji="0" lang="pt-BR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8" name="Arrow: Pentagon 41">
            <a:extLst>
              <a:ext uri="{FF2B5EF4-FFF2-40B4-BE49-F238E27FC236}">
                <a16:creationId xmlns:a16="http://schemas.microsoft.com/office/drawing/2014/main" id="{5B142F8D-8288-E83E-BAEA-B5A51AE9EAE4}"/>
              </a:ext>
            </a:extLst>
          </p:cNvPr>
          <p:cNvSpPr/>
          <p:nvPr/>
        </p:nvSpPr>
        <p:spPr>
          <a:xfrm>
            <a:off x="2132280" y="1685380"/>
            <a:ext cx="9567865" cy="192000"/>
          </a:xfrm>
          <a:prstGeom prst="homePlate">
            <a:avLst>
              <a:gd name="adj" fmla="val 25330"/>
            </a:avLst>
          </a:prstGeom>
          <a:solidFill>
            <a:srgbClr val="4D4D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Gestão de Projeto e Gestão da Mudança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6" name="Arrow: Pentagon 41">
            <a:extLst>
              <a:ext uri="{FF2B5EF4-FFF2-40B4-BE49-F238E27FC236}">
                <a16:creationId xmlns:a16="http://schemas.microsoft.com/office/drawing/2014/main" id="{AFBFD259-8A6F-A3AD-305A-EDD93AFBCE4B}"/>
              </a:ext>
            </a:extLst>
          </p:cNvPr>
          <p:cNvSpPr/>
          <p:nvPr/>
        </p:nvSpPr>
        <p:spPr>
          <a:xfrm>
            <a:off x="2391078" y="2353945"/>
            <a:ext cx="1628821" cy="216000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Compreensão do contexto externo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8" name="Arrow: Pentagon 41">
            <a:extLst>
              <a:ext uri="{FF2B5EF4-FFF2-40B4-BE49-F238E27FC236}">
                <a16:creationId xmlns:a16="http://schemas.microsoft.com/office/drawing/2014/main" id="{E4348F00-0DD5-3E51-2D7A-56188EF073C1}"/>
              </a:ext>
            </a:extLst>
          </p:cNvPr>
          <p:cNvSpPr/>
          <p:nvPr/>
        </p:nvSpPr>
        <p:spPr>
          <a:xfrm>
            <a:off x="2389333" y="2607919"/>
            <a:ext cx="2417798" cy="216000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Diagnóstico organizacional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9" name="Arrow: Pentagon 41">
            <a:extLst>
              <a:ext uri="{FF2B5EF4-FFF2-40B4-BE49-F238E27FC236}">
                <a16:creationId xmlns:a16="http://schemas.microsoft.com/office/drawing/2014/main" id="{C70AF3D8-B7C6-C9B9-B368-442E94670AD2}"/>
              </a:ext>
            </a:extLst>
          </p:cNvPr>
          <p:cNvSpPr/>
          <p:nvPr/>
        </p:nvSpPr>
        <p:spPr>
          <a:xfrm>
            <a:off x="3058461" y="2861893"/>
            <a:ext cx="1748669" cy="216000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Direcionadores estratégicos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7" name="Arrow: Pentagon 41">
            <a:extLst>
              <a:ext uri="{FF2B5EF4-FFF2-40B4-BE49-F238E27FC236}">
                <a16:creationId xmlns:a16="http://schemas.microsoft.com/office/drawing/2014/main" id="{BC6E9FFF-6784-AF5D-2982-83AC0171A7E4}"/>
              </a:ext>
            </a:extLst>
          </p:cNvPr>
          <p:cNvSpPr/>
          <p:nvPr/>
        </p:nvSpPr>
        <p:spPr>
          <a:xfrm>
            <a:off x="3058464" y="3115868"/>
            <a:ext cx="1922870" cy="216000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Diagnóstico modelos computacionais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94117B3-D562-D03A-9EC9-C0A4484C21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92895" y="1928754"/>
            <a:ext cx="360000" cy="360000"/>
          </a:xfrm>
          <a:prstGeom prst="rect">
            <a:avLst/>
          </a:prstGeom>
        </p:spPr>
      </p:pic>
      <p:pic>
        <p:nvPicPr>
          <p:cNvPr id="6" name="Gráfico 5">
            <a:extLst>
              <a:ext uri="{FF2B5EF4-FFF2-40B4-BE49-F238E27FC236}">
                <a16:creationId xmlns:a16="http://schemas.microsoft.com/office/drawing/2014/main" id="{19438F2A-4324-72D6-FDCE-1F5A8DFB9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5920" y="2247919"/>
            <a:ext cx="360000" cy="36000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13661A74-0322-EBC1-7D8A-0543D9023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0711" y="2482206"/>
            <a:ext cx="360000" cy="360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BEE6EC8B-D19E-E41B-7B34-79A42534C6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42983" y="2743790"/>
            <a:ext cx="360000" cy="360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13C91745-5092-3C97-3B72-8BD99CFA2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5383" y="3005374"/>
            <a:ext cx="360000" cy="360000"/>
          </a:xfrm>
          <a:prstGeom prst="rect">
            <a:avLst/>
          </a:prstGeom>
        </p:spPr>
      </p:pic>
      <p:sp>
        <p:nvSpPr>
          <p:cNvPr id="41" name="Arrow: Pentagon 41">
            <a:extLst>
              <a:ext uri="{FF2B5EF4-FFF2-40B4-BE49-F238E27FC236}">
                <a16:creationId xmlns:a16="http://schemas.microsoft.com/office/drawing/2014/main" id="{C7AA9042-47DC-AC5D-3749-17AAB99FD39A}"/>
              </a:ext>
            </a:extLst>
          </p:cNvPr>
          <p:cNvSpPr/>
          <p:nvPr/>
        </p:nvSpPr>
        <p:spPr>
          <a:xfrm>
            <a:off x="5660382" y="4081435"/>
            <a:ext cx="1023943" cy="216000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Desenho do modelo de inovação e avaliação dos modelos comp.</a:t>
            </a:r>
            <a:endParaRPr kumimoji="0" lang="pt-BR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3" name="Arrow: Pentagon 41">
            <a:extLst>
              <a:ext uri="{FF2B5EF4-FFF2-40B4-BE49-F238E27FC236}">
                <a16:creationId xmlns:a16="http://schemas.microsoft.com/office/drawing/2014/main" id="{FD0E7932-0C7C-8520-B939-37F5944E06E6}"/>
              </a:ext>
            </a:extLst>
          </p:cNvPr>
          <p:cNvSpPr/>
          <p:nvPr/>
        </p:nvSpPr>
        <p:spPr>
          <a:xfrm>
            <a:off x="5660383" y="3764019"/>
            <a:ext cx="1023942" cy="216000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Definição do modelo de </a:t>
            </a:r>
            <a:r>
              <a:rPr kumimoji="0" lang="pt-BR" sz="733" b="0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sourcing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66BFB16-138C-E129-FA2B-BC574E99153E}"/>
              </a:ext>
            </a:extLst>
          </p:cNvPr>
          <p:cNvSpPr txBox="1"/>
          <p:nvPr/>
        </p:nvSpPr>
        <p:spPr>
          <a:xfrm>
            <a:off x="8368052" y="4834304"/>
            <a:ext cx="122867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Plano de implementação</a:t>
            </a:r>
            <a:endParaRPr kumimoji="0" lang="pt-BR" sz="8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BAF46A8-7D5D-D21F-504C-92312A490C4F}"/>
              </a:ext>
            </a:extLst>
          </p:cNvPr>
          <p:cNvSpPr txBox="1"/>
          <p:nvPr/>
        </p:nvSpPr>
        <p:spPr>
          <a:xfrm>
            <a:off x="8368052" y="5162671"/>
            <a:ext cx="13723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Plano de operação assistida</a:t>
            </a:r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444685D2-52D7-7FB7-6EFF-461F686EB10E}"/>
              </a:ext>
            </a:extLst>
          </p:cNvPr>
          <p:cNvGrpSpPr/>
          <p:nvPr/>
        </p:nvGrpSpPr>
        <p:grpSpPr>
          <a:xfrm>
            <a:off x="7938528" y="1582335"/>
            <a:ext cx="883575" cy="5309652"/>
            <a:chOff x="2158786" y="1504831"/>
            <a:chExt cx="883575" cy="5309652"/>
          </a:xfrm>
        </p:grpSpPr>
        <p:sp>
          <p:nvSpPr>
            <p:cNvPr id="17" name="TextBox 7">
              <a:extLst>
                <a:ext uri="{FF2B5EF4-FFF2-40B4-BE49-F238E27FC236}">
                  <a16:creationId xmlns:a16="http://schemas.microsoft.com/office/drawing/2014/main" id="{0A7D451D-D34F-10D6-2FC9-E9776FC53BFC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19" name="Straight Connector 4">
              <a:extLst>
                <a:ext uri="{FF2B5EF4-FFF2-40B4-BE49-F238E27FC236}">
                  <a16:creationId xmlns:a16="http://schemas.microsoft.com/office/drawing/2014/main" id="{2CD15BC9-84A6-5017-76CA-5CB3928D1384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rgbClr val="92D050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2" name="Arrow: Pentagon 41">
            <a:extLst>
              <a:ext uri="{FF2B5EF4-FFF2-40B4-BE49-F238E27FC236}">
                <a16:creationId xmlns:a16="http://schemas.microsoft.com/office/drawing/2014/main" id="{53D41463-CAFD-09DD-24E5-99C5770F1096}"/>
              </a:ext>
            </a:extLst>
          </p:cNvPr>
          <p:cNvSpPr/>
          <p:nvPr/>
        </p:nvSpPr>
        <p:spPr>
          <a:xfrm>
            <a:off x="7387630" y="4398850"/>
            <a:ext cx="732330" cy="216000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Definição de orçamento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40" name="Arrow: Pentagon 41">
            <a:extLst>
              <a:ext uri="{FF2B5EF4-FFF2-40B4-BE49-F238E27FC236}">
                <a16:creationId xmlns:a16="http://schemas.microsoft.com/office/drawing/2014/main" id="{B3EEBFC3-F36F-90A2-2AB2-CD3B5706CC15}"/>
              </a:ext>
            </a:extLst>
          </p:cNvPr>
          <p:cNvSpPr/>
          <p:nvPr/>
        </p:nvSpPr>
        <p:spPr>
          <a:xfrm>
            <a:off x="4545421" y="3446603"/>
            <a:ext cx="3096000" cy="216000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Proposta e detalhamento do novo desenho organizacional</a:t>
            </a:r>
            <a:endParaRPr kumimoji="0" lang="pt-BR" sz="733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3" name="Seta: Pentágono 2">
            <a:extLst>
              <a:ext uri="{FF2B5EF4-FFF2-40B4-BE49-F238E27FC236}">
                <a16:creationId xmlns:a16="http://schemas.microsoft.com/office/drawing/2014/main" id="{8528225E-C954-30A0-840E-736C316EF971}"/>
              </a:ext>
            </a:extLst>
          </p:cNvPr>
          <p:cNvSpPr/>
          <p:nvPr/>
        </p:nvSpPr>
        <p:spPr>
          <a:xfrm>
            <a:off x="8414154" y="5613044"/>
            <a:ext cx="2326470" cy="346152"/>
          </a:xfrm>
          <a:prstGeom prst="homePlat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>
                <a:solidFill>
                  <a:schemeClr val="bg1">
                    <a:lumMod val="50000"/>
                  </a:schemeClr>
                </a:solidFill>
                <a:latin typeface="Arial Nova Cond" panose="020B0506020202020204" pitchFamily="34" charset="0"/>
              </a:rPr>
              <a:t>Setup interno ONS</a:t>
            </a:r>
          </a:p>
        </p:txBody>
      </p:sp>
    </p:spTree>
    <p:extLst>
      <p:ext uri="{BB962C8B-B14F-4D97-AF65-F5344CB8AC3E}">
        <p14:creationId xmlns:p14="http://schemas.microsoft.com/office/powerpoint/2010/main" val="359908775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CF81FEC-73FE-CA89-4FE6-9AA2BD851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B254CC0-A476-BB31-F298-832382C3DC1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4419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6" progId="TCLayout.ActiveDocument.1">
                  <p:embed/>
                </p:oleObj>
              </mc:Choice>
              <mc:Fallback>
                <p:oleObj name="think-cell Slide" r:id="rId3" imgW="395" imgH="39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254CC0-A476-BB31-F298-832382C3DC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9FE49EF3-0AD9-E7D3-45BA-569AD66066CC}"/>
              </a:ext>
            </a:extLst>
          </p:cNvPr>
          <p:cNvGraphicFramePr>
            <a:graphicFrameLocks noGrp="1"/>
          </p:cNvGraphicFramePr>
          <p:nvPr/>
        </p:nvGraphicFramePr>
        <p:xfrm>
          <a:off x="454711" y="1017933"/>
          <a:ext cx="11280990" cy="5487126"/>
        </p:xfrm>
        <a:graphic>
          <a:graphicData uri="http://schemas.openxmlformats.org/drawingml/2006/table">
            <a:tbl>
              <a:tblPr firstRow="1" bandRow="1"/>
              <a:tblGrid>
                <a:gridCol w="1656000">
                  <a:extLst>
                    <a:ext uri="{9D8B030D-6E8A-4147-A177-3AD203B41FA5}">
                      <a16:colId xmlns:a16="http://schemas.microsoft.com/office/drawing/2014/main" val="4237117730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1112433609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3151451968"/>
                    </a:ext>
                  </a:extLst>
                </a:gridCol>
                <a:gridCol w="962499">
                  <a:extLst>
                    <a:ext uri="{9D8B030D-6E8A-4147-A177-3AD203B41FA5}">
                      <a16:colId xmlns:a16="http://schemas.microsoft.com/office/drawing/2014/main" val="2927769866"/>
                    </a:ext>
                  </a:extLst>
                </a:gridCol>
              </a:tblGrid>
              <a:tr h="489180">
                <a:tc>
                  <a:txBody>
                    <a:bodyPr/>
                    <a:lstStyle/>
                    <a:p>
                      <a:pPr algn="ctr" rtl="0"/>
                      <a:endParaRPr lang="pt-BR" sz="900" noProof="0">
                        <a:solidFill>
                          <a:schemeClr val="bg1"/>
                        </a:solidFill>
                        <a:latin typeface="Avenir Next LT Pro Demi" panose="020B0704020202020204" pitchFamily="34" charset="0"/>
                      </a:endParaRPr>
                    </a:p>
                  </a:txBody>
                  <a:tcPr marL="60948" marR="60948" marT="30474" marB="304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algn="ctr" rtl="0"/>
                      <a:r>
                        <a:rPr lang="pt-BR" sz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</a:rPr>
                        <a:t>Outubro</a:t>
                      </a:r>
                    </a:p>
                    <a:p>
                      <a:pPr algn="ctr" rtl="0"/>
                      <a:r>
                        <a:rPr lang="pt-BR" sz="8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Novembro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kern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Dezembro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b="1" kern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ea typeface="+mn-ea"/>
                          <a:cs typeface="+mn-cs"/>
                        </a:rPr>
                        <a:t>2025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Janeiro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Fevereiro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Março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Abril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Maio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2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Junho</a:t>
                      </a:r>
                    </a:p>
                    <a:p>
                      <a:pPr marL="0" marR="0" lvl="0" indent="0" algn="ctr" defTabSz="12634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2A46"/>
                          </a:solidFill>
                          <a:effectLst/>
                          <a:uLnTx/>
                          <a:uFillTx/>
                          <a:latin typeface="Arial Nova Cond" panose="020B0506020202020204" pitchFamily="34" charset="0"/>
                          <a:ea typeface="+mn-ea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tc>
                  <a:txBody>
                    <a:bodyPr/>
                    <a:lstStyle>
                      <a:lvl1pPr marL="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b="1" kern="1200">
                          <a:solidFill>
                            <a:schemeClr val="lt1"/>
                          </a:solidFill>
                          <a:latin typeface="Arial Nova Light"/>
                        </a:defRPr>
                      </a:lvl9pPr>
                    </a:lstStyle>
                    <a:p>
                      <a:pPr marL="0" marR="0" lvl="0" indent="0" algn="ctr" defTabSz="1212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Julho</a:t>
                      </a:r>
                    </a:p>
                    <a:p>
                      <a:pPr marL="0" marR="0" lvl="0" indent="0" algn="ctr" defTabSz="1212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noProof="0">
                          <a:solidFill>
                            <a:srgbClr val="002A46"/>
                          </a:solidFill>
                          <a:latin typeface="Arial Nova Cond" panose="020B0506020202020204" pitchFamily="34" charset="0"/>
                          <a:cs typeface="Helvetica" panose="020B0604020202020204" pitchFamily="34" charset="0"/>
                        </a:rPr>
                        <a:t>2026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D0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91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Gestão da Mudança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D"/>
                    </a:solidFill>
                  </a:tcPr>
                </a:tc>
                <a:tc gridSpan="10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1pPr>
                      <a:lvl2pPr marL="685709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2pPr>
                      <a:lvl3pPr marL="1371417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3pPr>
                      <a:lvl4pPr marL="2057126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4pPr>
                      <a:lvl5pPr marL="2742834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5pPr>
                      <a:lvl6pPr marL="3428543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6pPr>
                      <a:lvl7pPr marL="4114251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7pPr>
                      <a:lvl8pPr marL="4799960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8pPr>
                      <a:lvl9pPr marL="5485668" algn="l" defTabSz="1371417" rtl="0" eaLnBrk="1" latinLnBrk="0" hangingPunct="1">
                        <a:defRPr sz="2700" kern="1200">
                          <a:solidFill>
                            <a:schemeClr val="dk1"/>
                          </a:solidFill>
                          <a:latin typeface="Arial Nova Light"/>
                        </a:defRPr>
                      </a:lvl9pPr>
                    </a:lstStyle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5980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Planejamento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A46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111739"/>
                  </a:ext>
                </a:extLst>
              </a:tr>
              <a:tr h="1937022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Entendimento da situação atual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556D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295572"/>
                  </a:ext>
                </a:extLst>
              </a:tr>
              <a:tr h="138312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Desenho do novo modelo organizacional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8AB3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006561"/>
                  </a:ext>
                </a:extLst>
              </a:tr>
              <a:tr h="312023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Planejamento da transição e implantação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FA0AE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11878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rtl="0"/>
                      <a:r>
                        <a:rPr lang="pt-BR" sz="1200" noProof="0">
                          <a:solidFill>
                            <a:schemeClr val="bg1"/>
                          </a:solidFill>
                          <a:latin typeface="Arial Nova Cond" panose="020B0506020202020204" pitchFamily="34" charset="0"/>
                        </a:rPr>
                        <a:t>Operação assistida</a:t>
                      </a:r>
                    </a:p>
                  </a:txBody>
                  <a:tcPr marL="60948" marR="60948" marT="30474" marB="30474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A6A6"/>
                    </a:solidFill>
                  </a:tcPr>
                </a:tc>
                <a:tc gridSpan="10">
                  <a:txBody>
                    <a:bodyPr/>
                    <a:lstStyle/>
                    <a:p>
                      <a:pPr rtl="0"/>
                      <a:endParaRPr lang="pt-BR" sz="1600" noProof="0"/>
                    </a:p>
                  </a:txBody>
                  <a:tcPr marL="60948" marR="60948" marT="30474" marB="30474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FE8F0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/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/>
                      <a:endParaRPr lang="pt-BR" sz="2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2" marR="91422" marT="45711" marB="45711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  <a:alpha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95161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EDCB11-763C-E210-07BB-3169D12511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304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75052D-D27A-7447-8473-BC7C732ED008}" type="slidenum"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rPr>
              <a:pPr marL="0" marR="0" lvl="0" indent="0" algn="r" defTabSz="30481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396672E-C116-8147-290A-D5E2F736C8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2405495-AFBC-A539-1AB8-120960B2C60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/>
              <a:t>Cronograma Gestão de Mudanças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02FE6519-04EA-95FA-9385-8185F948261F}"/>
              </a:ext>
            </a:extLst>
          </p:cNvPr>
          <p:cNvSpPr txBox="1"/>
          <p:nvPr/>
        </p:nvSpPr>
        <p:spPr>
          <a:xfrm>
            <a:off x="8363423" y="365158"/>
            <a:ext cx="1219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Boletim Mensal ONS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130" name="Graphic 129" descr="Clapper board outline">
            <a:extLst>
              <a:ext uri="{FF2B5EF4-FFF2-40B4-BE49-F238E27FC236}">
                <a16:creationId xmlns:a16="http://schemas.microsoft.com/office/drawing/2014/main" id="{86EED951-C93B-97AB-EB66-55EAD6CE1C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3603" y="1518499"/>
            <a:ext cx="274320" cy="274320"/>
          </a:xfrm>
          <a:prstGeom prst="rect">
            <a:avLst/>
          </a:prstGeom>
        </p:spPr>
      </p:pic>
      <p:pic>
        <p:nvPicPr>
          <p:cNvPr id="168" name="Graphic 167" descr="Newspaper outline">
            <a:extLst>
              <a:ext uri="{FF2B5EF4-FFF2-40B4-BE49-F238E27FC236}">
                <a16:creationId xmlns:a16="http://schemas.microsoft.com/office/drawing/2014/main" id="{1FC990FE-3A98-B0E5-47D4-1E7DE76999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7621" y="335720"/>
            <a:ext cx="274320" cy="274320"/>
          </a:xfrm>
          <a:prstGeom prst="rect">
            <a:avLst/>
          </a:prstGeom>
        </p:spPr>
      </p:pic>
      <p:pic>
        <p:nvPicPr>
          <p:cNvPr id="169" name="Graphic 168" descr="Clapper board outline">
            <a:extLst>
              <a:ext uri="{FF2B5EF4-FFF2-40B4-BE49-F238E27FC236}">
                <a16:creationId xmlns:a16="http://schemas.microsoft.com/office/drawing/2014/main" id="{092A3C8F-B693-FB84-321A-277131452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7621" y="592096"/>
            <a:ext cx="274320" cy="274320"/>
          </a:xfrm>
          <a:prstGeom prst="rect">
            <a:avLst/>
          </a:prstGeom>
        </p:spPr>
      </p:pic>
      <p:sp>
        <p:nvSpPr>
          <p:cNvPr id="170" name="TextBox 169">
            <a:extLst>
              <a:ext uri="{FF2B5EF4-FFF2-40B4-BE49-F238E27FC236}">
                <a16:creationId xmlns:a16="http://schemas.microsoft.com/office/drawing/2014/main" id="{CCA49E94-1723-2020-812B-5695E6256695}"/>
              </a:ext>
            </a:extLst>
          </p:cNvPr>
          <p:cNvSpPr txBox="1"/>
          <p:nvPr/>
        </p:nvSpPr>
        <p:spPr>
          <a:xfrm>
            <a:off x="8363423" y="621534"/>
            <a:ext cx="1219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Vídeo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Quinzenal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ONS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200" name="Graphic 199" descr="Users outline">
            <a:extLst>
              <a:ext uri="{FF2B5EF4-FFF2-40B4-BE49-F238E27FC236}">
                <a16:creationId xmlns:a16="http://schemas.microsoft.com/office/drawing/2014/main" id="{C243DE14-78F5-C8B6-8EBC-F58EF2F6CC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10046" y="592096"/>
            <a:ext cx="274320" cy="274320"/>
          </a:xfrm>
          <a:prstGeom prst="rect">
            <a:avLst/>
          </a:prstGeom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77420F3A-A215-D9C9-22B2-5A37B1206C34}"/>
              </a:ext>
            </a:extLst>
          </p:cNvPr>
          <p:cNvSpPr txBox="1"/>
          <p:nvPr/>
        </p:nvSpPr>
        <p:spPr>
          <a:xfrm>
            <a:off x="9731563" y="621534"/>
            <a:ext cx="139129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Encontro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Quinzenal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da Rede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cxnSp>
        <p:nvCxnSpPr>
          <p:cNvPr id="212" name="Conector reto 9">
            <a:extLst>
              <a:ext uri="{FF2B5EF4-FFF2-40B4-BE49-F238E27FC236}">
                <a16:creationId xmlns:a16="http://schemas.microsoft.com/office/drawing/2014/main" id="{846DA148-B595-5B40-39E6-1BFEE0C116AB}"/>
              </a:ext>
            </a:extLst>
          </p:cNvPr>
          <p:cNvCxnSpPr/>
          <p:nvPr/>
        </p:nvCxnSpPr>
        <p:spPr>
          <a:xfrm>
            <a:off x="10770737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ector reto 10">
            <a:extLst>
              <a:ext uri="{FF2B5EF4-FFF2-40B4-BE49-F238E27FC236}">
                <a16:creationId xmlns:a16="http://schemas.microsoft.com/office/drawing/2014/main" id="{258FD679-2108-A07F-5E7A-0C897E7AD308}"/>
              </a:ext>
            </a:extLst>
          </p:cNvPr>
          <p:cNvCxnSpPr/>
          <p:nvPr/>
        </p:nvCxnSpPr>
        <p:spPr>
          <a:xfrm>
            <a:off x="9808546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ector reto 11">
            <a:extLst>
              <a:ext uri="{FF2B5EF4-FFF2-40B4-BE49-F238E27FC236}">
                <a16:creationId xmlns:a16="http://schemas.microsoft.com/office/drawing/2014/main" id="{887BF9CD-19C4-4196-092D-29BB306D7021}"/>
              </a:ext>
            </a:extLst>
          </p:cNvPr>
          <p:cNvCxnSpPr/>
          <p:nvPr/>
        </p:nvCxnSpPr>
        <p:spPr>
          <a:xfrm>
            <a:off x="8846355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ector reto 12">
            <a:extLst>
              <a:ext uri="{FF2B5EF4-FFF2-40B4-BE49-F238E27FC236}">
                <a16:creationId xmlns:a16="http://schemas.microsoft.com/office/drawing/2014/main" id="{99C0D6AB-93B6-FFD3-7FF3-8F0B5383B3A2}"/>
              </a:ext>
            </a:extLst>
          </p:cNvPr>
          <p:cNvCxnSpPr/>
          <p:nvPr/>
        </p:nvCxnSpPr>
        <p:spPr>
          <a:xfrm>
            <a:off x="7884165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ector reto 18">
            <a:extLst>
              <a:ext uri="{FF2B5EF4-FFF2-40B4-BE49-F238E27FC236}">
                <a16:creationId xmlns:a16="http://schemas.microsoft.com/office/drawing/2014/main" id="{178E77EC-47F7-39BF-F1C0-6B4175BC2239}"/>
              </a:ext>
            </a:extLst>
          </p:cNvPr>
          <p:cNvCxnSpPr/>
          <p:nvPr/>
        </p:nvCxnSpPr>
        <p:spPr>
          <a:xfrm>
            <a:off x="6921974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ector reto 27">
            <a:extLst>
              <a:ext uri="{FF2B5EF4-FFF2-40B4-BE49-F238E27FC236}">
                <a16:creationId xmlns:a16="http://schemas.microsoft.com/office/drawing/2014/main" id="{814000C1-1D78-6FE2-4943-9C2613899ED8}"/>
              </a:ext>
            </a:extLst>
          </p:cNvPr>
          <p:cNvCxnSpPr/>
          <p:nvPr/>
        </p:nvCxnSpPr>
        <p:spPr>
          <a:xfrm>
            <a:off x="5959783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ector reto 28">
            <a:extLst>
              <a:ext uri="{FF2B5EF4-FFF2-40B4-BE49-F238E27FC236}">
                <a16:creationId xmlns:a16="http://schemas.microsoft.com/office/drawing/2014/main" id="{E5D0730C-91F7-4336-AA59-1598CB6D9104}"/>
              </a:ext>
            </a:extLst>
          </p:cNvPr>
          <p:cNvCxnSpPr/>
          <p:nvPr/>
        </p:nvCxnSpPr>
        <p:spPr>
          <a:xfrm>
            <a:off x="4997593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ector reto 31">
            <a:extLst>
              <a:ext uri="{FF2B5EF4-FFF2-40B4-BE49-F238E27FC236}">
                <a16:creationId xmlns:a16="http://schemas.microsoft.com/office/drawing/2014/main" id="{78D7BD46-2CE5-D7F3-E1F4-B5F25E745F47}"/>
              </a:ext>
            </a:extLst>
          </p:cNvPr>
          <p:cNvCxnSpPr>
            <a:cxnSpLocks/>
          </p:cNvCxnSpPr>
          <p:nvPr/>
        </p:nvCxnSpPr>
        <p:spPr>
          <a:xfrm>
            <a:off x="4035402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ector reto 33">
            <a:extLst>
              <a:ext uri="{FF2B5EF4-FFF2-40B4-BE49-F238E27FC236}">
                <a16:creationId xmlns:a16="http://schemas.microsoft.com/office/drawing/2014/main" id="{C4E60B05-EEB1-6F3E-02E4-A9E5FE5F4DDC}"/>
              </a:ext>
            </a:extLst>
          </p:cNvPr>
          <p:cNvCxnSpPr>
            <a:cxnSpLocks/>
          </p:cNvCxnSpPr>
          <p:nvPr/>
        </p:nvCxnSpPr>
        <p:spPr>
          <a:xfrm>
            <a:off x="3073211" y="1431680"/>
            <a:ext cx="0" cy="50400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Star: 5 Points 220">
            <a:extLst>
              <a:ext uri="{FF2B5EF4-FFF2-40B4-BE49-F238E27FC236}">
                <a16:creationId xmlns:a16="http://schemas.microsoft.com/office/drawing/2014/main" id="{D9FCF1A4-3A1B-EAAC-87CE-D17C701C2EBA}"/>
              </a:ext>
            </a:extLst>
          </p:cNvPr>
          <p:cNvSpPr/>
          <p:nvPr/>
        </p:nvSpPr>
        <p:spPr>
          <a:xfrm>
            <a:off x="2677457" y="1579816"/>
            <a:ext cx="274320" cy="27432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64E152AC-A73E-111D-80C5-A65825891A4B}"/>
              </a:ext>
            </a:extLst>
          </p:cNvPr>
          <p:cNvSpPr txBox="1"/>
          <p:nvPr/>
        </p:nvSpPr>
        <p:spPr>
          <a:xfrm>
            <a:off x="2964858" y="1555075"/>
            <a:ext cx="770907" cy="338554"/>
          </a:xfrm>
          <a:prstGeom prst="rect">
            <a:avLst/>
          </a:prstGeom>
          <a:solidFill>
            <a:srgbClr val="DFE8F0"/>
          </a:solidFill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Lançamento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do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Projeto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89AD482D-64D1-438C-00EB-8E7EA155AF28}"/>
              </a:ext>
            </a:extLst>
          </p:cNvPr>
          <p:cNvSpPr txBox="1"/>
          <p:nvPr/>
        </p:nvSpPr>
        <p:spPr>
          <a:xfrm>
            <a:off x="9731563" y="365158"/>
            <a:ext cx="121933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Boletim </a:t>
            </a: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Semanal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 DPL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pic>
        <p:nvPicPr>
          <p:cNvPr id="236" name="Graphic 235" descr="Newspaper outline">
            <a:extLst>
              <a:ext uri="{FF2B5EF4-FFF2-40B4-BE49-F238E27FC236}">
                <a16:creationId xmlns:a16="http://schemas.microsoft.com/office/drawing/2014/main" id="{CAE86ECA-B519-BE57-7225-5C8A963E9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10046" y="335720"/>
            <a:ext cx="274320" cy="274320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58DAB47E-5FDE-DBEA-6518-302B6C9B723F}"/>
              </a:ext>
            </a:extLst>
          </p:cNvPr>
          <p:cNvSpPr txBox="1"/>
          <p:nvPr/>
        </p:nvSpPr>
        <p:spPr>
          <a:xfrm>
            <a:off x="2978409" y="2398637"/>
            <a:ext cx="983470" cy="338554"/>
          </a:xfrm>
          <a:prstGeom prst="rect">
            <a:avLst/>
          </a:prstGeom>
          <a:solidFill>
            <a:srgbClr val="DFE8F0"/>
          </a:solidFill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Change Readiness Assessment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87" name="Star: 5 Points 86">
            <a:extLst>
              <a:ext uri="{FF2B5EF4-FFF2-40B4-BE49-F238E27FC236}">
                <a16:creationId xmlns:a16="http://schemas.microsoft.com/office/drawing/2014/main" id="{C7201F22-EB11-8E0E-CCC5-CF9CCD9783A1}"/>
              </a:ext>
            </a:extLst>
          </p:cNvPr>
          <p:cNvSpPr/>
          <p:nvPr/>
        </p:nvSpPr>
        <p:spPr>
          <a:xfrm>
            <a:off x="2868381" y="2459741"/>
            <a:ext cx="182880" cy="18288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2" name="Arrow: Pentagon 41">
            <a:extLst>
              <a:ext uri="{FF2B5EF4-FFF2-40B4-BE49-F238E27FC236}">
                <a16:creationId xmlns:a16="http://schemas.microsoft.com/office/drawing/2014/main" id="{6883D076-9B89-35C2-151F-EC7F6850E5EF}"/>
              </a:ext>
            </a:extLst>
          </p:cNvPr>
          <p:cNvSpPr/>
          <p:nvPr/>
        </p:nvSpPr>
        <p:spPr>
          <a:xfrm>
            <a:off x="2129743" y="2780645"/>
            <a:ext cx="1033058" cy="158496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Mapa de Stakeholders</a:t>
            </a:r>
          </a:p>
        </p:txBody>
      </p:sp>
      <p:sp>
        <p:nvSpPr>
          <p:cNvPr id="93" name="Arrow: Pentagon 41">
            <a:extLst>
              <a:ext uri="{FF2B5EF4-FFF2-40B4-BE49-F238E27FC236}">
                <a16:creationId xmlns:a16="http://schemas.microsoft.com/office/drawing/2014/main" id="{2D70D0E8-B84B-F1F5-357F-B503F57D4FB1}"/>
              </a:ext>
            </a:extLst>
          </p:cNvPr>
          <p:cNvSpPr/>
          <p:nvPr/>
        </p:nvSpPr>
        <p:spPr>
          <a:xfrm>
            <a:off x="2816810" y="3316703"/>
            <a:ext cx="975360" cy="158496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Relatório de Insights</a:t>
            </a:r>
          </a:p>
        </p:txBody>
      </p:sp>
      <p:sp>
        <p:nvSpPr>
          <p:cNvPr id="94" name="Arrow: Pentagon 41">
            <a:extLst>
              <a:ext uri="{FF2B5EF4-FFF2-40B4-BE49-F238E27FC236}">
                <a16:creationId xmlns:a16="http://schemas.microsoft.com/office/drawing/2014/main" id="{B6EAD3AA-9EBB-44AA-8BF9-2E8930EF83B1}"/>
              </a:ext>
            </a:extLst>
          </p:cNvPr>
          <p:cNvSpPr/>
          <p:nvPr/>
        </p:nvSpPr>
        <p:spPr>
          <a:xfrm>
            <a:off x="2816810" y="3003243"/>
            <a:ext cx="704003" cy="249358"/>
          </a:xfrm>
          <a:prstGeom prst="homePlate">
            <a:avLst>
              <a:gd name="adj" fmla="val 25330"/>
            </a:avLst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Narrativa da Mudança</a:t>
            </a:r>
          </a:p>
        </p:txBody>
      </p:sp>
      <p:sp>
        <p:nvSpPr>
          <p:cNvPr id="96" name="Arrow: Pentagon 41">
            <a:extLst>
              <a:ext uri="{FF2B5EF4-FFF2-40B4-BE49-F238E27FC236}">
                <a16:creationId xmlns:a16="http://schemas.microsoft.com/office/drawing/2014/main" id="{FE1A25C7-88D9-7A02-68BD-7FD6C2D07786}"/>
              </a:ext>
            </a:extLst>
          </p:cNvPr>
          <p:cNvSpPr/>
          <p:nvPr/>
        </p:nvSpPr>
        <p:spPr>
          <a:xfrm>
            <a:off x="2816810" y="3741432"/>
            <a:ext cx="1251375" cy="155447"/>
          </a:xfrm>
          <a:prstGeom prst="homePlate">
            <a:avLst/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Plano de Comunicação¹</a:t>
            </a:r>
          </a:p>
        </p:txBody>
      </p:sp>
      <p:sp>
        <p:nvSpPr>
          <p:cNvPr id="97" name="Arrow: Pentagon 41">
            <a:extLst>
              <a:ext uri="{FF2B5EF4-FFF2-40B4-BE49-F238E27FC236}">
                <a16:creationId xmlns:a16="http://schemas.microsoft.com/office/drawing/2014/main" id="{A5599FED-9524-FAD2-5A0C-71DAAD0B0791}"/>
              </a:ext>
            </a:extLst>
          </p:cNvPr>
          <p:cNvSpPr/>
          <p:nvPr/>
        </p:nvSpPr>
        <p:spPr>
          <a:xfrm>
            <a:off x="2816810" y="3530861"/>
            <a:ext cx="1097280" cy="155447"/>
          </a:xfrm>
          <a:prstGeom prst="homePlate">
            <a:avLst/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Identidade Visual</a:t>
            </a:r>
          </a:p>
        </p:txBody>
      </p:sp>
      <p:sp>
        <p:nvSpPr>
          <p:cNvPr id="98" name="Arrow: Pentagon 41">
            <a:extLst>
              <a:ext uri="{FF2B5EF4-FFF2-40B4-BE49-F238E27FC236}">
                <a16:creationId xmlns:a16="http://schemas.microsoft.com/office/drawing/2014/main" id="{CD262A47-EB76-5DA1-6E6E-92EFCF9E4D55}"/>
              </a:ext>
            </a:extLst>
          </p:cNvPr>
          <p:cNvSpPr/>
          <p:nvPr/>
        </p:nvSpPr>
        <p:spPr>
          <a:xfrm>
            <a:off x="3686899" y="3997651"/>
            <a:ext cx="794342" cy="182880"/>
          </a:xfrm>
          <a:prstGeom prst="homePlate">
            <a:avLst/>
          </a:prstGeom>
          <a:solidFill>
            <a:srgbClr val="33556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Kick-Off Influenciadores</a:t>
            </a:r>
          </a:p>
        </p:txBody>
      </p:sp>
      <p:pic>
        <p:nvPicPr>
          <p:cNvPr id="99" name="Gráfico 5">
            <a:extLst>
              <a:ext uri="{FF2B5EF4-FFF2-40B4-BE49-F238E27FC236}">
                <a16:creationId xmlns:a16="http://schemas.microsoft.com/office/drawing/2014/main" id="{C4A9C214-43AC-285E-4F1A-2F4668C262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03740" y="2741329"/>
            <a:ext cx="212360" cy="212360"/>
          </a:xfrm>
          <a:prstGeom prst="rect">
            <a:avLst/>
          </a:prstGeom>
        </p:spPr>
      </p:pic>
      <p:pic>
        <p:nvPicPr>
          <p:cNvPr id="100" name="Gráfico 5">
            <a:extLst>
              <a:ext uri="{FF2B5EF4-FFF2-40B4-BE49-F238E27FC236}">
                <a16:creationId xmlns:a16="http://schemas.microsoft.com/office/drawing/2014/main" id="{28A8B4C9-13F5-E6BD-AC47-E5A40CB691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65747" y="3020662"/>
            <a:ext cx="212360" cy="212360"/>
          </a:xfrm>
          <a:prstGeom prst="rect">
            <a:avLst/>
          </a:prstGeom>
        </p:spPr>
      </p:pic>
      <p:pic>
        <p:nvPicPr>
          <p:cNvPr id="101" name="Gráfico 5">
            <a:extLst>
              <a:ext uri="{FF2B5EF4-FFF2-40B4-BE49-F238E27FC236}">
                <a16:creationId xmlns:a16="http://schemas.microsoft.com/office/drawing/2014/main" id="{3EDF7ECE-3638-3778-B478-978C51D6DD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13738" y="3289148"/>
            <a:ext cx="212360" cy="212360"/>
          </a:xfrm>
          <a:prstGeom prst="rect">
            <a:avLst/>
          </a:prstGeom>
        </p:spPr>
      </p:pic>
      <p:pic>
        <p:nvPicPr>
          <p:cNvPr id="103" name="Gráfico 5">
            <a:extLst>
              <a:ext uri="{FF2B5EF4-FFF2-40B4-BE49-F238E27FC236}">
                <a16:creationId xmlns:a16="http://schemas.microsoft.com/office/drawing/2014/main" id="{1A37E4F5-1CC4-FFD5-69BB-411A11A06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40202" y="3488710"/>
            <a:ext cx="212360" cy="212360"/>
          </a:xfrm>
          <a:prstGeom prst="rect">
            <a:avLst/>
          </a:prstGeom>
        </p:spPr>
      </p:pic>
      <p:pic>
        <p:nvPicPr>
          <p:cNvPr id="104" name="Gráfico 5">
            <a:extLst>
              <a:ext uri="{FF2B5EF4-FFF2-40B4-BE49-F238E27FC236}">
                <a16:creationId xmlns:a16="http://schemas.microsoft.com/office/drawing/2014/main" id="{285E2DF6-0CA3-8B1F-9AAD-5A184930FB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01757" y="3977291"/>
            <a:ext cx="212360" cy="212360"/>
          </a:xfrm>
          <a:prstGeom prst="rect">
            <a:avLst/>
          </a:prstGeom>
        </p:spPr>
      </p:pic>
      <p:sp>
        <p:nvSpPr>
          <p:cNvPr id="105" name="Arrow: Pentagon 41">
            <a:extLst>
              <a:ext uri="{FF2B5EF4-FFF2-40B4-BE49-F238E27FC236}">
                <a16:creationId xmlns:a16="http://schemas.microsoft.com/office/drawing/2014/main" id="{292327C9-B42B-67D8-CA4D-E601239623E1}"/>
              </a:ext>
            </a:extLst>
          </p:cNvPr>
          <p:cNvSpPr/>
          <p:nvPr/>
        </p:nvSpPr>
        <p:spPr>
          <a:xfrm>
            <a:off x="2129743" y="2046657"/>
            <a:ext cx="460615" cy="192000"/>
          </a:xfrm>
          <a:prstGeom prst="homePlate">
            <a:avLst>
              <a:gd name="adj" fmla="val 25330"/>
            </a:avLst>
          </a:prstGeom>
          <a:solidFill>
            <a:srgbClr val="002A4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6095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Plan. e Organização</a:t>
            </a:r>
            <a:endParaRPr kumimoji="0" lang="pt-BR" sz="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anose="020B0604020202020204" pitchFamily="34" charset="0"/>
              <a:ea typeface="+mn-ea"/>
              <a:cs typeface="Helvetica" panose="020B0604020202020204" pitchFamily="34" charset="0"/>
            </a:endParaRPr>
          </a:p>
        </p:txBody>
      </p:sp>
      <p:pic>
        <p:nvPicPr>
          <p:cNvPr id="106" name="Gráfico 5">
            <a:extLst>
              <a:ext uri="{FF2B5EF4-FFF2-40B4-BE49-F238E27FC236}">
                <a16:creationId xmlns:a16="http://schemas.microsoft.com/office/drawing/2014/main" id="{F9D73FA4-9A6E-AD46-3775-425ECE11CD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32437" y="2033136"/>
            <a:ext cx="212360" cy="212360"/>
          </a:xfrm>
          <a:prstGeom prst="rect">
            <a:avLst/>
          </a:prstGeom>
        </p:spPr>
      </p:pic>
      <p:sp>
        <p:nvSpPr>
          <p:cNvPr id="107" name="Arrow: Pentagon 41">
            <a:extLst>
              <a:ext uri="{FF2B5EF4-FFF2-40B4-BE49-F238E27FC236}">
                <a16:creationId xmlns:a16="http://schemas.microsoft.com/office/drawing/2014/main" id="{AFAF0104-3CA2-9E21-245D-A57B2AB30AD7}"/>
              </a:ext>
            </a:extLst>
          </p:cNvPr>
          <p:cNvSpPr/>
          <p:nvPr/>
        </p:nvSpPr>
        <p:spPr>
          <a:xfrm>
            <a:off x="4783579" y="4298602"/>
            <a:ext cx="914400" cy="192218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Estratégia de Impactos</a:t>
            </a:r>
          </a:p>
        </p:txBody>
      </p:sp>
      <p:sp>
        <p:nvSpPr>
          <p:cNvPr id="114" name="Arrow: Pentagon 113">
            <a:extLst>
              <a:ext uri="{FF2B5EF4-FFF2-40B4-BE49-F238E27FC236}">
                <a16:creationId xmlns:a16="http://schemas.microsoft.com/office/drawing/2014/main" id="{618C0EB5-E9B5-0DB0-DBC0-7EACFB113474}"/>
              </a:ext>
            </a:extLst>
          </p:cNvPr>
          <p:cNvSpPr/>
          <p:nvPr/>
        </p:nvSpPr>
        <p:spPr>
          <a:xfrm>
            <a:off x="7877327" y="5743662"/>
            <a:ext cx="1920240" cy="158496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Execução do Treinamento</a:t>
            </a:r>
          </a:p>
        </p:txBody>
      </p:sp>
      <p:sp>
        <p:nvSpPr>
          <p:cNvPr id="115" name="Arrow: Pentagon 114">
            <a:extLst>
              <a:ext uri="{FF2B5EF4-FFF2-40B4-BE49-F238E27FC236}">
                <a16:creationId xmlns:a16="http://schemas.microsoft.com/office/drawing/2014/main" id="{0FA17835-A8C5-E259-8B78-58491B74E1AA}"/>
              </a:ext>
            </a:extLst>
          </p:cNvPr>
          <p:cNvSpPr/>
          <p:nvPr/>
        </p:nvSpPr>
        <p:spPr>
          <a:xfrm>
            <a:off x="9802592" y="6104332"/>
            <a:ext cx="1005840" cy="158496"/>
          </a:xfrm>
          <a:prstGeom prst="homePlate">
            <a:avLst>
              <a:gd name="adj" fmla="val 25330"/>
            </a:avLst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Plano de Adoção</a:t>
            </a:r>
          </a:p>
        </p:txBody>
      </p:sp>
      <p:sp>
        <p:nvSpPr>
          <p:cNvPr id="116" name="Arrow: Pentagon 115">
            <a:extLst>
              <a:ext uri="{FF2B5EF4-FFF2-40B4-BE49-F238E27FC236}">
                <a16:creationId xmlns:a16="http://schemas.microsoft.com/office/drawing/2014/main" id="{4C983262-2C15-3553-BF99-5E9B5CE0ACA2}"/>
              </a:ext>
            </a:extLst>
          </p:cNvPr>
          <p:cNvSpPr/>
          <p:nvPr/>
        </p:nvSpPr>
        <p:spPr>
          <a:xfrm>
            <a:off x="10767562" y="6303397"/>
            <a:ext cx="968138" cy="155447"/>
          </a:xfrm>
          <a:prstGeom prst="homePlate">
            <a:avLst>
              <a:gd name="adj" fmla="val 25330"/>
            </a:avLst>
          </a:prstGeom>
          <a:solidFill>
            <a:srgbClr val="A6A6A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Pacote de Cutover</a:t>
            </a:r>
          </a:p>
        </p:txBody>
      </p:sp>
      <p:pic>
        <p:nvPicPr>
          <p:cNvPr id="186" name="Graphic 185" descr="Users outline">
            <a:extLst>
              <a:ext uri="{FF2B5EF4-FFF2-40B4-BE49-F238E27FC236}">
                <a16:creationId xmlns:a16="http://schemas.microsoft.com/office/drawing/2014/main" id="{5C1F85C5-4345-DBC5-A1CC-171CE39DE2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15710" y="3933037"/>
            <a:ext cx="274320" cy="274320"/>
          </a:xfrm>
          <a:prstGeom prst="rect">
            <a:avLst/>
          </a:prstGeom>
        </p:spPr>
      </p:pic>
      <p:pic>
        <p:nvPicPr>
          <p:cNvPr id="187" name="Graphic 186" descr="Users outline">
            <a:extLst>
              <a:ext uri="{FF2B5EF4-FFF2-40B4-BE49-F238E27FC236}">
                <a16:creationId xmlns:a16="http://schemas.microsoft.com/office/drawing/2014/main" id="{5AB1BF08-C529-AC25-A8FD-85CB29AAC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82513" y="3933037"/>
            <a:ext cx="274320" cy="274320"/>
          </a:xfrm>
          <a:prstGeom prst="rect">
            <a:avLst/>
          </a:prstGeom>
        </p:spPr>
      </p:pic>
      <p:pic>
        <p:nvPicPr>
          <p:cNvPr id="188" name="Graphic 187" descr="Users outline">
            <a:extLst>
              <a:ext uri="{FF2B5EF4-FFF2-40B4-BE49-F238E27FC236}">
                <a16:creationId xmlns:a16="http://schemas.microsoft.com/office/drawing/2014/main" id="{07C62142-DD4C-3138-6BAB-0081F9B9F1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69254" y="3933037"/>
            <a:ext cx="274320" cy="274320"/>
          </a:xfrm>
          <a:prstGeom prst="rect">
            <a:avLst/>
          </a:prstGeom>
        </p:spPr>
      </p:pic>
      <p:pic>
        <p:nvPicPr>
          <p:cNvPr id="189" name="Graphic 188" descr="Users outline">
            <a:extLst>
              <a:ext uri="{FF2B5EF4-FFF2-40B4-BE49-F238E27FC236}">
                <a16:creationId xmlns:a16="http://schemas.microsoft.com/office/drawing/2014/main" id="{6055315D-CA8F-9569-42AD-450BADA123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6057" y="3933037"/>
            <a:ext cx="274320" cy="274320"/>
          </a:xfrm>
          <a:prstGeom prst="rect">
            <a:avLst/>
          </a:prstGeom>
        </p:spPr>
      </p:pic>
      <p:pic>
        <p:nvPicPr>
          <p:cNvPr id="190" name="Graphic 189" descr="Users outline">
            <a:extLst>
              <a:ext uri="{FF2B5EF4-FFF2-40B4-BE49-F238E27FC236}">
                <a16:creationId xmlns:a16="http://schemas.microsoft.com/office/drawing/2014/main" id="{8F8A6623-FEC9-B482-96FD-5D0ACDF542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1443" y="3933037"/>
            <a:ext cx="274320" cy="274320"/>
          </a:xfrm>
          <a:prstGeom prst="rect">
            <a:avLst/>
          </a:prstGeom>
        </p:spPr>
      </p:pic>
      <p:pic>
        <p:nvPicPr>
          <p:cNvPr id="191" name="Graphic 190" descr="Users outline">
            <a:extLst>
              <a:ext uri="{FF2B5EF4-FFF2-40B4-BE49-F238E27FC236}">
                <a16:creationId xmlns:a16="http://schemas.microsoft.com/office/drawing/2014/main" id="{D28D42CE-73E9-D7A6-785F-B88C80F3E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98246" y="3933037"/>
            <a:ext cx="274320" cy="274320"/>
          </a:xfrm>
          <a:prstGeom prst="rect">
            <a:avLst/>
          </a:prstGeom>
        </p:spPr>
      </p:pic>
      <p:pic>
        <p:nvPicPr>
          <p:cNvPr id="192" name="Graphic 191" descr="Users outline">
            <a:extLst>
              <a:ext uri="{FF2B5EF4-FFF2-40B4-BE49-F238E27FC236}">
                <a16:creationId xmlns:a16="http://schemas.microsoft.com/office/drawing/2014/main" id="{A7B8657F-740C-AF5D-A797-45519B0AC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84539" y="3933037"/>
            <a:ext cx="274320" cy="274320"/>
          </a:xfrm>
          <a:prstGeom prst="rect">
            <a:avLst/>
          </a:prstGeom>
        </p:spPr>
      </p:pic>
      <p:pic>
        <p:nvPicPr>
          <p:cNvPr id="193" name="Graphic 192" descr="Users outline">
            <a:extLst>
              <a:ext uri="{FF2B5EF4-FFF2-40B4-BE49-F238E27FC236}">
                <a16:creationId xmlns:a16="http://schemas.microsoft.com/office/drawing/2014/main" id="{F6223C61-89DF-9B7F-86AF-D94F68BA02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51342" y="3933037"/>
            <a:ext cx="274320" cy="274320"/>
          </a:xfrm>
          <a:prstGeom prst="rect">
            <a:avLst/>
          </a:prstGeom>
        </p:spPr>
      </p:pic>
      <p:pic>
        <p:nvPicPr>
          <p:cNvPr id="194" name="Graphic 193" descr="Users outline">
            <a:extLst>
              <a:ext uri="{FF2B5EF4-FFF2-40B4-BE49-F238E27FC236}">
                <a16:creationId xmlns:a16="http://schemas.microsoft.com/office/drawing/2014/main" id="{1CDC061E-6A24-2F11-474F-49380A8C65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73092" y="3933037"/>
            <a:ext cx="274320" cy="274320"/>
          </a:xfrm>
          <a:prstGeom prst="rect">
            <a:avLst/>
          </a:prstGeom>
        </p:spPr>
      </p:pic>
      <p:pic>
        <p:nvPicPr>
          <p:cNvPr id="195" name="Graphic 194" descr="Users outline">
            <a:extLst>
              <a:ext uri="{FF2B5EF4-FFF2-40B4-BE49-F238E27FC236}">
                <a16:creationId xmlns:a16="http://schemas.microsoft.com/office/drawing/2014/main" id="{55AF1F49-2A84-B320-4451-C6954B9BAE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39895" y="3933037"/>
            <a:ext cx="274320" cy="274320"/>
          </a:xfrm>
          <a:prstGeom prst="rect">
            <a:avLst/>
          </a:prstGeom>
        </p:spPr>
      </p:pic>
      <p:pic>
        <p:nvPicPr>
          <p:cNvPr id="196" name="Graphic 195" descr="Users outline">
            <a:extLst>
              <a:ext uri="{FF2B5EF4-FFF2-40B4-BE49-F238E27FC236}">
                <a16:creationId xmlns:a16="http://schemas.microsoft.com/office/drawing/2014/main" id="{CC470B05-36A0-8AFC-2C92-2105DE2590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8359" y="3933037"/>
            <a:ext cx="274320" cy="274320"/>
          </a:xfrm>
          <a:prstGeom prst="rect">
            <a:avLst/>
          </a:prstGeom>
        </p:spPr>
      </p:pic>
      <p:pic>
        <p:nvPicPr>
          <p:cNvPr id="197" name="Graphic 196" descr="Users outline">
            <a:extLst>
              <a:ext uri="{FF2B5EF4-FFF2-40B4-BE49-F238E27FC236}">
                <a16:creationId xmlns:a16="http://schemas.microsoft.com/office/drawing/2014/main" id="{6DB99F0C-ED89-8C4A-86FA-CDE9AE84B6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75162" y="3933037"/>
            <a:ext cx="274320" cy="274320"/>
          </a:xfrm>
          <a:prstGeom prst="rect">
            <a:avLst/>
          </a:prstGeom>
        </p:spPr>
      </p:pic>
      <p:pic>
        <p:nvPicPr>
          <p:cNvPr id="198" name="Graphic 197" descr="Users outline">
            <a:extLst>
              <a:ext uri="{FF2B5EF4-FFF2-40B4-BE49-F238E27FC236}">
                <a16:creationId xmlns:a16="http://schemas.microsoft.com/office/drawing/2014/main" id="{19C4B2DD-2AAB-3A0E-DDC7-A8B6478C96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80766" y="3933037"/>
            <a:ext cx="274320" cy="274320"/>
          </a:xfrm>
          <a:prstGeom prst="rect">
            <a:avLst/>
          </a:prstGeom>
        </p:spPr>
      </p:pic>
      <p:pic>
        <p:nvPicPr>
          <p:cNvPr id="199" name="Graphic 198" descr="Users outline">
            <a:extLst>
              <a:ext uri="{FF2B5EF4-FFF2-40B4-BE49-F238E27FC236}">
                <a16:creationId xmlns:a16="http://schemas.microsoft.com/office/drawing/2014/main" id="{FF88650F-1BAC-6E06-DAEA-8AF5903A6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347569" y="3933037"/>
            <a:ext cx="274320" cy="274320"/>
          </a:xfrm>
          <a:prstGeom prst="rect">
            <a:avLst/>
          </a:prstGeom>
        </p:spPr>
      </p:pic>
      <p:sp>
        <p:nvSpPr>
          <p:cNvPr id="90" name="TextBox 89">
            <a:extLst>
              <a:ext uri="{FF2B5EF4-FFF2-40B4-BE49-F238E27FC236}">
                <a16:creationId xmlns:a16="http://schemas.microsoft.com/office/drawing/2014/main" id="{D2A5DFBE-6E0F-6634-FDF2-E1C9F2BB283F}"/>
              </a:ext>
            </a:extLst>
          </p:cNvPr>
          <p:cNvSpPr txBox="1"/>
          <p:nvPr/>
        </p:nvSpPr>
        <p:spPr>
          <a:xfrm>
            <a:off x="10808432" y="5859313"/>
            <a:ext cx="9834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Change Readiness Assessment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91" name="Star: 5 Points 90">
            <a:extLst>
              <a:ext uri="{FF2B5EF4-FFF2-40B4-BE49-F238E27FC236}">
                <a16:creationId xmlns:a16="http://schemas.microsoft.com/office/drawing/2014/main" id="{A1A0F1D5-9D87-8AF7-C14F-D1C6140A0B17}"/>
              </a:ext>
            </a:extLst>
          </p:cNvPr>
          <p:cNvSpPr/>
          <p:nvPr/>
        </p:nvSpPr>
        <p:spPr>
          <a:xfrm>
            <a:off x="10697571" y="5886100"/>
            <a:ext cx="182880" cy="18288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3" name="Gráfico 5">
            <a:extLst>
              <a:ext uri="{FF2B5EF4-FFF2-40B4-BE49-F238E27FC236}">
                <a16:creationId xmlns:a16="http://schemas.microsoft.com/office/drawing/2014/main" id="{F8E193D3-E743-8BC2-99F5-F17CBA2A61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39645" y="4287160"/>
            <a:ext cx="212360" cy="212360"/>
          </a:xfrm>
          <a:prstGeom prst="rect">
            <a:avLst/>
          </a:prstGeom>
        </p:spPr>
      </p:pic>
      <p:sp>
        <p:nvSpPr>
          <p:cNvPr id="229" name="Rectangle 228">
            <a:extLst>
              <a:ext uri="{FF2B5EF4-FFF2-40B4-BE49-F238E27FC236}">
                <a16:creationId xmlns:a16="http://schemas.microsoft.com/office/drawing/2014/main" id="{E213E4E6-3B15-5ECB-AD6B-3F6FCEA45BBD}"/>
              </a:ext>
            </a:extLst>
          </p:cNvPr>
          <p:cNvSpPr/>
          <p:nvPr/>
        </p:nvSpPr>
        <p:spPr>
          <a:xfrm>
            <a:off x="4985847" y="2056667"/>
            <a:ext cx="1662455" cy="473435"/>
          </a:xfrm>
          <a:prstGeom prst="rect">
            <a:avLst/>
          </a:prstGeom>
          <a:solidFill>
            <a:srgbClr val="DFE8F0"/>
          </a:solidFill>
          <a:ln w="127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Página do Projeto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Tela Entrada ONS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Fundo de Tela Notebook</a:t>
            </a:r>
          </a:p>
        </p:txBody>
      </p:sp>
      <p:pic>
        <p:nvPicPr>
          <p:cNvPr id="132" name="Graphic 131" descr="Newspaper outline">
            <a:extLst>
              <a:ext uri="{FF2B5EF4-FFF2-40B4-BE49-F238E27FC236}">
                <a16:creationId xmlns:a16="http://schemas.microsoft.com/office/drawing/2014/main" id="{6394252C-7BC2-7EA3-00F2-05768C36C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51834" y="1518499"/>
            <a:ext cx="274320" cy="274320"/>
          </a:xfrm>
          <a:prstGeom prst="rect">
            <a:avLst/>
          </a:prstGeom>
        </p:spPr>
      </p:pic>
      <p:pic>
        <p:nvPicPr>
          <p:cNvPr id="133" name="Graphic 132" descr="Newspaper outline">
            <a:extLst>
              <a:ext uri="{FF2B5EF4-FFF2-40B4-BE49-F238E27FC236}">
                <a16:creationId xmlns:a16="http://schemas.microsoft.com/office/drawing/2014/main" id="{5583FC4D-2103-49F6-8407-7C280213E0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09190" y="1518499"/>
            <a:ext cx="274320" cy="274320"/>
          </a:xfrm>
          <a:prstGeom prst="rect">
            <a:avLst/>
          </a:prstGeom>
        </p:spPr>
      </p:pic>
      <p:pic>
        <p:nvPicPr>
          <p:cNvPr id="148" name="Graphic 147" descr="Clapper board outline">
            <a:extLst>
              <a:ext uri="{FF2B5EF4-FFF2-40B4-BE49-F238E27FC236}">
                <a16:creationId xmlns:a16="http://schemas.microsoft.com/office/drawing/2014/main" id="{6583D451-478E-FD83-728E-45EEC32DBB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59503" y="1518499"/>
            <a:ext cx="274320" cy="274320"/>
          </a:xfrm>
          <a:prstGeom prst="rect">
            <a:avLst/>
          </a:prstGeom>
        </p:spPr>
      </p:pic>
      <p:pic>
        <p:nvPicPr>
          <p:cNvPr id="149" name="Graphic 148" descr="Clapper board outline">
            <a:extLst>
              <a:ext uri="{FF2B5EF4-FFF2-40B4-BE49-F238E27FC236}">
                <a16:creationId xmlns:a16="http://schemas.microsoft.com/office/drawing/2014/main" id="{7E8BFA31-4999-CB2F-8C32-617FCF259E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8251" y="1518499"/>
            <a:ext cx="274320" cy="274320"/>
          </a:xfrm>
          <a:prstGeom prst="rect">
            <a:avLst/>
          </a:prstGeom>
        </p:spPr>
      </p:pic>
      <p:pic>
        <p:nvPicPr>
          <p:cNvPr id="150" name="Graphic 149" descr="Newspaper outline">
            <a:extLst>
              <a:ext uri="{FF2B5EF4-FFF2-40B4-BE49-F238E27FC236}">
                <a16:creationId xmlns:a16="http://schemas.microsoft.com/office/drawing/2014/main" id="{3117914B-A449-2F4F-172E-96A5F4D873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7866" y="1518499"/>
            <a:ext cx="274320" cy="274320"/>
          </a:xfrm>
          <a:prstGeom prst="rect">
            <a:avLst/>
          </a:prstGeom>
        </p:spPr>
      </p:pic>
      <p:pic>
        <p:nvPicPr>
          <p:cNvPr id="152" name="Graphic 151" descr="Clapper board outline">
            <a:extLst>
              <a:ext uri="{FF2B5EF4-FFF2-40B4-BE49-F238E27FC236}">
                <a16:creationId xmlns:a16="http://schemas.microsoft.com/office/drawing/2014/main" id="{E57D04FB-2D2B-3A95-EFDD-B3862A436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6927" y="1518499"/>
            <a:ext cx="274320" cy="274320"/>
          </a:xfrm>
          <a:prstGeom prst="rect">
            <a:avLst/>
          </a:prstGeom>
        </p:spPr>
      </p:pic>
      <p:pic>
        <p:nvPicPr>
          <p:cNvPr id="153" name="Graphic 152" descr="Newspaper outline">
            <a:extLst>
              <a:ext uri="{FF2B5EF4-FFF2-40B4-BE49-F238E27FC236}">
                <a16:creationId xmlns:a16="http://schemas.microsoft.com/office/drawing/2014/main" id="{8ED7B45C-8F3F-DE93-F675-48B791EDFA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0055" y="1518499"/>
            <a:ext cx="274320" cy="274320"/>
          </a:xfrm>
          <a:prstGeom prst="rect">
            <a:avLst/>
          </a:prstGeom>
        </p:spPr>
      </p:pic>
      <p:pic>
        <p:nvPicPr>
          <p:cNvPr id="154" name="Graphic 153" descr="Clapper board outline">
            <a:extLst>
              <a:ext uri="{FF2B5EF4-FFF2-40B4-BE49-F238E27FC236}">
                <a16:creationId xmlns:a16="http://schemas.microsoft.com/office/drawing/2014/main" id="{F6705A6D-E579-AC92-AB59-CED23A50B1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40368" y="1518499"/>
            <a:ext cx="274320" cy="274320"/>
          </a:xfrm>
          <a:prstGeom prst="rect">
            <a:avLst/>
          </a:prstGeom>
        </p:spPr>
      </p:pic>
      <p:pic>
        <p:nvPicPr>
          <p:cNvPr id="155" name="Graphic 154" descr="Clapper board outline">
            <a:extLst>
              <a:ext uri="{FF2B5EF4-FFF2-40B4-BE49-F238E27FC236}">
                <a16:creationId xmlns:a16="http://schemas.microsoft.com/office/drawing/2014/main" id="{C27EE448-48FD-3395-F50C-3D0DC590FA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9116" y="1518499"/>
            <a:ext cx="274320" cy="274320"/>
          </a:xfrm>
          <a:prstGeom prst="rect">
            <a:avLst/>
          </a:prstGeom>
        </p:spPr>
      </p:pic>
      <p:pic>
        <p:nvPicPr>
          <p:cNvPr id="156" name="Graphic 155" descr="Newspaper outline">
            <a:extLst>
              <a:ext uri="{FF2B5EF4-FFF2-40B4-BE49-F238E27FC236}">
                <a16:creationId xmlns:a16="http://schemas.microsoft.com/office/drawing/2014/main" id="{4D735C73-C5A6-DCD7-F9DE-DF64724AB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566" y="1518499"/>
            <a:ext cx="274320" cy="274320"/>
          </a:xfrm>
          <a:prstGeom prst="rect">
            <a:avLst/>
          </a:prstGeom>
        </p:spPr>
      </p:pic>
      <p:pic>
        <p:nvPicPr>
          <p:cNvPr id="157" name="Graphic 156" descr="Clapper board outline">
            <a:extLst>
              <a:ext uri="{FF2B5EF4-FFF2-40B4-BE49-F238E27FC236}">
                <a16:creationId xmlns:a16="http://schemas.microsoft.com/office/drawing/2014/main" id="{A438E901-5FD7-0A73-BED0-CB782EB239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87879" y="1518499"/>
            <a:ext cx="274320" cy="274320"/>
          </a:xfrm>
          <a:prstGeom prst="rect">
            <a:avLst/>
          </a:prstGeom>
        </p:spPr>
      </p:pic>
      <p:pic>
        <p:nvPicPr>
          <p:cNvPr id="158" name="Graphic 157" descr="Clapper board outline">
            <a:extLst>
              <a:ext uri="{FF2B5EF4-FFF2-40B4-BE49-F238E27FC236}">
                <a16:creationId xmlns:a16="http://schemas.microsoft.com/office/drawing/2014/main" id="{407D5EB7-0B1C-A020-B0FF-8719BE3D7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76627" y="1518499"/>
            <a:ext cx="274320" cy="274320"/>
          </a:xfrm>
          <a:prstGeom prst="rect">
            <a:avLst/>
          </a:prstGeom>
        </p:spPr>
      </p:pic>
      <p:pic>
        <p:nvPicPr>
          <p:cNvPr id="159" name="Graphic 158" descr="Newspaper outline">
            <a:extLst>
              <a:ext uri="{FF2B5EF4-FFF2-40B4-BE49-F238E27FC236}">
                <a16:creationId xmlns:a16="http://schemas.microsoft.com/office/drawing/2014/main" id="{30FE5368-0208-E5FD-95BB-7E316D4849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6985" y="1518499"/>
            <a:ext cx="274320" cy="274320"/>
          </a:xfrm>
          <a:prstGeom prst="rect">
            <a:avLst/>
          </a:prstGeom>
        </p:spPr>
      </p:pic>
      <p:pic>
        <p:nvPicPr>
          <p:cNvPr id="160" name="Graphic 159" descr="Clapper board outline">
            <a:extLst>
              <a:ext uri="{FF2B5EF4-FFF2-40B4-BE49-F238E27FC236}">
                <a16:creationId xmlns:a16="http://schemas.microsoft.com/office/drawing/2014/main" id="{5C57CEE4-F2E6-6F76-4301-04C95816C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77298" y="1518499"/>
            <a:ext cx="274320" cy="274320"/>
          </a:xfrm>
          <a:prstGeom prst="rect">
            <a:avLst/>
          </a:prstGeom>
        </p:spPr>
      </p:pic>
      <p:pic>
        <p:nvPicPr>
          <p:cNvPr id="161" name="Graphic 160" descr="Clapper board outline">
            <a:extLst>
              <a:ext uri="{FF2B5EF4-FFF2-40B4-BE49-F238E27FC236}">
                <a16:creationId xmlns:a16="http://schemas.microsoft.com/office/drawing/2014/main" id="{792F379F-72AE-B6C2-AE81-E7978F601F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66046" y="1518499"/>
            <a:ext cx="274320" cy="274320"/>
          </a:xfrm>
          <a:prstGeom prst="rect">
            <a:avLst/>
          </a:prstGeom>
        </p:spPr>
      </p:pic>
      <p:pic>
        <p:nvPicPr>
          <p:cNvPr id="162" name="Graphic 161" descr="Newspaper outline">
            <a:extLst>
              <a:ext uri="{FF2B5EF4-FFF2-40B4-BE49-F238E27FC236}">
                <a16:creationId xmlns:a16="http://schemas.microsoft.com/office/drawing/2014/main" id="{04ACBAE4-E7BD-5E34-5686-DAC8D60B46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78196" y="1518499"/>
            <a:ext cx="274320" cy="274320"/>
          </a:xfrm>
          <a:prstGeom prst="rect">
            <a:avLst/>
          </a:prstGeom>
        </p:spPr>
      </p:pic>
      <p:pic>
        <p:nvPicPr>
          <p:cNvPr id="163" name="Graphic 162" descr="Clapper board outline">
            <a:extLst>
              <a:ext uri="{FF2B5EF4-FFF2-40B4-BE49-F238E27FC236}">
                <a16:creationId xmlns:a16="http://schemas.microsoft.com/office/drawing/2014/main" id="{7D63D923-9891-3062-D592-37987921FE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8509" y="1518499"/>
            <a:ext cx="274320" cy="274320"/>
          </a:xfrm>
          <a:prstGeom prst="rect">
            <a:avLst/>
          </a:prstGeom>
        </p:spPr>
      </p:pic>
      <p:pic>
        <p:nvPicPr>
          <p:cNvPr id="164" name="Graphic 163" descr="Clapper board outline">
            <a:extLst>
              <a:ext uri="{FF2B5EF4-FFF2-40B4-BE49-F238E27FC236}">
                <a16:creationId xmlns:a16="http://schemas.microsoft.com/office/drawing/2014/main" id="{57E3B280-09AE-902D-30FF-9ED6712061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7257" y="1518499"/>
            <a:ext cx="274320" cy="274320"/>
          </a:xfrm>
          <a:prstGeom prst="rect">
            <a:avLst/>
          </a:prstGeom>
        </p:spPr>
      </p:pic>
      <p:pic>
        <p:nvPicPr>
          <p:cNvPr id="165" name="Graphic 164" descr="Newspaper outline">
            <a:extLst>
              <a:ext uri="{FF2B5EF4-FFF2-40B4-BE49-F238E27FC236}">
                <a16:creationId xmlns:a16="http://schemas.microsoft.com/office/drawing/2014/main" id="{B61DFF23-CC25-8E1A-1247-0DC7DCDEB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9407" y="1518499"/>
            <a:ext cx="274320" cy="274320"/>
          </a:xfrm>
          <a:prstGeom prst="rect">
            <a:avLst/>
          </a:prstGeom>
        </p:spPr>
      </p:pic>
      <p:pic>
        <p:nvPicPr>
          <p:cNvPr id="166" name="Graphic 165" descr="Clapper board outline">
            <a:extLst>
              <a:ext uri="{FF2B5EF4-FFF2-40B4-BE49-F238E27FC236}">
                <a16:creationId xmlns:a16="http://schemas.microsoft.com/office/drawing/2014/main" id="{DBDFE0D6-CABC-EDFD-0DC1-21D973750D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79720" y="1518499"/>
            <a:ext cx="274320" cy="274320"/>
          </a:xfrm>
          <a:prstGeom prst="rect">
            <a:avLst/>
          </a:prstGeom>
        </p:spPr>
      </p:pic>
      <p:pic>
        <p:nvPicPr>
          <p:cNvPr id="167" name="Graphic 166" descr="Clapper board outline">
            <a:extLst>
              <a:ext uri="{FF2B5EF4-FFF2-40B4-BE49-F238E27FC236}">
                <a16:creationId xmlns:a16="http://schemas.microsoft.com/office/drawing/2014/main" id="{20F4E0F6-519C-5C3E-8FD3-E3260F8D9C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68468" y="1518499"/>
            <a:ext cx="274320" cy="274320"/>
          </a:xfrm>
          <a:prstGeom prst="rect">
            <a:avLst/>
          </a:prstGeom>
        </p:spPr>
      </p:pic>
      <p:sp>
        <p:nvSpPr>
          <p:cNvPr id="128" name="Arrow: Pentagon 41">
            <a:extLst>
              <a:ext uri="{FF2B5EF4-FFF2-40B4-BE49-F238E27FC236}">
                <a16:creationId xmlns:a16="http://schemas.microsoft.com/office/drawing/2014/main" id="{7A322BE0-4246-D9A5-BD14-1717200C3275}"/>
              </a:ext>
            </a:extLst>
          </p:cNvPr>
          <p:cNvSpPr/>
          <p:nvPr/>
        </p:nvSpPr>
        <p:spPr>
          <a:xfrm>
            <a:off x="4058559" y="3741432"/>
            <a:ext cx="7680960" cy="155447"/>
          </a:xfrm>
          <a:prstGeom prst="chevron">
            <a:avLst/>
          </a:prstGeom>
          <a:solidFill>
            <a:srgbClr val="4D4D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Execução do Plano de Comunicação</a:t>
            </a:r>
          </a:p>
        </p:txBody>
      </p:sp>
      <p:pic>
        <p:nvPicPr>
          <p:cNvPr id="151" name="Graphic 150" descr="Clapper board outline">
            <a:extLst>
              <a:ext uri="{FF2B5EF4-FFF2-40B4-BE49-F238E27FC236}">
                <a16:creationId xmlns:a16="http://schemas.microsoft.com/office/drawing/2014/main" id="{EA788573-DE9C-6806-96E4-116F26B3C3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8179" y="1518499"/>
            <a:ext cx="274320" cy="274320"/>
          </a:xfrm>
          <a:prstGeom prst="rect">
            <a:avLst/>
          </a:prstGeom>
        </p:spPr>
      </p:pic>
      <p:sp>
        <p:nvSpPr>
          <p:cNvPr id="237" name="Arrow: Pentagon 41">
            <a:extLst>
              <a:ext uri="{FF2B5EF4-FFF2-40B4-BE49-F238E27FC236}">
                <a16:creationId xmlns:a16="http://schemas.microsoft.com/office/drawing/2014/main" id="{21463DD6-008D-E3A7-F69C-5B431E0A0665}"/>
              </a:ext>
            </a:extLst>
          </p:cNvPr>
          <p:cNvSpPr/>
          <p:nvPr/>
        </p:nvSpPr>
        <p:spPr>
          <a:xfrm>
            <a:off x="4990127" y="1841361"/>
            <a:ext cx="1554480" cy="182880"/>
          </a:xfrm>
          <a:prstGeom prst="homePlate">
            <a:avLst/>
          </a:prstGeom>
          <a:solidFill>
            <a:srgbClr val="4D4D4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Página + Comunicação Visual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5DEDB37-246C-47CD-F888-379565118F3E}"/>
              </a:ext>
            </a:extLst>
          </p:cNvPr>
          <p:cNvSpPr txBox="1"/>
          <p:nvPr/>
        </p:nvSpPr>
        <p:spPr>
          <a:xfrm>
            <a:off x="7540196" y="4310675"/>
            <a:ext cx="1219338" cy="338554"/>
          </a:xfrm>
          <a:prstGeom prst="rect">
            <a:avLst/>
          </a:prstGeom>
          <a:solidFill>
            <a:srgbClr val="DFE8F0"/>
          </a:solidFill>
        </p:spPr>
        <p:txBody>
          <a:bodyPr wrap="square">
            <a:spAutoFit/>
          </a:bodyPr>
          <a:lstStyle/>
          <a:p>
            <a:pPr marL="0" marR="0" lvl="0" indent="0" algn="l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2A46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+mn-cs"/>
              </a:rPr>
              <a:t>Change Readiness Assessment</a:t>
            </a:r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002A46"/>
              </a:solidFill>
              <a:effectLst/>
              <a:uLnTx/>
              <a:uFillTx/>
              <a:latin typeface="Arial Nova Cond" panose="020B0506020202020204" pitchFamily="34" charset="0"/>
              <a:ea typeface="+mn-ea"/>
              <a:cs typeface="+mn-cs"/>
            </a:endParaRPr>
          </a:p>
        </p:txBody>
      </p:sp>
      <p:sp>
        <p:nvSpPr>
          <p:cNvPr id="89" name="Star: 5 Points 88">
            <a:extLst>
              <a:ext uri="{FF2B5EF4-FFF2-40B4-BE49-F238E27FC236}">
                <a16:creationId xmlns:a16="http://schemas.microsoft.com/office/drawing/2014/main" id="{3BB7BBC6-60C5-F209-80C2-25EAE15DD3C7}"/>
              </a:ext>
            </a:extLst>
          </p:cNvPr>
          <p:cNvSpPr/>
          <p:nvPr/>
        </p:nvSpPr>
        <p:spPr>
          <a:xfrm>
            <a:off x="7410544" y="4369611"/>
            <a:ext cx="182880" cy="182880"/>
          </a:xfrm>
          <a:prstGeom prst="star5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0483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0" name="Arrow: Pentagon 41">
            <a:extLst>
              <a:ext uri="{FF2B5EF4-FFF2-40B4-BE49-F238E27FC236}">
                <a16:creationId xmlns:a16="http://schemas.microsoft.com/office/drawing/2014/main" id="{F5619C2C-D5B0-9A9D-4279-C01DF1CF475E}"/>
              </a:ext>
            </a:extLst>
          </p:cNvPr>
          <p:cNvSpPr/>
          <p:nvPr/>
        </p:nvSpPr>
        <p:spPr>
          <a:xfrm>
            <a:off x="7877327" y="4773193"/>
            <a:ext cx="1920240" cy="158496"/>
          </a:xfrm>
          <a:prstGeom prst="chevron">
            <a:avLst/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Acompanhamento do Plano de Mitigação</a:t>
            </a:r>
          </a:p>
        </p:txBody>
      </p:sp>
      <p:sp>
        <p:nvSpPr>
          <p:cNvPr id="112" name="Arrow: Chevron 111">
            <a:extLst>
              <a:ext uri="{FF2B5EF4-FFF2-40B4-BE49-F238E27FC236}">
                <a16:creationId xmlns:a16="http://schemas.microsoft.com/office/drawing/2014/main" id="{A5671144-A539-1116-88A6-FA237D6E524F}"/>
              </a:ext>
            </a:extLst>
          </p:cNvPr>
          <p:cNvSpPr/>
          <p:nvPr/>
        </p:nvSpPr>
        <p:spPr>
          <a:xfrm>
            <a:off x="6927154" y="5067460"/>
            <a:ext cx="957010" cy="182880"/>
          </a:xfrm>
          <a:prstGeom prst="chevron">
            <a:avLst/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Currículo de Treinamento</a:t>
            </a:r>
          </a:p>
        </p:txBody>
      </p:sp>
      <p:sp>
        <p:nvSpPr>
          <p:cNvPr id="113" name="Arrow: Pentagon 112">
            <a:extLst>
              <a:ext uri="{FF2B5EF4-FFF2-40B4-BE49-F238E27FC236}">
                <a16:creationId xmlns:a16="http://schemas.microsoft.com/office/drawing/2014/main" id="{FB4BF495-5240-E498-AF9E-75416BF830AC}"/>
              </a:ext>
            </a:extLst>
          </p:cNvPr>
          <p:cNvSpPr/>
          <p:nvPr/>
        </p:nvSpPr>
        <p:spPr>
          <a:xfrm>
            <a:off x="6926303" y="5335271"/>
            <a:ext cx="953718" cy="182880"/>
          </a:xfrm>
          <a:prstGeom prst="homePlate">
            <a:avLst/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Agenda de Treinamento</a:t>
            </a:r>
          </a:p>
        </p:txBody>
      </p:sp>
      <p:sp>
        <p:nvSpPr>
          <p:cNvPr id="108" name="Arrow: Pentagon 41">
            <a:extLst>
              <a:ext uri="{FF2B5EF4-FFF2-40B4-BE49-F238E27FC236}">
                <a16:creationId xmlns:a16="http://schemas.microsoft.com/office/drawing/2014/main" id="{B8FD61A4-62D8-CC81-04ED-B1634C56E8CE}"/>
              </a:ext>
            </a:extLst>
          </p:cNvPr>
          <p:cNvSpPr/>
          <p:nvPr/>
        </p:nvSpPr>
        <p:spPr>
          <a:xfrm>
            <a:off x="5881345" y="4538136"/>
            <a:ext cx="1463040" cy="155448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Matriz de Impacto</a:t>
            </a:r>
          </a:p>
        </p:txBody>
      </p:sp>
      <p:sp>
        <p:nvSpPr>
          <p:cNvPr id="109" name="Arrow: Pentagon 41">
            <a:extLst>
              <a:ext uri="{FF2B5EF4-FFF2-40B4-BE49-F238E27FC236}">
                <a16:creationId xmlns:a16="http://schemas.microsoft.com/office/drawing/2014/main" id="{00E5A06A-3702-7CD1-7F98-3F51F8BD2012}"/>
              </a:ext>
            </a:extLst>
          </p:cNvPr>
          <p:cNvSpPr/>
          <p:nvPr/>
        </p:nvSpPr>
        <p:spPr>
          <a:xfrm>
            <a:off x="5959783" y="4773193"/>
            <a:ext cx="1920240" cy="158496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Plano de Mitigação</a:t>
            </a:r>
          </a:p>
        </p:txBody>
      </p:sp>
      <p:sp>
        <p:nvSpPr>
          <p:cNvPr id="111" name="Arrow: Pentagon 41">
            <a:extLst>
              <a:ext uri="{FF2B5EF4-FFF2-40B4-BE49-F238E27FC236}">
                <a16:creationId xmlns:a16="http://schemas.microsoft.com/office/drawing/2014/main" id="{8D933747-5462-3DC9-68C5-CD100AD552E0}"/>
              </a:ext>
            </a:extLst>
          </p:cNvPr>
          <p:cNvSpPr/>
          <p:nvPr/>
        </p:nvSpPr>
        <p:spPr>
          <a:xfrm>
            <a:off x="5959783" y="5067460"/>
            <a:ext cx="955276" cy="182880"/>
          </a:xfrm>
          <a:prstGeom prst="homePlate">
            <a:avLst>
              <a:gd name="adj" fmla="val 25330"/>
            </a:avLst>
          </a:prstGeom>
          <a:solidFill>
            <a:srgbClr val="5E8AB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0958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33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Nova Cond" panose="020B0506020202020204" pitchFamily="34" charset="0"/>
                <a:ea typeface="+mn-ea"/>
                <a:cs typeface="Helvetica" panose="020B0604020202020204" pitchFamily="34" charset="0"/>
              </a:rPr>
              <a:t>Estratégia de Treinamento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935DC967-B0A2-DCF8-CB14-F2324CF74AF2}"/>
              </a:ext>
            </a:extLst>
          </p:cNvPr>
          <p:cNvGrpSpPr/>
          <p:nvPr/>
        </p:nvGrpSpPr>
        <p:grpSpPr>
          <a:xfrm>
            <a:off x="7947244" y="1582335"/>
            <a:ext cx="883575" cy="5309652"/>
            <a:chOff x="2158786" y="1504831"/>
            <a:chExt cx="883575" cy="5309652"/>
          </a:xfrm>
        </p:grpSpPr>
        <p:sp>
          <p:nvSpPr>
            <p:cNvPr id="6" name="TextBox 7">
              <a:extLst>
                <a:ext uri="{FF2B5EF4-FFF2-40B4-BE49-F238E27FC236}">
                  <a16:creationId xmlns:a16="http://schemas.microsoft.com/office/drawing/2014/main" id="{D6AA8E2C-8254-8F2E-5165-07CC625DFBBF}"/>
                </a:ext>
              </a:extLst>
            </p:cNvPr>
            <p:cNvSpPr txBox="1"/>
            <p:nvPr/>
          </p:nvSpPr>
          <p:spPr>
            <a:xfrm>
              <a:off x="2158786" y="6568262"/>
              <a:ext cx="88357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  <a:latin typeface="Arial Nova Cond" panose="020B0506020202020204" pitchFamily="34" charset="0"/>
                  <a:ea typeface="+mn-ea"/>
                  <a:cs typeface="+mn-cs"/>
                </a:rPr>
                <a:t>Estamos aqui</a:t>
              </a:r>
            </a:p>
          </p:txBody>
        </p:sp>
        <p:cxnSp>
          <p:nvCxnSpPr>
            <p:cNvPr id="9" name="Straight Connector 4">
              <a:extLst>
                <a:ext uri="{FF2B5EF4-FFF2-40B4-BE49-F238E27FC236}">
                  <a16:creationId xmlns:a16="http://schemas.microsoft.com/office/drawing/2014/main" id="{879B0E0C-EB08-CEF1-A727-85FEA2CA9390}"/>
                </a:ext>
              </a:extLst>
            </p:cNvPr>
            <p:cNvCxnSpPr/>
            <p:nvPr/>
          </p:nvCxnSpPr>
          <p:spPr>
            <a:xfrm>
              <a:off x="2600574" y="1504831"/>
              <a:ext cx="0" cy="5148000"/>
            </a:xfrm>
            <a:prstGeom prst="line">
              <a:avLst/>
            </a:prstGeom>
            <a:ln>
              <a:solidFill>
                <a:srgbClr val="92D050"/>
              </a:solidFill>
              <a:prstDash val="dash"/>
              <a:tailEnd type="triangle" w="lg" len="lg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662991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8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P8zLbIbE6j8FBH5qsvIT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gikm2VAkqKUnb8H.rt6p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MbGdRHx4zaWhMnPGFFXA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6_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A&amp;M_Slides">
  <a:themeElements>
    <a:clrScheme name="A&amp;M Infra 2024">
      <a:dk1>
        <a:sysClr val="windowText" lastClr="000000"/>
      </a:dk1>
      <a:lt1>
        <a:sysClr val="window" lastClr="FFFFFF"/>
      </a:lt1>
      <a:dk2>
        <a:srgbClr val="5E8AB4"/>
      </a:dk2>
      <a:lt2>
        <a:srgbClr val="002B49"/>
      </a:lt2>
      <a:accent1>
        <a:srgbClr val="0085CA"/>
      </a:accent1>
      <a:accent2>
        <a:srgbClr val="CE8E00"/>
      </a:accent2>
      <a:accent3>
        <a:srgbClr val="E23500"/>
      </a:accent3>
      <a:accent4>
        <a:srgbClr val="02624B"/>
      </a:accent4>
      <a:accent5>
        <a:srgbClr val="500260"/>
      </a:accent5>
      <a:accent6>
        <a:srgbClr val="BC0404"/>
      </a:accent6>
      <a:hlink>
        <a:srgbClr val="FCBF00"/>
      </a:hlink>
      <a:folHlink>
        <a:srgbClr val="D9D9D9"/>
      </a:folHlink>
    </a:clrScheme>
    <a:fontScheme name="Personalizada 2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8EADCA"/>
        </a:solidFill>
      </a:spPr>
      <a:bodyPr vert="horz" wrap="square" lIns="36000" tIns="36000" rIns="36000" bIns="36000" rtlCol="0" anchor="ctr">
        <a:noAutofit/>
      </a:bodyPr>
      <a:lstStyle>
        <a:defPPr algn="l" defTabSz="1371600">
          <a:lnSpc>
            <a:spcPct val="120000"/>
          </a:lnSpc>
          <a:defRPr sz="2000" spc="100">
            <a:solidFill>
              <a:schemeClr val="bg2"/>
            </a:solidFill>
            <a:latin typeface="Arial Nova Cond" panose="020B0506020202020204" pitchFamily="34" charset="0"/>
          </a:defRPr>
        </a:defPPr>
      </a:lstStyle>
    </a:spDef>
    <a:txDef>
      <a:spPr>
        <a:solidFill>
          <a:srgbClr val="8EADCA"/>
        </a:solidFill>
      </a:spPr>
      <a:bodyPr vert="horz" wrap="square" lIns="36000" tIns="36000" rIns="36000" bIns="36000" rtlCol="0" anchor="ctr">
        <a:no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[A&amp;M Infra] Template Geral 2024.02.21 1145" id="{9BFFF6B6-AEB3-4F42-A402-257D10FEA1B3}" vid="{C3D205E8-9DAD-4B63-9187-7E43162224BE}"/>
    </a:ext>
  </a:extLst>
</a:theme>
</file>

<file path=ppt/theme/theme3.xml><?xml version="1.0" encoding="utf-8"?>
<a:theme xmlns:a="http://schemas.openxmlformats.org/drawingml/2006/main" name="15_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4">
            <a:lumMod val="60000"/>
            <a:lumOff val="40000"/>
            <a:alpha val="17000"/>
          </a:schemeClr>
        </a:solidFill>
        <a:ln w="12700">
          <a:solidFill>
            <a:schemeClr val="accent4"/>
          </a:solidFill>
          <a:prstDash val="dash"/>
        </a:ln>
      </a:spPr>
      <a:bodyPr lIns="0" rIns="0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00" b="0" i="0" u="none" strike="noStrike" kern="1200" cap="none" spc="87" normalizeH="0" baseline="0" noProof="0" dirty="0">
            <a:ln>
              <a:noFill/>
            </a:ln>
            <a:solidFill>
              <a:srgbClr val="002A46"/>
            </a:solidFill>
            <a:effectLst/>
            <a:uLnTx/>
            <a:uFillTx/>
            <a:latin typeface="Arial Nova Cond Light" panose="020B0306020202020204" pitchFamily="34" charset="0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7_Personalizar design">
  <a:themeElements>
    <a:clrScheme name="A&amp;M">
      <a:dk1>
        <a:srgbClr val="002A46"/>
      </a:dk1>
      <a:lt1>
        <a:srgbClr val="FFFFFF"/>
      </a:lt1>
      <a:dk2>
        <a:srgbClr val="5E8AB3"/>
      </a:dk2>
      <a:lt2>
        <a:srgbClr val="CCD4DA"/>
      </a:lt2>
      <a:accent1>
        <a:srgbClr val="002A46"/>
      </a:accent1>
      <a:accent2>
        <a:srgbClr val="5E8AB3"/>
      </a:accent2>
      <a:accent3>
        <a:srgbClr val="CCD4DA"/>
      </a:accent3>
      <a:accent4>
        <a:srgbClr val="F78B15"/>
      </a:accent4>
      <a:accent5>
        <a:srgbClr val="33546D"/>
      </a:accent5>
      <a:accent6>
        <a:srgbClr val="99AAB6"/>
      </a:accent6>
      <a:hlink>
        <a:srgbClr val="F8A345"/>
      </a:hlink>
      <a:folHlink>
        <a:srgbClr val="33546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chemeClr val="accent4">
            <a:lumMod val="60000"/>
            <a:lumOff val="40000"/>
            <a:alpha val="17000"/>
          </a:schemeClr>
        </a:solidFill>
        <a:ln w="12700">
          <a:solidFill>
            <a:schemeClr val="accent4"/>
          </a:solidFill>
          <a:prstDash val="dash"/>
        </a:ln>
      </a:spPr>
      <a:bodyPr lIns="0" rIns="0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000" b="0" i="0" u="none" strike="noStrike" kern="1200" cap="none" spc="87" normalizeH="0" baseline="0" noProof="0" dirty="0">
            <a:ln>
              <a:noFill/>
            </a:ln>
            <a:solidFill>
              <a:srgbClr val="002A46"/>
            </a:solidFill>
            <a:effectLst/>
            <a:uLnTx/>
            <a:uFillTx/>
            <a:latin typeface="Arial Nova Cond Light" panose="020B0306020202020204" pitchFamily="34" charset="0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dafe69-0619-414a-b8f5-6090693af80a">
      <Terms xmlns="http://schemas.microsoft.com/office/infopath/2007/PartnerControls"/>
    </lcf76f155ced4ddcb4097134ff3c332f>
    <TaxCatchAll xmlns="996b3415-9bb6-4a70-a4b3-8ba65013f62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92A291B6402C4BAE2EEB9ECE632466" ma:contentTypeVersion="12" ma:contentTypeDescription="Create a new document." ma:contentTypeScope="" ma:versionID="98c20bed3fdc4770ce9f226180679612">
  <xsd:schema xmlns:xsd="http://www.w3.org/2001/XMLSchema" xmlns:xs="http://www.w3.org/2001/XMLSchema" xmlns:p="http://schemas.microsoft.com/office/2006/metadata/properties" xmlns:ns2="45dafe69-0619-414a-b8f5-6090693af80a" xmlns:ns3="996b3415-9bb6-4a70-a4b3-8ba65013f626" targetNamespace="http://schemas.microsoft.com/office/2006/metadata/properties" ma:root="true" ma:fieldsID="41f8b3df081b7efbc1e16680a2d474c5" ns2:_="" ns3:_="">
    <xsd:import namespace="45dafe69-0619-414a-b8f5-6090693af80a"/>
    <xsd:import namespace="996b3415-9bb6-4a70-a4b3-8ba65013f6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dafe69-0619-414a-b8f5-6090693af8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830aa7a-1173-4a8f-8fff-517453f034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6b3415-9bb6-4a70-a4b3-8ba65013f626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56e1600d-f573-4e6c-a056-4f3f21648001}" ma:internalName="TaxCatchAll" ma:showField="CatchAllData" ma:web="996b3415-9bb6-4a70-a4b3-8ba65013f6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1017F7-94C3-4069-B400-2F8B53A88915}">
  <ds:schemaRefs>
    <ds:schemaRef ds:uri="45dafe69-0619-414a-b8f5-6090693af80a"/>
    <ds:schemaRef ds:uri="996b3415-9bb6-4a70-a4b3-8ba65013f62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85F72D6-51A9-497C-9C9C-3AA31F39438B}">
  <ds:schemaRefs>
    <ds:schemaRef ds:uri="45dafe69-0619-414a-b8f5-6090693af80a"/>
    <ds:schemaRef ds:uri="996b3415-9bb6-4a70-a4b3-8ba65013f6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7F7C5DA-F9D5-4C30-A31E-F43798EF23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95</Slides>
  <Notes>62</Notes>
  <HiddenSlides>88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95</vt:i4>
      </vt:variant>
    </vt:vector>
  </HeadingPairs>
  <TitlesOfParts>
    <vt:vector size="99" baseType="lpstr">
      <vt:lpstr>6_Personalizar design</vt:lpstr>
      <vt:lpstr>2_A&amp;M_Slides</vt:lpstr>
      <vt:lpstr>15_Personalizar design</vt:lpstr>
      <vt:lpstr>7_Personalizar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Alvarez &amp; Marsal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Godeia, Ana</dc:creator>
  <cp:revision>1</cp:revision>
  <dcterms:created xsi:type="dcterms:W3CDTF">2025-10-06T17:51:20Z</dcterms:created>
  <dcterms:modified xsi:type="dcterms:W3CDTF">2026-09-30T12:20:49Z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1f81cae-2cc7-434f-b11d-39789e497bf2_Enabled">
    <vt:lpwstr>true</vt:lpwstr>
  </property>
  <property fmtid="{D5CDD505-2E9C-101B-9397-08002B2CF9AE}" pid="3" name="MSIP_Label_31f81cae-2cc7-434f-b11d-39789e497bf2_SetDate">
    <vt:lpwstr>2025-10-06T18:11:32Z</vt:lpwstr>
  </property>
  <property fmtid="{D5CDD505-2E9C-101B-9397-08002B2CF9AE}" pid="4" name="MSIP_Label_31f81cae-2cc7-434f-b11d-39789e497bf2_Method">
    <vt:lpwstr>Standard</vt:lpwstr>
  </property>
  <property fmtid="{D5CDD505-2E9C-101B-9397-08002B2CF9AE}" pid="5" name="MSIP_Label_31f81cae-2cc7-434f-b11d-39789e497bf2_Name">
    <vt:lpwstr>Confidential</vt:lpwstr>
  </property>
  <property fmtid="{D5CDD505-2E9C-101B-9397-08002B2CF9AE}" pid="6" name="MSIP_Label_31f81cae-2cc7-434f-b11d-39789e497bf2_SiteId">
    <vt:lpwstr>dd5e230f-c165-49c4-957f-e203458fffab</vt:lpwstr>
  </property>
  <property fmtid="{D5CDD505-2E9C-101B-9397-08002B2CF9AE}" pid="7" name="MSIP_Label_31f81cae-2cc7-434f-b11d-39789e497bf2_ActionId">
    <vt:lpwstr>d21870e8-60c7-42ac-9c3d-27bbb071eede</vt:lpwstr>
  </property>
  <property fmtid="{D5CDD505-2E9C-101B-9397-08002B2CF9AE}" pid="8" name="MSIP_Label_31f81cae-2cc7-434f-b11d-39789e497bf2_ContentBits">
    <vt:lpwstr>0</vt:lpwstr>
  </property>
  <property fmtid="{D5CDD505-2E9C-101B-9397-08002B2CF9AE}" pid="9" name="MSIP_Label_31f81cae-2cc7-434f-b11d-39789e497bf2_Tag">
    <vt:lpwstr>10, 3, 0, 1</vt:lpwstr>
  </property>
  <property fmtid="{D5CDD505-2E9C-101B-9397-08002B2CF9AE}" pid="10" name="ContentTypeId">
    <vt:lpwstr>0x0101004D92A291B6402C4BAE2EEB9ECE632466</vt:lpwstr>
  </property>
  <property fmtid="{D5CDD505-2E9C-101B-9397-08002B2CF9AE}" pid="11" name="MediaServiceImageTags">
    <vt:lpwstr/>
  </property>
</Properties>
</file>