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ags/tag2.xml" ContentType="application/vnd.openxmlformats-officedocument.presentationml.tags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4.xml" ContentType="application/vnd.openxmlformats-officedocument.theme+xml"/>
  <Override PartName="/ppt/tags/tag20.xml" ContentType="application/vnd.openxmlformats-officedocument.presentationml.tags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5.xml" ContentType="application/vnd.openxmlformats-officedocument.theme+xml"/>
  <Override PartName="/ppt/tags/tag21.xml" ContentType="application/vnd.openxmlformats-officedocument.presentationml.tags+xml"/>
  <Override PartName="/ppt/theme/theme6.xml" ContentType="application/vnd.openxmlformats-officedocument.theme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4.xml" ContentType="application/vnd.openxmlformats-officedocument.presentationml.notesSlide+xml"/>
  <Override PartName="/ppt/comments/modernComment_132_4E2EDCFD.xml" ContentType="application/vnd.ms-powerpoint.comment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8.xml" ContentType="application/vnd.openxmlformats-officedocument.presentationml.notesSlide+xml"/>
  <Override PartName="/ppt/tags/tag51.xml" ContentType="application/vnd.openxmlformats-officedocument.presentationml.tags+xml"/>
  <Override PartName="/ppt/notesSlides/notesSlide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0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1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2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3.xml" ContentType="application/vnd.openxmlformats-officedocument.presentationml.notesSlide+xml"/>
  <Override PartName="/ppt/tags/tag68.xml" ContentType="application/vnd.openxmlformats-officedocument.presentationml.tags+xml"/>
  <Override PartName="/ppt/notesSlides/notesSlide14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5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6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7.xml" ContentType="application/vnd.openxmlformats-officedocument.presentationml.notesSlide+xml"/>
  <Override PartName="/ppt/comments/modernComment_121_22908973.xml" ContentType="application/vnd.ms-powerpoint.comments+xml"/>
  <Override PartName="/ppt/tags/tag83.xml" ContentType="application/vnd.openxmlformats-officedocument.presentationml.tags+xml"/>
  <Override PartName="/ppt/notesSlides/notesSlide18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9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0.xml" ContentType="application/vnd.openxmlformats-officedocument.presentationml.notesSlide+xml"/>
  <Override PartName="/ppt/comments/modernComment_129_ACA06AE2.xml" ContentType="application/vnd.ms-powerpoint.comment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2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23.xml" ContentType="application/vnd.openxmlformats-officedocument.presentationml.notesSlide+xml"/>
  <Override PartName="/ppt/tags/tag99.xml" ContentType="application/vnd.openxmlformats-officedocument.presentationml.tags+xml"/>
  <Override PartName="/ppt/comments/modernComment_116_FE51438B.xml" ContentType="application/vnd.ms-powerpoint.comments+xml"/>
  <Override PartName="/ppt/tags/tag100.xml" ContentType="application/vnd.openxmlformats-officedocument.presentationml.tags+xml"/>
  <Override PartName="/ppt/notesSlides/notesSlide24.xml" ContentType="application/vnd.openxmlformats-officedocument.presentationml.notesSlide+xml"/>
  <Override PartName="/ppt/tags/tag101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27.xml" ContentType="application/vnd.openxmlformats-officedocument.presentationml.notesSlide+xml"/>
  <Override PartName="/ppt/tags/tag104.xml" ContentType="application/vnd.openxmlformats-officedocument.presentationml.tags+xml"/>
  <Override PartName="/ppt/notesSlides/notesSlide28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29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30.xml" ContentType="application/vnd.openxmlformats-officedocument.presentationml.notesSlide+xml"/>
  <Override PartName="/ppt/tags/tag113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comments/modernComment_106_4D4B9DA8.xml" ContentType="application/vnd.ms-powerpoint.comments+xml"/>
  <Override PartName="/ppt/tags/tag117.xml" ContentType="application/vnd.openxmlformats-officedocument.presentationml.tags+xml"/>
  <Override PartName="/ppt/comments/modernComment_10B_A48DDFC2.xml" ContentType="application/vnd.ms-powerpoint.comment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33.xml" ContentType="application/vnd.openxmlformats-officedocument.presentationml.notesSlide+xml"/>
  <Override PartName="/ppt/tags/tag120.xml" ContentType="application/vnd.openxmlformats-officedocument.presentationml.tags+xml"/>
  <Override PartName="/ppt/notesSlides/notesSlide34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35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36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37.xml" ContentType="application/vnd.openxmlformats-officedocument.presentationml.notesSlide+xml"/>
  <Override PartName="/ppt/tags/tag133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134.xml" ContentType="application/vnd.openxmlformats-officedocument.presentationml.tags+xml"/>
  <Override PartName="/ppt/notesSlides/notesSlide40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50" r:id="rId5"/>
    <p:sldMasterId id="2147483859" r:id="rId6"/>
    <p:sldMasterId id="2147484231" r:id="rId7"/>
    <p:sldMasterId id="2147484914" r:id="rId8"/>
  </p:sldMasterIdLst>
  <p:notesMasterIdLst>
    <p:notesMasterId r:id="rId87"/>
  </p:notesMasterIdLst>
  <p:sldIdLst>
    <p:sldId id="298" r:id="rId9"/>
    <p:sldId id="301" r:id="rId10"/>
    <p:sldId id="324" r:id="rId11"/>
    <p:sldId id="305" r:id="rId12"/>
    <p:sldId id="306" r:id="rId13"/>
    <p:sldId id="325" r:id="rId14"/>
    <p:sldId id="316" r:id="rId15"/>
    <p:sldId id="327" r:id="rId16"/>
    <p:sldId id="307" r:id="rId17"/>
    <p:sldId id="329" r:id="rId18"/>
    <p:sldId id="310" r:id="rId19"/>
    <p:sldId id="293" r:id="rId20"/>
    <p:sldId id="295" r:id="rId21"/>
    <p:sldId id="322" r:id="rId22"/>
    <p:sldId id="299" r:id="rId23"/>
    <p:sldId id="300" r:id="rId24"/>
    <p:sldId id="302" r:id="rId25"/>
    <p:sldId id="309" r:id="rId26"/>
    <p:sldId id="304" r:id="rId27"/>
    <p:sldId id="274" r:id="rId28"/>
    <p:sldId id="279" r:id="rId29"/>
    <p:sldId id="281" r:id="rId30"/>
    <p:sldId id="287" r:id="rId31"/>
    <p:sldId id="289" r:id="rId32"/>
    <p:sldId id="2147483612" r:id="rId33"/>
    <p:sldId id="294" r:id="rId34"/>
    <p:sldId id="288" r:id="rId35"/>
    <p:sldId id="296" r:id="rId36"/>
    <p:sldId id="292" r:id="rId37"/>
    <p:sldId id="297" r:id="rId38"/>
    <p:sldId id="290" r:id="rId39"/>
    <p:sldId id="291" r:id="rId40"/>
    <p:sldId id="2147483613" r:id="rId41"/>
    <p:sldId id="269" r:id="rId42"/>
    <p:sldId id="270" r:id="rId43"/>
    <p:sldId id="276" r:id="rId44"/>
    <p:sldId id="273" r:id="rId45"/>
    <p:sldId id="278" r:id="rId46"/>
    <p:sldId id="382" r:id="rId47"/>
    <p:sldId id="280" r:id="rId48"/>
    <p:sldId id="275" r:id="rId49"/>
    <p:sldId id="2147483582" r:id="rId50"/>
    <p:sldId id="282" r:id="rId51"/>
    <p:sldId id="285" r:id="rId52"/>
    <p:sldId id="283" r:id="rId53"/>
    <p:sldId id="286" r:id="rId54"/>
    <p:sldId id="259" r:id="rId55"/>
    <p:sldId id="263" r:id="rId56"/>
    <p:sldId id="261" r:id="rId57"/>
    <p:sldId id="264" r:id="rId58"/>
    <p:sldId id="272" r:id="rId59"/>
    <p:sldId id="2147483573" r:id="rId60"/>
    <p:sldId id="2147483576" r:id="rId61"/>
    <p:sldId id="266" r:id="rId62"/>
    <p:sldId id="271" r:id="rId63"/>
    <p:sldId id="262" r:id="rId64"/>
    <p:sldId id="267" r:id="rId65"/>
    <p:sldId id="268" r:id="rId66"/>
    <p:sldId id="265" r:id="rId67"/>
    <p:sldId id="277" r:id="rId68"/>
    <p:sldId id="418" r:id="rId69"/>
    <p:sldId id="425" r:id="rId70"/>
    <p:sldId id="426" r:id="rId71"/>
    <p:sldId id="436" r:id="rId72"/>
    <p:sldId id="434" r:id="rId73"/>
    <p:sldId id="2147483647" r:id="rId74"/>
    <p:sldId id="257" r:id="rId75"/>
    <p:sldId id="2147483579" r:id="rId76"/>
    <p:sldId id="260" r:id="rId77"/>
    <p:sldId id="284" r:id="rId78"/>
    <p:sldId id="258" r:id="rId79"/>
    <p:sldId id="2147483645" r:id="rId80"/>
    <p:sldId id="2147483646" r:id="rId81"/>
    <p:sldId id="2147483636" r:id="rId82"/>
    <p:sldId id="2147483644" r:id="rId83"/>
    <p:sldId id="2147483639" r:id="rId84"/>
    <p:sldId id="256" r:id="rId85"/>
    <p:sldId id="432" r:id="rId86"/>
  </p:sldIdLst>
  <p:sldSz cx="12192000" cy="6858000"/>
  <p:notesSz cx="6858000" cy="9144000"/>
  <p:custDataLst>
    <p:tags r:id="rId8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itê 02/10" id="{BE1FF372-859C-41C3-B3A3-38173E4D00D6}">
          <p14:sldIdLst>
            <p14:sldId id="298"/>
            <p14:sldId id="301"/>
            <p14:sldId id="324"/>
            <p14:sldId id="305"/>
            <p14:sldId id="306"/>
            <p14:sldId id="325"/>
            <p14:sldId id="316"/>
            <p14:sldId id="327"/>
            <p14:sldId id="307"/>
            <p14:sldId id="329"/>
            <p14:sldId id="310"/>
          </p14:sldIdLst>
        </p14:section>
        <p14:section name="Comitê 18/09" id="{C7EF6011-646D-453A-ABBA-85019A61C188}">
          <p14:sldIdLst>
            <p14:sldId id="293"/>
            <p14:sldId id="295"/>
            <p14:sldId id="322"/>
            <p14:sldId id="299"/>
            <p14:sldId id="300"/>
            <p14:sldId id="302"/>
            <p14:sldId id="309"/>
            <p14:sldId id="304"/>
          </p14:sldIdLst>
        </p14:section>
        <p14:section name="Comitê 04/09" id="{7A37718B-9E72-4B7E-8CD9-0634988DC3CC}">
          <p14:sldIdLst>
            <p14:sldId id="274"/>
            <p14:sldId id="279"/>
            <p14:sldId id="281"/>
            <p14:sldId id="287"/>
            <p14:sldId id="289"/>
            <p14:sldId id="2147483612"/>
            <p14:sldId id="294"/>
            <p14:sldId id="288"/>
            <p14:sldId id="296"/>
            <p14:sldId id="292"/>
            <p14:sldId id="297"/>
            <p14:sldId id="290"/>
            <p14:sldId id="291"/>
            <p14:sldId id="2147483613"/>
          </p14:sldIdLst>
        </p14:section>
        <p14:section name="Comitê 21/08" id="{84401D85-3A83-492C-B899-ABC6BAC533AD}">
          <p14:sldIdLst>
            <p14:sldId id="269"/>
            <p14:sldId id="270"/>
            <p14:sldId id="276"/>
            <p14:sldId id="273"/>
            <p14:sldId id="278"/>
            <p14:sldId id="382"/>
            <p14:sldId id="280"/>
            <p14:sldId id="275"/>
            <p14:sldId id="2147483582"/>
            <p14:sldId id="282"/>
            <p14:sldId id="285"/>
            <p14:sldId id="283"/>
            <p14:sldId id="286"/>
          </p14:sldIdLst>
        </p14:section>
        <p14:section name="Comitê 10/08" id="{4B071744-31CC-40E7-8F52-0E6896298A4B}">
          <p14:sldIdLst>
            <p14:sldId id="259"/>
            <p14:sldId id="263"/>
            <p14:sldId id="261"/>
            <p14:sldId id="264"/>
            <p14:sldId id="272"/>
            <p14:sldId id="2147483573"/>
            <p14:sldId id="2147483576"/>
            <p14:sldId id="266"/>
            <p14:sldId id="271"/>
            <p14:sldId id="262"/>
            <p14:sldId id="267"/>
            <p14:sldId id="268"/>
            <p14:sldId id="265"/>
            <p14:sldId id="277"/>
          </p14:sldIdLst>
        </p14:section>
        <p14:section name="Comitê 24/07" id="{2800FA6D-F781-4334-9795-2577DDBC6116}">
          <p14:sldIdLst>
            <p14:sldId id="418"/>
            <p14:sldId id="425"/>
            <p14:sldId id="426"/>
            <p14:sldId id="436"/>
            <p14:sldId id="434"/>
            <p14:sldId id="2147483647"/>
            <p14:sldId id="257"/>
            <p14:sldId id="2147483579"/>
            <p14:sldId id="260"/>
            <p14:sldId id="284"/>
            <p14:sldId id="258"/>
            <p14:sldId id="2147483645"/>
            <p14:sldId id="2147483646"/>
            <p14:sldId id="2147483636"/>
            <p14:sldId id="2147483644"/>
            <p14:sldId id="2147483639"/>
            <p14:sldId id="256"/>
            <p14:sldId id="4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70DC31-8F7C-9078-1DB5-660F2B400ED3}" name="Domingues, Alexandre" initials="AD" userId="S::ADomingues@alvarezandmarsal.com::70797ed6-b890-4308-92c0-1bf19a916944" providerId="AD"/>
  <p188:author id="{7AE12A4C-3F32-1EC4-2441-50DECA6DF8BE}" name="Silva, Laryssa" initials="SL" userId="S::lcaputo@alvarezandmarsal.com::3cc2f722-5d67-4fec-8282-f9461994e014" providerId="AD"/>
  <p188:author id="{2B34174E-6B91-9053-4F63-39044861A2B0}" name="Marchetti, Isabella" initials="" userId="S::IMarchetti@alvarezandmarsal.com::83686f12-70c6-40f6-8066-784ca8e1217e" providerId="AD"/>
  <p188:author id="{AF076DCB-E688-236C-BFA5-DED1608575A5}" name="Godeia, Ana" initials="AG" userId="S::AGodeia@alvarezandmarsal.com::7ba14efd-21d1-4f88-a212-2d3cd7876216" providerId="AD"/>
  <p188:author id="{55F49DD4-18D6-817D-6DAD-BACDCA2E0487}" name="Silva, Laryssa" initials="" userId="S::LCaputo@alvarezandmarsal.com::3cc2f722-5d67-4fec-8282-f9461994e014" providerId="AD"/>
  <p188:author id="{E8FEECEF-AD86-14CA-1AEE-1C247A5083CA}" name="Marques, Karla" initials="KM" userId="S::k.marques@alvarezandmarsal.com::c241a53d-0643-4378-897a-c990a5e6269f" providerId="AD"/>
  <p188:author id="{3496D0FA-D873-6C43-4D78-17897F801D05}" name="Vitorino, Victor" initials="" userId="S::vvitorino@alvarezandmarsal.com::563b3a8c-0e61-42aa-93cd-694ff36d65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F91"/>
    <a:srgbClr val="E8791E"/>
    <a:srgbClr val="0B2545"/>
    <a:srgbClr val="D3CE22"/>
    <a:srgbClr val="F5EADD"/>
    <a:srgbClr val="9ACC3C"/>
    <a:srgbClr val="BFD0E1"/>
    <a:srgbClr val="FFC000"/>
    <a:srgbClr val="92D050"/>
    <a:srgbClr val="DFE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5AE1C2-0D5C-47BE-B5D6-35BF641C5343}" v="821" dt="2026-09-30T18:12:26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presProps" Target="presProp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2.xml"/><Relationship Id="rId90" Type="http://schemas.openxmlformats.org/officeDocument/2006/relationships/viewProps" Target="viewProps.xml"/><Relationship Id="rId95" Type="http://schemas.microsoft.com/office/2018/10/relationships/authors" Target="authors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9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tags" Target="tags/tag1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ino, Victor" userId="563b3a8c-0e61-42aa-93cd-694ff36d6575" providerId="ADAL" clId="{D1479B9F-344E-4662-A7D2-AE7FBEDEADE5}"/>
    <pc:docChg chg="undo redo custSel addSld delSld modSld sldOrd modSection">
      <pc:chgData name="Vitorino, Victor" userId="563b3a8c-0e61-42aa-93cd-694ff36d6575" providerId="ADAL" clId="{D1479B9F-344E-4662-A7D2-AE7FBEDEADE5}" dt="2026-09-17T19:58:46.639" v="6105"/>
      <pc:docMkLst>
        <pc:docMk/>
      </pc:docMkLst>
      <pc:sldChg chg="addSp delSp modSp mod">
        <pc:chgData name="Vitorino, Victor" userId="563b3a8c-0e61-42aa-93cd-694ff36d6575" providerId="ADAL" clId="{D1479B9F-344E-4662-A7D2-AE7FBEDEADE5}" dt="2026-09-04T14:22:29.031" v="5391" actId="20577"/>
        <pc:sldMkLst>
          <pc:docMk/>
          <pc:sldMk cId="579897715" sldId="289"/>
        </pc:sldMkLst>
        <pc:spChg chg="add mod">
          <ac:chgData name="Vitorino, Victor" userId="563b3a8c-0e61-42aa-93cd-694ff36d6575" providerId="ADAL" clId="{D1479B9F-344E-4662-A7D2-AE7FBEDEADE5}" dt="2026-09-03T19:21:51.166" v="5144" actId="1076"/>
          <ac:spMkLst>
            <pc:docMk/>
            <pc:sldMk cId="579897715" sldId="289"/>
            <ac:spMk id="3" creationId="{B7B3EBA3-7778-4AD8-5BB3-C8C249B575AE}"/>
          </ac:spMkLst>
        </pc:spChg>
        <pc:spChg chg="mod">
          <ac:chgData name="Vitorino, Victor" userId="563b3a8c-0e61-42aa-93cd-694ff36d6575" providerId="ADAL" clId="{D1479B9F-344E-4662-A7D2-AE7FBEDEADE5}" dt="2026-09-03T19:25:41.530" v="5260" actId="1076"/>
          <ac:spMkLst>
            <pc:docMk/>
            <pc:sldMk cId="579897715" sldId="289"/>
            <ac:spMk id="7" creationId="{BC87E00E-6BCF-7487-EAFC-61F13AC63A5B}"/>
          </ac:spMkLst>
        </pc:spChg>
        <pc:spChg chg="mod">
          <ac:chgData name="Vitorino, Victor" userId="563b3a8c-0e61-42aa-93cd-694ff36d6575" providerId="ADAL" clId="{D1479B9F-344E-4662-A7D2-AE7FBEDEADE5}" dt="2026-09-03T19:25:41.530" v="5260" actId="1076"/>
          <ac:spMkLst>
            <pc:docMk/>
            <pc:sldMk cId="579897715" sldId="289"/>
            <ac:spMk id="9" creationId="{CF9F8255-ED24-D587-974B-FABDEF5749AB}"/>
          </ac:spMkLst>
        </pc:spChg>
        <pc:spChg chg="mod">
          <ac:chgData name="Vitorino, Victor" userId="563b3a8c-0e61-42aa-93cd-694ff36d6575" providerId="ADAL" clId="{D1479B9F-344E-4662-A7D2-AE7FBEDEADE5}" dt="2026-09-03T19:25:44.827" v="5262" actId="1076"/>
          <ac:spMkLst>
            <pc:docMk/>
            <pc:sldMk cId="579897715" sldId="289"/>
            <ac:spMk id="13" creationId="{EC298852-3DFF-4B1B-4981-6ADBA27E45F4}"/>
          </ac:spMkLst>
        </pc:spChg>
        <pc:spChg chg="mod">
          <ac:chgData name="Vitorino, Victor" userId="563b3a8c-0e61-42aa-93cd-694ff36d6575" providerId="ADAL" clId="{D1479B9F-344E-4662-A7D2-AE7FBEDEADE5}" dt="2026-09-03T19:25:44.827" v="5262" actId="1076"/>
          <ac:spMkLst>
            <pc:docMk/>
            <pc:sldMk cId="579897715" sldId="289"/>
            <ac:spMk id="14" creationId="{66256326-F644-D251-6442-8616583DE9EE}"/>
          </ac:spMkLst>
        </pc:spChg>
        <pc:grpChg chg="add mod">
          <ac:chgData name="Vitorino, Victor" userId="563b3a8c-0e61-42aa-93cd-694ff36d6575" providerId="ADAL" clId="{D1479B9F-344E-4662-A7D2-AE7FBEDEADE5}" dt="2026-09-03T19:25:41.530" v="5260" actId="1076"/>
          <ac:grpSpMkLst>
            <pc:docMk/>
            <pc:sldMk cId="579897715" sldId="289"/>
            <ac:grpSpMk id="6" creationId="{A5740EC2-E8FF-B7C6-6225-22DF59853D72}"/>
          </ac:grpSpMkLst>
        </pc:grpChg>
        <pc:grpChg chg="add mod">
          <ac:chgData name="Vitorino, Victor" userId="563b3a8c-0e61-42aa-93cd-694ff36d6575" providerId="ADAL" clId="{D1479B9F-344E-4662-A7D2-AE7FBEDEADE5}" dt="2026-09-03T19:25:44.827" v="5262" actId="1076"/>
          <ac:grpSpMkLst>
            <pc:docMk/>
            <pc:sldMk cId="579897715" sldId="289"/>
            <ac:grpSpMk id="10" creationId="{ABEA6BC7-4D7B-217F-DA67-F8232E5DD1DD}"/>
          </ac:grpSpMkLst>
        </pc:grpChg>
        <pc:graphicFrameChg chg="mod modGraphic">
          <ac:chgData name="Vitorino, Victor" userId="563b3a8c-0e61-42aa-93cd-694ff36d6575" providerId="ADAL" clId="{D1479B9F-344E-4662-A7D2-AE7FBEDEADE5}" dt="2026-09-04T14:22:29.031" v="5391" actId="20577"/>
          <ac:graphicFrameMkLst>
            <pc:docMk/>
            <pc:sldMk cId="579897715" sldId="289"/>
            <ac:graphicFrameMk id="8" creationId="{CF2C7F64-7F5D-7736-57B2-07F8E70802B4}"/>
          </ac:graphicFrameMkLst>
        </pc:graphicFrameChg>
      </pc:sldChg>
      <pc:sldChg chg="addSp delSp modSp mod">
        <pc:chgData name="Vitorino, Victor" userId="563b3a8c-0e61-42aa-93cd-694ff36d6575" providerId="ADAL" clId="{D1479B9F-344E-4662-A7D2-AE7FBEDEADE5}" dt="2026-09-17T19:58:46.639" v="6105"/>
        <pc:sldMkLst>
          <pc:docMk/>
          <pc:sldMk cId="929648601" sldId="300"/>
        </pc:sldMkLst>
        <pc:spChg chg="mod">
          <ac:chgData name="Vitorino, Victor" userId="563b3a8c-0e61-42aa-93cd-694ff36d6575" providerId="ADAL" clId="{D1479B9F-344E-4662-A7D2-AE7FBEDEADE5}" dt="2026-09-17T19:54:55.174" v="5870" actId="1076"/>
          <ac:spMkLst>
            <pc:docMk/>
            <pc:sldMk cId="929648601" sldId="300"/>
            <ac:spMk id="7" creationId="{F0891FFE-6BB7-0FA8-9A93-D6F6D4C76AF9}"/>
          </ac:spMkLst>
        </pc:spChg>
        <pc:spChg chg="mod">
          <ac:chgData name="Vitorino, Victor" userId="563b3a8c-0e61-42aa-93cd-694ff36d6575" providerId="ADAL" clId="{D1479B9F-344E-4662-A7D2-AE7FBEDEADE5}" dt="2026-09-17T19:54:55.174" v="5870" actId="1076"/>
          <ac:spMkLst>
            <pc:docMk/>
            <pc:sldMk cId="929648601" sldId="300"/>
            <ac:spMk id="9" creationId="{EDE52F3F-5192-FACB-5BAE-16FF6512C481}"/>
          </ac:spMkLst>
        </pc:spChg>
        <pc:spChg chg="add mod">
          <ac:chgData name="Vitorino, Victor" userId="563b3a8c-0e61-42aa-93cd-694ff36d6575" providerId="ADAL" clId="{D1479B9F-344E-4662-A7D2-AE7FBEDEADE5}" dt="2026-09-17T19:54:41.617" v="5865" actId="1035"/>
          <ac:spMkLst>
            <pc:docMk/>
            <pc:sldMk cId="929648601" sldId="300"/>
            <ac:spMk id="16" creationId="{735D9AB3-F1C3-3AF4-A0EE-637FF32E2DEC}"/>
          </ac:spMkLst>
        </pc:spChg>
        <pc:spChg chg="mod">
          <ac:chgData name="Vitorino, Victor" userId="563b3a8c-0e61-42aa-93cd-694ff36d6575" providerId="ADAL" clId="{D1479B9F-344E-4662-A7D2-AE7FBEDEADE5}" dt="2026-09-17T19:55:55.188" v="5992" actId="1076"/>
          <ac:spMkLst>
            <pc:docMk/>
            <pc:sldMk cId="929648601" sldId="300"/>
            <ac:spMk id="18" creationId="{26295975-A585-9E83-39AF-34180D387CBF}"/>
          </ac:spMkLst>
        </pc:spChg>
        <pc:spChg chg="mod">
          <ac:chgData name="Vitorino, Victor" userId="563b3a8c-0e61-42aa-93cd-694ff36d6575" providerId="ADAL" clId="{D1479B9F-344E-4662-A7D2-AE7FBEDEADE5}" dt="2026-09-17T19:55:55.188" v="5992" actId="1076"/>
          <ac:spMkLst>
            <pc:docMk/>
            <pc:sldMk cId="929648601" sldId="300"/>
            <ac:spMk id="19" creationId="{BC205FAD-93BF-743D-8D09-15C522650162}"/>
          </ac:spMkLst>
        </pc:spChg>
        <pc:grpChg chg="mod">
          <ac:chgData name="Vitorino, Victor" userId="563b3a8c-0e61-42aa-93cd-694ff36d6575" providerId="ADAL" clId="{D1479B9F-344E-4662-A7D2-AE7FBEDEADE5}" dt="2026-09-17T19:54:55.174" v="5870" actId="1076"/>
          <ac:grpSpMkLst>
            <pc:docMk/>
            <pc:sldMk cId="929648601" sldId="300"/>
            <ac:grpSpMk id="6" creationId="{8094340D-C31D-EC2A-E1E8-654921E69134}"/>
          </ac:grpSpMkLst>
        </pc:grpChg>
        <pc:grpChg chg="add mod">
          <ac:chgData name="Vitorino, Victor" userId="563b3a8c-0e61-42aa-93cd-694ff36d6575" providerId="ADAL" clId="{D1479B9F-344E-4662-A7D2-AE7FBEDEADE5}" dt="2026-09-17T19:55:55.188" v="5992" actId="1076"/>
          <ac:grpSpMkLst>
            <pc:docMk/>
            <pc:sldMk cId="929648601" sldId="300"/>
            <ac:grpSpMk id="17" creationId="{4B08816F-7EC4-D536-0211-51C9B460C95D}"/>
          </ac:grpSpMkLst>
        </pc:grpChg>
        <pc:graphicFrameChg chg="mod modGraphic">
          <ac:chgData name="Vitorino, Victor" userId="563b3a8c-0e61-42aa-93cd-694ff36d6575" providerId="ADAL" clId="{D1479B9F-344E-4662-A7D2-AE7FBEDEADE5}" dt="2026-09-17T19:58:46.639" v="6105"/>
          <ac:graphicFrameMkLst>
            <pc:docMk/>
            <pc:sldMk cId="929648601" sldId="300"/>
            <ac:graphicFrameMk id="8" creationId="{4F707471-2AA8-C7DF-4B18-3425864036AD}"/>
          </ac:graphicFrameMkLst>
        </pc:graphicFrameChg>
      </pc:sldChg>
    </pc:docChg>
  </pc:docChgLst>
  <pc:docChgLst>
    <pc:chgData name="Domingues, Alexandre" userId="70797ed6-b890-4308-92c0-1bf19a916944" providerId="ADAL" clId="{20B45610-0241-4870-98C3-95D1BA53618F}"/>
    <pc:docChg chg="undo redo custSel addSld delSld modSld sldOrd addSection modSection">
      <pc:chgData name="Domingues, Alexandre" userId="70797ed6-b890-4308-92c0-1bf19a916944" providerId="ADAL" clId="{20B45610-0241-4870-98C3-95D1BA53618F}" dt="2026-09-30T18:12:47.300" v="6596"/>
      <pc:docMkLst>
        <pc:docMk/>
      </pc:docMkLst>
      <pc:sldChg chg="modSp 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2170440362" sldId="269"/>
        </pc:sldMkLst>
      </pc:sldChg>
      <pc:sldChg chg="modSp 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1564849601" sldId="273"/>
        </pc:sldMkLst>
      </pc:sldChg>
      <pc:sldChg chg="addSp delSp modSp add mod modShow">
        <pc:chgData name="Domingues, Alexandre" userId="70797ed6-b890-4308-92c0-1bf19a916944" providerId="ADAL" clId="{20B45610-0241-4870-98C3-95D1BA53618F}" dt="2026-09-17T17:26:38.691" v="5512" actId="729"/>
        <pc:sldMkLst>
          <pc:docMk/>
          <pc:sldMk cId="445838470" sldId="274"/>
        </pc:sldMkLst>
        <pc:spChg chg="mod">
          <ac:chgData name="Domingues, Alexandre" userId="70797ed6-b890-4308-92c0-1bf19a916944" providerId="ADAL" clId="{20B45610-0241-4870-98C3-95D1BA53618F}" dt="2026-09-03T15:32:44.622" v="4589" actId="20577"/>
          <ac:spMkLst>
            <pc:docMk/>
            <pc:sldMk cId="445838470" sldId="274"/>
            <ac:spMk id="5" creationId="{1AD7DFEE-498F-0338-10BA-974FBB5A9572}"/>
          </ac:spMkLst>
        </pc:spChg>
      </pc:sldChg>
      <pc:sldChg chg="modSp 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3553083310" sldId="275"/>
        </pc:sldMkLst>
      </pc:sldChg>
      <pc:sldChg chg="modSp add mod or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673234983" sldId="276"/>
        </pc:sldMkLst>
      </pc:sldChg>
      <pc:sldChg chg="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4266738571" sldId="278"/>
        </pc:sldMkLst>
      </pc:sldChg>
      <pc:sldChg chg="add">
        <pc:chgData name="Domingues, Alexandre" userId="70797ed6-b890-4308-92c0-1bf19a916944" providerId="ADAL" clId="{20B45610-0241-4870-98C3-95D1BA53618F}" dt="2026-09-03T15:32:27.806" v="4571"/>
        <pc:sldMkLst>
          <pc:docMk/>
          <pc:sldMk cId="1410799632" sldId="279"/>
        </pc:sldMkLst>
      </pc:sldChg>
      <pc:sldChg chg="modSp 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3627758819" sldId="280"/>
        </pc:sldMkLst>
      </pc:sldChg>
      <pc:sldChg chg="add mod modShow modNotesTx">
        <pc:chgData name="Domingues, Alexandre" userId="70797ed6-b890-4308-92c0-1bf19a916944" providerId="ADAL" clId="{20B45610-0241-4870-98C3-95D1BA53618F}" dt="2026-09-17T17:26:38.691" v="5512" actId="729"/>
        <pc:sldMkLst>
          <pc:docMk/>
          <pc:sldMk cId="1295907837" sldId="281"/>
        </pc:sldMkLst>
      </pc:sldChg>
      <pc:sldChg chg="modSp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2288162544" sldId="282"/>
        </pc:sldMkLst>
      </pc:sldChg>
      <pc:sldChg chg="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2296986003" sldId="283"/>
        </pc:sldMkLst>
      </pc:sldChg>
      <pc:sldChg chg="modSp 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498855830" sldId="285"/>
        </pc:sldMkLst>
      </pc:sldChg>
      <pc:sldChg chg="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214478901" sldId="286"/>
        </pc:sldMkLst>
      </pc:sldChg>
      <pc:sldChg chg="addSp delSp modSp add mod modShow">
        <pc:chgData name="Domingues, Alexandre" userId="70797ed6-b890-4308-92c0-1bf19a916944" providerId="ADAL" clId="{20B45610-0241-4870-98C3-95D1BA53618F}" dt="2026-09-17T17:26:38.691" v="5512" actId="729"/>
        <pc:sldMkLst>
          <pc:docMk/>
          <pc:sldMk cId="999847639" sldId="287"/>
        </pc:sldMkLst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2" creationId="{53168F1C-EDFF-31AB-6086-6234BDF33DAD}"/>
          </ac:spMkLst>
        </pc:spChg>
        <pc:spChg chg="add 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4" creationId="{F422C2E4-FAA2-4CF6-EB65-8476C43BD253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5" creationId="{D0BA8BCF-E92A-BF85-AC69-73BB8422C510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13" creationId="{CB59C4EE-3B59-91F5-6456-17088439B071}"/>
          </ac:spMkLst>
        </pc:spChg>
        <pc:spChg chg="mod">
          <ac:chgData name="Domingues, Alexandre" userId="70797ed6-b890-4308-92c0-1bf19a916944" providerId="ADAL" clId="{20B45610-0241-4870-98C3-95D1BA53618F}" dt="2026-09-03T18:45:33.510" v="5268" actId="1035"/>
          <ac:spMkLst>
            <pc:docMk/>
            <pc:sldMk cId="999847639" sldId="287"/>
            <ac:spMk id="14" creationId="{95206389-7799-99F3-A345-BAAFB8F76295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16" creationId="{C219B59B-D8CE-DCAA-E331-3A0656631E46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17" creationId="{078DDC89-829D-57FD-5A39-A0D52E4DF591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21" creationId="{0EB280DA-CCA4-D108-ADE5-9EC35A85891F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22" creationId="{B5569406-98A9-3655-AB3B-307D265C083F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24" creationId="{2DC87B24-D042-0249-6621-721425DDF58B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25" creationId="{E336EB90-6A38-8089-EF8F-887A70177552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27" creationId="{81076EE7-B68C-33C2-B3DC-CB6309E59740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35" creationId="{D4224997-391C-7726-A7E9-040A20020076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36" creationId="{DE1DF5E9-ABD0-D1B7-9CDF-B73FDCCD2998}"/>
          </ac:spMkLst>
        </pc:spChg>
        <pc:spChg chg="mod">
          <ac:chgData name="Domingues, Alexandre" userId="70797ed6-b890-4308-92c0-1bf19a916944" providerId="ADAL" clId="{20B45610-0241-4870-98C3-95D1BA53618F}" dt="2026-09-03T18:45:08.649" v="5238" actId="1036"/>
          <ac:spMkLst>
            <pc:docMk/>
            <pc:sldMk cId="999847639" sldId="287"/>
            <ac:spMk id="37" creationId="{123CF1DB-6822-3283-544C-40E293C50BB8}"/>
          </ac:spMkLst>
        </pc:spChg>
        <pc:spChg chg="mod">
          <ac:chgData name="Domingues, Alexandre" userId="70797ed6-b890-4308-92c0-1bf19a916944" providerId="ADAL" clId="{20B45610-0241-4870-98C3-95D1BA53618F}" dt="2026-09-03T18:44:30.245" v="5214" actId="1036"/>
          <ac:spMkLst>
            <pc:docMk/>
            <pc:sldMk cId="999847639" sldId="287"/>
            <ac:spMk id="40" creationId="{4E7AB4FD-09A5-BB97-61FB-7FC56B593850}"/>
          </ac:spMkLst>
        </pc:spChg>
        <pc:spChg chg="mod">
          <ac:chgData name="Domingues, Alexandre" userId="70797ed6-b890-4308-92c0-1bf19a916944" providerId="ADAL" clId="{20B45610-0241-4870-98C3-95D1BA53618F}" dt="2026-09-04T13:18:13.248" v="5486" actId="1036"/>
          <ac:spMkLst>
            <pc:docMk/>
            <pc:sldMk cId="999847639" sldId="287"/>
            <ac:spMk id="42" creationId="{8FC8D417-7C5C-C018-CAE9-59A16D929195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46" creationId="{77D06E74-312D-F0B2-E994-C480EABDDEEB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48" creationId="{184292FF-3631-085F-C29B-9721348A1A3F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93" creationId="{96953493-37BB-B4FF-6F9B-C69D7AE20DE6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94" creationId="{C7CC5C07-A8F5-381F-196B-98A6A0CDFE9E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97" creationId="{496CE169-0021-4CCF-B820-473B0E6D9A1F}"/>
          </ac:spMkLst>
        </pc:spChg>
        <pc:spChg chg="mod">
          <ac:chgData name="Domingues, Alexandre" userId="70797ed6-b890-4308-92c0-1bf19a916944" providerId="ADAL" clId="{20B45610-0241-4870-98C3-95D1BA53618F}" dt="2026-09-03T18:45:43.880" v="5281" actId="1035"/>
          <ac:spMkLst>
            <pc:docMk/>
            <pc:sldMk cId="999847639" sldId="287"/>
            <ac:spMk id="105" creationId="{25FD9D36-058F-6D43-9DB9-F4DBE6C8A059}"/>
          </ac:spMkLst>
        </pc:spChg>
        <pc:grpChg chg="add mod">
          <ac:chgData name="Domingues, Alexandre" userId="70797ed6-b890-4308-92c0-1bf19a916944" providerId="ADAL" clId="{20B45610-0241-4870-98C3-95D1BA53618F}" dt="2026-09-03T18:45:27.391" v="5259" actId="1036"/>
          <ac:grpSpMkLst>
            <pc:docMk/>
            <pc:sldMk cId="999847639" sldId="287"/>
            <ac:grpSpMk id="7" creationId="{199D4C65-AA0B-E887-1F6A-7A8C4BF1BF43}"/>
          </ac:grpSpMkLst>
        </pc:grpChg>
        <pc:grpChg chg="mod">
          <ac:chgData name="Domingues, Alexandre" userId="70797ed6-b890-4308-92c0-1bf19a916944" providerId="ADAL" clId="{20B45610-0241-4870-98C3-95D1BA53618F}" dt="2026-09-03T18:45:33.510" v="5268" actId="1035"/>
          <ac:grpSpMkLst>
            <pc:docMk/>
            <pc:sldMk cId="999847639" sldId="287"/>
            <ac:grpSpMk id="10" creationId="{96A5C8B4-26F9-B3E0-D1A6-12666B27DBD2}"/>
          </ac:grpSpMkLst>
        </pc:grpChg>
        <pc:grpChg chg="add mod">
          <ac:chgData name="Domingues, Alexandre" userId="70797ed6-b890-4308-92c0-1bf19a916944" providerId="ADAL" clId="{20B45610-0241-4870-98C3-95D1BA53618F}" dt="2026-09-03T18:45:24.063" v="5254" actId="1036"/>
          <ac:grpSpMkLst>
            <pc:docMk/>
            <pc:sldMk cId="999847639" sldId="287"/>
            <ac:grpSpMk id="23" creationId="{E43F9F43-9515-298C-71DE-0A98043CAB4F}"/>
          </ac:grpSpMkLst>
        </pc:grpChg>
        <pc:grpChg chg="add mod">
          <ac:chgData name="Domingues, Alexandre" userId="70797ed6-b890-4308-92c0-1bf19a916944" providerId="ADAL" clId="{20B45610-0241-4870-98C3-95D1BA53618F}" dt="2026-09-03T18:45:08.649" v="5238" actId="1036"/>
          <ac:grpSpMkLst>
            <pc:docMk/>
            <pc:sldMk cId="999847639" sldId="287"/>
            <ac:grpSpMk id="29" creationId="{E5EACCEC-5A9B-3E23-4069-8D02EA8AC9CD}"/>
          </ac:grpSpMkLst>
        </pc:grpChg>
        <pc:grpChg chg="add mod">
          <ac:chgData name="Domingues, Alexandre" userId="70797ed6-b890-4308-92c0-1bf19a916944" providerId="ADAL" clId="{20B45610-0241-4870-98C3-95D1BA53618F}" dt="2026-09-03T18:44:30.245" v="5214" actId="1036"/>
          <ac:grpSpMkLst>
            <pc:docMk/>
            <pc:sldMk cId="999847639" sldId="287"/>
            <ac:grpSpMk id="39" creationId="{F19FD417-A69B-C344-FFFD-8D917B2ED973}"/>
          </ac:grpSpMkLst>
        </pc:grpChg>
        <pc:graphicFrameChg chg="mod modGraphic">
          <ac:chgData name="Domingues, Alexandre" userId="70797ed6-b890-4308-92c0-1bf19a916944" providerId="ADAL" clId="{20B45610-0241-4870-98C3-95D1BA53618F}" dt="2026-09-04T13:16:40.211" v="5451" actId="798"/>
          <ac:graphicFrameMkLst>
            <pc:docMk/>
            <pc:sldMk cId="999847639" sldId="287"/>
            <ac:graphicFrameMk id="15" creationId="{174DF71E-91B2-CDBC-3860-B4698BABAC7F}"/>
          </ac:graphicFrameMkLst>
        </pc:graphicFrameChg>
      </pc:sldChg>
      <pc:sldChg chg="add mod modShow">
        <pc:chgData name="Domingues, Alexandre" userId="70797ed6-b890-4308-92c0-1bf19a916944" providerId="ADAL" clId="{20B45610-0241-4870-98C3-95D1BA53618F}" dt="2026-09-17T17:26:38.691" v="5512" actId="729"/>
        <pc:sldMkLst>
          <pc:docMk/>
          <pc:sldMk cId="2292911879" sldId="288"/>
        </pc:sldMkLst>
      </pc:sldChg>
      <pc:sldChg chg="addSp delSp modSp add mod modShow">
        <pc:chgData name="Domingues, Alexandre" userId="70797ed6-b890-4308-92c0-1bf19a916944" providerId="ADAL" clId="{20B45610-0241-4870-98C3-95D1BA53618F}" dt="2026-09-17T17:26:38.691" v="5512" actId="729"/>
        <pc:sldMkLst>
          <pc:docMk/>
          <pc:sldMk cId="579897715" sldId="289"/>
        </pc:sldMkLst>
        <pc:spChg chg="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3" creationId="{B7B3EBA3-7778-4AD8-5BB3-C8C249B575AE}"/>
          </ac:spMkLst>
        </pc:spChg>
        <pc:spChg chg="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4" creationId="{9BB50DB1-30BE-2DDA-B6C4-09152C1B6E94}"/>
          </ac:spMkLst>
        </pc:spChg>
        <pc:spChg chg="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7" creationId="{BC87E00E-6BCF-7487-EAFC-61F13AC63A5B}"/>
          </ac:spMkLst>
        </pc:spChg>
        <pc:spChg chg="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9" creationId="{CF9F8255-ED24-D587-974B-FABDEF5749AB}"/>
          </ac:spMkLst>
        </pc:spChg>
        <pc:spChg chg="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13" creationId="{EC298852-3DFF-4B1B-4981-6ADBA27E45F4}"/>
          </ac:spMkLst>
        </pc:spChg>
        <pc:spChg chg="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14" creationId="{66256326-F644-D251-6442-8616583DE9EE}"/>
          </ac:spMkLst>
        </pc:spChg>
        <pc:spChg chg="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15" creationId="{CAA39886-4DAF-B6BE-E303-79C83A59FE92}"/>
          </ac:spMkLst>
        </pc:spChg>
        <pc:spChg chg="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45" creationId="{9D5452F5-5680-3F21-CF56-BC2217C97D37}"/>
          </ac:spMkLst>
        </pc:spChg>
        <pc:spChg chg="add 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53" creationId="{247BB551-2C73-9390-998A-A0A2151DC2AF}"/>
          </ac:spMkLst>
        </pc:spChg>
        <pc:spChg chg="add mod">
          <ac:chgData name="Domingues, Alexandre" userId="70797ed6-b890-4308-92c0-1bf19a916944" providerId="ADAL" clId="{20B45610-0241-4870-98C3-95D1BA53618F}" dt="2026-09-04T13:18:21.319" v="5491" actId="1036"/>
          <ac:spMkLst>
            <pc:docMk/>
            <pc:sldMk cId="579897715" sldId="289"/>
            <ac:spMk id="54" creationId="{15B83E71-BD30-774C-77D4-9E6982FEB840}"/>
          </ac:spMkLst>
        </pc:spChg>
        <pc:spChg chg="add 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55" creationId="{C78A2918-A76A-05E9-6EF9-B6651C2F9A98}"/>
          </ac:spMkLst>
        </pc:spChg>
        <pc:spChg chg="add 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56" creationId="{DACFD2C1-FED8-1980-A3D6-7EEE0FCBB940}"/>
          </ac:spMkLst>
        </pc:spChg>
        <pc:spChg chg="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60" creationId="{81DE2A16-009C-8662-F98F-5411913315C7}"/>
          </ac:spMkLst>
        </pc:spChg>
        <pc:spChg chg="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61" creationId="{533D0B8A-70A6-C440-3AD5-F1A36D2750EA}"/>
          </ac:spMkLst>
        </pc:spChg>
        <pc:spChg chg="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63" creationId="{DA68121A-36FA-938F-1AA4-D3C948EE5BA7}"/>
          </ac:spMkLst>
        </pc:spChg>
        <pc:spChg chg="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67" creationId="{1AED0894-0BA5-2A70-E2FC-D7194FF96DCB}"/>
          </ac:spMkLst>
        </pc:spChg>
        <pc:spChg chg="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68" creationId="{BD3B9B03-B802-B90B-8E8B-2CFC85B29C91}"/>
          </ac:spMkLst>
        </pc:spChg>
        <pc:spChg chg="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69" creationId="{81DF85A7-FE85-26D8-7791-97233A331000}"/>
          </ac:spMkLst>
        </pc:spChg>
        <pc:spChg chg="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72" creationId="{982903D8-15A2-9D23-2C1B-A80D7B23BB6F}"/>
          </ac:spMkLst>
        </pc:spChg>
        <pc:spChg chg="mod">
          <ac:chgData name="Domingues, Alexandre" userId="70797ed6-b890-4308-92c0-1bf19a916944" providerId="ADAL" clId="{20B45610-0241-4870-98C3-95D1BA53618F}" dt="2026-09-03T18:45:51.196" v="5283"/>
          <ac:spMkLst>
            <pc:docMk/>
            <pc:sldMk cId="579897715" sldId="289"/>
            <ac:spMk id="73" creationId="{B9A8924F-60CB-0723-540B-5A4839465F11}"/>
          </ac:spMkLst>
        </pc:spChg>
        <pc:grpChg chg="add mod">
          <ac:chgData name="Domingues, Alexandre" userId="70797ed6-b890-4308-92c0-1bf19a916944" providerId="ADAL" clId="{20B45610-0241-4870-98C3-95D1BA53618F}" dt="2026-09-03T19:41:54.062" v="5305" actId="571"/>
          <ac:grpSpMkLst>
            <pc:docMk/>
            <pc:sldMk cId="579897715" sldId="289"/>
            <ac:grpSpMk id="2" creationId="{6A436F4D-E720-7DE8-841E-C64993F757DB}"/>
          </ac:grpSpMkLst>
        </pc:grpChg>
        <pc:grpChg chg="mod">
          <ac:chgData name="Domingues, Alexandre" userId="70797ed6-b890-4308-92c0-1bf19a916944" providerId="ADAL" clId="{20B45610-0241-4870-98C3-95D1BA53618F}" dt="2026-09-03T19:44:39.419" v="5317" actId="1035"/>
          <ac:grpSpMkLst>
            <pc:docMk/>
            <pc:sldMk cId="579897715" sldId="289"/>
            <ac:grpSpMk id="10" creationId="{ABEA6BC7-4D7B-217F-DA67-F8232E5DD1DD}"/>
          </ac:grpSpMkLst>
        </pc:grpChg>
        <pc:graphicFrameChg chg="mod modGraphic">
          <ac:chgData name="Domingues, Alexandre" userId="70797ed6-b890-4308-92c0-1bf19a916944" providerId="ADAL" clId="{20B45610-0241-4870-98C3-95D1BA53618F}" dt="2026-09-03T19:46:19.597" v="5374" actId="20577"/>
          <ac:graphicFrameMkLst>
            <pc:docMk/>
            <pc:sldMk cId="579897715" sldId="289"/>
            <ac:graphicFrameMk id="8" creationId="{CF2C7F64-7F5D-7736-57B2-07F8E70802B4}"/>
          </ac:graphicFrameMkLst>
        </pc:graphicFrameChg>
      </pc:sldChg>
      <pc:sldChg chg="modSp add mod">
        <pc:chgData name="Domingues, Alexandre" userId="70797ed6-b890-4308-92c0-1bf19a916944" providerId="ADAL" clId="{20B45610-0241-4870-98C3-95D1BA53618F}" dt="2026-09-03T20:23:55.033" v="5440" actId="20577"/>
        <pc:sldMkLst>
          <pc:docMk/>
          <pc:sldMk cId="1128682983" sldId="290"/>
        </pc:sldMkLst>
        <pc:spChg chg="mod">
          <ac:chgData name="Domingues, Alexandre" userId="70797ed6-b890-4308-92c0-1bf19a916944" providerId="ADAL" clId="{20B45610-0241-4870-98C3-95D1BA53618F}" dt="2026-09-03T20:23:55.033" v="5440" actId="20577"/>
          <ac:spMkLst>
            <pc:docMk/>
            <pc:sldMk cId="1128682983" sldId="290"/>
            <ac:spMk id="12" creationId="{EECF1B8A-D9F9-6545-2B37-333D138432E4}"/>
          </ac:spMkLst>
        </pc:spChg>
      </pc:sldChg>
      <pc:sldChg chg="add ord">
        <pc:chgData name="Domingues, Alexandre" userId="70797ed6-b890-4308-92c0-1bf19a916944" providerId="ADAL" clId="{20B45610-0241-4870-98C3-95D1BA53618F}" dt="2026-09-03T20:22:58.665" v="5383"/>
        <pc:sldMkLst>
          <pc:docMk/>
          <pc:sldMk cId="3214961164" sldId="291"/>
        </pc:sldMkLst>
      </pc:sldChg>
      <pc:sldChg chg="modSp add mod">
        <pc:chgData name="Domingues, Alexandre" userId="70797ed6-b890-4308-92c0-1bf19a916944" providerId="ADAL" clId="{20B45610-0241-4870-98C3-95D1BA53618F}" dt="2026-09-03T20:24:26.814" v="5447" actId="404"/>
        <pc:sldMkLst>
          <pc:docMk/>
          <pc:sldMk cId="1136906166" sldId="292"/>
        </pc:sldMkLst>
        <pc:spChg chg="mod">
          <ac:chgData name="Domingues, Alexandre" userId="70797ed6-b890-4308-92c0-1bf19a916944" providerId="ADAL" clId="{20B45610-0241-4870-98C3-95D1BA53618F}" dt="2026-09-03T20:24:26.814" v="5447" actId="404"/>
          <ac:spMkLst>
            <pc:docMk/>
            <pc:sldMk cId="1136906166" sldId="292"/>
            <ac:spMk id="12" creationId="{4DF33A07-C235-45F4-ADFB-9AD7B0DB300F}"/>
          </ac:spMkLst>
        </pc:spChg>
      </pc:sldChg>
      <pc:sldChg chg="modSp add mod">
        <pc:chgData name="Domingues, Alexandre" userId="70797ed6-b890-4308-92c0-1bf19a916944" providerId="ADAL" clId="{20B45610-0241-4870-98C3-95D1BA53618F}" dt="2026-09-17T17:24:42.242" v="5504" actId="20577"/>
        <pc:sldMkLst>
          <pc:docMk/>
          <pc:sldMk cId="1146484122" sldId="293"/>
        </pc:sldMkLst>
        <pc:spChg chg="mod">
          <ac:chgData name="Domingues, Alexandre" userId="70797ed6-b890-4308-92c0-1bf19a916944" providerId="ADAL" clId="{20B45610-0241-4870-98C3-95D1BA53618F}" dt="2026-09-17T17:24:42.242" v="5504" actId="20577"/>
          <ac:spMkLst>
            <pc:docMk/>
            <pc:sldMk cId="1146484122" sldId="293"/>
            <ac:spMk id="5" creationId="{465F3C87-E6ED-C314-DF9D-594BEAA197FD}"/>
          </ac:spMkLst>
        </pc:spChg>
      </pc:sldChg>
      <pc:sldChg chg="add mod modShow">
        <pc:chgData name="Domingues, Alexandre" userId="70797ed6-b890-4308-92c0-1bf19a916944" providerId="ADAL" clId="{20B45610-0241-4870-98C3-95D1BA53618F}" dt="2026-09-17T17:26:38.691" v="5512" actId="729"/>
        <pc:sldMkLst>
          <pc:docMk/>
          <pc:sldMk cId="1250155920" sldId="294"/>
        </pc:sldMkLst>
      </pc:sldChg>
      <pc:sldChg chg="add">
        <pc:chgData name="Domingues, Alexandre" userId="70797ed6-b890-4308-92c0-1bf19a916944" providerId="ADAL" clId="{20B45610-0241-4870-98C3-95D1BA53618F}" dt="2026-09-17T17:23:31.114" v="5499"/>
        <pc:sldMkLst>
          <pc:docMk/>
          <pc:sldMk cId="2072587259" sldId="295"/>
        </pc:sldMkLst>
      </pc:sldChg>
      <pc:sldChg chg="add mod modShow">
        <pc:chgData name="Domingues, Alexandre" userId="70797ed6-b890-4308-92c0-1bf19a916944" providerId="ADAL" clId="{20B45610-0241-4870-98C3-95D1BA53618F}" dt="2026-09-17T17:26:38.691" v="5512" actId="729"/>
        <pc:sldMkLst>
          <pc:docMk/>
          <pc:sldMk cId="43511765" sldId="296"/>
        </pc:sldMkLst>
      </pc:sldChg>
      <pc:sldChg chg="add del">
        <pc:chgData name="Domingues, Alexandre" userId="70797ed6-b890-4308-92c0-1bf19a916944" providerId="ADAL" clId="{20B45610-0241-4870-98C3-95D1BA53618F}" dt="2026-09-03T20:22:39.567" v="5381"/>
        <pc:sldMkLst>
          <pc:docMk/>
          <pc:sldMk cId="2896194274" sldId="297"/>
        </pc:sldMkLst>
      </pc:sldChg>
      <pc:sldChg chg="modSp add mod">
        <pc:chgData name="Domingues, Alexandre" userId="70797ed6-b890-4308-92c0-1bf19a916944" providerId="ADAL" clId="{20B45610-0241-4870-98C3-95D1BA53618F}" dt="2026-09-30T17:38:15.408" v="6336" actId="20577"/>
        <pc:sldMkLst>
          <pc:docMk/>
          <pc:sldMk cId="3533663782" sldId="298"/>
        </pc:sldMkLst>
        <pc:spChg chg="mod">
          <ac:chgData name="Domingues, Alexandre" userId="70797ed6-b890-4308-92c0-1bf19a916944" providerId="ADAL" clId="{20B45610-0241-4870-98C3-95D1BA53618F}" dt="2026-09-30T17:38:15.408" v="6336" actId="20577"/>
          <ac:spMkLst>
            <pc:docMk/>
            <pc:sldMk cId="3533663782" sldId="298"/>
            <ac:spMk id="5" creationId="{6F102A93-3A62-1782-9D41-BD7F3FFD62C2}"/>
          </ac:spMkLst>
        </pc:spChg>
      </pc:sldChg>
      <pc:sldChg chg="addSp delSp modSp add mod">
        <pc:chgData name="Domingues, Alexandre" userId="70797ed6-b890-4308-92c0-1bf19a916944" providerId="ADAL" clId="{20B45610-0241-4870-98C3-95D1BA53618F}" dt="2026-09-18T14:17:24.593" v="6312" actId="20577"/>
        <pc:sldMkLst>
          <pc:docMk/>
          <pc:sldMk cId="1919691557" sldId="299"/>
        </pc:sldMkLst>
        <pc:spChg chg="mod">
          <ac:chgData name="Domingues, Alexandre" userId="70797ed6-b890-4308-92c0-1bf19a916944" providerId="ADAL" clId="{20B45610-0241-4870-98C3-95D1BA53618F}" dt="2026-09-17T17:37:16.257" v="5777" actId="1035"/>
          <ac:spMkLst>
            <pc:docMk/>
            <pc:sldMk cId="1919691557" sldId="299"/>
            <ac:spMk id="4" creationId="{2F83B166-2EA5-D553-FE7F-A99BD88B2AB5}"/>
          </ac:spMkLst>
        </pc:spChg>
        <pc:spChg chg="add mod">
          <ac:chgData name="Domingues, Alexandre" userId="70797ed6-b890-4308-92c0-1bf19a916944" providerId="ADAL" clId="{20B45610-0241-4870-98C3-95D1BA53618F}" dt="2026-09-17T17:37:11.395" v="5768" actId="1035"/>
          <ac:spMkLst>
            <pc:docMk/>
            <pc:sldMk cId="1919691557" sldId="299"/>
            <ac:spMk id="6" creationId="{01D9934F-6863-DF89-F613-F8580501D169}"/>
          </ac:spMkLst>
        </pc:spChg>
        <pc:spChg chg="mod">
          <ac:chgData name="Domingues, Alexandre" userId="70797ed6-b890-4308-92c0-1bf19a916944" providerId="ADAL" clId="{20B45610-0241-4870-98C3-95D1BA53618F}" dt="2026-09-17T17:34:18.601" v="5660" actId="1035"/>
          <ac:spMkLst>
            <pc:docMk/>
            <pc:sldMk cId="1919691557" sldId="299"/>
            <ac:spMk id="9" creationId="{C2886E16-6864-0A9B-67EB-1EA32E7E0C1E}"/>
          </ac:spMkLst>
        </pc:spChg>
        <pc:spChg chg="mod">
          <ac:chgData name="Domingues, Alexandre" userId="70797ed6-b890-4308-92c0-1bf19a916944" providerId="ADAL" clId="{20B45610-0241-4870-98C3-95D1BA53618F}" dt="2026-09-17T17:37:20.161" v="5784" actId="1036"/>
          <ac:spMkLst>
            <pc:docMk/>
            <pc:sldMk cId="1919691557" sldId="299"/>
            <ac:spMk id="13" creationId="{AEEE1E88-E4B2-AEE5-2457-660D597CB582}"/>
          </ac:spMkLst>
        </pc:spChg>
        <pc:spChg chg="mod">
          <ac:chgData name="Domingues, Alexandre" userId="70797ed6-b890-4308-92c0-1bf19a916944" providerId="ADAL" clId="{20B45610-0241-4870-98C3-95D1BA53618F}" dt="2026-09-17T17:37:06.456" v="5755" actId="1035"/>
          <ac:spMkLst>
            <pc:docMk/>
            <pc:sldMk cId="1919691557" sldId="299"/>
            <ac:spMk id="14" creationId="{B7CF0D7C-30FB-F632-8E0A-84EABBF1CFB8}"/>
          </ac:spMkLst>
        </pc:spChg>
        <pc:spChg chg="mod">
          <ac:chgData name="Domingues, Alexandre" userId="70797ed6-b890-4308-92c0-1bf19a916944" providerId="ADAL" clId="{20B45610-0241-4870-98C3-95D1BA53618F}" dt="2026-09-17T17:37:06.456" v="5755" actId="1035"/>
          <ac:spMkLst>
            <pc:docMk/>
            <pc:sldMk cId="1919691557" sldId="299"/>
            <ac:spMk id="24" creationId="{856062EC-BC65-C5A2-0D29-3B0A8AA33FD0}"/>
          </ac:spMkLst>
        </pc:spChg>
        <pc:spChg chg="mod">
          <ac:chgData name="Domingues, Alexandre" userId="70797ed6-b890-4308-92c0-1bf19a916944" providerId="ADAL" clId="{20B45610-0241-4870-98C3-95D1BA53618F}" dt="2026-09-17T17:34:18.601" v="5660" actId="1035"/>
          <ac:spMkLst>
            <pc:docMk/>
            <pc:sldMk cId="1919691557" sldId="299"/>
            <ac:spMk id="26" creationId="{32ADCA35-E1EE-92C2-3FDD-8FC22D0CB6EE}"/>
          </ac:spMkLst>
        </pc:spChg>
        <pc:spChg chg="mod">
          <ac:chgData name="Domingues, Alexandre" userId="70797ed6-b890-4308-92c0-1bf19a916944" providerId="ADAL" clId="{20B45610-0241-4870-98C3-95D1BA53618F}" dt="2026-09-17T17:37:00.762" v="5738" actId="1036"/>
          <ac:spMkLst>
            <pc:docMk/>
            <pc:sldMk cId="1919691557" sldId="299"/>
            <ac:spMk id="36" creationId="{FB5F8FCB-32EB-C1F4-1760-F5BC61B60CEC}"/>
          </ac:spMkLst>
        </pc:spChg>
        <pc:spChg chg="mod">
          <ac:chgData name="Domingues, Alexandre" userId="70797ed6-b890-4308-92c0-1bf19a916944" providerId="ADAL" clId="{20B45610-0241-4870-98C3-95D1BA53618F}" dt="2026-09-17T17:37:00.762" v="5738" actId="1036"/>
          <ac:spMkLst>
            <pc:docMk/>
            <pc:sldMk cId="1919691557" sldId="299"/>
            <ac:spMk id="37" creationId="{0F4CDBC4-E1C9-4CF0-042A-DAC286080D91}"/>
          </ac:spMkLst>
        </pc:spChg>
        <pc:spChg chg="mod">
          <ac:chgData name="Domingues, Alexandre" userId="70797ed6-b890-4308-92c0-1bf19a916944" providerId="ADAL" clId="{20B45610-0241-4870-98C3-95D1BA53618F}" dt="2026-09-17T17:36:53.344" v="5716" actId="1035"/>
          <ac:spMkLst>
            <pc:docMk/>
            <pc:sldMk cId="1919691557" sldId="299"/>
            <ac:spMk id="40" creationId="{426CD36B-30C4-23D3-70D4-E728A2BE2403}"/>
          </ac:spMkLst>
        </pc:spChg>
        <pc:spChg chg="mod">
          <ac:chgData name="Domingues, Alexandre" userId="70797ed6-b890-4308-92c0-1bf19a916944" providerId="ADAL" clId="{20B45610-0241-4870-98C3-95D1BA53618F}" dt="2026-09-17T17:36:53.344" v="5716" actId="1035"/>
          <ac:spMkLst>
            <pc:docMk/>
            <pc:sldMk cId="1919691557" sldId="299"/>
            <ac:spMk id="42" creationId="{B9217C97-C77C-6AAD-03C1-B125D38E13EB}"/>
          </ac:spMkLst>
        </pc:spChg>
        <pc:grpChg chg="add mod">
          <ac:chgData name="Domingues, Alexandre" userId="70797ed6-b890-4308-92c0-1bf19a916944" providerId="ADAL" clId="{20B45610-0241-4870-98C3-95D1BA53618F}" dt="2026-09-17T17:34:18.601" v="5660" actId="1035"/>
          <ac:grpSpMkLst>
            <pc:docMk/>
            <pc:sldMk cId="1919691557" sldId="299"/>
            <ac:grpSpMk id="8" creationId="{D18EC384-3CC3-68DF-66E7-B8CAEC5759D9}"/>
          </ac:grpSpMkLst>
        </pc:grpChg>
        <pc:grpChg chg="mod">
          <ac:chgData name="Domingues, Alexandre" userId="70797ed6-b890-4308-92c0-1bf19a916944" providerId="ADAL" clId="{20B45610-0241-4870-98C3-95D1BA53618F}" dt="2026-09-17T17:37:06.456" v="5755" actId="1035"/>
          <ac:grpSpMkLst>
            <pc:docMk/>
            <pc:sldMk cId="1919691557" sldId="299"/>
            <ac:grpSpMk id="10" creationId="{C5480FF3-BD34-A253-C583-6F506F259CE1}"/>
          </ac:grpSpMkLst>
        </pc:grpChg>
        <pc:grpChg chg="mod">
          <ac:chgData name="Domingues, Alexandre" userId="70797ed6-b890-4308-92c0-1bf19a916944" providerId="ADAL" clId="{20B45610-0241-4870-98C3-95D1BA53618F}" dt="2026-09-17T17:37:00.762" v="5738" actId="1036"/>
          <ac:grpSpMkLst>
            <pc:docMk/>
            <pc:sldMk cId="1919691557" sldId="299"/>
            <ac:grpSpMk id="29" creationId="{41B4857B-12BE-59C1-DB64-2B8976799D0D}"/>
          </ac:grpSpMkLst>
        </pc:grpChg>
        <pc:grpChg chg="mod">
          <ac:chgData name="Domingues, Alexandre" userId="70797ed6-b890-4308-92c0-1bf19a916944" providerId="ADAL" clId="{20B45610-0241-4870-98C3-95D1BA53618F}" dt="2026-09-17T17:36:53.344" v="5716" actId="1035"/>
          <ac:grpSpMkLst>
            <pc:docMk/>
            <pc:sldMk cId="1919691557" sldId="299"/>
            <ac:grpSpMk id="39" creationId="{AB34ADA6-D9A3-DFE0-C57F-F23EDC581F79}"/>
          </ac:grpSpMkLst>
        </pc:grpChg>
        <pc:graphicFrameChg chg="mod modGraphic">
          <ac:chgData name="Domingues, Alexandre" userId="70797ed6-b890-4308-92c0-1bf19a916944" providerId="ADAL" clId="{20B45610-0241-4870-98C3-95D1BA53618F}" dt="2026-09-18T14:17:24.593" v="6312" actId="20577"/>
          <ac:graphicFrameMkLst>
            <pc:docMk/>
            <pc:sldMk cId="1919691557" sldId="299"/>
            <ac:graphicFrameMk id="15" creationId="{6016B1FC-E447-1CC8-3186-98381E8A6D5D}"/>
          </ac:graphicFrameMkLst>
        </pc:graphicFrameChg>
      </pc:sldChg>
      <pc:sldChg chg="modSp add mod">
        <pc:chgData name="Domingues, Alexandre" userId="70797ed6-b890-4308-92c0-1bf19a916944" providerId="ADAL" clId="{20B45610-0241-4870-98C3-95D1BA53618F}" dt="2026-09-17T23:20:33.763" v="6304" actId="313"/>
        <pc:sldMkLst>
          <pc:docMk/>
          <pc:sldMk cId="929648601" sldId="300"/>
        </pc:sldMkLst>
        <pc:spChg chg="mod">
          <ac:chgData name="Domingues, Alexandre" userId="70797ed6-b890-4308-92c0-1bf19a916944" providerId="ADAL" clId="{20B45610-0241-4870-98C3-95D1BA53618F}" dt="2026-09-17T20:18:34.125" v="6290" actId="1036"/>
          <ac:spMkLst>
            <pc:docMk/>
            <pc:sldMk cId="929648601" sldId="300"/>
            <ac:spMk id="3" creationId="{FB44E573-DCCD-2957-5176-D4304C2490E5}"/>
          </ac:spMkLst>
        </pc:spChg>
        <pc:spChg chg="mod">
          <ac:chgData name="Domingues, Alexandre" userId="70797ed6-b890-4308-92c0-1bf19a916944" providerId="ADAL" clId="{20B45610-0241-4870-98C3-95D1BA53618F}" dt="2026-09-17T20:18:25.217" v="6279" actId="1035"/>
          <ac:spMkLst>
            <pc:docMk/>
            <pc:sldMk cId="929648601" sldId="300"/>
            <ac:spMk id="7" creationId="{F0891FFE-6BB7-0FA8-9A93-D6F6D4C76AF9}"/>
          </ac:spMkLst>
        </pc:spChg>
        <pc:spChg chg="mod">
          <ac:chgData name="Domingues, Alexandre" userId="70797ed6-b890-4308-92c0-1bf19a916944" providerId="ADAL" clId="{20B45610-0241-4870-98C3-95D1BA53618F}" dt="2026-09-17T20:18:25.217" v="6279" actId="1035"/>
          <ac:spMkLst>
            <pc:docMk/>
            <pc:sldMk cId="929648601" sldId="300"/>
            <ac:spMk id="9" creationId="{EDE52F3F-5192-FACB-5BAE-16FF6512C481}"/>
          </ac:spMkLst>
        </pc:spChg>
        <pc:spChg chg="mod">
          <ac:chgData name="Domingues, Alexandre" userId="70797ed6-b890-4308-92c0-1bf19a916944" providerId="ADAL" clId="{20B45610-0241-4870-98C3-95D1BA53618F}" dt="2026-09-17T20:18:29.939" v="6285" actId="1036"/>
          <ac:spMkLst>
            <pc:docMk/>
            <pc:sldMk cId="929648601" sldId="300"/>
            <ac:spMk id="16" creationId="{735D9AB3-F1C3-3AF4-A0EE-637FF32E2DEC}"/>
          </ac:spMkLst>
        </pc:spChg>
        <pc:spChg chg="mod">
          <ac:chgData name="Domingues, Alexandre" userId="70797ed6-b890-4308-92c0-1bf19a916944" providerId="ADAL" clId="{20B45610-0241-4870-98C3-95D1BA53618F}" dt="2026-09-17T20:18:17.162" v="6267" actId="1036"/>
          <ac:spMkLst>
            <pc:docMk/>
            <pc:sldMk cId="929648601" sldId="300"/>
            <ac:spMk id="18" creationId="{26295975-A585-9E83-39AF-34180D387CBF}"/>
          </ac:spMkLst>
        </pc:spChg>
        <pc:spChg chg="mod">
          <ac:chgData name="Domingues, Alexandre" userId="70797ed6-b890-4308-92c0-1bf19a916944" providerId="ADAL" clId="{20B45610-0241-4870-98C3-95D1BA53618F}" dt="2026-09-17T20:18:17.162" v="6267" actId="1036"/>
          <ac:spMkLst>
            <pc:docMk/>
            <pc:sldMk cId="929648601" sldId="300"/>
            <ac:spMk id="19" creationId="{BC205FAD-93BF-743D-8D09-15C522650162}"/>
          </ac:spMkLst>
        </pc:spChg>
        <pc:spChg chg="mod">
          <ac:chgData name="Domingues, Alexandre" userId="70797ed6-b890-4308-92c0-1bf19a916944" providerId="ADAL" clId="{20B45610-0241-4870-98C3-95D1BA53618F}" dt="2026-09-17T20:16:57.676" v="6235" actId="12788"/>
          <ac:spMkLst>
            <pc:docMk/>
            <pc:sldMk cId="929648601" sldId="300"/>
            <ac:spMk id="45" creationId="{3956BCD3-DC69-CDF0-7BEC-3BFD24FC8F3F}"/>
          </ac:spMkLst>
        </pc:spChg>
        <pc:spChg chg="mod">
          <ac:chgData name="Domingues, Alexandre" userId="70797ed6-b890-4308-92c0-1bf19a916944" providerId="ADAL" clId="{20B45610-0241-4870-98C3-95D1BA53618F}" dt="2026-09-17T20:16:57.676" v="6235" actId="12788"/>
          <ac:spMkLst>
            <pc:docMk/>
            <pc:sldMk cId="929648601" sldId="300"/>
            <ac:spMk id="53" creationId="{EB94725B-2B28-2C2B-EEC6-53112D8DC589}"/>
          </ac:spMkLst>
        </pc:spChg>
        <pc:spChg chg="mod">
          <ac:chgData name="Domingues, Alexandre" userId="70797ed6-b890-4308-92c0-1bf19a916944" providerId="ADAL" clId="{20B45610-0241-4870-98C3-95D1BA53618F}" dt="2026-09-17T20:18:39.544" v="6294" actId="1036"/>
          <ac:spMkLst>
            <pc:docMk/>
            <pc:sldMk cId="929648601" sldId="300"/>
            <ac:spMk id="54" creationId="{B36FA58E-E619-852B-1D3B-ADA2C9696890}"/>
          </ac:spMkLst>
        </pc:spChg>
        <pc:grpChg chg="mod">
          <ac:chgData name="Domingues, Alexandre" userId="70797ed6-b890-4308-92c0-1bf19a916944" providerId="ADAL" clId="{20B45610-0241-4870-98C3-95D1BA53618F}" dt="2026-09-17T20:18:25.217" v="6279" actId="1035"/>
          <ac:grpSpMkLst>
            <pc:docMk/>
            <pc:sldMk cId="929648601" sldId="300"/>
            <ac:grpSpMk id="6" creationId="{8094340D-C31D-EC2A-E1E8-654921E69134}"/>
          </ac:grpSpMkLst>
        </pc:grpChg>
        <pc:grpChg chg="mod">
          <ac:chgData name="Domingues, Alexandre" userId="70797ed6-b890-4308-92c0-1bf19a916944" providerId="ADAL" clId="{20B45610-0241-4870-98C3-95D1BA53618F}" dt="2026-09-17T20:18:17.162" v="6267" actId="1036"/>
          <ac:grpSpMkLst>
            <pc:docMk/>
            <pc:sldMk cId="929648601" sldId="300"/>
            <ac:grpSpMk id="17" creationId="{4B08816F-7EC4-D536-0211-51C9B460C95D}"/>
          </ac:grpSpMkLst>
        </pc:grpChg>
        <pc:graphicFrameChg chg="mod modGraphic">
          <ac:chgData name="Domingues, Alexandre" userId="70797ed6-b890-4308-92c0-1bf19a916944" providerId="ADAL" clId="{20B45610-0241-4870-98C3-95D1BA53618F}" dt="2026-09-17T23:20:33.763" v="6304" actId="313"/>
          <ac:graphicFrameMkLst>
            <pc:docMk/>
            <pc:sldMk cId="929648601" sldId="300"/>
            <ac:graphicFrameMk id="8" creationId="{4F707471-2AA8-C7DF-4B18-3425864036AD}"/>
          </ac:graphicFrameMkLst>
        </pc:graphicFrameChg>
      </pc:sldChg>
      <pc:sldChg chg="add">
        <pc:chgData name="Domingues, Alexandre" userId="70797ed6-b890-4308-92c0-1bf19a916944" providerId="ADAL" clId="{20B45610-0241-4870-98C3-95D1BA53618F}" dt="2026-09-30T17:37:59.413" v="6317"/>
        <pc:sldMkLst>
          <pc:docMk/>
          <pc:sldMk cId="3524060438" sldId="301"/>
        </pc:sldMkLst>
      </pc:sldChg>
      <pc:sldChg chg="add">
        <pc:chgData name="Domingues, Alexandre" userId="70797ed6-b890-4308-92c0-1bf19a916944" providerId="ADAL" clId="{20B45610-0241-4870-98C3-95D1BA53618F}" dt="2026-09-17T17:23:31.114" v="5499"/>
        <pc:sldMkLst>
          <pc:docMk/>
          <pc:sldMk cId="2991139355" sldId="302"/>
        </pc:sldMkLst>
      </pc:sldChg>
      <pc:sldChg chg="add del mod modShow">
        <pc:chgData name="Domingues, Alexandre" userId="70797ed6-b890-4308-92c0-1bf19a916944" providerId="ADAL" clId="{20B45610-0241-4870-98C3-95D1BA53618F}" dt="2026-09-30T17:42:53.479" v="6339" actId="47"/>
        <pc:sldMkLst>
          <pc:docMk/>
          <pc:sldMk cId="203685193" sldId="303"/>
        </pc:sldMkLst>
      </pc:sldChg>
      <pc:sldChg chg="add">
        <pc:chgData name="Domingues, Alexandre" userId="70797ed6-b890-4308-92c0-1bf19a916944" providerId="ADAL" clId="{20B45610-0241-4870-98C3-95D1BA53618F}" dt="2026-09-17T17:23:31.114" v="5499"/>
        <pc:sldMkLst>
          <pc:docMk/>
          <pc:sldMk cId="1846106341" sldId="304"/>
        </pc:sldMkLst>
      </pc:sldChg>
      <pc:sldChg chg="addSp delSp modSp add mod">
        <pc:chgData name="Domingues, Alexandre" userId="70797ed6-b890-4308-92c0-1bf19a916944" providerId="ADAL" clId="{20B45610-0241-4870-98C3-95D1BA53618F}" dt="2026-09-30T18:12:26.491" v="6594"/>
        <pc:sldMkLst>
          <pc:docMk/>
          <pc:sldMk cId="1765653331" sldId="305"/>
        </pc:sldMkLst>
        <pc:spChg chg="mod">
          <ac:chgData name="Domingues, Alexandre" userId="70797ed6-b890-4308-92c0-1bf19a916944" providerId="ADAL" clId="{20B45610-0241-4870-98C3-95D1BA53618F}" dt="2026-09-30T18:12:13.591" v="6586" actId="1036"/>
          <ac:spMkLst>
            <pc:docMk/>
            <pc:sldMk cId="1765653331" sldId="305"/>
            <ac:spMk id="4" creationId="{053CB59F-EAC2-F590-0F37-907BF55E86D1}"/>
          </ac:spMkLst>
        </pc:spChg>
        <pc:spChg chg="del">
          <ac:chgData name="Domingues, Alexandre" userId="70797ed6-b890-4308-92c0-1bf19a916944" providerId="ADAL" clId="{20B45610-0241-4870-98C3-95D1BA53618F}" dt="2026-09-30T17:59:33.337" v="6367" actId="478"/>
          <ac:spMkLst>
            <pc:docMk/>
            <pc:sldMk cId="1765653331" sldId="305"/>
            <ac:spMk id="6" creationId="{CBF09B05-B224-EE82-3512-B507EDF03197}"/>
          </ac:spMkLst>
        </pc:spChg>
        <pc:spChg chg="add mod">
          <ac:chgData name="Domingues, Alexandre" userId="70797ed6-b890-4308-92c0-1bf19a916944" providerId="ADAL" clId="{20B45610-0241-4870-98C3-95D1BA53618F}" dt="2026-09-30T18:12:11.053" v="6583" actId="1036"/>
          <ac:spMkLst>
            <pc:docMk/>
            <pc:sldMk cId="1765653331" sldId="305"/>
            <ac:spMk id="7" creationId="{DE4D3745-B6F4-2329-0101-E3AC64D08349}"/>
          </ac:spMkLst>
        </pc:spChg>
        <pc:spChg chg="mod">
          <ac:chgData name="Domingues, Alexandre" userId="70797ed6-b890-4308-92c0-1bf19a916944" providerId="ADAL" clId="{20B45610-0241-4870-98C3-95D1BA53618F}" dt="2026-09-30T18:12:16.306" v="6588" actId="1036"/>
          <ac:spMkLst>
            <pc:docMk/>
            <pc:sldMk cId="1765653331" sldId="305"/>
            <ac:spMk id="13" creationId="{308988B0-DBB2-35CD-64BE-846368C38314}"/>
          </ac:spMkLst>
        </pc:spChg>
        <pc:spChg chg="mod">
          <ac:chgData name="Domingues, Alexandre" userId="70797ed6-b890-4308-92c0-1bf19a916944" providerId="ADAL" clId="{20B45610-0241-4870-98C3-95D1BA53618F}" dt="2026-09-30T18:12:08.087" v="6577" actId="1035"/>
          <ac:spMkLst>
            <pc:docMk/>
            <pc:sldMk cId="1765653331" sldId="305"/>
            <ac:spMk id="14" creationId="{946544F0-A098-A5E9-5F07-4B2D74DA43E2}"/>
          </ac:spMkLst>
        </pc:spChg>
        <pc:spChg chg="mod">
          <ac:chgData name="Domingues, Alexandre" userId="70797ed6-b890-4308-92c0-1bf19a916944" providerId="ADAL" clId="{20B45610-0241-4870-98C3-95D1BA53618F}" dt="2026-09-30T18:12:08.087" v="6577" actId="1035"/>
          <ac:spMkLst>
            <pc:docMk/>
            <pc:sldMk cId="1765653331" sldId="305"/>
            <ac:spMk id="24" creationId="{4560BFCD-911F-C820-A17D-A10FE3BD8798}"/>
          </ac:spMkLst>
        </pc:spChg>
        <pc:spChg chg="mod">
          <ac:chgData name="Domingues, Alexandre" userId="70797ed6-b890-4308-92c0-1bf19a916944" providerId="ADAL" clId="{20B45610-0241-4870-98C3-95D1BA53618F}" dt="2026-09-30T17:59:40.707" v="6382" actId="1036"/>
          <ac:spMkLst>
            <pc:docMk/>
            <pc:sldMk cId="1765653331" sldId="305"/>
            <ac:spMk id="35" creationId="{8C9BE478-D879-848E-5DF7-05FA0752D27C}"/>
          </ac:spMkLst>
        </pc:spChg>
        <pc:spChg chg="mod">
          <ac:chgData name="Domingues, Alexandre" userId="70797ed6-b890-4308-92c0-1bf19a916944" providerId="ADAL" clId="{20B45610-0241-4870-98C3-95D1BA53618F}" dt="2026-09-30T18:12:03.124" v="6564" actId="1035"/>
          <ac:spMkLst>
            <pc:docMk/>
            <pc:sldMk cId="1765653331" sldId="305"/>
            <ac:spMk id="36" creationId="{7B90FC10-3E24-4463-66DD-DABEB746F1B0}"/>
          </ac:spMkLst>
        </pc:spChg>
        <pc:spChg chg="mod">
          <ac:chgData name="Domingues, Alexandre" userId="70797ed6-b890-4308-92c0-1bf19a916944" providerId="ADAL" clId="{20B45610-0241-4870-98C3-95D1BA53618F}" dt="2026-09-30T18:12:03.124" v="6564" actId="1035"/>
          <ac:spMkLst>
            <pc:docMk/>
            <pc:sldMk cId="1765653331" sldId="305"/>
            <ac:spMk id="37" creationId="{6AB0AA9F-76F6-A77E-28C8-B59577414F8C}"/>
          </ac:spMkLst>
        </pc:spChg>
        <pc:spChg chg="mod">
          <ac:chgData name="Domingues, Alexandre" userId="70797ed6-b890-4308-92c0-1bf19a916944" providerId="ADAL" clId="{20B45610-0241-4870-98C3-95D1BA53618F}" dt="2026-09-30T18:11:54.804" v="6547" actId="1036"/>
          <ac:spMkLst>
            <pc:docMk/>
            <pc:sldMk cId="1765653331" sldId="305"/>
            <ac:spMk id="40" creationId="{9ED37D53-2A0D-BAF2-19EB-1DFE3056C4E1}"/>
          </ac:spMkLst>
        </pc:spChg>
        <pc:spChg chg="mod">
          <ac:chgData name="Domingues, Alexandre" userId="70797ed6-b890-4308-92c0-1bf19a916944" providerId="ADAL" clId="{20B45610-0241-4870-98C3-95D1BA53618F}" dt="2026-09-30T18:11:54.804" v="6547" actId="1036"/>
          <ac:spMkLst>
            <pc:docMk/>
            <pc:sldMk cId="1765653331" sldId="305"/>
            <ac:spMk id="42" creationId="{F7760DD5-F49D-A813-09AC-66A2A0D1524F}"/>
          </ac:spMkLst>
        </pc:spChg>
        <pc:grpChg chg="del">
          <ac:chgData name="Domingues, Alexandre" userId="70797ed6-b890-4308-92c0-1bf19a916944" providerId="ADAL" clId="{20B45610-0241-4870-98C3-95D1BA53618F}" dt="2026-09-30T17:59:49.181" v="6396" actId="478"/>
          <ac:grpSpMkLst>
            <pc:docMk/>
            <pc:sldMk cId="1765653331" sldId="305"/>
            <ac:grpSpMk id="8" creationId="{F46E537A-198D-F18B-AE05-A144763F0776}"/>
          </ac:grpSpMkLst>
        </pc:grpChg>
        <pc:grpChg chg="mod">
          <ac:chgData name="Domingues, Alexandre" userId="70797ed6-b890-4308-92c0-1bf19a916944" providerId="ADAL" clId="{20B45610-0241-4870-98C3-95D1BA53618F}" dt="2026-09-30T18:12:08.087" v="6577" actId="1035"/>
          <ac:grpSpMkLst>
            <pc:docMk/>
            <pc:sldMk cId="1765653331" sldId="305"/>
            <ac:grpSpMk id="10" creationId="{3F619CD4-EFA4-357A-6644-53C5F9227CA6}"/>
          </ac:grpSpMkLst>
        </pc:grpChg>
        <pc:grpChg chg="mod">
          <ac:chgData name="Domingues, Alexandre" userId="70797ed6-b890-4308-92c0-1bf19a916944" providerId="ADAL" clId="{20B45610-0241-4870-98C3-95D1BA53618F}" dt="2026-09-30T18:12:03.124" v="6564" actId="1035"/>
          <ac:grpSpMkLst>
            <pc:docMk/>
            <pc:sldMk cId="1765653331" sldId="305"/>
            <ac:grpSpMk id="29" creationId="{A3ABBBAA-30E7-58CF-1F3F-8DD36AC4F0FA}"/>
          </ac:grpSpMkLst>
        </pc:grpChg>
        <pc:grpChg chg="mod">
          <ac:chgData name="Domingues, Alexandre" userId="70797ed6-b890-4308-92c0-1bf19a916944" providerId="ADAL" clId="{20B45610-0241-4870-98C3-95D1BA53618F}" dt="2026-09-30T18:11:54.804" v="6547" actId="1036"/>
          <ac:grpSpMkLst>
            <pc:docMk/>
            <pc:sldMk cId="1765653331" sldId="305"/>
            <ac:grpSpMk id="39" creationId="{1F8669D1-DC6A-891B-9948-380C040A51D9}"/>
          </ac:grpSpMkLst>
        </pc:grpChg>
        <pc:graphicFrameChg chg="mod modGraphic">
          <ac:chgData name="Domingues, Alexandre" userId="70797ed6-b890-4308-92c0-1bf19a916944" providerId="ADAL" clId="{20B45610-0241-4870-98C3-95D1BA53618F}" dt="2026-09-30T18:12:26.491" v="6594"/>
          <ac:graphicFrameMkLst>
            <pc:docMk/>
            <pc:sldMk cId="1765653331" sldId="305"/>
            <ac:graphicFrameMk id="15" creationId="{3E11C4C9-0E9D-165D-7E66-F6FA9EA7CCC7}"/>
          </ac:graphicFrameMkLst>
        </pc:graphicFrameChg>
      </pc:sldChg>
      <pc:sldChg chg="add ord">
        <pc:chgData name="Domingues, Alexandre" userId="70797ed6-b890-4308-92c0-1bf19a916944" providerId="ADAL" clId="{20B45610-0241-4870-98C3-95D1BA53618F}" dt="2026-09-30T18:12:47.300" v="6596"/>
        <pc:sldMkLst>
          <pc:docMk/>
          <pc:sldMk cId="1311694077" sldId="306"/>
        </pc:sldMkLst>
      </pc:sldChg>
      <pc:sldChg chg="add">
        <pc:chgData name="Domingues, Alexandre" userId="70797ed6-b890-4308-92c0-1bf19a916944" providerId="ADAL" clId="{20B45610-0241-4870-98C3-95D1BA53618F}" dt="2026-09-30T17:37:59.413" v="6317"/>
        <pc:sldMkLst>
          <pc:docMk/>
          <pc:sldMk cId="3296366186" sldId="307"/>
        </pc:sldMkLst>
      </pc:sldChg>
      <pc:sldChg chg="add del">
        <pc:chgData name="Domingues, Alexandre" userId="70797ed6-b890-4308-92c0-1bf19a916944" providerId="ADAL" clId="{20B45610-0241-4870-98C3-95D1BA53618F}" dt="2026-09-30T17:44:13.860" v="6343" actId="47"/>
        <pc:sldMkLst>
          <pc:docMk/>
          <pc:sldMk cId="2119747240" sldId="308"/>
        </pc:sldMkLst>
      </pc:sldChg>
      <pc:sldChg chg="add">
        <pc:chgData name="Domingues, Alexandre" userId="70797ed6-b890-4308-92c0-1bf19a916944" providerId="ADAL" clId="{20B45610-0241-4870-98C3-95D1BA53618F}" dt="2026-09-17T17:26:14.511" v="5511"/>
        <pc:sldMkLst>
          <pc:docMk/>
          <pc:sldMk cId="1325784182" sldId="309"/>
        </pc:sldMkLst>
      </pc:sldChg>
      <pc:sldChg chg="add">
        <pc:chgData name="Domingues, Alexandre" userId="70797ed6-b890-4308-92c0-1bf19a916944" providerId="ADAL" clId="{20B45610-0241-4870-98C3-95D1BA53618F}" dt="2026-09-30T17:37:59.413" v="6317"/>
        <pc:sldMkLst>
          <pc:docMk/>
          <pc:sldMk cId="429776647" sldId="310"/>
        </pc:sldMkLst>
      </pc:sldChg>
      <pc:sldChg chg="add del">
        <pc:chgData name="Domingues, Alexandre" userId="70797ed6-b890-4308-92c0-1bf19a916944" providerId="ADAL" clId="{20B45610-0241-4870-98C3-95D1BA53618F}" dt="2026-09-30T17:51:50.211" v="6352"/>
        <pc:sldMkLst>
          <pc:docMk/>
          <pc:sldMk cId="3456563407" sldId="316"/>
        </pc:sldMkLst>
      </pc:sldChg>
      <pc:sldChg chg="add">
        <pc:chgData name="Domingues, Alexandre" userId="70797ed6-b890-4308-92c0-1bf19a916944" providerId="ADAL" clId="{20B45610-0241-4870-98C3-95D1BA53618F}" dt="2026-09-22T13:47:55.574" v="6313"/>
        <pc:sldMkLst>
          <pc:docMk/>
          <pc:sldMk cId="2935186597" sldId="322"/>
        </pc:sldMkLst>
      </pc:sldChg>
      <pc:sldChg chg="add">
        <pc:chgData name="Domingues, Alexandre" userId="70797ed6-b890-4308-92c0-1bf19a916944" providerId="ADAL" clId="{20B45610-0241-4870-98C3-95D1BA53618F}" dt="2026-09-30T17:42:37.880" v="6338"/>
        <pc:sldMkLst>
          <pc:docMk/>
          <pc:sldMk cId="1090468403" sldId="324"/>
        </pc:sldMkLst>
      </pc:sldChg>
      <pc:sldChg chg="add mod modShow">
        <pc:chgData name="Domingues, Alexandre" userId="70797ed6-b890-4308-92c0-1bf19a916944" providerId="ADAL" clId="{20B45610-0241-4870-98C3-95D1BA53618F}" dt="2026-09-30T17:43:06.653" v="6341" actId="729"/>
        <pc:sldMkLst>
          <pc:docMk/>
          <pc:sldMk cId="244438670" sldId="325"/>
        </pc:sldMkLst>
      </pc:sldChg>
      <pc:sldChg chg="add mod modShow">
        <pc:chgData name="Domingues, Alexandre" userId="70797ed6-b890-4308-92c0-1bf19a916944" providerId="ADAL" clId="{20B45610-0241-4870-98C3-95D1BA53618F}" dt="2026-09-30T17:44:36.546" v="6345" actId="34476"/>
        <pc:sldMkLst>
          <pc:docMk/>
          <pc:sldMk cId="3046685833" sldId="327"/>
        </pc:sldMkLst>
      </pc:sldChg>
      <pc:sldChg chg="add">
        <pc:chgData name="Domingues, Alexandre" userId="70797ed6-b890-4308-92c0-1bf19a916944" providerId="ADAL" clId="{20B45610-0241-4870-98C3-95D1BA53618F}" dt="2026-09-30T17:44:02.099" v="6342"/>
        <pc:sldMkLst>
          <pc:docMk/>
          <pc:sldMk cId="880613938" sldId="329"/>
        </pc:sldMkLst>
      </pc:sldChg>
      <pc:sldChg chg="addSp delSp modSp add 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2713476528" sldId="382"/>
        </pc:sldMkLst>
      </pc:sldChg>
      <pc:sldChg chg="mod modShow">
        <pc:chgData name="Domingues, Alexandre" userId="70797ed6-b890-4308-92c0-1bf19a916944" providerId="ADAL" clId="{20B45610-0241-4870-98C3-95D1BA53618F}" dt="2026-09-03T19:54:40.457" v="5377" actId="729"/>
        <pc:sldMkLst>
          <pc:docMk/>
          <pc:sldMk cId="2817022407" sldId="2147483582"/>
        </pc:sldMkLst>
      </pc:sldChg>
      <pc:sldChg chg="add mod modShow">
        <pc:chgData name="Domingues, Alexandre" userId="70797ed6-b890-4308-92c0-1bf19a916944" providerId="ADAL" clId="{20B45610-0241-4870-98C3-95D1BA53618F}" dt="2026-09-17T17:26:38.691" v="5512" actId="729"/>
        <pc:sldMkLst>
          <pc:docMk/>
          <pc:sldMk cId="1782315358" sldId="2147483612"/>
        </pc:sldMkLst>
      </pc:sldChg>
      <pc:sldChg chg="modSp add del mod">
        <pc:chgData name="Domingues, Alexandre" userId="70797ed6-b890-4308-92c0-1bf19a916944" providerId="ADAL" clId="{20B45610-0241-4870-98C3-95D1BA53618F}" dt="2026-09-03T20:23:33.210" v="5396" actId="5793"/>
        <pc:sldMkLst>
          <pc:docMk/>
          <pc:sldMk cId="4108677385" sldId="2147483613"/>
        </pc:sldMkLst>
        <pc:spChg chg="mod">
          <ac:chgData name="Domingues, Alexandre" userId="70797ed6-b890-4308-92c0-1bf19a916944" providerId="ADAL" clId="{20B45610-0241-4870-98C3-95D1BA53618F}" dt="2026-09-03T20:23:33.210" v="5396" actId="5793"/>
          <ac:spMkLst>
            <pc:docMk/>
            <pc:sldMk cId="4108677385" sldId="2147483613"/>
            <ac:spMk id="20" creationId="{9E32C1D4-E7C3-501F-88CB-7B6EA67593DB}"/>
          </ac:spMkLst>
        </pc:spChg>
      </pc:sldChg>
    </pc:docChg>
  </pc:docChgLst>
  <pc:docChgLst>
    <pc:chgData name="Godeia, Ana" userId="7ba14efd-21d1-4f88-a212-2d3cd7876216" providerId="ADAL" clId="{121BB17F-659B-4BED-B793-6C181CF7F89D}"/>
    <pc:docChg chg="undo custSel addSld delSld modSld sldOrd delMainMaster modMainMaster addSection delSection modSection">
      <pc:chgData name="Godeia, Ana" userId="7ba14efd-21d1-4f88-a212-2d3cd7876216" providerId="ADAL" clId="{121BB17F-659B-4BED-B793-6C181CF7F89D}" dt="2026-09-04T16:53:45.939" v="12168" actId="729"/>
      <pc:docMkLst>
        <pc:docMk/>
      </pc:docMkLst>
      <pc:sldChg chg="mod modShow">
        <pc:chgData name="Godeia, Ana" userId="7ba14efd-21d1-4f88-a212-2d3cd7876216" providerId="ADAL" clId="{121BB17F-659B-4BED-B793-6C181CF7F89D}" dt="2026-09-04T16:53:45.939" v="12168" actId="729"/>
        <pc:sldMkLst>
          <pc:docMk/>
          <pc:sldMk cId="1128682983" sldId="290"/>
        </pc:sldMkLst>
      </pc:sldChg>
      <pc:sldChg chg="mod modShow">
        <pc:chgData name="Godeia, Ana" userId="7ba14efd-21d1-4f88-a212-2d3cd7876216" providerId="ADAL" clId="{121BB17F-659B-4BED-B793-6C181CF7F89D}" dt="2026-09-04T16:53:45.939" v="12168" actId="729"/>
        <pc:sldMkLst>
          <pc:docMk/>
          <pc:sldMk cId="3214961164" sldId="291"/>
        </pc:sldMkLst>
      </pc:sldChg>
      <pc:sldChg chg="mod modShow">
        <pc:chgData name="Godeia, Ana" userId="7ba14efd-21d1-4f88-a212-2d3cd7876216" providerId="ADAL" clId="{121BB17F-659B-4BED-B793-6C181CF7F89D}" dt="2026-09-04T16:53:45.939" v="12168" actId="729"/>
        <pc:sldMkLst>
          <pc:docMk/>
          <pc:sldMk cId="1136906166" sldId="292"/>
        </pc:sldMkLst>
      </pc:sldChg>
      <pc:sldChg chg="mod modShow">
        <pc:chgData name="Godeia, Ana" userId="7ba14efd-21d1-4f88-a212-2d3cd7876216" providerId="ADAL" clId="{121BB17F-659B-4BED-B793-6C181CF7F89D}" dt="2026-09-04T16:53:45.939" v="12168" actId="729"/>
        <pc:sldMkLst>
          <pc:docMk/>
          <pc:sldMk cId="2896194274" sldId="297"/>
        </pc:sldMkLst>
      </pc:sldChg>
      <pc:sldChg chg="delSp mod">
        <pc:chgData name="Godeia, Ana" userId="7ba14efd-21d1-4f88-a212-2d3cd7876216" providerId="ADAL" clId="{121BB17F-659B-4BED-B793-6C181CF7F89D}" dt="2026-09-04T16:52:19.452" v="12167" actId="478"/>
        <pc:sldMkLst>
          <pc:docMk/>
          <pc:sldMk cId="1782315358" sldId="2147483612"/>
        </pc:sldMkLst>
      </pc:sldChg>
      <pc:sldChg chg="mod modShow">
        <pc:chgData name="Godeia, Ana" userId="7ba14efd-21d1-4f88-a212-2d3cd7876216" providerId="ADAL" clId="{121BB17F-659B-4BED-B793-6C181CF7F89D}" dt="2026-09-04T16:53:45.939" v="12168" actId="729"/>
        <pc:sldMkLst>
          <pc:docMk/>
          <pc:sldMk cId="4108677385" sldId="2147483613"/>
        </pc:sldMkLst>
      </pc:sldChg>
    </pc:docChg>
  </pc:docChgLst>
</pc:chgInfo>
</file>

<file path=ppt/comments/modernComment_10B_A48DDF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654A0E-CB07-45CF-B38E-9747BF07AA73}" authorId="{6270DC31-8F7C-9078-1DB5-660F2B400ED3}" created="2026-08-06T22:25:11.472">
    <pc:sldMkLst xmlns:pc="http://schemas.microsoft.com/office/powerpoint/2013/main/command">
      <pc:docMk/>
      <pc:sldMk cId="1296801192" sldId="262"/>
    </pc:sldMkLst>
    <p188:txBody>
      <a:bodyPr/>
      <a:lstStyle/>
      <a:p>
        <a:r>
          <a:rPr lang="pt-BR"/>
          <a:t>[@Silva, Laryssa] , como não sei como vai ser o evento amanhã… Acabei avançando na construção dos slides… Veja o que acha?</a:t>
        </a:r>
      </a:p>
    </p188:txBody>
  </p188:cm>
</p188:cmLst>
</file>

<file path=ppt/comments/modernComment_106_4D4B9D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543601-68B5-4306-861E-8AEF4A95750C}" authorId="{6270DC31-8F7C-9078-1DB5-660F2B400ED3}" status="resolved" created="2026-08-06T22:25:11.472" startDate="2026-08-06T22:25:11.472" dueDate="2026-08-06T22:25:11.472" assignedTo="{55F49DD4-18D6-817D-6DAD-BACDCA2E0487}" complete="100000" title="@Silva, Laryssa , poderia incluir uma visão com o resumo das dinamicas e Miniaturas?">
    <pc:sldMkLst xmlns:pc="http://schemas.microsoft.com/office/powerpoint/2013/main/command">
      <pc:docMk/>
      <pc:sldMk cId="1296801192" sldId="262"/>
    </pc:sldMkLst>
    <p188:replyLst>
      <p188:reply id="{AAC49AE7-0E3D-4CA2-B1C7-2A3D0E5D9C6E}" authorId="{7AE12A4C-3F32-1EC4-2441-50DECA6DF8BE}" created="2026-08-07T11:32:00.412">
        <p188:txBody>
          <a:bodyPr/>
          <a:lstStyle/>
          <a:p>
            <a:r>
              <a:rPr lang="en-US"/>
              <a:t>ficou ótimo, Ale!!</a:t>
            </a:r>
          </a:p>
        </p188:txBody>
      </p188:reply>
    </p188:replyLst>
    <p188:txBody>
      <a:bodyPr/>
      <a:lstStyle/>
      <a:p>
        <a:r>
          <a:rPr lang="pt-BR"/>
          <a:t>[@Silva, Laryssa] , como não sei como vai ser o evento amanhã… Acabei avançando na construção dos slides… Veja o que acha?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8-06T22:25:11.472" id="{3186479E-A153-41AA-9857-7FA5C26DAB2C}">
              <p228:atrbtn authorId="{6270DC31-8F7C-9078-1DB5-660F2B400ED3}"/>
              <p228:anchr>
                <p228:comment id="{13543601-68B5-4306-861E-8AEF4A95750C}"/>
              </p228:anchr>
              <p228:add/>
            </p228:event>
            <p228:event time="2026-08-06T22:25:11.472" id="{0BFB2D0E-6418-4DDB-8FF9-F05408708490}">
              <p228:atrbtn authorId="{6270DC31-8F7C-9078-1DB5-660F2B400ED3}"/>
              <p228:anchr>
                <p228:comment id="{13543601-68B5-4306-861E-8AEF4A95750C}"/>
              </p228:anchr>
              <p228:asgn authorId="{55F49DD4-18D6-817D-6DAD-BACDCA2E0487}"/>
            </p228:event>
            <p228:event time="2026-08-06T22:25:11.472" id="{141CA5A9-460E-42DA-9C65-2243BC22DB75}">
              <p228:atrbtn authorId="{6270DC31-8F7C-9078-1DB5-660F2B400ED3}"/>
              <p228:anchr>
                <p228:comment id="{13543601-68B5-4306-861E-8AEF4A95750C}"/>
              </p228:anchr>
              <p228:title val="@Silva, Laryssa , poderia incluir uma visão com o resumo das dinamicas e Miniaturas?"/>
            </p228:event>
            <p228:event time="2026-08-06T22:25:11.472" id="{7B1A508B-865D-471F-B665-CF68EB2B68C4}">
              <p228:atrbtn authorId="{6270DC31-8F7C-9078-1DB5-660F2B400ED3}"/>
              <p228:anchr>
                <p228:comment id="{13543601-68B5-4306-861E-8AEF4A95750C}"/>
              </p228:anchr>
              <p228:date stDt="2026-08-06T22:25:11.472" endDt="2026-08-06T22:25:11.472"/>
            </p228:event>
            <p228:event time="2026-08-07T11:32:27.538" id="{B16C5411-4568-46AE-A5F7-7318DA495955}">
              <p228:atrbtn authorId="{7AE12A4C-3F32-1EC4-2441-50DECA6DF8BE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116_FE5143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C04032-539E-4466-A823-40E5EAAD495F}" authorId="{55F49DD4-18D6-817D-6DAD-BACDCA2E0487}" created="2026-08-21T12:15:52.013" startDate="2026-08-21T12:15:52.013" dueDate="2026-08-21T12:15:52.013" assignedTo="{6270DC31-8F7C-9078-1DB5-660F2B400ED3}" title="@Domingues, Alexandre algum motivo especifico para não trazer o mapa de realocaçao de processo?">
    <pc:sldMkLst xmlns:pc="http://schemas.microsoft.com/office/powerpoint/2013/main/command">
      <pc:docMk/>
      <pc:sldMk cId="4266738571" sldId="278"/>
    </pc:sldMkLst>
    <p188:txBody>
      <a:bodyPr/>
      <a:lstStyle/>
      <a:p>
        <a:r>
          <a:rPr lang="pt-BR"/>
          <a:t>[@Domingues, Alexandre] algum motivo especifico para não trazer o mapa de realocaçao de processo?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8-21T12:15:52.013" id="{04F0D70B-423E-4013-93AC-7FA83BD78C6A}">
              <p228:atrbtn authorId="{55F49DD4-18D6-817D-6DAD-BACDCA2E0487}"/>
              <p228:anchr>
                <p228:comment id="{ADC04032-539E-4466-A823-40E5EAAD495F}"/>
              </p228:anchr>
              <p228:add/>
            </p228:event>
            <p228:event time="2026-08-21T12:15:52.013" id="{640DB75B-716C-4B81-BE27-45272051AD59}">
              <p228:atrbtn authorId="{55F49DD4-18D6-817D-6DAD-BACDCA2E0487}"/>
              <p228:anchr>
                <p228:comment id="{ADC04032-539E-4466-A823-40E5EAAD495F}"/>
              </p228:anchr>
              <p228:asgn authorId="{6270DC31-8F7C-9078-1DB5-660F2B400ED3}"/>
            </p228:event>
            <p228:event time="2026-08-21T12:15:52.013" id="{E3F12EFF-180F-4025-9C7E-C5E790CDADD9}">
              <p228:atrbtn authorId="{55F49DD4-18D6-817D-6DAD-BACDCA2E0487}"/>
              <p228:anchr>
                <p228:comment id="{ADC04032-539E-4466-A823-40E5EAAD495F}"/>
              </p228:anchr>
              <p228:title val="@Domingues, Alexandre algum motivo especifico para não trazer o mapa de realocaçao de processo?"/>
            </p228:event>
            <p228:event time="2026-08-21T12:15:52.013" id="{A69A4A3E-3250-4C87-BAF3-11308DCD330E}">
              <p228:atrbtn authorId="{55F49DD4-18D6-817D-6DAD-BACDCA2E0487}"/>
              <p228:anchr>
                <p228:comment id="{ADC04032-539E-4466-A823-40E5EAAD495F}"/>
              </p228:anchr>
              <p228:date stDt="2026-08-21T12:15:52.013" endDt="2026-08-21T12:15:52.013"/>
            </p228:event>
          </p228:history>
        </p228:taskDetails>
      </p:ext>
    </p188:extLst>
  </p188:cm>
</p188:cmLst>
</file>

<file path=ppt/comments/modernComment_121_229089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7F18C8-9406-4817-98A3-225C71D2A70F}" authorId="{6270DC31-8F7C-9078-1DB5-660F2B400ED3}" status="resolved" created="2026-09-03T18:24:25.699" startDate="2026-09-03T18:24:25.699" dueDate="2026-09-03T18:24:25.699" assignedTo="{3496D0FA-D873-6C43-4D78-17897F801D05}" complete="100000" title="@Vitorino, Victor , atualizar">
    <pc:sldMkLst xmlns:pc="http://schemas.microsoft.com/office/powerpoint/2013/main/command">
      <pc:docMk/>
      <pc:sldMk cId="579897715" sldId="289"/>
    </pc:sldMkLst>
    <p188:txBody>
      <a:bodyPr/>
      <a:lstStyle/>
      <a:p>
        <a:r>
          <a:rPr lang="pt-BR"/>
          <a:t>[@Vitorino, Victor] , atualizar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9-03T18:24:25.699" id="{35441519-B8FE-4C0A-BDA1-9F165DD3FCD5}">
              <p228:atrbtn authorId="{6270DC31-8F7C-9078-1DB5-660F2B400ED3}"/>
              <p228:anchr>
                <p228:comment id="{697F18C8-9406-4817-98A3-225C71D2A70F}"/>
              </p228:anchr>
              <p228:add/>
            </p228:event>
            <p228:event time="2026-09-03T18:24:25.699" id="{79A4D7F9-737F-4D3B-8706-4D143F4871B6}">
              <p228:atrbtn authorId="{6270DC31-8F7C-9078-1DB5-660F2B400ED3}"/>
              <p228:anchr>
                <p228:comment id="{697F18C8-9406-4817-98A3-225C71D2A70F}"/>
              </p228:anchr>
              <p228:asgn authorId="{3496D0FA-D873-6C43-4D78-17897F801D05}"/>
            </p228:event>
            <p228:event time="2026-09-03T18:24:25.699" id="{DC1F37B1-24AD-46AA-BBCC-486F56339E90}">
              <p228:atrbtn authorId="{6270DC31-8F7C-9078-1DB5-660F2B400ED3}"/>
              <p228:anchr>
                <p228:comment id="{697F18C8-9406-4817-98A3-225C71D2A70F}"/>
              </p228:anchr>
              <p228:title val="@Vitorino, Victor , atualizar"/>
            </p228:event>
            <p228:event time="2026-09-03T18:24:25.699" id="{CDE9FBDF-4137-48D4-9398-E5EEB4DA748B}">
              <p228:atrbtn authorId="{6270DC31-8F7C-9078-1DB5-660F2B400ED3}"/>
              <p228:anchr>
                <p228:comment id="{697F18C8-9406-4817-98A3-225C71D2A70F}"/>
              </p228:anchr>
              <p228:date stDt="2026-09-03T18:24:25.699" endDt="2026-09-03T18:24:25.699"/>
            </p228:event>
            <p228:event time="2026-09-03T19:32:46.965" id="{7F44054E-22E7-40E5-A919-E9E20F4D9358}">
              <p228:atrbtn authorId="{3496D0FA-D873-6C43-4D78-17897F801D0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129_ACA06A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020AA1-3862-4359-A932-380CD311DE4A}" authorId="{6270DC31-8F7C-9078-1DB5-660F2B400ED3}" created="2026-09-01T18:51:25.857">
    <pc:sldMkLst xmlns:pc="http://schemas.microsoft.com/office/powerpoint/2013/main/command">
      <pc:docMk/>
      <pc:sldMk cId="2896194274" sldId="297"/>
    </pc:sldMkLst>
    <p188:txBody>
      <a:bodyPr/>
      <a:lstStyle/>
      <a:p>
        <a:r>
          <a:rPr lang="pt-BR"/>
          <a:t>[@Silva, Laryssa] </a:t>
        </a:r>
      </a:p>
    </p188:txBody>
  </p188:cm>
</p188:cmLst>
</file>

<file path=ppt/comments/modernComment_132_4E2EDC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B3A04C-2F08-4F55-8826-A86C248B7137}" authorId="{6270DC31-8F7C-9078-1DB5-660F2B400ED3}" created="2026-09-30T17:45:28.627" startDate="2026-09-30T17:45:28.627" dueDate="2026-09-30T17:45:28.627" assignedTo="{3496D0FA-D873-6C43-4D78-17897F801D05}" title="@Vitorino, Victor, atualizar.">
    <pc:sldMkLst xmlns:pc="http://schemas.microsoft.com/office/powerpoint/2013/main/command">
      <pc:docMk/>
      <pc:sldMk cId="1311694077" sldId="306"/>
    </pc:sldMkLst>
    <p188:txBody>
      <a:bodyPr/>
      <a:lstStyle/>
      <a:p>
        <a:r>
          <a:rPr lang="pt-BR"/>
          <a:t>[@Vitorino, Victor], atualizar.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9-30T17:45:28.627" id="{E30FF6E9-C45E-45FE-954D-3B3AB960AAAB}">
              <p228:atrbtn authorId="{6270DC31-8F7C-9078-1DB5-660F2B400ED3}"/>
              <p228:anchr>
                <p228:comment id="{74B3A04C-2F08-4F55-8826-A86C248B7137}"/>
              </p228:anchr>
              <p228:add/>
            </p228:event>
            <p228:event time="2026-09-30T17:45:28.627" id="{09B14025-EFEC-48C7-A435-34DEE409FF3C}">
              <p228:atrbtn authorId="{6270DC31-8F7C-9078-1DB5-660F2B400ED3}"/>
              <p228:anchr>
                <p228:comment id="{74B3A04C-2F08-4F55-8826-A86C248B7137}"/>
              </p228:anchr>
              <p228:asgn authorId="{3496D0FA-D873-6C43-4D78-17897F801D05}"/>
            </p228:event>
            <p228:event time="2026-09-30T17:45:28.627" id="{B11DAA76-95B3-4C72-A369-2998379F2A07}">
              <p228:atrbtn authorId="{6270DC31-8F7C-9078-1DB5-660F2B400ED3}"/>
              <p228:anchr>
                <p228:comment id="{74B3A04C-2F08-4F55-8826-A86C248B7137}"/>
              </p228:anchr>
              <p228:title val="@Vitorino, Victor, atualizar."/>
            </p228:event>
            <p228:event time="2026-09-30T17:45:28.627" id="{BCD02BCE-BC59-42B7-997E-1B42EF40DE7C}">
              <p228:atrbtn authorId="{6270DC31-8F7C-9078-1DB5-660F2B400ED3}"/>
              <p228:anchr>
                <p228:comment id="{74B3A04C-2F08-4F55-8826-A86C248B7137}"/>
              </p228:anchr>
              <p228:date stDt="2026-09-30T17:45:28.627" endDt="2026-09-30T17:45:28.627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3F5B-B7A6-4E41-88C0-606C8CADD3C4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86F69-219D-4C1A-BFC1-25E4DA0B24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598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F39A56B8-1CA2-C3AE-73BE-32B795F8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FC931EA7-B179-7D4A-0F29-627467CA2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2B8A9E9F-789C-F066-2EF0-37E0D70D7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8764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3C96-D52C-303F-783C-D00F9BE1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A9F42-F2E4-5134-5E63-1AE45828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AA502-1A80-DCE7-5EF8-9E26A78FE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21C4D-31AC-8ABF-AD17-040AA2217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256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722B9-B6E1-4522-BE27-078B40D2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067E20-CACC-6890-A1F0-02884A226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D9241A-0EA6-4800-BB60-99B8240C0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A20645-BF76-F94A-77B0-FC1248763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595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8AD59-9101-333D-4EBB-D9D2405A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45F93A-849F-91EE-9DBD-D297B815E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C93033-3DBE-26CD-1486-4D8DA63A3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01C369-9E67-52C4-6340-B95F4EB4D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842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CAE5-A570-920E-0466-C88CA4B4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7CCEED-E27A-61CF-7BC9-8B2573AE7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01D4A9-D733-B01E-FD8D-5EF3357EF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025975-1D88-E368-328C-0333EE4BD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3585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BEC03-AC32-86AD-CAA9-4B491F62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004938-01CD-BA91-6798-DCED6494B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FA5B927-F43B-8957-1C8A-B4F69F24E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D1A572-6D53-B0DF-2E2C-07E2AC0D1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96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3048-BA8C-29B8-70D5-3FF9BCDE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F1AE7-F1C0-03F5-6CE0-85F148C45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B8153-5B37-3829-FEF1-DC5865A0A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O percentual representa o avanço de cada comunidade na implementação dos elementos definidos para cada frente. Cada frente possui critérios pesos específicos, totalizando 100%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666A5-D803-FF33-679C-7E2C54385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9D600-1439-4C3B-817B-3ADFDB7ABE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41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9F066-1A48-534D-2557-1C55986F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81343E-B413-1FC4-AC4E-0407DB627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5BF241-5D0E-EEE6-C5AA-FCFB70B57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752034-B658-99B6-4B12-1256565CD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072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FF60EEAD-98B2-27E1-78E2-3E1FACDC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16CD6E1E-66ED-A370-C07D-B1286E911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7C67C954-76D6-82E0-7942-04EA4D564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8732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D6E3-08FD-C244-1301-0A725681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2C4FD-2A58-2F0D-296E-74775A172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067CA-357A-97BC-0818-A6FFB8464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6382-3F54-7C63-056B-ED1288215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173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76D2D-2BEB-B815-4EFD-75B2854F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4A811E-FA7D-CC5A-6C3C-D1152D60D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1DB8F-6CCD-1F09-95BA-6B114B08C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81F000-E8DB-7F54-C825-8DE2D25D5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387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7F2A-1004-F0E5-5D2E-0FAABEBF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E66023-447E-FA8D-4948-EF7881D96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E4CF44A-C804-370F-88C2-C80E22628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F03B97-3DFB-E055-45F3-12C05F34F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418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D5B36-9F4F-C8E2-EC9F-AAEA55A6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094345-86CD-F985-3F8C-27314978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1F3F06-E550-2ABE-7137-633D7AF5E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4BE5E4-CF06-5598-AC11-51CA941F7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563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1703D405-3B80-BB97-2E22-B044F1273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C97A7ABD-A4C8-092F-E2D8-084C6576D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4FE79296-4558-2E11-FE04-2D7DF3AB2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733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8DD2-C887-26A9-7019-2A860675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FA10C-263E-FE45-784B-DD2C31CF2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A1E07-F3F2-8B3E-C9B4-820642D04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11798-32BD-2821-2EA0-926A9CF82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3708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DF1C-8E66-0A34-BC12-8F59F4A7F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75B0E00-B715-B73E-24B1-6FBE468AD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7EF2ECE-8C88-E2B4-AEDD-C4264935F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1C8945-FE48-7F91-E9BA-313153EE4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256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5C5C-E4B7-2EB7-322E-8F36E596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9CF0DA-7EDC-B3F9-4FB6-5B9FA59AF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FA83AF8-39B6-5F7E-6E8C-4703E463A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90A54C-E68D-3705-51F7-1A8A98E00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437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>
                <a:latin typeface="Arial Nova Cond Light" panose="020B0306020202020204" pitchFamily="34" charset="0"/>
              </a:rPr>
              <a:t>Modelo de Operação Matricial, Papeis e Responsabilidades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68F530-20B7-4666-8377-E55BF49D158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8678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F4CD-B122-AFC5-056C-5A25799E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E8A3CDC-605B-00A2-6349-2DE965BFF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C82578-B86F-5988-7E4B-07B00B135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C78592-A98E-4603-BB48-4E1260374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2863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BD932-A5DF-005A-D307-BFEC53F26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09799E1-3B16-AC18-D38D-4F038D302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723F6F-3B21-6419-A1D3-EBB07BBD8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032AB7-610D-8537-26F8-FAB705DA5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1387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78D30EBB-F5F3-4F3F-D8FF-067E7087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68ACFA9A-B5A5-707D-3CD8-B2551D028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7BCD1927-8D68-1EC7-00C2-03BD12E39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75742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1D3E7-9172-18E6-E12C-0449C509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06ABA-3EA2-84D2-6C01-D0CEE9F77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AF8A7-97BD-07D5-4B42-89DC732F9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Marcelo/Zucarato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5DA5B-0796-4E88-64B6-5B0F108D3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7978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332A-B190-106C-9C49-DE804CFA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8B70E4-E410-F76F-32D6-4EB03F64F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B9E69B1-BA48-F788-02DD-B092CDE93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DAF3C0-A1C1-CD67-C96E-4A153A757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952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6282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AF082-195A-B700-164A-B4DE88BB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1A2EC-A913-5E01-538F-04574843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B1043-EACC-24CC-D4C0-0BA1EA29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48D53-4EED-9E1C-E24A-9586ED43F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8BE9F-5020-49D3-A02A-7AFC6A1092A6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85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29F2FD-2D5C-4803-A22B-42E408044A4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5240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B3E65-61D2-9AD2-3B69-EA72EE94D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01D122-D60B-52A1-B602-D0CCF1AE7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A53568-D405-C47F-C574-069DD4119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9F392E-E8BF-B954-F4FB-15622A874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3996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01E639E6-7918-9EA1-F3DB-EAEBF00E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5159967F-647F-269F-BF0A-F7F986CE2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B431AF8F-E405-4611-CC3C-4500D6ACA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59718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FC88-FCE5-D044-04BF-25B37BAC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B86E3-E355-ADCE-74A2-8C3CAE427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422B5-ACA6-940B-7260-36D998175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252B6-1A48-FDCB-B1AD-1933C3664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214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8BDC3-507E-8A91-82A9-B86A9DB9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31E2C8B-93B8-B4A0-3D2B-045133AA0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DE476E-B560-8123-7A60-61F71D3A9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C73F0D-09AE-5C47-78EF-4DE5887F2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6934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C2B4-4B6F-DDA5-0106-9E5E319D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3C98B8-A59C-C231-D3FF-00A1B8A74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58A32F-CC8B-71B3-E87C-AC660D4FE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508EA8-BEC3-F42A-21E3-69F6943F0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056041-5856-4263-BB01-FB7CD670BB3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8946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26BB-B2F9-232C-65E8-DABCD522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862677-4CDB-7935-FE09-B48D735A6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5210FC-E044-33B8-D4C7-606E026E4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5D1E5A-F12D-8319-92E8-88F0FD336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056041-5856-4263-BB01-FB7CD670BB3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274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3A7B-9846-A5F7-33D6-61E107F4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D563F9-8736-A853-69C0-3C942F3D2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A751F4-08F1-66C7-541D-492D8180E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DFB8E4-8DA4-8563-95DB-8A657EB9D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498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48B29885-BD26-0DC6-FBBD-242CBC3F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7921A244-0AE9-4E76-B6BE-9568FE59D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683EDAAA-B33C-20A8-3D5A-E30743637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8189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86F69-219D-4C1A-BFC1-25E4DA0B24A2}" type="slidenum">
              <a:rPr lang="pt-BR" smtClean="0"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3842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14F1-5C4A-7DB3-190F-609EE72D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79E9EB-062F-3BFD-2C52-F3202EC9D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C3B477-422E-85B5-66A0-7F4E58CAC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A146E8-AF6F-E7C6-19FE-976969C7F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5977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2127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8859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5388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5162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A78A-EF9C-E80A-C5DD-B816A025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1A7551-9FDF-AA61-7992-EE7F169D5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417160-B7D9-8670-A0D7-FF447356B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83804C-728B-F979-C8CB-9C3F3A2DA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45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oleObject" Target="../embeddings/oleObject6.bin"/><Relationship Id="rId7" Type="http://schemas.openxmlformats.org/officeDocument/2006/relationships/image" Target="../media/image15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2.png"/><Relationship Id="rId10" Type="http://schemas.openxmlformats.org/officeDocument/2006/relationships/image" Target="../media/image18.svg"/><Relationship Id="rId4" Type="http://schemas.openxmlformats.org/officeDocument/2006/relationships/image" Target="../media/image1.emf"/><Relationship Id="rId9" Type="http://schemas.openxmlformats.org/officeDocument/2006/relationships/image" Target="../media/image17.sv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0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89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3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0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4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22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4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28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14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AB55B-401A-D4CA-5A1D-41465DBADFC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2" name="Google Shape;2118;p66">
              <a:extLst>
                <a:ext uri="{FF2B5EF4-FFF2-40B4-BE49-F238E27FC236}">
                  <a16:creationId xmlns:a16="http://schemas.microsoft.com/office/drawing/2014/main" id="{FFE20AE6-C44E-348F-EFF6-7050AAB2DF3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5" name="Google Shape;2119;p66">
                <a:extLst>
                  <a:ext uri="{FF2B5EF4-FFF2-40B4-BE49-F238E27FC236}">
                    <a16:creationId xmlns:a16="http://schemas.microsoft.com/office/drawing/2014/main" id="{A61D8A30-1F7B-1F1B-3FDA-5535300C7E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7" name="Google Shape;2120;p66">
                <a:extLst>
                  <a:ext uri="{FF2B5EF4-FFF2-40B4-BE49-F238E27FC236}">
                    <a16:creationId xmlns:a16="http://schemas.microsoft.com/office/drawing/2014/main" id="{FBDB020F-6E4A-0A1E-BBE3-E77FC0C5CA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8" name="Google Shape;2121;p66">
                <a:extLst>
                  <a:ext uri="{FF2B5EF4-FFF2-40B4-BE49-F238E27FC236}">
                    <a16:creationId xmlns:a16="http://schemas.microsoft.com/office/drawing/2014/main" id="{9FC6460B-AC12-85DA-A9B8-8436144C6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9" name="Google Shape;2122;p66">
              <a:extLst>
                <a:ext uri="{FF2B5EF4-FFF2-40B4-BE49-F238E27FC236}">
                  <a16:creationId xmlns:a16="http://schemas.microsoft.com/office/drawing/2014/main" id="{DE18A382-67FF-7B99-CCDC-B8414AC9276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0" name="Google Shape;2123;p66">
                <a:extLst>
                  <a:ext uri="{FF2B5EF4-FFF2-40B4-BE49-F238E27FC236}">
                    <a16:creationId xmlns:a16="http://schemas.microsoft.com/office/drawing/2014/main" id="{D4C3B40E-E6BF-124D-C26E-3102274D05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2124;p66">
                <a:extLst>
                  <a:ext uri="{FF2B5EF4-FFF2-40B4-BE49-F238E27FC236}">
                    <a16:creationId xmlns:a16="http://schemas.microsoft.com/office/drawing/2014/main" id="{4EE8307A-B472-B391-0142-8EBB3945D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31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2119;p66">
            <a:extLst>
              <a:ext uri="{FF2B5EF4-FFF2-40B4-BE49-F238E27FC236}">
                <a16:creationId xmlns:a16="http://schemas.microsoft.com/office/drawing/2014/main" id="{A61D8A30-1F7B-1F1B-3FDA-5535300C7E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8932369" y="3967642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2120;p66">
            <a:extLst>
              <a:ext uri="{FF2B5EF4-FFF2-40B4-BE49-F238E27FC236}">
                <a16:creationId xmlns:a16="http://schemas.microsoft.com/office/drawing/2014/main" id="{FBDB020F-6E4A-0A1E-BBE3-E77FC0C5CA09}"/>
              </a:ext>
            </a:extLst>
          </p:cNvPr>
          <p:cNvCxnSpPr>
            <a:cxnSpLocks/>
          </p:cNvCxnSpPr>
          <p:nvPr/>
        </p:nvCxnSpPr>
        <p:spPr>
          <a:xfrm rot="10800000">
            <a:off x="10651379" y="3967735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" name="Google Shape;2121;p66">
            <a:extLst>
              <a:ext uri="{FF2B5EF4-FFF2-40B4-BE49-F238E27FC236}">
                <a16:creationId xmlns:a16="http://schemas.microsoft.com/office/drawing/2014/main" id="{9FC6460B-AC12-85DA-A9B8-8436144C62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060703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9" name="Google Shape;2122;p66">
            <a:extLst>
              <a:ext uri="{FF2B5EF4-FFF2-40B4-BE49-F238E27FC236}">
                <a16:creationId xmlns:a16="http://schemas.microsoft.com/office/drawing/2014/main" id="{DE18A382-67FF-7B99-CCDC-B8414AC92761}"/>
              </a:ext>
            </a:extLst>
          </p:cNvPr>
          <p:cNvGrpSpPr>
            <a:grpSpLocks/>
          </p:cNvGrpSpPr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0" name="Google Shape;2123;p66">
              <a:extLst>
                <a:ext uri="{FF2B5EF4-FFF2-40B4-BE49-F238E27FC236}">
                  <a16:creationId xmlns:a16="http://schemas.microsoft.com/office/drawing/2014/main" id="{D4C3B40E-E6BF-124D-C26E-3102274D052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1" name="Google Shape;2124;p66">
              <a:extLst>
                <a:ext uri="{FF2B5EF4-FFF2-40B4-BE49-F238E27FC236}">
                  <a16:creationId xmlns:a16="http://schemas.microsoft.com/office/drawing/2014/main" id="{4EE8307A-B472-B391-0142-8EBB3945D0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73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986611-5E48-AF11-4E58-E6F43C89DC2A}"/>
              </a:ext>
            </a:extLst>
          </p:cNvPr>
          <p:cNvGrpSpPr/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0CFAFF82-0833-7B06-407E-83EB6FA0D145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1307548B-F888-D84C-C666-938BA97A75EF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443A687C-99A0-1F27-511D-E93BCD8A1D4C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25EEA323-0843-0D75-C6B1-0CD1A21CCBEB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10" name="Google Shape;2122;p66">
              <a:extLst>
                <a:ext uri="{FF2B5EF4-FFF2-40B4-BE49-F238E27FC236}">
                  <a16:creationId xmlns:a16="http://schemas.microsoft.com/office/drawing/2014/main" id="{180348D1-09CA-C73D-D939-2319683C0188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1" name="Google Shape;2123;p66">
                <a:extLst>
                  <a:ext uri="{FF2B5EF4-FFF2-40B4-BE49-F238E27FC236}">
                    <a16:creationId xmlns:a16="http://schemas.microsoft.com/office/drawing/2014/main" id="{383805C0-32C3-3526-464F-807F1BC651F9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2124;p66">
                <a:extLst>
                  <a:ext uri="{FF2B5EF4-FFF2-40B4-BE49-F238E27FC236}">
                    <a16:creationId xmlns:a16="http://schemas.microsoft.com/office/drawing/2014/main" id="{6BCEA8B0-4E62-C1FC-13E7-C53D4A4378EB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8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2119;p66">
            <a:extLst>
              <a:ext uri="{FF2B5EF4-FFF2-40B4-BE49-F238E27FC236}">
                <a16:creationId xmlns:a16="http://schemas.microsoft.com/office/drawing/2014/main" id="{1307548B-F888-D84C-C666-938BA97A75EF}"/>
              </a:ext>
            </a:extLst>
          </p:cNvPr>
          <p:cNvCxnSpPr/>
          <p:nvPr/>
        </p:nvCxnSpPr>
        <p:spPr>
          <a:xfrm rot="10800000" flipH="1">
            <a:off x="8932369" y="3967642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4" name="Google Shape;2120;p66">
            <a:extLst>
              <a:ext uri="{FF2B5EF4-FFF2-40B4-BE49-F238E27FC236}">
                <a16:creationId xmlns:a16="http://schemas.microsoft.com/office/drawing/2014/main" id="{443A687C-99A0-1F27-511D-E93BCD8A1D4C}"/>
              </a:ext>
            </a:extLst>
          </p:cNvPr>
          <p:cNvCxnSpPr/>
          <p:nvPr/>
        </p:nvCxnSpPr>
        <p:spPr>
          <a:xfrm rot="10800000">
            <a:off x="10651379" y="3967735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5" name="Google Shape;2121;p66">
            <a:extLst>
              <a:ext uri="{FF2B5EF4-FFF2-40B4-BE49-F238E27FC236}">
                <a16:creationId xmlns:a16="http://schemas.microsoft.com/office/drawing/2014/main" id="{25EEA323-0843-0D75-C6B1-0CD1A21CCBEB}"/>
              </a:ext>
            </a:extLst>
          </p:cNvPr>
          <p:cNvCxnSpPr/>
          <p:nvPr/>
        </p:nvCxnSpPr>
        <p:spPr>
          <a:xfrm rot="10800000" flipH="1">
            <a:off x="10060703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2122;p66">
            <a:extLst>
              <a:ext uri="{FF2B5EF4-FFF2-40B4-BE49-F238E27FC236}">
                <a16:creationId xmlns:a16="http://schemas.microsoft.com/office/drawing/2014/main" id="{180348D1-09CA-C73D-D939-2319683C0188}"/>
              </a:ext>
            </a:extLst>
          </p:cNvPr>
          <p:cNvGrpSpPr/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1" name="Google Shape;2123;p66">
              <a:extLst>
                <a:ext uri="{FF2B5EF4-FFF2-40B4-BE49-F238E27FC236}">
                  <a16:creationId xmlns:a16="http://schemas.microsoft.com/office/drawing/2014/main" id="{383805C0-32C3-3526-464F-807F1BC651F9}"/>
                </a:ext>
              </a:extLst>
            </p:cNvPr>
            <p:cNvCxnSpPr/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2" name="Google Shape;2124;p66">
              <a:extLst>
                <a:ext uri="{FF2B5EF4-FFF2-40B4-BE49-F238E27FC236}">
                  <a16:creationId xmlns:a16="http://schemas.microsoft.com/office/drawing/2014/main" id="{6BCEA8B0-4E62-C1FC-13E7-C53D4A4378EB}"/>
                </a:ext>
              </a:extLst>
            </p:cNvPr>
            <p:cNvCxnSpPr/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72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C821D5-D021-105B-9331-A5A9867D75D2}"/>
              </a:ext>
            </a:extLst>
          </p:cNvPr>
          <p:cNvGrpSpPr/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DE492C39-5E7F-EFCB-9E4E-CBF17E8C34B7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C7C39FC2-886C-87BF-8CE3-0FA9EBD2C373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9DA334F1-F6B2-047F-EEE3-9421F462694D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EB90EC58-E2EF-5DA2-F230-02D4DBFA9D54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2122;p66">
              <a:extLst>
                <a:ext uri="{FF2B5EF4-FFF2-40B4-BE49-F238E27FC236}">
                  <a16:creationId xmlns:a16="http://schemas.microsoft.com/office/drawing/2014/main" id="{0CD5E4DE-FA8F-2B24-2EA2-C16BA3D5BD9D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8" name="Google Shape;2123;p66">
                <a:extLst>
                  <a:ext uri="{FF2B5EF4-FFF2-40B4-BE49-F238E27FC236}">
                    <a16:creationId xmlns:a16="http://schemas.microsoft.com/office/drawing/2014/main" id="{2C88F39E-3390-75BF-3BB4-39DF61CA6A02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2124;p66">
                <a:extLst>
                  <a:ext uri="{FF2B5EF4-FFF2-40B4-BE49-F238E27FC236}">
                    <a16:creationId xmlns:a16="http://schemas.microsoft.com/office/drawing/2014/main" id="{EB163982-3A08-6610-10CB-B2BD6DD67A5F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830941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EA9812-AE59-ACDB-6864-B94DE4F2F17D}"/>
              </a:ext>
            </a:extLst>
          </p:cNvPr>
          <p:cNvGrpSpPr/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E001E9E6-1022-1EE3-1B13-B792445D8F7B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8F3A716C-97CD-FE12-55EB-33483D28D55E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B3A857BE-F3BF-8CE8-E43C-DE98E50C3092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9BB23FF4-D86D-1D73-C2B8-61EDDCD64F27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2122;p66">
              <a:extLst>
                <a:ext uri="{FF2B5EF4-FFF2-40B4-BE49-F238E27FC236}">
                  <a16:creationId xmlns:a16="http://schemas.microsoft.com/office/drawing/2014/main" id="{A4839E38-B280-C83B-8ECD-A5F12B42CAA9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8" name="Google Shape;2123;p66">
                <a:extLst>
                  <a:ext uri="{FF2B5EF4-FFF2-40B4-BE49-F238E27FC236}">
                    <a16:creationId xmlns:a16="http://schemas.microsoft.com/office/drawing/2014/main" id="{5EDE8D56-83BF-4578-485A-7D036A3E4C50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2124;p66">
                <a:extLst>
                  <a:ext uri="{FF2B5EF4-FFF2-40B4-BE49-F238E27FC236}">
                    <a16:creationId xmlns:a16="http://schemas.microsoft.com/office/drawing/2014/main" id="{7D0C62C7-D9BF-8566-7165-164F4705A168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91474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900"/>
            <a:ext cx="5858977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93;p411">
            <a:extLst>
              <a:ext uri="{FF2B5EF4-FFF2-40B4-BE49-F238E27FC236}">
                <a16:creationId xmlns:a16="http://schemas.microsoft.com/office/drawing/2014/main" id="{AB5BFFD0-25D3-B6B4-CB2F-3A578A2BAAC5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799949" y="2643188"/>
            <a:ext cx="2395840" cy="4279920"/>
          </a:xfrm>
          <a:prstGeom prst="straightConnector1">
            <a:avLst/>
          </a:prstGeom>
          <a:noFill/>
          <a:ln w="38100" cap="flat" cmpd="sng">
            <a:solidFill>
              <a:schemeClr val="tx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" name="Text Placeholder 51">
            <a:extLst>
              <a:ext uri="{FF2B5EF4-FFF2-40B4-BE49-F238E27FC236}">
                <a16:creationId xmlns:a16="http://schemas.microsoft.com/office/drawing/2014/main" id="{55B7DB9B-CB7A-5F3E-791F-EC9F9A32A9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262680"/>
            <a:ext cx="3657763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introdutório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2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799949" y="2643188"/>
            <a:ext cx="2395840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900"/>
            <a:ext cx="5858977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262680"/>
            <a:ext cx="3657763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introdutório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3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799949" y="2643188"/>
            <a:ext cx="2395840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900"/>
            <a:ext cx="5858977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262680"/>
            <a:ext cx="3657763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introdutório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304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799949" y="2643188"/>
            <a:ext cx="2395840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900"/>
            <a:ext cx="5858977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262680"/>
            <a:ext cx="3657763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introdutório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29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43054" y="379285"/>
            <a:ext cx="3396771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9998" r="12703" b="4392"/>
          <a:stretch/>
        </p:blipFill>
        <p:spPr>
          <a:xfrm>
            <a:off x="5887178" y="1"/>
            <a:ext cx="630482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36497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43054" y="379285"/>
            <a:ext cx="3396771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9998" r="12703" b="4392"/>
          <a:stretch/>
        </p:blipFill>
        <p:spPr>
          <a:xfrm>
            <a:off x="5887178" y="1"/>
            <a:ext cx="630482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1696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00352AE0-1FDD-71F9-F635-DFA80534988F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44768" y="378001"/>
            <a:ext cx="3397957" cy="615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2191;p71" descr="Image">
            <a:extLst>
              <a:ext uri="{FF2B5EF4-FFF2-40B4-BE49-F238E27FC236}">
                <a16:creationId xmlns:a16="http://schemas.microsoft.com/office/drawing/2014/main" id="{EC6C0446-F797-6696-0691-D5D3B578AF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9998" r="12703" b="4392"/>
          <a:stretch/>
        </p:blipFill>
        <p:spPr>
          <a:xfrm>
            <a:off x="5887178" y="1"/>
            <a:ext cx="630482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C14F297-9874-216E-C433-100105B370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2" name="Text Placeholder 51">
            <a:extLst>
              <a:ext uri="{FF2B5EF4-FFF2-40B4-BE49-F238E27FC236}">
                <a16:creationId xmlns:a16="http://schemas.microsoft.com/office/drawing/2014/main" id="{75372B82-6F2D-B889-B523-C81CB9485F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6F7FB5DE-6524-46C4-6448-A348016D67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1616256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43054" y="379285"/>
            <a:ext cx="3396771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2833252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43054" y="379285"/>
            <a:ext cx="3396771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2208551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12564937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81331"/>
            <a:ext cx="5858977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626421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81331"/>
            <a:ext cx="5858977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348850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81331"/>
            <a:ext cx="5858977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629725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81331"/>
            <a:ext cx="5858977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43820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23" y="-162500"/>
            <a:ext cx="661514" cy="114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5368413" cy="9899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786" y="319405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300" y="319405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786" y="389692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300" y="389692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786" y="459980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00" y="459980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786" y="530267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300" y="530267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786" y="6005552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300" y="6005552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5524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23" y="-162500"/>
            <a:ext cx="661514" cy="1146000"/>
          </a:xfrm>
          <a:prstGeom prst="straightConnector1">
            <a:avLst/>
          </a:prstGeom>
          <a:noFill/>
          <a:ln w="19050" cap="flat" cmpd="sng">
            <a:solidFill>
              <a:srgbClr val="002B4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5368413" cy="9899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786" y="319405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300" y="319405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786" y="389692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300" y="389692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786" y="459980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00" y="459980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786" y="530267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300" y="530267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786" y="6005552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300" y="6005552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051558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23" y="-162500"/>
            <a:ext cx="661514" cy="1146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5368413" cy="9899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786" y="319405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300" y="319405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786" y="389692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300" y="389692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786" y="459980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00" y="459980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786" y="530267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300" y="530267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786" y="6005552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300" y="6005552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14348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361831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</a:t>
            </a:r>
          </a:p>
          <a:p>
            <a:pPr lvl="0"/>
            <a:r>
              <a:rPr lang="en-US"/>
              <a:t>text styles</a:t>
            </a:r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274087C-72B1-96E7-75D7-4BDB29B42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2A037618-E33F-236A-769A-CE8780F81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077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64" y="3663951"/>
            <a:ext cx="11257085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275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361831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</a:t>
            </a:r>
          </a:p>
          <a:p>
            <a:pPr lvl="0"/>
            <a:r>
              <a:rPr lang="en-US"/>
              <a:t>text styles</a:t>
            </a:r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ECAFDD1-7D78-2A7E-03A2-6743279AF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B7F0073E-EB2D-D16E-80E9-A09645EDDE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348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64" y="3663951"/>
            <a:ext cx="11257085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1CC5C-2A4E-7204-7756-A5B0FE473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55A47EE-45A2-013D-C6BA-D422F5D193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088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361831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rgbClr val="5E8AB4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</a:t>
            </a:r>
          </a:p>
          <a:p>
            <a:pPr lvl="0"/>
            <a:r>
              <a:rPr lang="en-US"/>
              <a:t>text styles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A3D49FF-7D2A-31C4-3B04-1E85A2F86F5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058441-2B0D-8A51-03AE-072010720B37}"/>
              </a:ext>
            </a:extLst>
          </p:cNvPr>
          <p:cNvSpPr txBox="1">
            <a:spLocks/>
          </p:cNvSpPr>
          <p:nvPr userDrawn="1"/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275052D-D27A-7447-8473-BC7C732ED008}" type="slidenum">
              <a:rPr lang="pt-BR" sz="800" smtClean="0"/>
              <a:pPr/>
              <a:t>‹nº›</a:t>
            </a:fld>
            <a:endParaRPr lang="pt-BR" sz="800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4CE061C-E9CC-50FC-7D29-A3E07C5FE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F22D8B2-F079-A72A-5DEC-76F9134FCD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68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accent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64" y="3663951"/>
            <a:ext cx="11257085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solidFill>
                  <a:schemeClr val="accent2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oogle Shape;2417;p84">
            <a:extLst>
              <a:ext uri="{FF2B5EF4-FFF2-40B4-BE49-F238E27FC236}">
                <a16:creationId xmlns:a16="http://schemas.microsoft.com/office/drawing/2014/main" id="{6EC923C3-CEE6-4744-CA85-5C78000D543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53ED4-2A73-E2FC-9899-EA6F4C416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CB2D25B6-DC85-6734-010A-2F74DAE856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071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69251" y="-1640735"/>
            <a:ext cx="7655726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33126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133941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69251" y="-1640735"/>
            <a:ext cx="7655726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33126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37791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69251" y="-1640735"/>
            <a:ext cx="7655726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33126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698385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2113;p66">
            <a:extLst>
              <a:ext uri="{FF2B5EF4-FFF2-40B4-BE49-F238E27FC236}">
                <a16:creationId xmlns:a16="http://schemas.microsoft.com/office/drawing/2014/main" id="{CD40657D-E522-CAF2-6D9B-9CF5DDA2EC87}"/>
              </a:ext>
            </a:extLst>
          </p:cNvPr>
          <p:cNvCxnSpPr/>
          <p:nvPr/>
        </p:nvCxnSpPr>
        <p:spPr>
          <a:xfrm rot="10800000" flipH="1">
            <a:off x="6557945" y="2454880"/>
            <a:ext cx="2643042" cy="452711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5" name="Google Shape;2114;p66">
            <a:extLst>
              <a:ext uri="{FF2B5EF4-FFF2-40B4-BE49-F238E27FC236}">
                <a16:creationId xmlns:a16="http://schemas.microsoft.com/office/drawing/2014/main" id="{0AF7E19F-4FDA-7D60-B39C-7C67827DEDC4}"/>
              </a:ext>
            </a:extLst>
          </p:cNvPr>
          <p:cNvCxnSpPr/>
          <p:nvPr/>
        </p:nvCxnSpPr>
        <p:spPr>
          <a:xfrm rot="10800000">
            <a:off x="9200031" y="2455074"/>
            <a:ext cx="0" cy="456755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6" name="Google Shape;2115;p66">
            <a:extLst>
              <a:ext uri="{FF2B5EF4-FFF2-40B4-BE49-F238E27FC236}">
                <a16:creationId xmlns:a16="http://schemas.microsoft.com/office/drawing/2014/main" id="{BCE1EAE9-8987-7099-0824-EF83196455EB}"/>
              </a:ext>
            </a:extLst>
          </p:cNvPr>
          <p:cNvCxnSpPr/>
          <p:nvPr/>
        </p:nvCxnSpPr>
        <p:spPr>
          <a:xfrm rot="10800000" flipH="1">
            <a:off x="8367224" y="-1640734"/>
            <a:ext cx="5057753" cy="8663295"/>
          </a:xfrm>
          <a:prstGeom prst="straightConnector1">
            <a:avLst/>
          </a:prstGeom>
          <a:noFill/>
          <a:ln w="38100" cap="flat" cmpd="sng">
            <a:solidFill>
              <a:schemeClr val="tx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7" name="Google Shape;2116;p66">
            <a:extLst>
              <a:ext uri="{FF2B5EF4-FFF2-40B4-BE49-F238E27FC236}">
                <a16:creationId xmlns:a16="http://schemas.microsoft.com/office/drawing/2014/main" id="{502BE95F-AC44-B691-59AE-3BA1596E3907}"/>
              </a:ext>
            </a:extLst>
          </p:cNvPr>
          <p:cNvCxnSpPr/>
          <p:nvPr/>
        </p:nvCxnSpPr>
        <p:spPr>
          <a:xfrm rot="10800000" flipH="1">
            <a:off x="5769251" y="4802228"/>
            <a:ext cx="1285987" cy="2201257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8" name="Google Shape;2117;p66">
            <a:extLst>
              <a:ext uri="{FF2B5EF4-FFF2-40B4-BE49-F238E27FC236}">
                <a16:creationId xmlns:a16="http://schemas.microsoft.com/office/drawing/2014/main" id="{B13C75BF-3F8D-DD12-1295-648C91CFE506}"/>
              </a:ext>
            </a:extLst>
          </p:cNvPr>
          <p:cNvCxnSpPr/>
          <p:nvPr/>
        </p:nvCxnSpPr>
        <p:spPr>
          <a:xfrm rot="10800000">
            <a:off x="7054780" y="4802329"/>
            <a:ext cx="0" cy="2220925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70787" y="132173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70787" y="233126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556925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0599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FF43FFF6-D612-30BD-B622-50E9EB7A463F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70471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11535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1 Coluna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7F619D7-2032-8078-3154-91E8967760B2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34497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2648"/>
            <a:ext cx="538950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30281" y="1494952"/>
            <a:ext cx="538950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30281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275052D-D27A-7447-8473-BC7C732ED008}" type="slidenum">
              <a:rPr lang="pt-BR" sz="800" smtClean="0"/>
              <a:pPr/>
              <a:t>‹nº›</a:t>
            </a:fld>
            <a:endParaRPr lang="pt-BR" sz="80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20461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0EF902EC-9AC1-935B-A4D4-5696F68FFBC2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2648"/>
            <a:ext cx="538950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30281" y="1494952"/>
            <a:ext cx="538950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30281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275052D-D27A-7447-8473-BC7C732ED008}" type="slidenum">
              <a:rPr lang="pt-BR" sz="800" smtClean="0"/>
              <a:pPr/>
              <a:t>‹nº›</a:t>
            </a:fld>
            <a:endParaRPr lang="pt-BR" sz="80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06168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7692"/>
            <a:ext cx="5389500" cy="811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30281" y="1492649"/>
            <a:ext cx="5389500" cy="8189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30281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52998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2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C8B4DB1-2E94-CB88-DFC1-8E4EA84F4D38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7692"/>
            <a:ext cx="5389500" cy="811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30281" y="1492649"/>
            <a:ext cx="5389500" cy="8189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30281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332061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848043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FC6A3183-A3A1-CA21-6CDC-969D925688C5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390061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1539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5944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5944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6285575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F55B7FD-986F-F5C5-9A54-A2A8D87F3948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1539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5944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5944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223412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245776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40403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3399049" y="1494000"/>
            <a:ext cx="246123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245776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40403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399049" y="2595600"/>
            <a:ext cx="246123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275726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275726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655012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245776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40403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3399049" y="1494000"/>
            <a:ext cx="246123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245776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40403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399049" y="2595600"/>
            <a:ext cx="246123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275726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275726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271988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245776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40403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3399049" y="1494000"/>
            <a:ext cx="246123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245776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40403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399049" y="2595600"/>
            <a:ext cx="246123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275726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275726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840027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245776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40403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3399049" y="1494000"/>
            <a:ext cx="246123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245776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40403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399049" y="2595600"/>
            <a:ext cx="246123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D7DDE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D7DDE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275726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275726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109305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0788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8327889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404100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5134376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2D530E1D-66D7-F343-8D58-78F737A1477E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0788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8327889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404100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054593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8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099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0788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8327889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404100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708811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86D7167C-0C0F-9334-E80C-A2973FE3E357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8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099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0788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8327889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404100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055315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23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4402196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7931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33603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29339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470788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23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4402196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7931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8333603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29339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6027374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C3F77092-2773-10DB-C71E-36BD53A01DBA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23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4402196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7931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33603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29339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470788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23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4402196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7931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8333603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29339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2028551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23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4402196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7931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33603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29339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470788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23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4402196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7931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8333603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29339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39055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D17DEE0-DD3A-584C-7FE3-F82296F36214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23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4402196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7931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33603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29339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470788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23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4402196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7931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8333603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29339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7163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13FE857-09EF-6320-AEC5-6F9618E95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2" name="Google Shape;4546;p456">
            <a:extLst>
              <a:ext uri="{FF2B5EF4-FFF2-40B4-BE49-F238E27FC236}">
                <a16:creationId xmlns:a16="http://schemas.microsoft.com/office/drawing/2014/main" id="{BDF08FE4-6E2D-5166-08BA-CE39A101E6C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8BFB194-2672-16B7-ED2C-9B1C972E24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E0F91D7-7C08-A520-E598-9CDB27F1B5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501201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650DD8A1-947F-8F07-93AB-A40EF04FDF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160000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04975F1-C05A-1F8D-7E3A-2F1589A4DD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57812" y="1501414"/>
            <a:ext cx="6863038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06ED13DD-6DF2-F50D-26A3-FD10F14995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787" y="3663952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D917ADE9-5F71-6C61-E67F-FBE028C25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787" y="4322603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Chart Placeholder 56">
            <a:extLst>
              <a:ext uri="{FF2B5EF4-FFF2-40B4-BE49-F238E27FC236}">
                <a16:creationId xmlns:a16="http://schemas.microsoft.com/office/drawing/2014/main" id="{3E906642-ECAC-F54B-5543-3825A12B4E2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7813" y="1803600"/>
            <a:ext cx="6863401" cy="3789400"/>
          </a:xfrm>
          <a:prstGeom prst="rect">
            <a:avLst/>
          </a:prstGeom>
        </p:spPr>
        <p:txBody>
          <a:bodyPr/>
          <a:lstStyle/>
          <a:p>
            <a:r>
              <a:rPr lang="en-BR"/>
              <a:t>Gráfico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B340CD37-1B87-00B6-5E57-D55AAF8536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430CE6F3-F391-1382-61C7-7841BF993D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934D75B2-B160-3924-EE10-A7E18ABF93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1160110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Cinza Claro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94365A6E-758D-3E5C-AD84-D5AE47370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5" name="Google Shape;4546;p456">
            <a:extLst>
              <a:ext uri="{FF2B5EF4-FFF2-40B4-BE49-F238E27FC236}">
                <a16:creationId xmlns:a16="http://schemas.microsoft.com/office/drawing/2014/main" id="{04212ACC-5AB5-7E90-4A7E-4F3BC0BED6F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C1003A35-16F0-6A43-5044-7EFBF15EF1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E8C8209-B4A1-245C-93A5-B5A89253D3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501201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EFDD814-6412-39CF-649F-8FD4B10EB2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160000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3499164C-4D4D-FD1A-9E9D-39C859A007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57812" y="1501414"/>
            <a:ext cx="6863038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93493471-2497-21B2-4B44-74EDA5E731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787" y="3663952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000B1622-ABAD-5280-3CB5-9A2AAA8F00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787" y="4322603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3" name="Chart Placeholder 56">
            <a:extLst>
              <a:ext uri="{FF2B5EF4-FFF2-40B4-BE49-F238E27FC236}">
                <a16:creationId xmlns:a16="http://schemas.microsoft.com/office/drawing/2014/main" id="{E7DA3DAF-C417-F696-7A8D-DEC16EAB0A9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7813" y="1803600"/>
            <a:ext cx="6863401" cy="3789400"/>
          </a:xfrm>
          <a:prstGeom prst="rect">
            <a:avLst/>
          </a:prstGeom>
        </p:spPr>
        <p:txBody>
          <a:bodyPr/>
          <a:lstStyle/>
          <a:p>
            <a:r>
              <a:rPr lang="en-BR"/>
              <a:t>Gráfico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8514E3F-27C2-0D9D-01A1-49C5239E7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6B6AE38-B925-98EC-AD44-D816BB0AAD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BF3B4464-6F82-DB5C-FD37-590D937C3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457503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501201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159999"/>
            <a:ext cx="3747112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5002E8C-C568-172D-3109-85A55236B29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63715" y="1501200"/>
            <a:ext cx="3746478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84326CA-7B90-4056-3C9C-24A905DEC8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787" y="3689793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E137C798-7CCC-8C7D-D495-0AEC858F97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787" y="4348443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3F429A4A-06DC-1E3A-5A65-0C3997FDCCC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7813" y="1803600"/>
            <a:ext cx="6863401" cy="379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BR"/>
              <a:t>Gráfico</a:t>
            </a:r>
          </a:p>
        </p:txBody>
      </p:sp>
      <p:pic>
        <p:nvPicPr>
          <p:cNvPr id="4" name="Google Shape;2417;p84">
            <a:extLst>
              <a:ext uri="{FF2B5EF4-FFF2-40B4-BE49-F238E27FC236}">
                <a16:creationId xmlns:a16="http://schemas.microsoft.com/office/drawing/2014/main" id="{23FCB833-941F-6595-929E-8CDE9F8767A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55BCCC9F-12BA-1AC7-F575-E03E54A2B7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8F4643BE-BB97-4DB6-085A-60C5E725A2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9D2B60D9-BF99-DCF4-16A1-2B2DB3AEA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997503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1"/>
            <a:ext cx="8793605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501200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503814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8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047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4192996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1"/>
            <a:ext cx="8793605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C2B49C8-5587-3CB9-BD73-530C192F48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39" y="1501200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CCD5DB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EF406C78-B1F5-AB03-82A5-7DF8C0747F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505600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6F14D0AD-9C0F-D98D-BCB7-363101D50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8A4A206-C721-0C4B-953D-3F1BCB6B18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C0D0EDD7-6D67-670B-9270-19E08DE70C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013F624-E35B-F58C-648D-C3A004B708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2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9EEA635-C715-2C9F-7862-EE40366C91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2" y="826181"/>
            <a:ext cx="11254187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5A64E133-61F8-AFC9-4C48-ABDBEE214E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196966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Marinh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1"/>
            <a:ext cx="8793605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>
              <a:solidFill>
                <a:schemeClr val="accent1"/>
              </a:solidFill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BF4007C-AEF5-1786-9FF8-F60CDACA0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501200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3B8C4F1-E7F7-1D6D-955B-75C67D6C5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505600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953A4B2F-B127-7B18-CE54-EC01AF7BF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A365680-547C-C246-87C0-E4B630AEC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EB28C7E4-8F9A-2C71-9E1F-4208A79CBE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6408949-5F76-4553-CBE0-95BB98206B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BC3ED72-423E-D7C5-D057-74AB3C3894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2" y="826181"/>
            <a:ext cx="11254187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1711466F-E196-2186-7321-D3E46A5E61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7455156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Marinho E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1"/>
            <a:ext cx="8793605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>
              <a:solidFill>
                <a:schemeClr val="accent1"/>
              </a:solidFill>
            </a:endParaRP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6697B59E-38DE-7EC1-5EDD-7785F77BB18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BA14547C-7285-CF58-B9B3-541BB3655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501200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505600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Slide Number Placeholder 2">
            <a:extLst>
              <a:ext uri="{FF2B5EF4-FFF2-40B4-BE49-F238E27FC236}">
                <a16:creationId xmlns:a16="http://schemas.microsoft.com/office/drawing/2014/main" id="{53326B84-0BDE-C405-8470-D2F50864E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2800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C8FB31-E72F-324A-BCFE-AD2FBF56E2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58627F7B-32F7-BB81-CFBD-7C75ACADDC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BB4EE01-B1A3-8500-2FD4-449DAED00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76D4820-2CC0-20DE-3F85-5CE1CEBFE4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2" y="826181"/>
            <a:ext cx="11254187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9520299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ópicos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501327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832992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1" y="2417044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2748709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1" y="3332763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3664428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1" y="4248481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4580146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1" y="5164198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0" y="5495863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8635" y="1501200"/>
            <a:ext cx="4159212" cy="42027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2800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618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43500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ópicos E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501327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832992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1" y="2417044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2748709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1" y="3332763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3664428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1" y="4248481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4580146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1" y="5164198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0" y="5495863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8635" y="1501200"/>
            <a:ext cx="4159212" cy="42027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2800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618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7629652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000" b="0" i="0">
              <a:latin typeface="Arial Nova Cond" panose="020F0502020204030204" pitchFamily="34" charset="0"/>
              <a:cs typeface="Arial Nova Cond" panose="020F050202020403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FBCC3E6-F254-1271-02D3-8E7D096D6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664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2AEEF9D3-747E-0AF9-2735-B1FB0BD19E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664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88700D0-AF50-0AE3-4914-55445C2AD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45">
            <a:extLst>
              <a:ext uri="{FF2B5EF4-FFF2-40B4-BE49-F238E27FC236}">
                <a16:creationId xmlns:a16="http://schemas.microsoft.com/office/drawing/2014/main" id="{D0D91D7B-D576-E0CF-A653-226D2E7780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90328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59FC3F61-7FB1-3688-D59D-E451A69A2E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6325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642A086A-A6CE-4854-A9C9-6ACC4B9C4F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86325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45">
            <a:extLst>
              <a:ext uri="{FF2B5EF4-FFF2-40B4-BE49-F238E27FC236}">
                <a16:creationId xmlns:a16="http://schemas.microsoft.com/office/drawing/2014/main" id="{D86A93A7-01C6-7729-2E05-E679D1E9E7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3993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77" name="Text Placeholder 45">
            <a:extLst>
              <a:ext uri="{FF2B5EF4-FFF2-40B4-BE49-F238E27FC236}">
                <a16:creationId xmlns:a16="http://schemas.microsoft.com/office/drawing/2014/main" id="{C7BC30AB-E71A-4818-D6E8-D4E2682D2E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0190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FF0BF134-3C85-87DB-C197-C0CA5CEAA2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7165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59">
            <a:extLst>
              <a:ext uri="{FF2B5EF4-FFF2-40B4-BE49-F238E27FC236}">
                <a16:creationId xmlns:a16="http://schemas.microsoft.com/office/drawing/2014/main" id="{46188C8A-C985-78A6-66D4-3832C406C4D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03377" y="1494951"/>
            <a:ext cx="1078061" cy="107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accent4"/>
            </a:solidFill>
          </a:ln>
        </p:spPr>
        <p:txBody>
          <a:bodyPr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D006269E-75A3-226C-ADE1-F41E4096F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7657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81" name="Text Placeholder 45">
            <a:extLst>
              <a:ext uri="{FF2B5EF4-FFF2-40B4-BE49-F238E27FC236}">
                <a16:creationId xmlns:a16="http://schemas.microsoft.com/office/drawing/2014/main" id="{EB96BB0D-8BE0-E46F-DA58-EE988F233A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7118" y="3331875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82" name="Text Placeholder 45">
            <a:extLst>
              <a:ext uri="{FF2B5EF4-FFF2-40B4-BE49-F238E27FC236}">
                <a16:creationId xmlns:a16="http://schemas.microsoft.com/office/drawing/2014/main" id="{9C641DBF-75C7-1771-2CF8-BC6EAACD33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4911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45">
            <a:extLst>
              <a:ext uri="{FF2B5EF4-FFF2-40B4-BE49-F238E27FC236}">
                <a16:creationId xmlns:a16="http://schemas.microsoft.com/office/drawing/2014/main" id="{670AF307-9708-4A42-06DC-03BE2A566D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61322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85" name="Text Placeholder 45">
            <a:extLst>
              <a:ext uri="{FF2B5EF4-FFF2-40B4-BE49-F238E27FC236}">
                <a16:creationId xmlns:a16="http://schemas.microsoft.com/office/drawing/2014/main" id="{A2A07650-485F-4781-9344-52465646623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7242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B84D5F0D-8CD2-4364-2E92-0B2BE5EEC47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54841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46C78987-82E3-C545-6C09-F2DB1E9C1D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84987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69844F0D-82D9-2C9A-2CD8-9261D84BBF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84988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71A075F2-D7D5-5B33-37BD-E63A40C84D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084988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7" name="Picture Placeholder 112">
            <a:extLst>
              <a:ext uri="{FF2B5EF4-FFF2-40B4-BE49-F238E27FC236}">
                <a16:creationId xmlns:a16="http://schemas.microsoft.com/office/drawing/2014/main" id="{EFC886AE-3FFF-D88F-6F1F-75E4441DC42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665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18" name="Picture Placeholder 112">
            <a:extLst>
              <a:ext uri="{FF2B5EF4-FFF2-40B4-BE49-F238E27FC236}">
                <a16:creationId xmlns:a16="http://schemas.microsoft.com/office/drawing/2014/main" id="{4464FD34-1C93-7040-81B4-713987BC8E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2941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19" name="Picture Placeholder 112">
            <a:extLst>
              <a:ext uri="{FF2B5EF4-FFF2-40B4-BE49-F238E27FC236}">
                <a16:creationId xmlns:a16="http://schemas.microsoft.com/office/drawing/2014/main" id="{051F496B-741B-E770-D8E1-89B776F3C1D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665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20" name="Picture Placeholder 112">
            <a:extLst>
              <a:ext uri="{FF2B5EF4-FFF2-40B4-BE49-F238E27FC236}">
                <a16:creationId xmlns:a16="http://schemas.microsoft.com/office/drawing/2014/main" id="{C4BF5B86-BF55-9B71-F9DD-19479EAA430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2941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1" name="Picture Placeholder 112">
            <a:extLst>
              <a:ext uri="{FF2B5EF4-FFF2-40B4-BE49-F238E27FC236}">
                <a16:creationId xmlns:a16="http://schemas.microsoft.com/office/drawing/2014/main" id="{086B2653-5939-A196-AD7B-E9BA87AE168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393184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2" name="Picture Placeholder 112">
            <a:extLst>
              <a:ext uri="{FF2B5EF4-FFF2-40B4-BE49-F238E27FC236}">
                <a16:creationId xmlns:a16="http://schemas.microsoft.com/office/drawing/2014/main" id="{95ED886E-C68F-3627-210E-CA7ACFF6473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39461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3" name="Picture Placeholder 112">
            <a:extLst>
              <a:ext uri="{FF2B5EF4-FFF2-40B4-BE49-F238E27FC236}">
                <a16:creationId xmlns:a16="http://schemas.microsoft.com/office/drawing/2014/main" id="{02C89B8C-F038-BD43-275B-6A310132C3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393184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4" name="Picture Placeholder 112">
            <a:extLst>
              <a:ext uri="{FF2B5EF4-FFF2-40B4-BE49-F238E27FC236}">
                <a16:creationId xmlns:a16="http://schemas.microsoft.com/office/drawing/2014/main" id="{3ACA967E-2F7F-BC02-BC67-2E97C5B09DF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39461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5" name="Picture Placeholder 112">
            <a:extLst>
              <a:ext uri="{FF2B5EF4-FFF2-40B4-BE49-F238E27FC236}">
                <a16:creationId xmlns:a16="http://schemas.microsoft.com/office/drawing/2014/main" id="{6795F334-AEA2-E9D9-1F73-CB69AA374A0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304862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6" name="Picture Placeholder 112">
            <a:extLst>
              <a:ext uri="{FF2B5EF4-FFF2-40B4-BE49-F238E27FC236}">
                <a16:creationId xmlns:a16="http://schemas.microsoft.com/office/drawing/2014/main" id="{5B7C59A9-1F7E-7F84-2656-1CBFEF340FAD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151139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7" name="Picture Placeholder 112">
            <a:extLst>
              <a:ext uri="{FF2B5EF4-FFF2-40B4-BE49-F238E27FC236}">
                <a16:creationId xmlns:a16="http://schemas.microsoft.com/office/drawing/2014/main" id="{BF351E6D-0A32-FE10-87B8-B5CA7368FCD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304862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8" name="Picture Placeholder 112">
            <a:extLst>
              <a:ext uri="{FF2B5EF4-FFF2-40B4-BE49-F238E27FC236}">
                <a16:creationId xmlns:a16="http://schemas.microsoft.com/office/drawing/2014/main" id="{EA0ED369-4028-2215-2505-FA6C595573B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151139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9" name="Picture Placeholder 112">
            <a:extLst>
              <a:ext uri="{FF2B5EF4-FFF2-40B4-BE49-F238E27FC236}">
                <a16:creationId xmlns:a16="http://schemas.microsoft.com/office/drawing/2014/main" id="{B7BD2977-9780-B538-E033-8FC9EC83043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237918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0" name="Picture Placeholder 112">
            <a:extLst>
              <a:ext uri="{FF2B5EF4-FFF2-40B4-BE49-F238E27FC236}">
                <a16:creationId xmlns:a16="http://schemas.microsoft.com/office/drawing/2014/main" id="{9950FEFA-7BB0-4CC2-C294-BE01645205C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084195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1" name="Picture Placeholder 112">
            <a:extLst>
              <a:ext uri="{FF2B5EF4-FFF2-40B4-BE49-F238E27FC236}">
                <a16:creationId xmlns:a16="http://schemas.microsoft.com/office/drawing/2014/main" id="{01C554D2-147A-0A03-9778-037D4B31307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37918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2" name="Picture Placeholder 112">
            <a:extLst>
              <a:ext uri="{FF2B5EF4-FFF2-40B4-BE49-F238E27FC236}">
                <a16:creationId xmlns:a16="http://schemas.microsoft.com/office/drawing/2014/main" id="{3796D47D-50C7-A02C-0E05-5B609B6026ED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84195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3" name="Picture Placeholder 112">
            <a:extLst>
              <a:ext uri="{FF2B5EF4-FFF2-40B4-BE49-F238E27FC236}">
                <a16:creationId xmlns:a16="http://schemas.microsoft.com/office/drawing/2014/main" id="{FB8CC0EB-F747-1AC5-4A63-20852F73AAC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149596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4" name="Picture Placeholder 112">
            <a:extLst>
              <a:ext uri="{FF2B5EF4-FFF2-40B4-BE49-F238E27FC236}">
                <a16:creationId xmlns:a16="http://schemas.microsoft.com/office/drawing/2014/main" id="{13316271-9073-FA34-D257-81CFACC2F9A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995873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5" name="Picture Placeholder 112">
            <a:extLst>
              <a:ext uri="{FF2B5EF4-FFF2-40B4-BE49-F238E27FC236}">
                <a16:creationId xmlns:a16="http://schemas.microsoft.com/office/drawing/2014/main" id="{2D081C9F-FFDB-5E72-CDC1-08FD1EAA9CE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49596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6" name="Picture Placeholder 112">
            <a:extLst>
              <a:ext uri="{FF2B5EF4-FFF2-40B4-BE49-F238E27FC236}">
                <a16:creationId xmlns:a16="http://schemas.microsoft.com/office/drawing/2014/main" id="{FCD0971A-AD15-24CB-AADC-A5A5CD3D3080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8995873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7" name="Picture Placeholder 112">
            <a:extLst>
              <a:ext uri="{FF2B5EF4-FFF2-40B4-BE49-F238E27FC236}">
                <a16:creationId xmlns:a16="http://schemas.microsoft.com/office/drawing/2014/main" id="{1EDAEA0A-1F9E-0266-BFBB-C120CB2AF84F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082053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8" name="Picture Placeholder 112">
            <a:extLst>
              <a:ext uri="{FF2B5EF4-FFF2-40B4-BE49-F238E27FC236}">
                <a16:creationId xmlns:a16="http://schemas.microsoft.com/office/drawing/2014/main" id="{2F5FA254-F578-81A3-41F5-C3A4188C9153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0928330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9" name="Picture Placeholder 112">
            <a:extLst>
              <a:ext uri="{FF2B5EF4-FFF2-40B4-BE49-F238E27FC236}">
                <a16:creationId xmlns:a16="http://schemas.microsoft.com/office/drawing/2014/main" id="{02ADE5EA-819B-4009-A707-05360E76DE58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0082053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70" name="Picture Placeholder 112">
            <a:extLst>
              <a:ext uri="{FF2B5EF4-FFF2-40B4-BE49-F238E27FC236}">
                <a16:creationId xmlns:a16="http://schemas.microsoft.com/office/drawing/2014/main" id="{C4EA6999-AB5E-2535-979C-4547E9F93104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928330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4CE98C3B-F2FD-4710-D7AF-EC1A816EB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1490688-2F65-8813-6E96-E782F8AB17E5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997925-6C1B-75CB-9C47-5312C73D4159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303377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B2A9D99-7A40-D467-4341-077D5AC1550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6184977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8B31671-5EE3-00D1-EA29-BBE17921CD02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12611856" y="149495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087106C0-D350-5125-E860-B60E2D3276F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393184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9E8C993E-EF4E-8727-7C79-6E3D1180AEFF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8158993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FC415ADE-C3F8-91AC-F68C-D5E927FD832E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84987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B89E0082-032B-70FF-9173-66B12D61DB04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8369EF3-1596-2394-03AC-0A91B472CB9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8693DB5C-7904-70C2-FCEF-ABD2C965D52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505A0876-127F-1D5E-0992-B049EAAA0F0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678605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5">
            <a:extLst>
              <a:ext uri="{FF2B5EF4-FFF2-40B4-BE49-F238E27FC236}">
                <a16:creationId xmlns:a16="http://schemas.microsoft.com/office/drawing/2014/main" id="{184BEF38-BA57-9233-BF32-353FC9FCD75A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2780937" y="3672236"/>
            <a:ext cx="199774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5">
            <a:extLst>
              <a:ext uri="{FF2B5EF4-FFF2-40B4-BE49-F238E27FC236}">
                <a16:creationId xmlns:a16="http://schemas.microsoft.com/office/drawing/2014/main" id="{BE8E19FD-DD8D-5555-7920-3C12693E3EDF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5095210" y="3672236"/>
            <a:ext cx="199774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079AD012-955D-AE9B-8117-2C6FA7564B1A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7409484" y="3672236"/>
            <a:ext cx="199774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C026705F-51AF-1B05-9BB9-12BC90AFB3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720477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C05C7977-0EB4-D1DB-AC0F-A4E6F70944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720476" y="3338608"/>
            <a:ext cx="199774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D13853F8-E884-3F6A-37C8-60DE3B863DE7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9723757" y="3672236"/>
            <a:ext cx="199774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78F24FCF-0EC8-F34A-D906-F142EE9EE4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403770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D4CACC7C-0A4F-9F8D-8E3C-57DEA8E6C0D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403769" y="3338608"/>
            <a:ext cx="199774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69B840AF-EFC8-FB29-99C1-7C1B7833586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093570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87C8AD8F-B1BA-D416-A5DD-13F662AF0E0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093569" y="3338608"/>
            <a:ext cx="199774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F3EEA961-FF4F-9EB2-69E5-E19924923EAA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2776864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21447B95-70B2-E5FD-E24A-FC67D4385B0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776863" y="3338608"/>
            <a:ext cx="199774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38" name="Picture Placeholder 112">
            <a:extLst>
              <a:ext uri="{FF2B5EF4-FFF2-40B4-BE49-F238E27FC236}">
                <a16:creationId xmlns:a16="http://schemas.microsoft.com/office/drawing/2014/main" id="{9725F242-22D1-387E-1CEF-6BFE9A78FA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665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39" name="Picture Placeholder 112">
            <a:extLst>
              <a:ext uri="{FF2B5EF4-FFF2-40B4-BE49-F238E27FC236}">
                <a16:creationId xmlns:a16="http://schemas.microsoft.com/office/drawing/2014/main" id="{E384AB8E-6BD9-FF09-4073-A1FAF4A77E6F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2941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9636A67-51C5-7A83-C35B-88F4505043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665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61E875A4-B648-1039-EF17-648980A0A6D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2941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CF3E0D15-B00C-6931-2ECA-29D1EAE0835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783370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0536C028-A154-D1F3-1B94-1D6C9CB557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629647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75EF1F6A-112A-3B2B-6CDF-59BF6EB4BC2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783370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10BDBBED-1442-5A27-AAFD-AA804B45752B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629647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88AA171C-6D7D-16DD-C625-FD357EF52E9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90151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A129352-6C9F-86C0-B95F-3D3E42A9C23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936429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914857E5-53CF-D040-A651-C41C6C01DE7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090151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46F1550C-FEA2-AEA3-87ED-0707444F1AE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936429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902AE775-8DB5-9035-189C-7F1A39BC579A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403771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E16E7B59-3B86-42B9-64FC-AD62C3DC672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250048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2" name="Picture Placeholder 112">
            <a:extLst>
              <a:ext uri="{FF2B5EF4-FFF2-40B4-BE49-F238E27FC236}">
                <a16:creationId xmlns:a16="http://schemas.microsoft.com/office/drawing/2014/main" id="{83DC49ED-EDA8-E6EB-7A6F-D95390AA8CC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403771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3" name="Picture Placeholder 112">
            <a:extLst>
              <a:ext uri="{FF2B5EF4-FFF2-40B4-BE49-F238E27FC236}">
                <a16:creationId xmlns:a16="http://schemas.microsoft.com/office/drawing/2014/main" id="{26F60E47-19D1-BFC3-6C8F-749C4B12AAF6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8250048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4" name="Picture Placeholder 112">
            <a:extLst>
              <a:ext uri="{FF2B5EF4-FFF2-40B4-BE49-F238E27FC236}">
                <a16:creationId xmlns:a16="http://schemas.microsoft.com/office/drawing/2014/main" id="{42275787-A019-11AD-46FE-A7DDC6704D54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720477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5" name="Picture Placeholder 112">
            <a:extLst>
              <a:ext uri="{FF2B5EF4-FFF2-40B4-BE49-F238E27FC236}">
                <a16:creationId xmlns:a16="http://schemas.microsoft.com/office/drawing/2014/main" id="{5DF57175-AB66-192C-5CB7-93049ECC0CF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0566753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060C51A-D08F-54FB-FCB0-EAB2C4861B82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720477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E1F4FC93-69A8-3BD1-3329-13A5836424E9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566753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8" name="Slide Number Placeholder 2">
            <a:extLst>
              <a:ext uri="{FF2B5EF4-FFF2-40B4-BE49-F238E27FC236}">
                <a16:creationId xmlns:a16="http://schemas.microsoft.com/office/drawing/2014/main" id="{13547A98-9145-52DB-0778-F0964B590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6CD81D2-BF90-68D8-E1AE-B8E0CF4C5A4A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0374A75-F50D-5070-A973-581B679CC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1624A0F-DB18-4583-6553-B7380C6BCA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1AE847BA-635A-59E4-30D3-6F045F2092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4" name="Text Placeholder 45">
            <a:extLst>
              <a:ext uri="{FF2B5EF4-FFF2-40B4-BE49-F238E27FC236}">
                <a16:creationId xmlns:a16="http://schemas.microsoft.com/office/drawing/2014/main" id="{89BC3310-EF60-69C0-3707-2C9B77B411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664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8FAFCE19-6536-97A8-08AE-68DC35A66E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664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27DE418C-1E9A-7C24-A28E-C30E5B7365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C01BEAB5-0771-F15C-BA83-EFF62E18272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7B2CDD9-20B4-A792-0865-2F1F48726D14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781129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4A90DFAB-D24E-2600-E000-0F70F5A05CC0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5097999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D227A52C-BD35-961E-2984-AD74E25BC609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04481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FD4D05F0-1624-0D4B-287B-C5C59F1C3E0F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710962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93497770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07602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53879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07602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253879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33301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179577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333301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179577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263446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109723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8" name="Picture Placeholder 112">
            <a:extLst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263446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9" name="Picture Placeholder 112">
            <a:extLst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109723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5532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5532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465532" y="3672236"/>
            <a:ext cx="2461893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98393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98393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3398393" y="3672236"/>
            <a:ext cx="2461893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31634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31634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6331634" y="3672236"/>
            <a:ext cx="2461893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67702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267701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9267701" y="3672236"/>
            <a:ext cx="2461893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466665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312941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466665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12941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3398393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6331634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267702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23355860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4FB47104-05AB-F959-CC2B-C55944736CA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179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87" name="Text Placeholder 45">
            <a:extLst>
              <a:ext uri="{FF2B5EF4-FFF2-40B4-BE49-F238E27FC236}">
                <a16:creationId xmlns:a16="http://schemas.microsoft.com/office/drawing/2014/main" id="{FD9BDD92-6A6B-6575-FFB2-A083DA24942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178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A3799709-E02F-EB91-5C64-E86F20212DF8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468178" y="3672236"/>
            <a:ext cx="340019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8F8CF298-DF97-ED45-B093-56367D0C2AA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397493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A0C6D49E-8B2E-11B4-DC60-2B4E3A9763E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397492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91" name="Text Placeholder 45">
            <a:extLst>
              <a:ext uri="{FF2B5EF4-FFF2-40B4-BE49-F238E27FC236}">
                <a16:creationId xmlns:a16="http://schemas.microsoft.com/office/drawing/2014/main" id="{895A063C-E7F9-1644-609D-CD895FAB3867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397492" y="3672236"/>
            <a:ext cx="340019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2" name="Text Placeholder 45">
            <a:extLst>
              <a:ext uri="{FF2B5EF4-FFF2-40B4-BE49-F238E27FC236}">
                <a16:creationId xmlns:a16="http://schemas.microsoft.com/office/drawing/2014/main" id="{737A549F-309E-E290-D495-3091A1CCDBB1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326807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93" name="Text Placeholder 45">
            <a:extLst>
              <a:ext uri="{FF2B5EF4-FFF2-40B4-BE49-F238E27FC236}">
                <a16:creationId xmlns:a16="http://schemas.microsoft.com/office/drawing/2014/main" id="{517C5E15-6C1C-4465-2D55-38597807144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326807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94" name="Text Placeholder 45">
            <a:extLst>
              <a:ext uri="{FF2B5EF4-FFF2-40B4-BE49-F238E27FC236}">
                <a16:creationId xmlns:a16="http://schemas.microsoft.com/office/drawing/2014/main" id="{691C9150-7ECF-93A2-6868-E1D1BC6EC186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8326806" y="3672236"/>
            <a:ext cx="340019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117322D5-038E-2FA7-9F29-EC97D8955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6" name="Text Placeholder 32">
            <a:extLst>
              <a:ext uri="{FF2B5EF4-FFF2-40B4-BE49-F238E27FC236}">
                <a16:creationId xmlns:a16="http://schemas.microsoft.com/office/drawing/2014/main" id="{B7A6DF6F-63E1-D210-CE01-59B350B9365A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34FC260-27B4-BBEC-33CB-B74788847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C62E8DE-62BC-4B0F-802B-96F211FC09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E295935C-3475-1D0A-6612-639B74DBEF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9A56846C-3944-27A1-FB3E-2E39071B885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665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E0B43B2E-D350-8DA8-B494-38CAF3B0CEB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2941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4" name="Picture Placeholder 112">
            <a:extLst>
              <a:ext uri="{FF2B5EF4-FFF2-40B4-BE49-F238E27FC236}">
                <a16:creationId xmlns:a16="http://schemas.microsoft.com/office/drawing/2014/main" id="{E06D1F11-1B6A-63F8-D776-0CC786BC82D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665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48B2F433-F7C5-077F-E8E3-6A78FB8A32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2941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24D368B3-06EE-320F-A632-E201AC66707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398073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CD644C02-AC36-F309-FBBE-25CBD3406D8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44349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9" name="Picture Placeholder 112">
            <a:extLst>
              <a:ext uri="{FF2B5EF4-FFF2-40B4-BE49-F238E27FC236}">
                <a16:creationId xmlns:a16="http://schemas.microsoft.com/office/drawing/2014/main" id="{358FC273-3BAB-3B7F-BFDA-58B0C2447F3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398073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0" name="Picture Placeholder 112">
            <a:extLst>
              <a:ext uri="{FF2B5EF4-FFF2-40B4-BE49-F238E27FC236}">
                <a16:creationId xmlns:a16="http://schemas.microsoft.com/office/drawing/2014/main" id="{387999AB-EA53-7A44-25FF-C161955524AC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244349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1" name="Picture Placeholder 112">
            <a:extLst>
              <a:ext uri="{FF2B5EF4-FFF2-40B4-BE49-F238E27FC236}">
                <a16:creationId xmlns:a16="http://schemas.microsoft.com/office/drawing/2014/main" id="{7D8118F4-491B-DB48-BF4E-05CEF3F970D0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320338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2" name="Picture Placeholder 112">
            <a:extLst>
              <a:ext uri="{FF2B5EF4-FFF2-40B4-BE49-F238E27FC236}">
                <a16:creationId xmlns:a16="http://schemas.microsoft.com/office/drawing/2014/main" id="{16EE0C90-2BA6-0C41-48E3-26543862059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166615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3" name="Picture Placeholder 112">
            <a:extLst>
              <a:ext uri="{FF2B5EF4-FFF2-40B4-BE49-F238E27FC236}">
                <a16:creationId xmlns:a16="http://schemas.microsoft.com/office/drawing/2014/main" id="{C222AFDC-D942-D82C-A35D-EE2CAC98BEC7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320338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C2F6A864-0DC7-D96C-350D-57A24353F64A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9166615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A498B515-6E8A-7B62-FA93-36A2AE935AD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BCD1BCE2-0464-ED5E-8BED-DBBBBE4A9338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4401901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36261CC2-6FA1-BEAD-AD50-1E8BF5149EC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8318762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27543836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 80">
            <a:extLst>
              <a:ext uri="{FF2B5EF4-FFF2-40B4-BE49-F238E27FC236}">
                <a16:creationId xmlns:a16="http://schemas.microsoft.com/office/drawing/2014/main" id="{CAC1AD48-42E9-F9A8-69CF-369C6A88307D}"/>
              </a:ext>
            </a:extLst>
          </p:cNvPr>
          <p:cNvSpPr/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97AA01CA-292A-F8BE-32EB-FF5E7C064B5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665" y="575358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5" name="Picture Placeholder 112">
            <a:extLst>
              <a:ext uri="{FF2B5EF4-FFF2-40B4-BE49-F238E27FC236}">
                <a16:creationId xmlns:a16="http://schemas.microsoft.com/office/drawing/2014/main" id="{1B696CCB-40AF-F338-6FD7-59BDD5AEB60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2941" y="575358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Picture Placeholder 112">
            <a:extLst>
              <a:ext uri="{FF2B5EF4-FFF2-40B4-BE49-F238E27FC236}">
                <a16:creationId xmlns:a16="http://schemas.microsoft.com/office/drawing/2014/main" id="{F3841364-4E1B-24E4-BA35-7DBA4224680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665" y="607097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7" name="Picture Placeholder 112">
            <a:extLst>
              <a:ext uri="{FF2B5EF4-FFF2-40B4-BE49-F238E27FC236}">
                <a16:creationId xmlns:a16="http://schemas.microsoft.com/office/drawing/2014/main" id="{866F270C-D053-5181-935F-A9219FE6D39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2941" y="607097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9B2BE02F-B85D-5DB2-5797-EF405921DCED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335759" y="575358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5B991AB5-B14A-8BB5-C049-259CF161535D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7182036" y="575358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88F9D75-124C-EA17-DD50-B381E97653CD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6335759" y="607097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DBF140F7-2D02-2629-9675-8E8C8BD47CCA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7182036" y="607097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6539CBD3-1DA4-A720-4494-A76BB8CA50A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179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B9BEAAE2-AD37-E17E-377E-7BA811ACE37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178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75" name="Text Placeholder 45">
            <a:extLst>
              <a:ext uri="{FF2B5EF4-FFF2-40B4-BE49-F238E27FC236}">
                <a16:creationId xmlns:a16="http://schemas.microsoft.com/office/drawing/2014/main" id="{1541C547-93D3-858D-BC61-538939400DDB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468178" y="3672236"/>
            <a:ext cx="492385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20D77299-9F37-393B-0E25-FF4E0DA5634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332948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79" name="Text Placeholder 45">
            <a:extLst>
              <a:ext uri="{FF2B5EF4-FFF2-40B4-BE49-F238E27FC236}">
                <a16:creationId xmlns:a16="http://schemas.microsoft.com/office/drawing/2014/main" id="{4796DE47-8C8F-F47D-F769-C8BB036265F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332948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6332947" y="3672236"/>
            <a:ext cx="492385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BA06D9F4-9E5A-4CE3-5516-40CA7044D02F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3413F62-B916-6013-4BE5-5A54E9929835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633435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7591274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52">
            <a:extLst>
              <a:ext uri="{FF2B5EF4-FFF2-40B4-BE49-F238E27FC236}">
                <a16:creationId xmlns:a16="http://schemas.microsoft.com/office/drawing/2014/main" id="{EDBE913B-C502-F40B-9169-EE6267C41860}"/>
              </a:ext>
            </a:extLst>
          </p:cNvPr>
          <p:cNvSpPr/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4570804" y="2543076"/>
            <a:ext cx="5863461" cy="29667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600" b="0" i="0">
                <a:latin typeface="Arial Nova Cond" panose="020B0506020202020204" pitchFamily="34" charset="0"/>
                <a:cs typeface="Arial Nova Cond" panose="020B050602020202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cxnSp>
        <p:nvCxnSpPr>
          <p:cNvPr id="45" name="Google Shape;3493;p411">
            <a:extLst>
              <a:ext uri="{FF2B5EF4-FFF2-40B4-BE49-F238E27FC236}">
                <a16:creationId xmlns:a16="http://schemas.microsoft.com/office/drawing/2014/main" id="{140DD431-E78B-5725-42B7-6F4CE2CDD3C7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10588256" y="3984690"/>
            <a:ext cx="1660757" cy="296677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0F784DCA-9360-1C78-DC88-51D07E5BA46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587555" y="1630844"/>
            <a:ext cx="4907106" cy="2916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99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B7C5652-0FC9-0AD4-5F6F-E2CA450601A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587555" y="2066575"/>
            <a:ext cx="490710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4BDB89-018E-698E-CBD4-CFAD6FDB6EA3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66664" y="2311634"/>
            <a:ext cx="2930145" cy="2930526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58" name="Picture Placeholder 112">
            <a:extLst>
              <a:ext uri="{FF2B5EF4-FFF2-40B4-BE49-F238E27FC236}">
                <a16:creationId xmlns:a16="http://schemas.microsoft.com/office/drawing/2014/main" id="{17219938-892C-015F-D864-74BEF4A6B268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4567188" y="566728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9" name="Picture Placeholder 112">
            <a:extLst>
              <a:ext uri="{FF2B5EF4-FFF2-40B4-BE49-F238E27FC236}">
                <a16:creationId xmlns:a16="http://schemas.microsoft.com/office/drawing/2014/main" id="{48773842-1770-4EA8-9525-C012110030B5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5413465" y="566728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0" name="Picture Placeholder 112">
            <a:extLst>
              <a:ext uri="{FF2B5EF4-FFF2-40B4-BE49-F238E27FC236}">
                <a16:creationId xmlns:a16="http://schemas.microsoft.com/office/drawing/2014/main" id="{8FB49647-C55A-2FE2-6AD7-DDE189395316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59741" y="566728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1" name="Picture Placeholder 112">
            <a:extLst>
              <a:ext uri="{FF2B5EF4-FFF2-40B4-BE49-F238E27FC236}">
                <a16:creationId xmlns:a16="http://schemas.microsoft.com/office/drawing/2014/main" id="{50B99053-DE49-32A9-D3CB-5A194CD43C84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106018" y="566728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9371777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espedi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29764" y="345315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8539" y="2510756"/>
            <a:ext cx="3746479" cy="678546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699" b="0" i="0">
                <a:solidFill>
                  <a:schemeClr val="bg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Mensagem</a:t>
            </a:r>
            <a:r>
              <a:rPr lang="en-US"/>
              <a:t> de despedida com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35" name="Google Shape;4895;p463" descr="Image">
            <a:extLst>
              <a:ext uri="{FF2B5EF4-FFF2-40B4-BE49-F238E27FC236}">
                <a16:creationId xmlns:a16="http://schemas.microsoft.com/office/drawing/2014/main" id="{FB2A2C54-C0B5-CC83-2D1A-4308D61B1F1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4906" b="3809"/>
          <a:stretch/>
        </p:blipFill>
        <p:spPr>
          <a:xfrm>
            <a:off x="-1328356" y="-965730"/>
            <a:ext cx="7036615" cy="789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8398FCF1-61E4-B37C-044F-27AB18FD45B8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153439" y="1671306"/>
            <a:ext cx="2773464" cy="50232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875BC9F-40E8-ECC5-D4AC-9C8CE7C69D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9764" y="5830645"/>
            <a:ext cx="2463841" cy="5365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657009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37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9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58CAD3D-53F0-C007-3B6F-487D8D4CF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02341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ontracapa">
    <p:bg>
      <p:bgPr>
        <a:solidFill>
          <a:srgbClr val="09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B77785F6-E0A7-5BFB-CF16-2EF6CD2EF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 descr="Texto&#10;&#10;Descrição gerada automaticamente">
            <a:extLst>
              <a:ext uri="{FF2B5EF4-FFF2-40B4-BE49-F238E27FC236}">
                <a16:creationId xmlns:a16="http://schemas.microsoft.com/office/drawing/2014/main" id="{E5017BE7-631F-71A0-4FD6-1B45DB32A3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91"/>
          <a:stretch>
            <a:fillRect/>
          </a:stretch>
        </p:blipFill>
        <p:spPr>
          <a:xfrm>
            <a:off x="5538747" y="5626928"/>
            <a:ext cx="1114507" cy="87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6840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p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6B29C221-5495-9FBB-7826-D3F8A5161ABE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44768" y="378001"/>
            <a:ext cx="3397957" cy="61543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353251868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39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pa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2"/>
          <a:srcRect r="77805"/>
          <a:stretch>
            <a:fillRect/>
          </a:stretch>
        </p:blipFill>
        <p:spPr>
          <a:xfrm>
            <a:off x="243055" y="379285"/>
            <a:ext cx="753896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9998" r="12703" b="4392"/>
          <a:stretch/>
        </p:blipFill>
        <p:spPr>
          <a:xfrm>
            <a:off x="5887178" y="1"/>
            <a:ext cx="630482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073162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8">
            <a:extLst>
              <a:ext uri="{FF2B5EF4-FFF2-40B4-BE49-F238E27FC236}">
                <a16:creationId xmlns:a16="http://schemas.microsoft.com/office/drawing/2014/main" id="{254E525B-B477-5E7F-DC71-A18BCB8F76C5}"/>
              </a:ext>
            </a:extLst>
          </p:cNvPr>
          <p:cNvSpPr/>
          <p:nvPr userDrawn="1"/>
        </p:nvSpPr>
        <p:spPr>
          <a:xfrm rot="10800000" flipH="1">
            <a:off x="795" y="2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2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4" y="469903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3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5" y="165547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27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18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55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2" y="824404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39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279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18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55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1423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 de destaque 3">
            <a:extLst>
              <a:ext uri="{FF2B5EF4-FFF2-40B4-BE49-F238E27FC236}">
                <a16:creationId xmlns:a16="http://schemas.microsoft.com/office/drawing/2014/main" id="{E4AED356-6396-0A55-D780-BB62DAC9D8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26" name="Caixa de destaque 2">
            <a:extLst>
              <a:ext uri="{FF2B5EF4-FFF2-40B4-BE49-F238E27FC236}">
                <a16:creationId xmlns:a16="http://schemas.microsoft.com/office/drawing/2014/main" id="{65428F76-5BD0-E50D-6516-4FBF5B8B27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25" name="Caixa de destaque 1">
            <a:extLst>
              <a:ext uri="{FF2B5EF4-FFF2-40B4-BE49-F238E27FC236}">
                <a16:creationId xmlns:a16="http://schemas.microsoft.com/office/drawing/2014/main" id="{0D025ACB-FB5C-D9E7-3C5D-0210A7B4F6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23" name="Legendas">
            <a:extLst>
              <a:ext uri="{FF2B5EF4-FFF2-40B4-BE49-F238E27FC236}">
                <a16:creationId xmlns:a16="http://schemas.microsoft.com/office/drawing/2014/main" id="{13802FB8-CB6A-E112-7368-9D4D4F06E3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22" name="16pt legendas">
            <a:extLst>
              <a:ext uri="{FF2B5EF4-FFF2-40B4-BE49-F238E27FC236}">
                <a16:creationId xmlns:a16="http://schemas.microsoft.com/office/drawing/2014/main" id="{F521E9BD-2D6D-5FB2-8451-9BDE347B86EA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20" name="Títulos legendas">
            <a:extLst>
              <a:ext uri="{FF2B5EF4-FFF2-40B4-BE49-F238E27FC236}">
                <a16:creationId xmlns:a16="http://schemas.microsoft.com/office/drawing/2014/main" id="{3C6C6772-745D-8DF7-DB34-AE3EB0BC61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21" name="20pt legenda">
            <a:extLst>
              <a:ext uri="{FF2B5EF4-FFF2-40B4-BE49-F238E27FC236}">
                <a16:creationId xmlns:a16="http://schemas.microsoft.com/office/drawing/2014/main" id="{905A4235-221C-9DAD-25B1-4E2D0991EEFB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24" name="Textos terciários">
            <a:extLst>
              <a:ext uri="{FF2B5EF4-FFF2-40B4-BE49-F238E27FC236}">
                <a16:creationId xmlns:a16="http://schemas.microsoft.com/office/drawing/2014/main" id="{070253B5-F4F1-149E-FDED-639D37E12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18" name="14pt">
            <a:extLst>
              <a:ext uri="{FF2B5EF4-FFF2-40B4-BE49-F238E27FC236}">
                <a16:creationId xmlns:a16="http://schemas.microsoft.com/office/drawing/2014/main" id="{6C6E807A-9AAF-7A57-62B5-7BB99CE53ECB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19" name="Textos secundários">
            <a:extLst>
              <a:ext uri="{FF2B5EF4-FFF2-40B4-BE49-F238E27FC236}">
                <a16:creationId xmlns:a16="http://schemas.microsoft.com/office/drawing/2014/main" id="{9A414E5E-F11F-058A-A852-B27BFBFAB3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17" name="16pt">
            <a:extLst>
              <a:ext uri="{FF2B5EF4-FFF2-40B4-BE49-F238E27FC236}">
                <a16:creationId xmlns:a16="http://schemas.microsoft.com/office/drawing/2014/main" id="{1C1C8A60-3738-8D69-4CE7-1016DCC7DAD1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15" name="Textos primários">
            <a:extLst>
              <a:ext uri="{FF2B5EF4-FFF2-40B4-BE49-F238E27FC236}">
                <a16:creationId xmlns:a16="http://schemas.microsoft.com/office/drawing/2014/main" id="{F8DB6831-2433-2A20-DC23-0E3215DE48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16" name="20pt">
            <a:extLst>
              <a:ext uri="{FF2B5EF4-FFF2-40B4-BE49-F238E27FC236}">
                <a16:creationId xmlns:a16="http://schemas.microsoft.com/office/drawing/2014/main" id="{4DB900E7-21B2-A92D-75F6-993490C44FEE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12" name="Títulos longos">
            <a:extLst>
              <a:ext uri="{FF2B5EF4-FFF2-40B4-BE49-F238E27FC236}">
                <a16:creationId xmlns:a16="http://schemas.microsoft.com/office/drawing/2014/main" id="{FB1210AD-E540-F2DF-371F-4587C72E40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14" name="40pt">
            <a:extLst>
              <a:ext uri="{FF2B5EF4-FFF2-40B4-BE49-F238E27FC236}">
                <a16:creationId xmlns:a16="http://schemas.microsoft.com/office/drawing/2014/main" id="{52440F1F-A92C-8365-9BF5-D109F8525025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10" name="Titulos curtos">
            <a:extLst>
              <a:ext uri="{FF2B5EF4-FFF2-40B4-BE49-F238E27FC236}">
                <a16:creationId xmlns:a16="http://schemas.microsoft.com/office/drawing/2014/main" id="{65A2147C-AF2F-D201-C5C6-9A8D2880FA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13" name="60pt">
            <a:extLst>
              <a:ext uri="{FF2B5EF4-FFF2-40B4-BE49-F238E27FC236}">
                <a16:creationId xmlns:a16="http://schemas.microsoft.com/office/drawing/2014/main" id="{6052B099-B276-5E64-F957-F3A511875B4E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9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A5AE6A0A-4373-D28E-5DF8-4DAF198C2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7" name="Linha Superior">
            <a:extLst>
              <a:ext uri="{FF2B5EF4-FFF2-40B4-BE49-F238E27FC236}">
                <a16:creationId xmlns:a16="http://schemas.microsoft.com/office/drawing/2014/main" id="{B6346DEE-74C9-2FD5-2AEF-692718D896F9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onte das informações">
            <a:extLst>
              <a:ext uri="{FF2B5EF4-FFF2-40B4-BE49-F238E27FC236}">
                <a16:creationId xmlns:a16="http://schemas.microsoft.com/office/drawing/2014/main" id="{14A1FD7B-6A99-FEE2-8BBA-931F8591F72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8EC4A05F-5208-B7B1-2A85-7686342639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31" name="Título">
            <a:extLst>
              <a:ext uri="{FF2B5EF4-FFF2-40B4-BE49-F238E27FC236}">
                <a16:creationId xmlns:a16="http://schemas.microsoft.com/office/drawing/2014/main" id="{9E0AF422-03DC-AD77-4145-967BB8B2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117092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Sub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aixa de destaque 3">
            <a:extLst>
              <a:ext uri="{FF2B5EF4-FFF2-40B4-BE49-F238E27FC236}">
                <a16:creationId xmlns:a16="http://schemas.microsoft.com/office/drawing/2014/main" id="{F79E48BE-4BF4-A2F4-F5ED-61C42BF40A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6" name="Caixa de destaque 2">
            <a:extLst>
              <a:ext uri="{FF2B5EF4-FFF2-40B4-BE49-F238E27FC236}">
                <a16:creationId xmlns:a16="http://schemas.microsoft.com/office/drawing/2014/main" id="{BAA62861-E2B0-B4EA-2CF4-FA9C7B205A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7" name="Caixa de destaque 1">
            <a:extLst>
              <a:ext uri="{FF2B5EF4-FFF2-40B4-BE49-F238E27FC236}">
                <a16:creationId xmlns:a16="http://schemas.microsoft.com/office/drawing/2014/main" id="{C99D80F6-0A6C-4CC8-EA85-F6EA181FFF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8" name="Legendas">
            <a:extLst>
              <a:ext uri="{FF2B5EF4-FFF2-40B4-BE49-F238E27FC236}">
                <a16:creationId xmlns:a16="http://schemas.microsoft.com/office/drawing/2014/main" id="{7DFD4BA4-F55F-E463-0B7B-7B6A343C27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69" name="16pt legendas">
            <a:extLst>
              <a:ext uri="{FF2B5EF4-FFF2-40B4-BE49-F238E27FC236}">
                <a16:creationId xmlns:a16="http://schemas.microsoft.com/office/drawing/2014/main" id="{6A67DD3B-A7ED-2B20-C112-CC60FB673EBA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0" name="Títulos legendas">
            <a:extLst>
              <a:ext uri="{FF2B5EF4-FFF2-40B4-BE49-F238E27FC236}">
                <a16:creationId xmlns:a16="http://schemas.microsoft.com/office/drawing/2014/main" id="{3D080851-E27D-298D-4FE3-9194429398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71" name="20pt legenda">
            <a:extLst>
              <a:ext uri="{FF2B5EF4-FFF2-40B4-BE49-F238E27FC236}">
                <a16:creationId xmlns:a16="http://schemas.microsoft.com/office/drawing/2014/main" id="{607B1A85-6ED2-FBA2-1E65-422FB5C3EA8C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2" name="Textos terciários">
            <a:extLst>
              <a:ext uri="{FF2B5EF4-FFF2-40B4-BE49-F238E27FC236}">
                <a16:creationId xmlns:a16="http://schemas.microsoft.com/office/drawing/2014/main" id="{69819E2B-951D-E22D-4967-398EDEEEF84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3" name="14pt">
            <a:extLst>
              <a:ext uri="{FF2B5EF4-FFF2-40B4-BE49-F238E27FC236}">
                <a16:creationId xmlns:a16="http://schemas.microsoft.com/office/drawing/2014/main" id="{687CDCC5-6D4F-503B-36B1-9A520BBE7666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4" name="Textos secundários">
            <a:extLst>
              <a:ext uri="{FF2B5EF4-FFF2-40B4-BE49-F238E27FC236}">
                <a16:creationId xmlns:a16="http://schemas.microsoft.com/office/drawing/2014/main" id="{2470371F-0F4C-1218-10BF-7D3A91D9191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5" name="16pt">
            <a:extLst>
              <a:ext uri="{FF2B5EF4-FFF2-40B4-BE49-F238E27FC236}">
                <a16:creationId xmlns:a16="http://schemas.microsoft.com/office/drawing/2014/main" id="{40CDEDA3-B68C-6064-6210-565F843AF592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6" name="Textos primários">
            <a:extLst>
              <a:ext uri="{FF2B5EF4-FFF2-40B4-BE49-F238E27FC236}">
                <a16:creationId xmlns:a16="http://schemas.microsoft.com/office/drawing/2014/main" id="{BCE6D4EE-8DE6-BF06-43E2-AAF55A44FE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7" name="20pt">
            <a:extLst>
              <a:ext uri="{FF2B5EF4-FFF2-40B4-BE49-F238E27FC236}">
                <a16:creationId xmlns:a16="http://schemas.microsoft.com/office/drawing/2014/main" id="{76F5B76F-474B-FC1F-2AE0-D37F05C1D520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8" name="Títulos longos">
            <a:extLst>
              <a:ext uri="{FF2B5EF4-FFF2-40B4-BE49-F238E27FC236}">
                <a16:creationId xmlns:a16="http://schemas.microsoft.com/office/drawing/2014/main" id="{2C09ABB0-A6A4-3CF1-9700-F762194A63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79" name="40pt">
            <a:extLst>
              <a:ext uri="{FF2B5EF4-FFF2-40B4-BE49-F238E27FC236}">
                <a16:creationId xmlns:a16="http://schemas.microsoft.com/office/drawing/2014/main" id="{ADE550F3-B27A-2BA7-6765-236874D21631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80" name="Titulos curtos">
            <a:extLst>
              <a:ext uri="{FF2B5EF4-FFF2-40B4-BE49-F238E27FC236}">
                <a16:creationId xmlns:a16="http://schemas.microsoft.com/office/drawing/2014/main" id="{B39F7548-9B47-0FAC-BAE8-CB9559D911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81" name="60pt">
            <a:extLst>
              <a:ext uri="{FF2B5EF4-FFF2-40B4-BE49-F238E27FC236}">
                <a16:creationId xmlns:a16="http://schemas.microsoft.com/office/drawing/2014/main" id="{4976F16D-853D-B18A-0B9B-7FD5F224ACAD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2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03666B90-3E52-A816-A960-971C57263D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4" name="Linha Superior">
            <a:extLst>
              <a:ext uri="{FF2B5EF4-FFF2-40B4-BE49-F238E27FC236}">
                <a16:creationId xmlns:a16="http://schemas.microsoft.com/office/drawing/2014/main" id="{3C2859F8-8BD5-C564-8C90-19D2BAB68429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ítulo">
            <a:extLst>
              <a:ext uri="{FF2B5EF4-FFF2-40B4-BE49-F238E27FC236}">
                <a16:creationId xmlns:a16="http://schemas.microsoft.com/office/drawing/2014/main" id="{B536DD2C-5775-0D43-C050-25DB2BF854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709" y="1054100"/>
            <a:ext cx="11717867" cy="283853"/>
          </a:xfrm>
        </p:spPr>
        <p:txBody>
          <a:bodyPr tIns="90000" anchor="t">
            <a:noAutofit/>
          </a:bodyPr>
          <a:lstStyle>
            <a:lvl1pPr>
              <a:defRPr sz="1333">
                <a:solidFill>
                  <a:srgbClr val="002B49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 conteúdo do texto</a:t>
            </a:r>
          </a:p>
        </p:txBody>
      </p:sp>
      <p:sp>
        <p:nvSpPr>
          <p:cNvPr id="6" name="Fonte das informações">
            <a:extLst>
              <a:ext uri="{FF2B5EF4-FFF2-40B4-BE49-F238E27FC236}">
                <a16:creationId xmlns:a16="http://schemas.microsoft.com/office/drawing/2014/main" id="{07FEF86E-DD54-9779-6F8B-0DA7C7F97A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5" name="Título da Seção">
            <a:extLst>
              <a:ext uri="{FF2B5EF4-FFF2-40B4-BE49-F238E27FC236}">
                <a16:creationId xmlns:a16="http://schemas.microsoft.com/office/drawing/2014/main" id="{B44A1E56-D782-D5E5-4614-2EB1074CF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C70004DE-2F8B-319F-8E60-4E4CF343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2105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Subtítulo+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aixa de destaque 3">
            <a:extLst>
              <a:ext uri="{FF2B5EF4-FFF2-40B4-BE49-F238E27FC236}">
                <a16:creationId xmlns:a16="http://schemas.microsoft.com/office/drawing/2014/main" id="{84CB10E9-FD1A-5AD0-FFDD-5F039AB39E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1" name="Caixa de destaque 2">
            <a:extLst>
              <a:ext uri="{FF2B5EF4-FFF2-40B4-BE49-F238E27FC236}">
                <a16:creationId xmlns:a16="http://schemas.microsoft.com/office/drawing/2014/main" id="{797D5ACD-05B0-DE21-83F9-5E5128C8D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Caixa de destaque 1">
            <a:extLst>
              <a:ext uri="{FF2B5EF4-FFF2-40B4-BE49-F238E27FC236}">
                <a16:creationId xmlns:a16="http://schemas.microsoft.com/office/drawing/2014/main" id="{24A63B6B-EE43-FBEE-1D2F-1807B4C49E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3" name="Legendas">
            <a:extLst>
              <a:ext uri="{FF2B5EF4-FFF2-40B4-BE49-F238E27FC236}">
                <a16:creationId xmlns:a16="http://schemas.microsoft.com/office/drawing/2014/main" id="{099E0D33-30CB-7A58-EBB4-151A25C20CF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4" name="16pt legendas">
            <a:extLst>
              <a:ext uri="{FF2B5EF4-FFF2-40B4-BE49-F238E27FC236}">
                <a16:creationId xmlns:a16="http://schemas.microsoft.com/office/drawing/2014/main" id="{4AD50503-D258-DACB-B430-542B1E95F771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5" name="Títulos legendas">
            <a:extLst>
              <a:ext uri="{FF2B5EF4-FFF2-40B4-BE49-F238E27FC236}">
                <a16:creationId xmlns:a16="http://schemas.microsoft.com/office/drawing/2014/main" id="{ED7665A8-D246-CAE4-8BA6-DB7A104938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6" name="20pt legenda">
            <a:extLst>
              <a:ext uri="{FF2B5EF4-FFF2-40B4-BE49-F238E27FC236}">
                <a16:creationId xmlns:a16="http://schemas.microsoft.com/office/drawing/2014/main" id="{3949FD57-25CB-ADFC-DB19-1A9AE920241E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7" name="Textos terciários">
            <a:extLst>
              <a:ext uri="{FF2B5EF4-FFF2-40B4-BE49-F238E27FC236}">
                <a16:creationId xmlns:a16="http://schemas.microsoft.com/office/drawing/2014/main" id="{DCC603B4-207B-00D4-A68C-A2F0870061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8" name="14pt">
            <a:extLst>
              <a:ext uri="{FF2B5EF4-FFF2-40B4-BE49-F238E27FC236}">
                <a16:creationId xmlns:a16="http://schemas.microsoft.com/office/drawing/2014/main" id="{1F81510B-C0FF-4D33-9A7B-367459F3ABC8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9" name="Textos secundários">
            <a:extLst>
              <a:ext uri="{FF2B5EF4-FFF2-40B4-BE49-F238E27FC236}">
                <a16:creationId xmlns:a16="http://schemas.microsoft.com/office/drawing/2014/main" id="{7E6F5CF2-81C5-F1DE-2A26-2ABE552617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60" name="16pt">
            <a:extLst>
              <a:ext uri="{FF2B5EF4-FFF2-40B4-BE49-F238E27FC236}">
                <a16:creationId xmlns:a16="http://schemas.microsoft.com/office/drawing/2014/main" id="{8CA027BE-EF14-B1C9-130E-BF597E1A9BC3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1" name="Textos primários">
            <a:extLst>
              <a:ext uri="{FF2B5EF4-FFF2-40B4-BE49-F238E27FC236}">
                <a16:creationId xmlns:a16="http://schemas.microsoft.com/office/drawing/2014/main" id="{7D103446-4A07-94FA-3406-A9D4753E1C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2" name="20pt">
            <a:extLst>
              <a:ext uri="{FF2B5EF4-FFF2-40B4-BE49-F238E27FC236}">
                <a16:creationId xmlns:a16="http://schemas.microsoft.com/office/drawing/2014/main" id="{2EC6D469-6AB2-D6E7-7A9B-637565138849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3" name="Títulos longos">
            <a:extLst>
              <a:ext uri="{FF2B5EF4-FFF2-40B4-BE49-F238E27FC236}">
                <a16:creationId xmlns:a16="http://schemas.microsoft.com/office/drawing/2014/main" id="{5AEB2BE6-E6A4-6304-D2CC-884C4EB13B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4" name="40pt">
            <a:extLst>
              <a:ext uri="{FF2B5EF4-FFF2-40B4-BE49-F238E27FC236}">
                <a16:creationId xmlns:a16="http://schemas.microsoft.com/office/drawing/2014/main" id="{D697F1B9-7F70-26A2-9E86-1EC1A9898DB1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5" name="Titulos curtos">
            <a:extLst>
              <a:ext uri="{FF2B5EF4-FFF2-40B4-BE49-F238E27FC236}">
                <a16:creationId xmlns:a16="http://schemas.microsoft.com/office/drawing/2014/main" id="{406138BA-B020-26C3-AE6B-B5BDEB6B0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6" name="60pt">
            <a:extLst>
              <a:ext uri="{FF2B5EF4-FFF2-40B4-BE49-F238E27FC236}">
                <a16:creationId xmlns:a16="http://schemas.microsoft.com/office/drawing/2014/main" id="{9870F1A8-1E71-4E80-50DD-3900B4C6F483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6" name="Take Away">
            <a:extLst>
              <a:ext uri="{FF2B5EF4-FFF2-40B4-BE49-F238E27FC236}">
                <a16:creationId xmlns:a16="http://schemas.microsoft.com/office/drawing/2014/main" id="{D79EF950-B62B-9EAB-0591-42BFE5DAF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53" y="5844897"/>
            <a:ext cx="11716800" cy="649598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26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3D2E227-6537-2904-BCD4-36A01A1CE3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27" name="Linha Superior">
            <a:extLst>
              <a:ext uri="{FF2B5EF4-FFF2-40B4-BE49-F238E27FC236}">
                <a16:creationId xmlns:a16="http://schemas.microsoft.com/office/drawing/2014/main" id="{BE9D1018-9984-4DCB-8889-6AF04C33AB83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ítulo">
            <a:extLst>
              <a:ext uri="{FF2B5EF4-FFF2-40B4-BE49-F238E27FC236}">
                <a16:creationId xmlns:a16="http://schemas.microsoft.com/office/drawing/2014/main" id="{1CF4E408-4610-1DCF-433C-A00D9959E8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709" y="1054100"/>
            <a:ext cx="11717867" cy="283853"/>
          </a:xfrm>
        </p:spPr>
        <p:txBody>
          <a:bodyPr tIns="90000" anchor="t">
            <a:noAutofit/>
          </a:bodyPr>
          <a:lstStyle>
            <a:lvl1pPr>
              <a:defRPr sz="1333">
                <a:solidFill>
                  <a:srgbClr val="002B49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 conteúdo do texto</a:t>
            </a:r>
          </a:p>
        </p:txBody>
      </p:sp>
      <p:sp>
        <p:nvSpPr>
          <p:cNvPr id="4" name="Fonte das informações">
            <a:extLst>
              <a:ext uri="{FF2B5EF4-FFF2-40B4-BE49-F238E27FC236}">
                <a16:creationId xmlns:a16="http://schemas.microsoft.com/office/drawing/2014/main" id="{C9406844-AA96-9E6A-48CB-278D99074AA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20C57C4B-3A61-5339-0301-5468FDC349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AEFB46F5-CA70-E69B-EACC-D6D853A8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02738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aixa de destaque 3">
            <a:extLst>
              <a:ext uri="{FF2B5EF4-FFF2-40B4-BE49-F238E27FC236}">
                <a16:creationId xmlns:a16="http://schemas.microsoft.com/office/drawing/2014/main" id="{84CB10E9-FD1A-5AD0-FFDD-5F039AB39E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1" name="Caixa de destaque 2">
            <a:extLst>
              <a:ext uri="{FF2B5EF4-FFF2-40B4-BE49-F238E27FC236}">
                <a16:creationId xmlns:a16="http://schemas.microsoft.com/office/drawing/2014/main" id="{797D5ACD-05B0-DE21-83F9-5E5128C8D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Caixa de destaque 1">
            <a:extLst>
              <a:ext uri="{FF2B5EF4-FFF2-40B4-BE49-F238E27FC236}">
                <a16:creationId xmlns:a16="http://schemas.microsoft.com/office/drawing/2014/main" id="{24A63B6B-EE43-FBEE-1D2F-1807B4C49E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3" name="Legendas">
            <a:extLst>
              <a:ext uri="{FF2B5EF4-FFF2-40B4-BE49-F238E27FC236}">
                <a16:creationId xmlns:a16="http://schemas.microsoft.com/office/drawing/2014/main" id="{099E0D33-30CB-7A58-EBB4-151A25C20CF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4" name="16pt legendas">
            <a:extLst>
              <a:ext uri="{FF2B5EF4-FFF2-40B4-BE49-F238E27FC236}">
                <a16:creationId xmlns:a16="http://schemas.microsoft.com/office/drawing/2014/main" id="{4AD50503-D258-DACB-B430-542B1E95F771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5" name="Títulos legendas">
            <a:extLst>
              <a:ext uri="{FF2B5EF4-FFF2-40B4-BE49-F238E27FC236}">
                <a16:creationId xmlns:a16="http://schemas.microsoft.com/office/drawing/2014/main" id="{ED7665A8-D246-CAE4-8BA6-DB7A104938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6" name="20pt legenda">
            <a:extLst>
              <a:ext uri="{FF2B5EF4-FFF2-40B4-BE49-F238E27FC236}">
                <a16:creationId xmlns:a16="http://schemas.microsoft.com/office/drawing/2014/main" id="{3949FD57-25CB-ADFC-DB19-1A9AE920241E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7" name="Textos terciários">
            <a:extLst>
              <a:ext uri="{FF2B5EF4-FFF2-40B4-BE49-F238E27FC236}">
                <a16:creationId xmlns:a16="http://schemas.microsoft.com/office/drawing/2014/main" id="{DCC603B4-207B-00D4-A68C-A2F0870061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8" name="14pt">
            <a:extLst>
              <a:ext uri="{FF2B5EF4-FFF2-40B4-BE49-F238E27FC236}">
                <a16:creationId xmlns:a16="http://schemas.microsoft.com/office/drawing/2014/main" id="{1F81510B-C0FF-4D33-9A7B-367459F3ABC8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9" name="Textos secundários">
            <a:extLst>
              <a:ext uri="{FF2B5EF4-FFF2-40B4-BE49-F238E27FC236}">
                <a16:creationId xmlns:a16="http://schemas.microsoft.com/office/drawing/2014/main" id="{7E6F5CF2-81C5-F1DE-2A26-2ABE552617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60" name="16pt">
            <a:extLst>
              <a:ext uri="{FF2B5EF4-FFF2-40B4-BE49-F238E27FC236}">
                <a16:creationId xmlns:a16="http://schemas.microsoft.com/office/drawing/2014/main" id="{8CA027BE-EF14-B1C9-130E-BF597E1A9BC3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1" name="Textos primários">
            <a:extLst>
              <a:ext uri="{FF2B5EF4-FFF2-40B4-BE49-F238E27FC236}">
                <a16:creationId xmlns:a16="http://schemas.microsoft.com/office/drawing/2014/main" id="{7D103446-4A07-94FA-3406-A9D4753E1C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2" name="20pt">
            <a:extLst>
              <a:ext uri="{FF2B5EF4-FFF2-40B4-BE49-F238E27FC236}">
                <a16:creationId xmlns:a16="http://schemas.microsoft.com/office/drawing/2014/main" id="{2EC6D469-6AB2-D6E7-7A9B-637565138849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3" name="Títulos longos">
            <a:extLst>
              <a:ext uri="{FF2B5EF4-FFF2-40B4-BE49-F238E27FC236}">
                <a16:creationId xmlns:a16="http://schemas.microsoft.com/office/drawing/2014/main" id="{5AEB2BE6-E6A4-6304-D2CC-884C4EB13B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4" name="40pt">
            <a:extLst>
              <a:ext uri="{FF2B5EF4-FFF2-40B4-BE49-F238E27FC236}">
                <a16:creationId xmlns:a16="http://schemas.microsoft.com/office/drawing/2014/main" id="{D697F1B9-7F70-26A2-9E86-1EC1A9898DB1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5" name="Titulos curtos">
            <a:extLst>
              <a:ext uri="{FF2B5EF4-FFF2-40B4-BE49-F238E27FC236}">
                <a16:creationId xmlns:a16="http://schemas.microsoft.com/office/drawing/2014/main" id="{406138BA-B020-26C3-AE6B-B5BDEB6B0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6" name="60pt">
            <a:extLst>
              <a:ext uri="{FF2B5EF4-FFF2-40B4-BE49-F238E27FC236}">
                <a16:creationId xmlns:a16="http://schemas.microsoft.com/office/drawing/2014/main" id="{9870F1A8-1E71-4E80-50DD-3900B4C6F483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6" name="Take Away">
            <a:extLst>
              <a:ext uri="{FF2B5EF4-FFF2-40B4-BE49-F238E27FC236}">
                <a16:creationId xmlns:a16="http://schemas.microsoft.com/office/drawing/2014/main" id="{D79EF950-B62B-9EAB-0591-42BFE5DAF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53" y="5844897"/>
            <a:ext cx="11716800" cy="649598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26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3D2E227-6537-2904-BCD4-36A01A1CE3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27" name="Linha Superior">
            <a:extLst>
              <a:ext uri="{FF2B5EF4-FFF2-40B4-BE49-F238E27FC236}">
                <a16:creationId xmlns:a16="http://schemas.microsoft.com/office/drawing/2014/main" id="{BE9D1018-9984-4DCB-8889-6AF04C33AB83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nte das informações">
            <a:extLst>
              <a:ext uri="{FF2B5EF4-FFF2-40B4-BE49-F238E27FC236}">
                <a16:creationId xmlns:a16="http://schemas.microsoft.com/office/drawing/2014/main" id="{E5F396C4-E4CF-CFDF-4A6F-6FDBB7DE94A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052F53D2-D693-CD9B-CA03-7EF0B377FD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1525CC60-6A65-A155-828A-F93A15BC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03670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ixa de destaque 3">
            <a:extLst>
              <a:ext uri="{FF2B5EF4-FFF2-40B4-BE49-F238E27FC236}">
                <a16:creationId xmlns:a16="http://schemas.microsoft.com/office/drawing/2014/main" id="{0EC4AED8-B606-1FEF-110A-E73EC094159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0" name="Caixa de destaque 2">
            <a:extLst>
              <a:ext uri="{FF2B5EF4-FFF2-40B4-BE49-F238E27FC236}">
                <a16:creationId xmlns:a16="http://schemas.microsoft.com/office/drawing/2014/main" id="{2CE1CFDC-C67E-D86E-26E8-E01811F71B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1" name="Caixa de destaque 1">
            <a:extLst>
              <a:ext uri="{FF2B5EF4-FFF2-40B4-BE49-F238E27FC236}">
                <a16:creationId xmlns:a16="http://schemas.microsoft.com/office/drawing/2014/main" id="{CC285837-69E1-3A4A-2547-F6D29D402C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Legendas">
            <a:extLst>
              <a:ext uri="{FF2B5EF4-FFF2-40B4-BE49-F238E27FC236}">
                <a16:creationId xmlns:a16="http://schemas.microsoft.com/office/drawing/2014/main" id="{F6AB4BD2-6F62-A19D-9078-2A584C17CD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3" name="16pt legendas">
            <a:extLst>
              <a:ext uri="{FF2B5EF4-FFF2-40B4-BE49-F238E27FC236}">
                <a16:creationId xmlns:a16="http://schemas.microsoft.com/office/drawing/2014/main" id="{DDDFDC56-C948-1917-35BA-E93311F314A2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4" name="Títulos legendas">
            <a:extLst>
              <a:ext uri="{FF2B5EF4-FFF2-40B4-BE49-F238E27FC236}">
                <a16:creationId xmlns:a16="http://schemas.microsoft.com/office/drawing/2014/main" id="{942D3F6E-0311-CBC0-7F6F-C25D18E8EF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5" name="20pt legenda">
            <a:extLst>
              <a:ext uri="{FF2B5EF4-FFF2-40B4-BE49-F238E27FC236}">
                <a16:creationId xmlns:a16="http://schemas.microsoft.com/office/drawing/2014/main" id="{AFB5D095-E706-5487-DD68-E7FA1F96BFA7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6" name="Textos terciários">
            <a:extLst>
              <a:ext uri="{FF2B5EF4-FFF2-40B4-BE49-F238E27FC236}">
                <a16:creationId xmlns:a16="http://schemas.microsoft.com/office/drawing/2014/main" id="{E38D63C8-E50E-AAD4-7DD4-F80121D2F2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7" name="14pt">
            <a:extLst>
              <a:ext uri="{FF2B5EF4-FFF2-40B4-BE49-F238E27FC236}">
                <a16:creationId xmlns:a16="http://schemas.microsoft.com/office/drawing/2014/main" id="{0B9AB94F-85F8-B266-5C9D-72ED142DA039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8" name="Textos secundários">
            <a:extLst>
              <a:ext uri="{FF2B5EF4-FFF2-40B4-BE49-F238E27FC236}">
                <a16:creationId xmlns:a16="http://schemas.microsoft.com/office/drawing/2014/main" id="{06A90767-559F-F9EC-75D5-3C4FC62E7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9" name="16pt">
            <a:extLst>
              <a:ext uri="{FF2B5EF4-FFF2-40B4-BE49-F238E27FC236}">
                <a16:creationId xmlns:a16="http://schemas.microsoft.com/office/drawing/2014/main" id="{B667AFEF-113F-7EF3-6C73-42C31FDB8281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0" name="Textos primários">
            <a:extLst>
              <a:ext uri="{FF2B5EF4-FFF2-40B4-BE49-F238E27FC236}">
                <a16:creationId xmlns:a16="http://schemas.microsoft.com/office/drawing/2014/main" id="{2290E8BF-D520-FDA5-6FF5-70B69CFEA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1" name="20pt">
            <a:extLst>
              <a:ext uri="{FF2B5EF4-FFF2-40B4-BE49-F238E27FC236}">
                <a16:creationId xmlns:a16="http://schemas.microsoft.com/office/drawing/2014/main" id="{9F8E189A-20D8-045B-E01C-55F9F8631BBD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2" name="Títulos longos">
            <a:extLst>
              <a:ext uri="{FF2B5EF4-FFF2-40B4-BE49-F238E27FC236}">
                <a16:creationId xmlns:a16="http://schemas.microsoft.com/office/drawing/2014/main" id="{DC85F76A-45B7-1078-C7F3-769287BE7B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3" name="40pt">
            <a:extLst>
              <a:ext uri="{FF2B5EF4-FFF2-40B4-BE49-F238E27FC236}">
                <a16:creationId xmlns:a16="http://schemas.microsoft.com/office/drawing/2014/main" id="{B51B6C6F-0B1C-6549-86FB-09C45B39E141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4" name="Titulos curtos">
            <a:extLst>
              <a:ext uri="{FF2B5EF4-FFF2-40B4-BE49-F238E27FC236}">
                <a16:creationId xmlns:a16="http://schemas.microsoft.com/office/drawing/2014/main" id="{C0423A5F-035A-2689-7AB4-1EACCE6E7E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5" name="60pt">
            <a:extLst>
              <a:ext uri="{FF2B5EF4-FFF2-40B4-BE49-F238E27FC236}">
                <a16:creationId xmlns:a16="http://schemas.microsoft.com/office/drawing/2014/main" id="{6A2E47DF-2176-BAFB-0380-2253A8D8939E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42" name="Take Away">
            <a:extLst>
              <a:ext uri="{FF2B5EF4-FFF2-40B4-BE49-F238E27FC236}">
                <a16:creationId xmlns:a16="http://schemas.microsoft.com/office/drawing/2014/main" id="{D8DCF2EA-4D4E-627E-C842-BAC5B513C7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53" y="5844897"/>
            <a:ext cx="11716800" cy="649598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43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D364EC2-58D5-5212-17B4-14C4FD863D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44" name="Linha Superior">
            <a:extLst>
              <a:ext uri="{FF2B5EF4-FFF2-40B4-BE49-F238E27FC236}">
                <a16:creationId xmlns:a16="http://schemas.microsoft.com/office/drawing/2014/main" id="{91DD1D31-8673-4900-53E0-34D9CDAB27BE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nte das informações">
            <a:extLst>
              <a:ext uri="{FF2B5EF4-FFF2-40B4-BE49-F238E27FC236}">
                <a16:creationId xmlns:a16="http://schemas.microsoft.com/office/drawing/2014/main" id="{6B1133D9-9FCC-44C7-2ABF-B7AF161DBD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2" name="Título da Seção">
            <a:extLst>
              <a:ext uri="{FF2B5EF4-FFF2-40B4-BE49-F238E27FC236}">
                <a16:creationId xmlns:a16="http://schemas.microsoft.com/office/drawing/2014/main" id="{1BC6F1E7-1633-408B-6368-643EA7BDDE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</p:spTree>
    <p:extLst>
      <p:ext uri="{BB962C8B-B14F-4D97-AF65-F5344CB8AC3E}">
        <p14:creationId xmlns:p14="http://schemas.microsoft.com/office/powerpoint/2010/main" val="344966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aixa de destaque 3">
            <a:extLst>
              <a:ext uri="{FF2B5EF4-FFF2-40B4-BE49-F238E27FC236}">
                <a16:creationId xmlns:a16="http://schemas.microsoft.com/office/drawing/2014/main" id="{D6547D5B-6BE9-5398-B423-50718960C8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7" name="Caixa de destaque 2">
            <a:extLst>
              <a:ext uri="{FF2B5EF4-FFF2-40B4-BE49-F238E27FC236}">
                <a16:creationId xmlns:a16="http://schemas.microsoft.com/office/drawing/2014/main" id="{5A250C36-0D6C-3ABF-7244-15D1052D8B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8" name="Caixa de destaque 1">
            <a:extLst>
              <a:ext uri="{FF2B5EF4-FFF2-40B4-BE49-F238E27FC236}">
                <a16:creationId xmlns:a16="http://schemas.microsoft.com/office/drawing/2014/main" id="{27E704A1-CA32-D20A-3C3A-6572E10D5F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9" name="Legendas">
            <a:extLst>
              <a:ext uri="{FF2B5EF4-FFF2-40B4-BE49-F238E27FC236}">
                <a16:creationId xmlns:a16="http://schemas.microsoft.com/office/drawing/2014/main" id="{BD8CF5E1-0DD2-EBEE-9607-736C84BEC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70" name="16pt legendas">
            <a:extLst>
              <a:ext uri="{FF2B5EF4-FFF2-40B4-BE49-F238E27FC236}">
                <a16:creationId xmlns:a16="http://schemas.microsoft.com/office/drawing/2014/main" id="{3108C31F-2A2C-9EDE-FF90-E715E2F0CB3B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1" name="Títulos legendas">
            <a:extLst>
              <a:ext uri="{FF2B5EF4-FFF2-40B4-BE49-F238E27FC236}">
                <a16:creationId xmlns:a16="http://schemas.microsoft.com/office/drawing/2014/main" id="{8E16FA06-32ED-2AD6-9CED-AC6D655B0C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72" name="20pt legenda">
            <a:extLst>
              <a:ext uri="{FF2B5EF4-FFF2-40B4-BE49-F238E27FC236}">
                <a16:creationId xmlns:a16="http://schemas.microsoft.com/office/drawing/2014/main" id="{3510885A-2E29-11DC-6A06-AEBF60365360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3" name="Textos terciários">
            <a:extLst>
              <a:ext uri="{FF2B5EF4-FFF2-40B4-BE49-F238E27FC236}">
                <a16:creationId xmlns:a16="http://schemas.microsoft.com/office/drawing/2014/main" id="{50BA013C-9B76-BE82-721C-FE2AF17FF8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4" name="14pt">
            <a:extLst>
              <a:ext uri="{FF2B5EF4-FFF2-40B4-BE49-F238E27FC236}">
                <a16:creationId xmlns:a16="http://schemas.microsoft.com/office/drawing/2014/main" id="{2122C570-B394-3817-9BB4-FCC56432B34B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5" name="Textos secundários">
            <a:extLst>
              <a:ext uri="{FF2B5EF4-FFF2-40B4-BE49-F238E27FC236}">
                <a16:creationId xmlns:a16="http://schemas.microsoft.com/office/drawing/2014/main" id="{ED1BD6E5-A61A-0347-1115-2FDBABC697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6" name="16pt">
            <a:extLst>
              <a:ext uri="{FF2B5EF4-FFF2-40B4-BE49-F238E27FC236}">
                <a16:creationId xmlns:a16="http://schemas.microsoft.com/office/drawing/2014/main" id="{B81FF2F4-C35C-E412-3439-59C9662FFC7E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7" name="Textos primários">
            <a:extLst>
              <a:ext uri="{FF2B5EF4-FFF2-40B4-BE49-F238E27FC236}">
                <a16:creationId xmlns:a16="http://schemas.microsoft.com/office/drawing/2014/main" id="{846B5C53-30DD-21CA-B931-A824F99EB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8" name="20pt">
            <a:extLst>
              <a:ext uri="{FF2B5EF4-FFF2-40B4-BE49-F238E27FC236}">
                <a16:creationId xmlns:a16="http://schemas.microsoft.com/office/drawing/2014/main" id="{ADCF5062-355C-93EE-4D51-11B518C79CA4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9" name="Títulos longos">
            <a:extLst>
              <a:ext uri="{FF2B5EF4-FFF2-40B4-BE49-F238E27FC236}">
                <a16:creationId xmlns:a16="http://schemas.microsoft.com/office/drawing/2014/main" id="{A8A59283-B10B-84CB-80AD-5C8530493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80" name="40pt">
            <a:extLst>
              <a:ext uri="{FF2B5EF4-FFF2-40B4-BE49-F238E27FC236}">
                <a16:creationId xmlns:a16="http://schemas.microsoft.com/office/drawing/2014/main" id="{A72056D6-F373-1AA9-6D7A-62F298FB708D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81" name="Titulos curtos">
            <a:extLst>
              <a:ext uri="{FF2B5EF4-FFF2-40B4-BE49-F238E27FC236}">
                <a16:creationId xmlns:a16="http://schemas.microsoft.com/office/drawing/2014/main" id="{CFC3ACF1-5D1D-FEB9-AFDF-2934892448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82" name="60pt">
            <a:extLst>
              <a:ext uri="{FF2B5EF4-FFF2-40B4-BE49-F238E27FC236}">
                <a16:creationId xmlns:a16="http://schemas.microsoft.com/office/drawing/2014/main" id="{62C05A82-A437-4464-8AD1-B57B92A94FB2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5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632DB07F-0488-1AB4-6870-7BB544153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26" name="Linha Superior">
            <a:extLst>
              <a:ext uri="{FF2B5EF4-FFF2-40B4-BE49-F238E27FC236}">
                <a16:creationId xmlns:a16="http://schemas.microsoft.com/office/drawing/2014/main" id="{8860A742-8E36-B911-F725-6E88E0FD191F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o principal">
            <a:extLst>
              <a:ext uri="{FF2B5EF4-FFF2-40B4-BE49-F238E27FC236}">
                <a16:creationId xmlns:a16="http://schemas.microsoft.com/office/drawing/2014/main" id="{077FF7E5-C3D5-A5FE-326D-76206E9B7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684" y="1039200"/>
            <a:ext cx="4314599" cy="283680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lang="pt-BR" dirty="0" smtClean="0"/>
            </a:lvl1pPr>
            <a:lvl2pPr>
              <a:lnSpc>
                <a:spcPct val="120000"/>
              </a:lnSpc>
              <a:spcAft>
                <a:spcPts val="0"/>
              </a:spcAft>
              <a:defRPr lang="pt-BR" dirty="0" smtClean="0"/>
            </a:lvl2pPr>
            <a:lvl5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5pPr>
            <a:lvl6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6pPr>
            <a:lvl7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7pPr>
            <a:lvl8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 smtClean="0"/>
            </a:lvl8pPr>
            <a:lvl9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/>
            </a:lvl9pPr>
          </a:lstStyle>
          <a:p>
            <a:pPr lvl="0">
              <a:spcAft>
                <a:spcPts val="0"/>
              </a:spcAft>
            </a:pPr>
            <a:r>
              <a:rPr lang="pt-BR"/>
              <a:t>Clique para editar os estilos de texto Mestres</a:t>
            </a:r>
          </a:p>
          <a:p>
            <a:pPr lvl="0">
              <a:spcAft>
                <a:spcPts val="0"/>
              </a:spcAft>
            </a:pPr>
            <a:r>
              <a:rPr lang="pt-BR"/>
              <a:t>Primeiro nível</a:t>
            </a:r>
          </a:p>
          <a:p>
            <a:pPr marL="0" lvl="1" indent="0">
              <a:spcAft>
                <a:spcPts val="0"/>
              </a:spcAft>
              <a:buNone/>
            </a:pPr>
            <a:r>
              <a:rPr lang="pt-BR"/>
              <a:t>Segundo nível</a:t>
            </a:r>
          </a:p>
          <a:p>
            <a:pPr marL="912046" lvl="4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Quarto nível</a:t>
            </a:r>
          </a:p>
          <a:p>
            <a:pPr marL="1392070" lvl="6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Quinto nível</a:t>
            </a:r>
          </a:p>
          <a:p>
            <a:pPr marL="1584079" lvl="7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Sexto nível</a:t>
            </a:r>
          </a:p>
          <a:p>
            <a:pPr marL="1800090" lvl="8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Sétimo nível</a:t>
            </a:r>
          </a:p>
        </p:txBody>
      </p:sp>
      <p:sp>
        <p:nvSpPr>
          <p:cNvPr id="4" name="Fonte das informações">
            <a:extLst>
              <a:ext uri="{FF2B5EF4-FFF2-40B4-BE49-F238E27FC236}">
                <a16:creationId xmlns:a16="http://schemas.microsoft.com/office/drawing/2014/main" id="{BD1ECEF4-BA2A-FA1B-4BA8-9E932788C1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671149A4-F3A3-32CC-EE1D-9E509BBD18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BA85F691-D766-EC6E-7891-DA9A164E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313434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Texto+Take away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aixa de destaque 3">
            <a:extLst>
              <a:ext uri="{FF2B5EF4-FFF2-40B4-BE49-F238E27FC236}">
                <a16:creationId xmlns:a16="http://schemas.microsoft.com/office/drawing/2014/main" id="{6BA2A77C-E5FB-5786-998B-BF897375AA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Caixa de destaque 2">
            <a:extLst>
              <a:ext uri="{FF2B5EF4-FFF2-40B4-BE49-F238E27FC236}">
                <a16:creationId xmlns:a16="http://schemas.microsoft.com/office/drawing/2014/main" id="{B7B2C7E2-CC83-F0C2-B002-5548EA81A9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3" name="Caixa de destaque 1">
            <a:extLst>
              <a:ext uri="{FF2B5EF4-FFF2-40B4-BE49-F238E27FC236}">
                <a16:creationId xmlns:a16="http://schemas.microsoft.com/office/drawing/2014/main" id="{C9490613-9A8B-7EA8-DF78-09EEAEE806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4" name="Legendas">
            <a:extLst>
              <a:ext uri="{FF2B5EF4-FFF2-40B4-BE49-F238E27FC236}">
                <a16:creationId xmlns:a16="http://schemas.microsoft.com/office/drawing/2014/main" id="{51AE1EF1-67F8-0981-D1FD-5BD3301FD7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5" name="16pt legendas">
            <a:extLst>
              <a:ext uri="{FF2B5EF4-FFF2-40B4-BE49-F238E27FC236}">
                <a16:creationId xmlns:a16="http://schemas.microsoft.com/office/drawing/2014/main" id="{56CFFA96-68F6-9688-B831-D1A74C6387FF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6" name="Títulos legendas">
            <a:extLst>
              <a:ext uri="{FF2B5EF4-FFF2-40B4-BE49-F238E27FC236}">
                <a16:creationId xmlns:a16="http://schemas.microsoft.com/office/drawing/2014/main" id="{1BA6E514-9C25-B9AF-1EEC-9067EF532B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7" name="20pt legenda">
            <a:extLst>
              <a:ext uri="{FF2B5EF4-FFF2-40B4-BE49-F238E27FC236}">
                <a16:creationId xmlns:a16="http://schemas.microsoft.com/office/drawing/2014/main" id="{B4A4112C-67C3-5978-29D3-1D82EFA40B26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8" name="Textos terciários">
            <a:extLst>
              <a:ext uri="{FF2B5EF4-FFF2-40B4-BE49-F238E27FC236}">
                <a16:creationId xmlns:a16="http://schemas.microsoft.com/office/drawing/2014/main" id="{5B9AB459-A50B-73D6-EDCF-D40B416F10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9" name="14pt">
            <a:extLst>
              <a:ext uri="{FF2B5EF4-FFF2-40B4-BE49-F238E27FC236}">
                <a16:creationId xmlns:a16="http://schemas.microsoft.com/office/drawing/2014/main" id="{3C8E8713-F1B2-0713-18A2-BCF69D6F7C13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0" name="Textos secundários">
            <a:extLst>
              <a:ext uri="{FF2B5EF4-FFF2-40B4-BE49-F238E27FC236}">
                <a16:creationId xmlns:a16="http://schemas.microsoft.com/office/drawing/2014/main" id="{232EA2CB-04BC-1CDA-980C-6390FA3B47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61" name="16pt">
            <a:extLst>
              <a:ext uri="{FF2B5EF4-FFF2-40B4-BE49-F238E27FC236}">
                <a16:creationId xmlns:a16="http://schemas.microsoft.com/office/drawing/2014/main" id="{AA4902BA-BF72-E741-0FEB-C92966BA582A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2" name="Textos primários">
            <a:extLst>
              <a:ext uri="{FF2B5EF4-FFF2-40B4-BE49-F238E27FC236}">
                <a16:creationId xmlns:a16="http://schemas.microsoft.com/office/drawing/2014/main" id="{ED4749B9-FB54-6043-07A0-1D54DDA47E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3" name="20pt">
            <a:extLst>
              <a:ext uri="{FF2B5EF4-FFF2-40B4-BE49-F238E27FC236}">
                <a16:creationId xmlns:a16="http://schemas.microsoft.com/office/drawing/2014/main" id="{47384989-7D3C-9799-0BB3-C367513C1F95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4" name="Títulos longos">
            <a:extLst>
              <a:ext uri="{FF2B5EF4-FFF2-40B4-BE49-F238E27FC236}">
                <a16:creationId xmlns:a16="http://schemas.microsoft.com/office/drawing/2014/main" id="{F2E4DC57-510D-C56B-3118-2293BA25A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5" name="40pt">
            <a:extLst>
              <a:ext uri="{FF2B5EF4-FFF2-40B4-BE49-F238E27FC236}">
                <a16:creationId xmlns:a16="http://schemas.microsoft.com/office/drawing/2014/main" id="{C4F739FF-86C8-2C74-C607-8F313AACCF9D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6" name="Titulos curtos">
            <a:extLst>
              <a:ext uri="{FF2B5EF4-FFF2-40B4-BE49-F238E27FC236}">
                <a16:creationId xmlns:a16="http://schemas.microsoft.com/office/drawing/2014/main" id="{A85D4BBF-B7EA-A243-C8D1-37CD03212C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7" name="60pt">
            <a:extLst>
              <a:ext uri="{FF2B5EF4-FFF2-40B4-BE49-F238E27FC236}">
                <a16:creationId xmlns:a16="http://schemas.microsoft.com/office/drawing/2014/main" id="{83D1E2A5-D989-BDC3-C2ED-78334C515DDC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4" name="Take Away">
            <a:extLst>
              <a:ext uri="{FF2B5EF4-FFF2-40B4-BE49-F238E27FC236}">
                <a16:creationId xmlns:a16="http://schemas.microsoft.com/office/drawing/2014/main" id="{E395D583-4FD3-B8CD-6BAC-4A06986B20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81091" y="360068"/>
            <a:ext cx="2610909" cy="6497933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lnSpc>
                <a:spcPct val="110000"/>
              </a:lnSpc>
              <a:defRPr sz="1600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8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4FBE2A9-3F5B-0479-CAC1-BD2E292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11" name="Linha Superior">
            <a:extLst>
              <a:ext uri="{FF2B5EF4-FFF2-40B4-BE49-F238E27FC236}">
                <a16:creationId xmlns:a16="http://schemas.microsoft.com/office/drawing/2014/main" id="{563F8472-7751-BB52-822B-E0C72CCF925D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úmero do Slide">
            <a:extLst>
              <a:ext uri="{FF2B5EF4-FFF2-40B4-BE49-F238E27FC236}">
                <a16:creationId xmlns:a16="http://schemas.microsoft.com/office/drawing/2014/main" id="{3EF07FEE-10C6-4D2B-65C7-146574F46A60}"/>
              </a:ext>
            </a:extLst>
          </p:cNvPr>
          <p:cNvSpPr txBox="1">
            <a:spLocks/>
          </p:cNvSpPr>
          <p:nvPr userDrawn="1"/>
        </p:nvSpPr>
        <p:spPr>
          <a:xfrm>
            <a:off x="11334538" y="6592211"/>
            <a:ext cx="617221" cy="171579"/>
          </a:xfrm>
          <a:prstGeom prst="rect">
            <a:avLst/>
          </a:prstGeom>
        </p:spPr>
        <p:txBody>
          <a:bodyPr wrap="square" lIns="48000" tIns="24000" rIns="48000" bIns="2400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pt-BR" sz="1200" kern="1200" spc="100" smtClean="0">
                <a:solidFill>
                  <a:srgbClr val="002B49"/>
                </a:solidFill>
                <a:latin typeface="Arial Nova Light" panose="020F0502020204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79097A-DA66-4AFA-A858-50890353C321}" type="slidenum">
              <a:rPr lang="pt-BR" sz="800" smtClean="0">
                <a:solidFill>
                  <a:schemeClr val="bg1"/>
                </a:solidFill>
              </a:rPr>
              <a:pPr/>
              <a:t>‹nº›</a:t>
            </a:fld>
            <a:endParaRPr lang="pt-BR" sz="800">
              <a:solidFill>
                <a:schemeClr val="bg1"/>
              </a:solidFill>
            </a:endParaRPr>
          </a:p>
        </p:txBody>
      </p:sp>
      <p:sp>
        <p:nvSpPr>
          <p:cNvPr id="9" name="Texto principal">
            <a:extLst>
              <a:ext uri="{FF2B5EF4-FFF2-40B4-BE49-F238E27FC236}">
                <a16:creationId xmlns:a16="http://schemas.microsoft.com/office/drawing/2014/main" id="{6C9D9340-9E27-F1DD-67FC-020C3DDF1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684" y="1039200"/>
            <a:ext cx="4314599" cy="283680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lang="pt-BR" dirty="0" smtClean="0"/>
            </a:lvl1pPr>
            <a:lvl2pPr>
              <a:lnSpc>
                <a:spcPct val="120000"/>
              </a:lnSpc>
              <a:spcAft>
                <a:spcPts val="0"/>
              </a:spcAft>
              <a:defRPr lang="pt-BR" dirty="0" smtClean="0"/>
            </a:lvl2pPr>
            <a:lvl5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5pPr>
            <a:lvl6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6pPr>
            <a:lvl7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7pPr>
            <a:lvl8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 smtClean="0"/>
            </a:lvl8pPr>
            <a:lvl9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/>
            </a:lvl9pPr>
          </a:lstStyle>
          <a:p>
            <a:pPr lvl="0">
              <a:spcAft>
                <a:spcPts val="0"/>
              </a:spcAft>
            </a:pPr>
            <a:r>
              <a:rPr lang="pt-BR"/>
              <a:t>Clique para editar os estilos de texto Mestres</a:t>
            </a:r>
          </a:p>
          <a:p>
            <a:pPr lvl="0">
              <a:spcAft>
                <a:spcPts val="0"/>
              </a:spcAft>
            </a:pPr>
            <a:r>
              <a:rPr lang="pt-BR"/>
              <a:t>Primeiro nível</a:t>
            </a:r>
          </a:p>
          <a:p>
            <a:pPr marL="0" lvl="1" indent="0">
              <a:spcAft>
                <a:spcPts val="0"/>
              </a:spcAft>
              <a:buNone/>
            </a:pPr>
            <a:r>
              <a:rPr lang="pt-BR"/>
              <a:t>Segundo nível</a:t>
            </a:r>
          </a:p>
          <a:p>
            <a:pPr marL="912046" lvl="4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Quarto nível</a:t>
            </a:r>
          </a:p>
          <a:p>
            <a:pPr marL="1392070" lvl="6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Quinto nível</a:t>
            </a:r>
          </a:p>
          <a:p>
            <a:pPr marL="1584079" lvl="7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Sexto nível</a:t>
            </a:r>
          </a:p>
          <a:p>
            <a:pPr marL="1800090" lvl="8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Sétimo nível</a:t>
            </a:r>
          </a:p>
        </p:txBody>
      </p:sp>
      <p:sp>
        <p:nvSpPr>
          <p:cNvPr id="7" name="Fonte das informações">
            <a:extLst>
              <a:ext uri="{FF2B5EF4-FFF2-40B4-BE49-F238E27FC236}">
                <a16:creationId xmlns:a16="http://schemas.microsoft.com/office/drawing/2014/main" id="{C3BD0A2C-5AE2-BBB6-0B9C-FEB1033850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6" name="Título da Seção">
            <a:extLst>
              <a:ext uri="{FF2B5EF4-FFF2-40B4-BE49-F238E27FC236}">
                <a16:creationId xmlns:a16="http://schemas.microsoft.com/office/drawing/2014/main" id="{72D7F027-8524-B0D4-95D3-FD320D22C1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F6E3FA71-9BB9-5A8C-9AFB-766D3899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92400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602119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Take away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aixa de destaque 3">
            <a:extLst>
              <a:ext uri="{FF2B5EF4-FFF2-40B4-BE49-F238E27FC236}">
                <a16:creationId xmlns:a16="http://schemas.microsoft.com/office/drawing/2014/main" id="{6BA2A77C-E5FB-5786-998B-BF897375AA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Caixa de destaque 2">
            <a:extLst>
              <a:ext uri="{FF2B5EF4-FFF2-40B4-BE49-F238E27FC236}">
                <a16:creationId xmlns:a16="http://schemas.microsoft.com/office/drawing/2014/main" id="{B7B2C7E2-CC83-F0C2-B002-5548EA81A9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3" name="Caixa de destaque 1">
            <a:extLst>
              <a:ext uri="{FF2B5EF4-FFF2-40B4-BE49-F238E27FC236}">
                <a16:creationId xmlns:a16="http://schemas.microsoft.com/office/drawing/2014/main" id="{C9490613-9A8B-7EA8-DF78-09EEAEE806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4" name="Legendas">
            <a:extLst>
              <a:ext uri="{FF2B5EF4-FFF2-40B4-BE49-F238E27FC236}">
                <a16:creationId xmlns:a16="http://schemas.microsoft.com/office/drawing/2014/main" id="{51AE1EF1-67F8-0981-D1FD-5BD3301FD7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5" name="16pt legendas">
            <a:extLst>
              <a:ext uri="{FF2B5EF4-FFF2-40B4-BE49-F238E27FC236}">
                <a16:creationId xmlns:a16="http://schemas.microsoft.com/office/drawing/2014/main" id="{56CFFA96-68F6-9688-B831-D1A74C6387FF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6" name="Títulos legendas">
            <a:extLst>
              <a:ext uri="{FF2B5EF4-FFF2-40B4-BE49-F238E27FC236}">
                <a16:creationId xmlns:a16="http://schemas.microsoft.com/office/drawing/2014/main" id="{1BA6E514-9C25-B9AF-1EEC-9067EF532B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7" name="20pt legenda">
            <a:extLst>
              <a:ext uri="{FF2B5EF4-FFF2-40B4-BE49-F238E27FC236}">
                <a16:creationId xmlns:a16="http://schemas.microsoft.com/office/drawing/2014/main" id="{B4A4112C-67C3-5978-29D3-1D82EFA40B26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8" name="Textos terciários">
            <a:extLst>
              <a:ext uri="{FF2B5EF4-FFF2-40B4-BE49-F238E27FC236}">
                <a16:creationId xmlns:a16="http://schemas.microsoft.com/office/drawing/2014/main" id="{5B9AB459-A50B-73D6-EDCF-D40B416F10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9" name="14pt">
            <a:extLst>
              <a:ext uri="{FF2B5EF4-FFF2-40B4-BE49-F238E27FC236}">
                <a16:creationId xmlns:a16="http://schemas.microsoft.com/office/drawing/2014/main" id="{3C8E8713-F1B2-0713-18A2-BCF69D6F7C13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0" name="Textos secundários">
            <a:extLst>
              <a:ext uri="{FF2B5EF4-FFF2-40B4-BE49-F238E27FC236}">
                <a16:creationId xmlns:a16="http://schemas.microsoft.com/office/drawing/2014/main" id="{232EA2CB-04BC-1CDA-980C-6390FA3B47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61" name="16pt">
            <a:extLst>
              <a:ext uri="{FF2B5EF4-FFF2-40B4-BE49-F238E27FC236}">
                <a16:creationId xmlns:a16="http://schemas.microsoft.com/office/drawing/2014/main" id="{AA4902BA-BF72-E741-0FEB-C92966BA582A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2" name="Textos primários">
            <a:extLst>
              <a:ext uri="{FF2B5EF4-FFF2-40B4-BE49-F238E27FC236}">
                <a16:creationId xmlns:a16="http://schemas.microsoft.com/office/drawing/2014/main" id="{ED4749B9-FB54-6043-07A0-1D54DDA47E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3" name="20pt">
            <a:extLst>
              <a:ext uri="{FF2B5EF4-FFF2-40B4-BE49-F238E27FC236}">
                <a16:creationId xmlns:a16="http://schemas.microsoft.com/office/drawing/2014/main" id="{47384989-7D3C-9799-0BB3-C367513C1F95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4" name="Títulos longos">
            <a:extLst>
              <a:ext uri="{FF2B5EF4-FFF2-40B4-BE49-F238E27FC236}">
                <a16:creationId xmlns:a16="http://schemas.microsoft.com/office/drawing/2014/main" id="{F2E4DC57-510D-C56B-3118-2293BA25A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5" name="40pt">
            <a:extLst>
              <a:ext uri="{FF2B5EF4-FFF2-40B4-BE49-F238E27FC236}">
                <a16:creationId xmlns:a16="http://schemas.microsoft.com/office/drawing/2014/main" id="{C4F739FF-86C8-2C74-C607-8F313AACCF9D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6" name="Titulos curtos">
            <a:extLst>
              <a:ext uri="{FF2B5EF4-FFF2-40B4-BE49-F238E27FC236}">
                <a16:creationId xmlns:a16="http://schemas.microsoft.com/office/drawing/2014/main" id="{A85D4BBF-B7EA-A243-C8D1-37CD03212C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7" name="60pt">
            <a:extLst>
              <a:ext uri="{FF2B5EF4-FFF2-40B4-BE49-F238E27FC236}">
                <a16:creationId xmlns:a16="http://schemas.microsoft.com/office/drawing/2014/main" id="{83D1E2A5-D989-BDC3-C2ED-78334C515DDC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4" name="Take Away">
            <a:extLst>
              <a:ext uri="{FF2B5EF4-FFF2-40B4-BE49-F238E27FC236}">
                <a16:creationId xmlns:a16="http://schemas.microsoft.com/office/drawing/2014/main" id="{E395D583-4FD3-B8CD-6BAC-4A06986B20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81091" y="360068"/>
            <a:ext cx="2610909" cy="6497933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lnSpc>
                <a:spcPct val="110000"/>
              </a:lnSpc>
              <a:defRPr sz="1600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8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4FBE2A9-3F5B-0479-CAC1-BD2E292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11" name="Linha Superior">
            <a:extLst>
              <a:ext uri="{FF2B5EF4-FFF2-40B4-BE49-F238E27FC236}">
                <a16:creationId xmlns:a16="http://schemas.microsoft.com/office/drawing/2014/main" id="{563F8472-7751-BB52-822B-E0C72CCF925D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úmero do Slide">
            <a:extLst>
              <a:ext uri="{FF2B5EF4-FFF2-40B4-BE49-F238E27FC236}">
                <a16:creationId xmlns:a16="http://schemas.microsoft.com/office/drawing/2014/main" id="{3EF07FEE-10C6-4D2B-65C7-146574F46A60}"/>
              </a:ext>
            </a:extLst>
          </p:cNvPr>
          <p:cNvSpPr txBox="1">
            <a:spLocks/>
          </p:cNvSpPr>
          <p:nvPr userDrawn="1"/>
        </p:nvSpPr>
        <p:spPr>
          <a:xfrm>
            <a:off x="11334538" y="6592211"/>
            <a:ext cx="617221" cy="171579"/>
          </a:xfrm>
          <a:prstGeom prst="rect">
            <a:avLst/>
          </a:prstGeom>
        </p:spPr>
        <p:txBody>
          <a:bodyPr wrap="square" lIns="48000" tIns="24000" rIns="48000" bIns="2400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pt-BR" sz="1200" kern="1200" spc="100" smtClean="0">
                <a:solidFill>
                  <a:srgbClr val="002B49"/>
                </a:solidFill>
                <a:latin typeface="Arial Nova Light" panose="020F0502020204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79097A-DA66-4AFA-A858-50890353C321}" type="slidenum">
              <a:rPr lang="pt-BR" sz="800" smtClean="0">
                <a:solidFill>
                  <a:schemeClr val="bg1"/>
                </a:solidFill>
              </a:rPr>
              <a:pPr/>
              <a:t>‹nº›</a:t>
            </a:fld>
            <a:endParaRPr lang="pt-BR" sz="800">
              <a:solidFill>
                <a:schemeClr val="bg1"/>
              </a:solidFill>
            </a:endParaRPr>
          </a:p>
        </p:txBody>
      </p:sp>
      <p:sp>
        <p:nvSpPr>
          <p:cNvPr id="6" name="Fonte das informações">
            <a:extLst>
              <a:ext uri="{FF2B5EF4-FFF2-40B4-BE49-F238E27FC236}">
                <a16:creationId xmlns:a16="http://schemas.microsoft.com/office/drawing/2014/main" id="{DF4CB38C-9942-B575-3BA7-82D86D27C30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92456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74B0932A-1A04-6D1C-EE89-07EF9A55D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0BF28285-2304-8003-F751-81B1B21A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96604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aixa de destaque 3">
            <a:extLst>
              <a:ext uri="{FF2B5EF4-FFF2-40B4-BE49-F238E27FC236}">
                <a16:creationId xmlns:a16="http://schemas.microsoft.com/office/drawing/2014/main" id="{C8E20F14-0327-FF41-B07D-5AA8BDE4B9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7" name="Caixa de destaque 2">
            <a:extLst>
              <a:ext uri="{FF2B5EF4-FFF2-40B4-BE49-F238E27FC236}">
                <a16:creationId xmlns:a16="http://schemas.microsoft.com/office/drawing/2014/main" id="{43515BE7-DDE1-739F-DF93-FDE2B0814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8" name="Caixa de destaque 1">
            <a:extLst>
              <a:ext uri="{FF2B5EF4-FFF2-40B4-BE49-F238E27FC236}">
                <a16:creationId xmlns:a16="http://schemas.microsoft.com/office/drawing/2014/main" id="{F3F1C369-EF59-EB04-6130-578FC686FC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9" name="Legendas">
            <a:extLst>
              <a:ext uri="{FF2B5EF4-FFF2-40B4-BE49-F238E27FC236}">
                <a16:creationId xmlns:a16="http://schemas.microsoft.com/office/drawing/2014/main" id="{F1C83D47-B1AF-E4D9-25A8-2748FD0EE4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0" name="16pt legendas">
            <a:extLst>
              <a:ext uri="{FF2B5EF4-FFF2-40B4-BE49-F238E27FC236}">
                <a16:creationId xmlns:a16="http://schemas.microsoft.com/office/drawing/2014/main" id="{0A097FD7-81BF-AA0D-0D36-BE8E5491B175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1" name="Títulos legendas">
            <a:extLst>
              <a:ext uri="{FF2B5EF4-FFF2-40B4-BE49-F238E27FC236}">
                <a16:creationId xmlns:a16="http://schemas.microsoft.com/office/drawing/2014/main" id="{C89F4CC1-0B9B-94CF-5918-9FD3C30C18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2" name="20pt legenda">
            <a:extLst>
              <a:ext uri="{FF2B5EF4-FFF2-40B4-BE49-F238E27FC236}">
                <a16:creationId xmlns:a16="http://schemas.microsoft.com/office/drawing/2014/main" id="{30F8DA46-CFAB-CA8E-A156-F3C352DED079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3" name="Textos terciários">
            <a:extLst>
              <a:ext uri="{FF2B5EF4-FFF2-40B4-BE49-F238E27FC236}">
                <a16:creationId xmlns:a16="http://schemas.microsoft.com/office/drawing/2014/main" id="{2FF48CF7-D152-76F3-8C12-2C96CE0590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4" name="14pt">
            <a:extLst>
              <a:ext uri="{FF2B5EF4-FFF2-40B4-BE49-F238E27FC236}">
                <a16:creationId xmlns:a16="http://schemas.microsoft.com/office/drawing/2014/main" id="{BD1A76C7-8A58-C604-BC09-E9747FB03AF2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5" name="Textos secundários">
            <a:extLst>
              <a:ext uri="{FF2B5EF4-FFF2-40B4-BE49-F238E27FC236}">
                <a16:creationId xmlns:a16="http://schemas.microsoft.com/office/drawing/2014/main" id="{98337ED0-5579-965C-36C3-C33CD8B1A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6" name="16pt">
            <a:extLst>
              <a:ext uri="{FF2B5EF4-FFF2-40B4-BE49-F238E27FC236}">
                <a16:creationId xmlns:a16="http://schemas.microsoft.com/office/drawing/2014/main" id="{E5DD9FF0-5040-5B47-C982-0A1266036678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7" name="Textos primários">
            <a:extLst>
              <a:ext uri="{FF2B5EF4-FFF2-40B4-BE49-F238E27FC236}">
                <a16:creationId xmlns:a16="http://schemas.microsoft.com/office/drawing/2014/main" id="{B7BF5679-AEDB-320C-3520-8AF2F3BC40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58" name="20pt">
            <a:extLst>
              <a:ext uri="{FF2B5EF4-FFF2-40B4-BE49-F238E27FC236}">
                <a16:creationId xmlns:a16="http://schemas.microsoft.com/office/drawing/2014/main" id="{37D6880E-E243-DF5B-C620-E651CF57D5E7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59" name="Títulos longos">
            <a:extLst>
              <a:ext uri="{FF2B5EF4-FFF2-40B4-BE49-F238E27FC236}">
                <a16:creationId xmlns:a16="http://schemas.microsoft.com/office/drawing/2014/main" id="{ABFB6E4C-72A7-F1DA-2E2E-B3C91D17A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0" name="40pt">
            <a:extLst>
              <a:ext uri="{FF2B5EF4-FFF2-40B4-BE49-F238E27FC236}">
                <a16:creationId xmlns:a16="http://schemas.microsoft.com/office/drawing/2014/main" id="{20E2247B-8F7F-77F1-4B10-C4CD6D2580C9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1" name="Titulos curtos">
            <a:extLst>
              <a:ext uri="{FF2B5EF4-FFF2-40B4-BE49-F238E27FC236}">
                <a16:creationId xmlns:a16="http://schemas.microsoft.com/office/drawing/2014/main" id="{49E793AA-F850-230A-82F4-499D0D7507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2" name="60pt">
            <a:extLst>
              <a:ext uri="{FF2B5EF4-FFF2-40B4-BE49-F238E27FC236}">
                <a16:creationId xmlns:a16="http://schemas.microsoft.com/office/drawing/2014/main" id="{EFFA7E08-486B-245C-0977-58B38A28E668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42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36059F09-BEEF-A71F-7FCE-59075D8833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43" name="Linha Superior">
            <a:extLst>
              <a:ext uri="{FF2B5EF4-FFF2-40B4-BE49-F238E27FC236}">
                <a16:creationId xmlns:a16="http://schemas.microsoft.com/office/drawing/2014/main" id="{08D1E4B3-0A60-4B72-7926-CACCCFEFDEC9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nte das informações">
            <a:extLst>
              <a:ext uri="{FF2B5EF4-FFF2-40B4-BE49-F238E27FC236}">
                <a16:creationId xmlns:a16="http://schemas.microsoft.com/office/drawing/2014/main" id="{447CE037-A1FD-023E-C64C-F11E167518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2" name="Título da Seção">
            <a:extLst>
              <a:ext uri="{FF2B5EF4-FFF2-40B4-BE49-F238E27FC236}">
                <a16:creationId xmlns:a16="http://schemas.microsoft.com/office/drawing/2014/main" id="{461369A2-BF6E-9289-5655-2576C3BC9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</p:spTree>
    <p:extLst>
      <p:ext uri="{BB962C8B-B14F-4D97-AF65-F5344CB8AC3E}">
        <p14:creationId xmlns:p14="http://schemas.microsoft.com/office/powerpoint/2010/main" val="417723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zio co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aixa de destaque 3">
            <a:extLst>
              <a:ext uri="{FF2B5EF4-FFF2-40B4-BE49-F238E27FC236}">
                <a16:creationId xmlns:a16="http://schemas.microsoft.com/office/drawing/2014/main" id="{15D37064-6BD1-9AC9-991D-40F9DE917C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7" name="Caixa de destaque 2">
            <a:extLst>
              <a:ext uri="{FF2B5EF4-FFF2-40B4-BE49-F238E27FC236}">
                <a16:creationId xmlns:a16="http://schemas.microsoft.com/office/drawing/2014/main" id="{C0714BBF-952E-6ACD-0653-4FEA5F61F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8" name="Caixa de destaque 1">
            <a:extLst>
              <a:ext uri="{FF2B5EF4-FFF2-40B4-BE49-F238E27FC236}">
                <a16:creationId xmlns:a16="http://schemas.microsoft.com/office/drawing/2014/main" id="{7BD302EF-2F81-E848-0457-43E7C74348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9" name="Legendas">
            <a:extLst>
              <a:ext uri="{FF2B5EF4-FFF2-40B4-BE49-F238E27FC236}">
                <a16:creationId xmlns:a16="http://schemas.microsoft.com/office/drawing/2014/main" id="{9BC3775C-F081-8A28-0932-D29A9AC831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70" name="16pt legendas">
            <a:extLst>
              <a:ext uri="{FF2B5EF4-FFF2-40B4-BE49-F238E27FC236}">
                <a16:creationId xmlns:a16="http://schemas.microsoft.com/office/drawing/2014/main" id="{B345AD1E-D352-ABEE-AEFD-2C56D3627E91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1" name="Títulos legendas">
            <a:extLst>
              <a:ext uri="{FF2B5EF4-FFF2-40B4-BE49-F238E27FC236}">
                <a16:creationId xmlns:a16="http://schemas.microsoft.com/office/drawing/2014/main" id="{30758417-AC69-0755-FC81-DB03C34978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72" name="20pt legenda">
            <a:extLst>
              <a:ext uri="{FF2B5EF4-FFF2-40B4-BE49-F238E27FC236}">
                <a16:creationId xmlns:a16="http://schemas.microsoft.com/office/drawing/2014/main" id="{E01CEAAC-1BB1-D02E-D4D2-943AAC6E6C9C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3" name="Textos terciários">
            <a:extLst>
              <a:ext uri="{FF2B5EF4-FFF2-40B4-BE49-F238E27FC236}">
                <a16:creationId xmlns:a16="http://schemas.microsoft.com/office/drawing/2014/main" id="{690ADE4A-6C71-CE6E-17C8-4A813191C3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4" name="14pt">
            <a:extLst>
              <a:ext uri="{FF2B5EF4-FFF2-40B4-BE49-F238E27FC236}">
                <a16:creationId xmlns:a16="http://schemas.microsoft.com/office/drawing/2014/main" id="{0BD82669-2991-2201-EACC-BE1373B607D0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5" name="Textos secundários">
            <a:extLst>
              <a:ext uri="{FF2B5EF4-FFF2-40B4-BE49-F238E27FC236}">
                <a16:creationId xmlns:a16="http://schemas.microsoft.com/office/drawing/2014/main" id="{BE652D1C-51BA-E879-E6FD-7ED4EBD858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6" name="16pt">
            <a:extLst>
              <a:ext uri="{FF2B5EF4-FFF2-40B4-BE49-F238E27FC236}">
                <a16:creationId xmlns:a16="http://schemas.microsoft.com/office/drawing/2014/main" id="{C3356913-31DA-2462-1120-0080F65F6BCF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7" name="Textos primários">
            <a:extLst>
              <a:ext uri="{FF2B5EF4-FFF2-40B4-BE49-F238E27FC236}">
                <a16:creationId xmlns:a16="http://schemas.microsoft.com/office/drawing/2014/main" id="{AD5CE93E-464C-912F-3B30-D3169EB3B7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8" name="20pt">
            <a:extLst>
              <a:ext uri="{FF2B5EF4-FFF2-40B4-BE49-F238E27FC236}">
                <a16:creationId xmlns:a16="http://schemas.microsoft.com/office/drawing/2014/main" id="{93305C73-0E75-65F4-86EA-839EBE59A5E6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9" name="Títulos longos">
            <a:extLst>
              <a:ext uri="{FF2B5EF4-FFF2-40B4-BE49-F238E27FC236}">
                <a16:creationId xmlns:a16="http://schemas.microsoft.com/office/drawing/2014/main" id="{69419E6B-1F56-11D0-D673-20A3983E80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80" name="40pt">
            <a:extLst>
              <a:ext uri="{FF2B5EF4-FFF2-40B4-BE49-F238E27FC236}">
                <a16:creationId xmlns:a16="http://schemas.microsoft.com/office/drawing/2014/main" id="{56414144-783D-79EB-D3D8-E881480203C6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81" name="Titulos curtos">
            <a:extLst>
              <a:ext uri="{FF2B5EF4-FFF2-40B4-BE49-F238E27FC236}">
                <a16:creationId xmlns:a16="http://schemas.microsoft.com/office/drawing/2014/main" id="{B5649433-EB0A-73F6-538B-8E450CE20D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82" name="60pt">
            <a:extLst>
              <a:ext uri="{FF2B5EF4-FFF2-40B4-BE49-F238E27FC236}">
                <a16:creationId xmlns:a16="http://schemas.microsoft.com/office/drawing/2014/main" id="{0C278555-2DD9-26F2-0DF8-9D32D2D95EAD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62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88FD940B-54AA-601F-42B7-5E49DC5F62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63" name="Linha Superior">
            <a:extLst>
              <a:ext uri="{FF2B5EF4-FFF2-40B4-BE49-F238E27FC236}">
                <a16:creationId xmlns:a16="http://schemas.microsoft.com/office/drawing/2014/main" id="{8AFF54A6-DB2B-613E-3A92-DFCDA76C0677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nte das informações">
            <a:extLst>
              <a:ext uri="{FF2B5EF4-FFF2-40B4-BE49-F238E27FC236}">
                <a16:creationId xmlns:a16="http://schemas.microsoft.com/office/drawing/2014/main" id="{D9D1D64B-1A33-BE69-2C43-42D8727605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</p:spTree>
    <p:extLst>
      <p:ext uri="{BB962C8B-B14F-4D97-AF65-F5344CB8AC3E}">
        <p14:creationId xmlns:p14="http://schemas.microsoft.com/office/powerpoint/2010/main" val="253367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aixa de destaque 3">
            <a:extLst>
              <a:ext uri="{FF2B5EF4-FFF2-40B4-BE49-F238E27FC236}">
                <a16:creationId xmlns:a16="http://schemas.microsoft.com/office/drawing/2014/main" id="{8A8BFDFA-35A4-326E-E35F-4D44BBCFBE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1" name="Caixa de destaque 2">
            <a:extLst>
              <a:ext uri="{FF2B5EF4-FFF2-40B4-BE49-F238E27FC236}">
                <a16:creationId xmlns:a16="http://schemas.microsoft.com/office/drawing/2014/main" id="{8C8720DE-609D-D011-8F76-232B15F8BB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2" name="Caixa de destaque 1">
            <a:extLst>
              <a:ext uri="{FF2B5EF4-FFF2-40B4-BE49-F238E27FC236}">
                <a16:creationId xmlns:a16="http://schemas.microsoft.com/office/drawing/2014/main" id="{AAC2E95A-E94A-3E68-9C98-0D953942EE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3" name="Legendas">
            <a:extLst>
              <a:ext uri="{FF2B5EF4-FFF2-40B4-BE49-F238E27FC236}">
                <a16:creationId xmlns:a16="http://schemas.microsoft.com/office/drawing/2014/main" id="{C2B635AC-5628-284B-29BB-429E4B08F1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44" name="16pt legendas">
            <a:extLst>
              <a:ext uri="{FF2B5EF4-FFF2-40B4-BE49-F238E27FC236}">
                <a16:creationId xmlns:a16="http://schemas.microsoft.com/office/drawing/2014/main" id="{8F17D377-02DE-5DE9-CB5C-C63327B3CB89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45" name="Títulos legendas">
            <a:extLst>
              <a:ext uri="{FF2B5EF4-FFF2-40B4-BE49-F238E27FC236}">
                <a16:creationId xmlns:a16="http://schemas.microsoft.com/office/drawing/2014/main" id="{440FD113-1FBF-D9FD-A2A9-30967B261F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46" name="20pt legenda">
            <a:extLst>
              <a:ext uri="{FF2B5EF4-FFF2-40B4-BE49-F238E27FC236}">
                <a16:creationId xmlns:a16="http://schemas.microsoft.com/office/drawing/2014/main" id="{19ED1BB4-DC2A-5EC3-525A-E0BEA8ED2C57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47" name="Textos terciários">
            <a:extLst>
              <a:ext uri="{FF2B5EF4-FFF2-40B4-BE49-F238E27FC236}">
                <a16:creationId xmlns:a16="http://schemas.microsoft.com/office/drawing/2014/main" id="{5115EE64-C187-B5EB-4C2A-65BE37C50E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48" name="14pt">
            <a:extLst>
              <a:ext uri="{FF2B5EF4-FFF2-40B4-BE49-F238E27FC236}">
                <a16:creationId xmlns:a16="http://schemas.microsoft.com/office/drawing/2014/main" id="{CC8E390C-855B-FDDB-6125-28B007B0715F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49" name="Textos secundários">
            <a:extLst>
              <a:ext uri="{FF2B5EF4-FFF2-40B4-BE49-F238E27FC236}">
                <a16:creationId xmlns:a16="http://schemas.microsoft.com/office/drawing/2014/main" id="{3A2225FB-4B8E-4951-DD8A-AFCD2DC221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0" name="16pt">
            <a:extLst>
              <a:ext uri="{FF2B5EF4-FFF2-40B4-BE49-F238E27FC236}">
                <a16:creationId xmlns:a16="http://schemas.microsoft.com/office/drawing/2014/main" id="{D39EE2BC-EFBD-CF21-4FE7-E3CF4D79408B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1" name="Textos primários">
            <a:extLst>
              <a:ext uri="{FF2B5EF4-FFF2-40B4-BE49-F238E27FC236}">
                <a16:creationId xmlns:a16="http://schemas.microsoft.com/office/drawing/2014/main" id="{9276EC8D-8BB4-902F-B305-C19E9235B4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52" name="20pt">
            <a:extLst>
              <a:ext uri="{FF2B5EF4-FFF2-40B4-BE49-F238E27FC236}">
                <a16:creationId xmlns:a16="http://schemas.microsoft.com/office/drawing/2014/main" id="{E21C8CD4-8DFC-A633-9C36-541CD2A3E03C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53" name="Títulos longos">
            <a:extLst>
              <a:ext uri="{FF2B5EF4-FFF2-40B4-BE49-F238E27FC236}">
                <a16:creationId xmlns:a16="http://schemas.microsoft.com/office/drawing/2014/main" id="{EC6574A3-E562-C788-BAE4-FCF92BFA38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54" name="40pt">
            <a:extLst>
              <a:ext uri="{FF2B5EF4-FFF2-40B4-BE49-F238E27FC236}">
                <a16:creationId xmlns:a16="http://schemas.microsoft.com/office/drawing/2014/main" id="{CEC9A87B-680F-9D34-A484-AC9FC3C0D867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55" name="Titulos curtos">
            <a:extLst>
              <a:ext uri="{FF2B5EF4-FFF2-40B4-BE49-F238E27FC236}">
                <a16:creationId xmlns:a16="http://schemas.microsoft.com/office/drawing/2014/main" id="{D3A8B977-C16E-E36C-C064-95B859B6B7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56" name="60pt">
            <a:extLst>
              <a:ext uri="{FF2B5EF4-FFF2-40B4-BE49-F238E27FC236}">
                <a16:creationId xmlns:a16="http://schemas.microsoft.com/office/drawing/2014/main" id="{6CE79EFF-5185-C510-B31A-CD3F2DDB5308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2" name="Fonte das informações">
            <a:extLst>
              <a:ext uri="{FF2B5EF4-FFF2-40B4-BE49-F238E27FC236}">
                <a16:creationId xmlns:a16="http://schemas.microsoft.com/office/drawing/2014/main" id="{3471F4C5-99A6-34C6-6C1D-0A706D32E7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</p:spTree>
    <p:extLst>
      <p:ext uri="{BB962C8B-B14F-4D97-AF65-F5344CB8AC3E}">
        <p14:creationId xmlns:p14="http://schemas.microsoft.com/office/powerpoint/2010/main" val="3062696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_Seção+Título Central+Rodapé+Logo+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de fundo" descr="Padrão do plano de fundo&#10;&#10;Descrição gerada automaticamente">
            <a:extLst>
              <a:ext uri="{FF2B5EF4-FFF2-40B4-BE49-F238E27FC236}">
                <a16:creationId xmlns:a16="http://schemas.microsoft.com/office/drawing/2014/main" id="{6D5C7934-E469-1836-3754-5A90E5A8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3" name="Caixa de destaque 3">
            <a:extLst>
              <a:ext uri="{FF2B5EF4-FFF2-40B4-BE49-F238E27FC236}">
                <a16:creationId xmlns:a16="http://schemas.microsoft.com/office/drawing/2014/main" id="{C03CC7BC-68BE-EB6E-5735-1D194F814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4" name="Caixa de destaque 2">
            <a:extLst>
              <a:ext uri="{FF2B5EF4-FFF2-40B4-BE49-F238E27FC236}">
                <a16:creationId xmlns:a16="http://schemas.microsoft.com/office/drawing/2014/main" id="{88FB4899-352A-7DF5-0F67-8094A8D27F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5" name="Caixa de destaque 1">
            <a:extLst>
              <a:ext uri="{FF2B5EF4-FFF2-40B4-BE49-F238E27FC236}">
                <a16:creationId xmlns:a16="http://schemas.microsoft.com/office/drawing/2014/main" id="{39B0773C-2A3A-C94A-333E-BAEF89144B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6" name="Legendas">
            <a:extLst>
              <a:ext uri="{FF2B5EF4-FFF2-40B4-BE49-F238E27FC236}">
                <a16:creationId xmlns:a16="http://schemas.microsoft.com/office/drawing/2014/main" id="{042359B4-3804-1822-F736-666A051FCE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67" name="16pt legendas">
            <a:extLst>
              <a:ext uri="{FF2B5EF4-FFF2-40B4-BE49-F238E27FC236}">
                <a16:creationId xmlns:a16="http://schemas.microsoft.com/office/drawing/2014/main" id="{BF085A20-F6BC-6C4B-F247-5AA57A7C12B4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68" name="Títulos legendas">
            <a:extLst>
              <a:ext uri="{FF2B5EF4-FFF2-40B4-BE49-F238E27FC236}">
                <a16:creationId xmlns:a16="http://schemas.microsoft.com/office/drawing/2014/main" id="{8BC4AAB8-3B67-1C01-9F0A-C1A24E2B5D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69" name="20pt legenda">
            <a:extLst>
              <a:ext uri="{FF2B5EF4-FFF2-40B4-BE49-F238E27FC236}">
                <a16:creationId xmlns:a16="http://schemas.microsoft.com/office/drawing/2014/main" id="{162E00AF-91F2-A9F9-7E86-00B3121E99EA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0" name="Textos terciários">
            <a:extLst>
              <a:ext uri="{FF2B5EF4-FFF2-40B4-BE49-F238E27FC236}">
                <a16:creationId xmlns:a16="http://schemas.microsoft.com/office/drawing/2014/main" id="{D6BB4EC2-4314-FB89-1F03-70BD64AC14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1" name="14pt">
            <a:extLst>
              <a:ext uri="{FF2B5EF4-FFF2-40B4-BE49-F238E27FC236}">
                <a16:creationId xmlns:a16="http://schemas.microsoft.com/office/drawing/2014/main" id="{2A22D9D4-8743-04EE-B814-D9B7F4F0AC3F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2" name="Textos secundários">
            <a:extLst>
              <a:ext uri="{FF2B5EF4-FFF2-40B4-BE49-F238E27FC236}">
                <a16:creationId xmlns:a16="http://schemas.microsoft.com/office/drawing/2014/main" id="{28A872D5-746D-8142-A220-FCD2A7391A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3" name="16pt">
            <a:extLst>
              <a:ext uri="{FF2B5EF4-FFF2-40B4-BE49-F238E27FC236}">
                <a16:creationId xmlns:a16="http://schemas.microsoft.com/office/drawing/2014/main" id="{31B966FD-010E-F6B8-3967-A59EB9131644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4" name="Textos primários">
            <a:extLst>
              <a:ext uri="{FF2B5EF4-FFF2-40B4-BE49-F238E27FC236}">
                <a16:creationId xmlns:a16="http://schemas.microsoft.com/office/drawing/2014/main" id="{2F9143FA-CB33-BDD1-AA51-3F27E1054B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5" name="20pt">
            <a:extLst>
              <a:ext uri="{FF2B5EF4-FFF2-40B4-BE49-F238E27FC236}">
                <a16:creationId xmlns:a16="http://schemas.microsoft.com/office/drawing/2014/main" id="{CD65E581-1E41-2910-6A34-F01D28A6B007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6" name="Títulos longos">
            <a:extLst>
              <a:ext uri="{FF2B5EF4-FFF2-40B4-BE49-F238E27FC236}">
                <a16:creationId xmlns:a16="http://schemas.microsoft.com/office/drawing/2014/main" id="{FC66ABF5-ACF3-9635-F762-19B4EEAC69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77" name="40pt">
            <a:extLst>
              <a:ext uri="{FF2B5EF4-FFF2-40B4-BE49-F238E27FC236}">
                <a16:creationId xmlns:a16="http://schemas.microsoft.com/office/drawing/2014/main" id="{6FA73E4E-94BD-CD22-B3DC-32D2D0EFF912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78" name="Titulos curtos">
            <a:extLst>
              <a:ext uri="{FF2B5EF4-FFF2-40B4-BE49-F238E27FC236}">
                <a16:creationId xmlns:a16="http://schemas.microsoft.com/office/drawing/2014/main" id="{228112EB-AF3A-31D6-96FC-99862F5898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79" name="60pt">
            <a:extLst>
              <a:ext uri="{FF2B5EF4-FFF2-40B4-BE49-F238E27FC236}">
                <a16:creationId xmlns:a16="http://schemas.microsoft.com/office/drawing/2014/main" id="{5E3B3DFB-54BF-0BBE-EA21-6D1439969FC5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42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F116FAA7-E9A0-0461-E71B-C40317F13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43" name="Linha Superior">
            <a:extLst>
              <a:ext uri="{FF2B5EF4-FFF2-40B4-BE49-F238E27FC236}">
                <a16:creationId xmlns:a16="http://schemas.microsoft.com/office/drawing/2014/main" id="{AE2E2BF2-2A75-738C-576E-DDC18EDECDF7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nte das informações">
            <a:extLst>
              <a:ext uri="{FF2B5EF4-FFF2-40B4-BE49-F238E27FC236}">
                <a16:creationId xmlns:a16="http://schemas.microsoft.com/office/drawing/2014/main" id="{1DF77010-865C-97C8-4553-03CB51B4A1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2" name="Título da Seção">
            <a:extLst>
              <a:ext uri="{FF2B5EF4-FFF2-40B4-BE49-F238E27FC236}">
                <a16:creationId xmlns:a16="http://schemas.microsoft.com/office/drawing/2014/main" id="{9ED2EAFB-5C0B-234F-FDFA-F4F2C99FDE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31" name="Título">
            <a:extLst>
              <a:ext uri="{FF2B5EF4-FFF2-40B4-BE49-F238E27FC236}">
                <a16:creationId xmlns:a16="http://schemas.microsoft.com/office/drawing/2014/main" id="{9E0AF422-03DC-AD77-4145-967BB8B2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079642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42953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ENCIAIS &lt;APENAS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4FBE2A9-3F5B-0479-CAC1-BD2E292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11" name="Linha Superior">
            <a:extLst>
              <a:ext uri="{FF2B5EF4-FFF2-40B4-BE49-F238E27FC236}">
                <a16:creationId xmlns:a16="http://schemas.microsoft.com/office/drawing/2014/main" id="{563F8472-7751-BB52-822B-E0C72CCF925D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5DF40E90-D01C-44BA-D1DD-0BF5D3C4B7C8}"/>
              </a:ext>
            </a:extLst>
          </p:cNvPr>
          <p:cNvSpPr/>
          <p:nvPr userDrawn="1"/>
        </p:nvSpPr>
        <p:spPr>
          <a:xfrm>
            <a:off x="-4786009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0CB046B-5F9D-DDD7-0214-6C8443BEF60E}"/>
              </a:ext>
            </a:extLst>
          </p:cNvPr>
          <p:cNvSpPr/>
          <p:nvPr userDrawn="1"/>
        </p:nvSpPr>
        <p:spPr>
          <a:xfrm>
            <a:off x="12684868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30668C-4A6D-19A4-02CC-6C32EEFC3987}"/>
              </a:ext>
            </a:extLst>
          </p:cNvPr>
          <p:cNvSpPr/>
          <p:nvPr userDrawn="1"/>
        </p:nvSpPr>
        <p:spPr>
          <a:xfrm>
            <a:off x="-2933" y="0"/>
            <a:ext cx="240000" cy="685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vert270" lIns="0" tIns="456000" rIns="0" bIns="0" anchor="ctr"/>
          <a:lstStyle/>
          <a:p>
            <a:pPr lvl="0" indent="0" algn="r" defTabSz="91444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pt-BR" sz="1067" spc="67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214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CIONAL &lt;APENAS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4FBE2A9-3F5B-0479-CAC1-BD2E292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11" name="Linha Superior">
            <a:extLst>
              <a:ext uri="{FF2B5EF4-FFF2-40B4-BE49-F238E27FC236}">
                <a16:creationId xmlns:a16="http://schemas.microsoft.com/office/drawing/2014/main" id="{563F8472-7751-BB52-822B-E0C72CCF925D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5DF40E90-D01C-44BA-D1DD-0BF5D3C4B7C8}"/>
              </a:ext>
            </a:extLst>
          </p:cNvPr>
          <p:cNvSpPr/>
          <p:nvPr userDrawn="1"/>
        </p:nvSpPr>
        <p:spPr>
          <a:xfrm>
            <a:off x="-4786009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0CB046B-5F9D-DDD7-0214-6C8443BEF60E}"/>
              </a:ext>
            </a:extLst>
          </p:cNvPr>
          <p:cNvSpPr/>
          <p:nvPr userDrawn="1"/>
        </p:nvSpPr>
        <p:spPr>
          <a:xfrm>
            <a:off x="12684868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6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CIONAL Serviços &lt;APENAS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Fundo Azul Claro" descr="Pássaro voando no céu&#10;&#10;Descrição gerada automaticamente com confiança média">
            <a:extLst>
              <a:ext uri="{FF2B5EF4-FFF2-40B4-BE49-F238E27FC236}">
                <a16:creationId xmlns:a16="http://schemas.microsoft.com/office/drawing/2014/main" id="{42DC824F-6714-042F-D1C4-5A5C72B70A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Logo A&amp;M Azul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A5AE6A0A-4373-D28E-5DF8-4DAF198C2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01A89BD-11E2-2050-9879-5BDF0307947A}"/>
              </a:ext>
            </a:extLst>
          </p:cNvPr>
          <p:cNvSpPr txBox="1"/>
          <p:nvPr userDrawn="1"/>
        </p:nvSpPr>
        <p:spPr>
          <a:xfrm>
            <a:off x="7514184" y="1024467"/>
            <a:ext cx="1014665" cy="293753"/>
          </a:xfrm>
          <a:prstGeom prst="roundRect">
            <a:avLst>
              <a:gd name="adj" fmla="val 50000"/>
            </a:avLst>
          </a:prstGeom>
          <a:solidFill>
            <a:srgbClr val="5E8AB4"/>
          </a:solidFill>
          <a:ln>
            <a:noFill/>
          </a:ln>
        </p:spPr>
        <p:txBody>
          <a:bodyPr wrap="square" lIns="0" tIns="12000" rIns="0" bIns="12000" rtlCol="0">
            <a:spAutoFit/>
          </a:bodyPr>
          <a:lstStyle/>
          <a:p>
            <a:pPr algn="ctr"/>
            <a:r>
              <a:rPr lang="pt-BR" sz="1200" spc="67">
                <a:solidFill>
                  <a:schemeClr val="bg1"/>
                </a:solidFill>
                <a:latin typeface="Arial Nova Cond" panose="020B0506020202020204" pitchFamily="34" charset="0"/>
              </a:rPr>
              <a:t>PRODUTOS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BE59CC37-074E-D74E-123E-D9C85A1081A3}"/>
              </a:ext>
            </a:extLst>
          </p:cNvPr>
          <p:cNvCxnSpPr>
            <a:cxnSpLocks/>
          </p:cNvCxnSpPr>
          <p:nvPr userDrawn="1"/>
        </p:nvCxnSpPr>
        <p:spPr>
          <a:xfrm flipH="1">
            <a:off x="221393" y="5052483"/>
            <a:ext cx="68796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A15B9070-B71F-215C-E084-849C231BD47B}"/>
              </a:ext>
            </a:extLst>
          </p:cNvPr>
          <p:cNvCxnSpPr>
            <a:cxnSpLocks/>
          </p:cNvCxnSpPr>
          <p:nvPr userDrawn="1"/>
        </p:nvCxnSpPr>
        <p:spPr>
          <a:xfrm>
            <a:off x="7307600" y="1024467"/>
            <a:ext cx="0" cy="54726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spaço Reservado para Texto 45">
            <a:extLst>
              <a:ext uri="{FF2B5EF4-FFF2-40B4-BE49-F238E27FC236}">
                <a16:creationId xmlns:a16="http://schemas.microsoft.com/office/drawing/2014/main" id="{3B5D04B6-10B8-7329-3B5B-5D47ED8D15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14184" y="1449982"/>
            <a:ext cx="2097600" cy="5047006"/>
          </a:xfrm>
        </p:spPr>
        <p:txBody>
          <a:bodyPr anchor="t">
            <a:noAutofit/>
          </a:bodyPr>
          <a:lstStyle>
            <a:lvl1pPr algn="l" defTabSz="914446" rtl="0" eaLnBrk="1" latinLnBrk="0" hangingPunct="1">
              <a:lnSpc>
                <a:spcPct val="110000"/>
              </a:lnSpc>
              <a:spcBef>
                <a:spcPts val="1333"/>
              </a:spcBef>
              <a:buFont typeface="Arial" panose="020B0604020202020204" pitchFamily="34" charset="0"/>
              <a:defRPr lang="pt-BR" sz="12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7" name="Espaço Reservado para Texto 45">
            <a:extLst>
              <a:ext uri="{FF2B5EF4-FFF2-40B4-BE49-F238E27FC236}">
                <a16:creationId xmlns:a16="http://schemas.microsoft.com/office/drawing/2014/main" id="{B05FEDD3-AAE5-FA68-6CC0-BBE1521044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53085" y="1449766"/>
            <a:ext cx="2097600" cy="5047006"/>
          </a:xfrm>
        </p:spPr>
        <p:txBody>
          <a:bodyPr anchor="t">
            <a:noAutofit/>
          </a:bodyPr>
          <a:lstStyle>
            <a:lvl1pPr algn="l" defTabSz="914446" rtl="0" eaLnBrk="1" latinLnBrk="0" hangingPunct="1">
              <a:lnSpc>
                <a:spcPct val="110000"/>
              </a:lnSpc>
              <a:spcBef>
                <a:spcPts val="1333"/>
              </a:spcBef>
              <a:buFont typeface="Arial" panose="020B0604020202020204" pitchFamily="34" charset="0"/>
              <a:defRPr lang="pt-BR" sz="12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70A1EFF7-F54B-AA37-2C27-89CC54E3FA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0909" y="2443568"/>
            <a:ext cx="3366913" cy="2490041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dirty="0"/>
            </a:lvl1pPr>
            <a:lvl5pPr>
              <a:buClr>
                <a:srgbClr val="5E8AB4"/>
              </a:buClr>
              <a:defRPr/>
            </a:lvl5pPr>
            <a:lvl6pPr>
              <a:buClr>
                <a:srgbClr val="5E8AB4"/>
              </a:buClr>
              <a:defRPr/>
            </a:lvl6pPr>
            <a:lvl7pPr>
              <a:buClr>
                <a:srgbClr val="5E8AB4"/>
              </a:buClr>
              <a:defRPr/>
            </a:lvl7pPr>
            <a:lvl8pPr>
              <a:buClr>
                <a:srgbClr val="BFD0E1"/>
              </a:buClr>
              <a:defRPr/>
            </a:lvl8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r>
              <a:rPr lang="pt-BR"/>
              <a:t>Primeiro nível</a:t>
            </a:r>
          </a:p>
          <a:p>
            <a:pPr lvl="1"/>
            <a:r>
              <a:rPr lang="pt-BR"/>
              <a:t>Segundo nível</a:t>
            </a:r>
          </a:p>
          <a:p>
            <a:pPr marL="912046" lvl="4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spcAft>
                <a:spcPts val="400"/>
              </a:spcAft>
              <a:buClr>
                <a:schemeClr val="tx2"/>
              </a:buClr>
              <a:buChar char="•"/>
            </a:pPr>
            <a:r>
              <a:rPr lang="pt-BR"/>
              <a:t>Quarto nível</a:t>
            </a:r>
          </a:p>
          <a:p>
            <a:pPr marL="1392070" lvl="6" indent="-304815">
              <a:spcAft>
                <a:spcPts val="400"/>
              </a:spcAft>
              <a:buClr>
                <a:schemeClr val="tx2"/>
              </a:buClr>
              <a:buChar char="•"/>
            </a:pPr>
            <a:r>
              <a:rPr lang="pt-BR"/>
              <a:t>Quinto nível</a:t>
            </a:r>
          </a:p>
          <a:p>
            <a:pPr marL="1584079" lvl="7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Char char="•"/>
            </a:pPr>
            <a:r>
              <a:rPr lang="pt-BR"/>
              <a:t>Sexto nível</a:t>
            </a:r>
          </a:p>
        </p:txBody>
      </p:sp>
      <p:sp>
        <p:nvSpPr>
          <p:cNvPr id="51" name="Espaço Reservado para Texto 50">
            <a:extLst>
              <a:ext uri="{FF2B5EF4-FFF2-40B4-BE49-F238E27FC236}">
                <a16:creationId xmlns:a16="http://schemas.microsoft.com/office/drawing/2014/main" id="{6F4ED2B5-8E17-4EF4-5A2A-34418400B7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7066" y="5211377"/>
            <a:ext cx="1612800" cy="637226"/>
          </a:xfrm>
        </p:spPr>
        <p:txBody>
          <a:bodyPr anchor="t">
            <a:spAutoFit/>
          </a:bodyPr>
          <a:lstStyle>
            <a:lvl1pPr>
              <a:defRPr sz="2000" b="1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sz="1600">
                <a:latin typeface="Arial Nova Light" panose="020B0304020202020204" pitchFamily="34" charset="0"/>
              </a:defRPr>
            </a:lvl2pPr>
            <a:lvl3pPr>
              <a:defRPr sz="1600">
                <a:latin typeface="Arial Nova Light" panose="020B0304020202020204" pitchFamily="34" charset="0"/>
              </a:defRPr>
            </a:lvl3pPr>
            <a:lvl4pPr>
              <a:defRPr sz="1600"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Editar texto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55" name="Espaço Reservado para Texto 50">
            <a:extLst>
              <a:ext uri="{FF2B5EF4-FFF2-40B4-BE49-F238E27FC236}">
                <a16:creationId xmlns:a16="http://schemas.microsoft.com/office/drawing/2014/main" id="{CC09B505-7690-F3FF-9F4C-DD94CCE369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5024" y="5211377"/>
            <a:ext cx="1612800" cy="637226"/>
          </a:xfrm>
        </p:spPr>
        <p:txBody>
          <a:bodyPr anchor="t">
            <a:spAutoFit/>
          </a:bodyPr>
          <a:lstStyle>
            <a:lvl1pPr>
              <a:defRPr sz="2000" b="1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sz="1600">
                <a:latin typeface="Arial Nova Light" panose="020B0304020202020204" pitchFamily="34" charset="0"/>
              </a:defRPr>
            </a:lvl2pPr>
            <a:lvl3pPr>
              <a:defRPr sz="1600">
                <a:latin typeface="Arial Nova Light" panose="020B0304020202020204" pitchFamily="34" charset="0"/>
              </a:defRPr>
            </a:lvl3pPr>
            <a:lvl4pPr>
              <a:defRPr sz="1600"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Editar texto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56" name="Espaço Reservado para Texto 50">
            <a:extLst>
              <a:ext uri="{FF2B5EF4-FFF2-40B4-BE49-F238E27FC236}">
                <a16:creationId xmlns:a16="http://schemas.microsoft.com/office/drawing/2014/main" id="{CA141B18-FDF4-7B9F-0F95-27EB82191F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52982" y="5211377"/>
            <a:ext cx="1612800" cy="637226"/>
          </a:xfrm>
        </p:spPr>
        <p:txBody>
          <a:bodyPr anchor="t">
            <a:spAutoFit/>
          </a:bodyPr>
          <a:lstStyle>
            <a:lvl1pPr>
              <a:defRPr sz="2000" b="1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sz="1600">
                <a:latin typeface="Arial Nova Light" panose="020B0304020202020204" pitchFamily="34" charset="0"/>
              </a:defRPr>
            </a:lvl2pPr>
            <a:lvl3pPr>
              <a:defRPr sz="1600">
                <a:latin typeface="Arial Nova Light" panose="020B0304020202020204" pitchFamily="34" charset="0"/>
              </a:defRPr>
            </a:lvl3pPr>
            <a:lvl4pPr>
              <a:defRPr sz="1600"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Editar texto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57" name="Espaço Reservado para Texto 50">
            <a:extLst>
              <a:ext uri="{FF2B5EF4-FFF2-40B4-BE49-F238E27FC236}">
                <a16:creationId xmlns:a16="http://schemas.microsoft.com/office/drawing/2014/main" id="{5CCD794E-5533-7E27-156E-76D08163B1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10940" y="5211377"/>
            <a:ext cx="1612800" cy="637226"/>
          </a:xfrm>
        </p:spPr>
        <p:txBody>
          <a:bodyPr anchor="t">
            <a:spAutoFit/>
          </a:bodyPr>
          <a:lstStyle>
            <a:lvl1pPr>
              <a:defRPr sz="2000" b="1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sz="1600">
                <a:latin typeface="Arial Nova Light" panose="020B0304020202020204" pitchFamily="34" charset="0"/>
              </a:defRPr>
            </a:lvl2pPr>
            <a:lvl3pPr>
              <a:defRPr sz="1600">
                <a:latin typeface="Arial Nova Light" panose="020B0304020202020204" pitchFamily="34" charset="0"/>
              </a:defRPr>
            </a:lvl3pPr>
            <a:lvl4pPr>
              <a:defRPr sz="1600"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Editar texto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81BA63-B0F9-6F44-DE80-426319284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828" y="1026325"/>
            <a:ext cx="5777170" cy="1193899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pt-BR" sz="4000" dirty="0"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N</a:t>
            </a:r>
            <a:r>
              <a:rPr lang="pt-BR" err="1"/>
              <a:t>ome</a:t>
            </a:r>
            <a:r>
              <a:rPr lang="pt-BR"/>
              <a:t> da </a:t>
            </a:r>
            <a:br>
              <a:rPr lang="pt-BR"/>
            </a:br>
            <a:r>
              <a:rPr lang="pt-BR"/>
              <a:t>competência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EAA290E-47EF-E3DD-898B-0D8DB69F72FE}"/>
              </a:ext>
            </a:extLst>
          </p:cNvPr>
          <p:cNvSpPr/>
          <p:nvPr userDrawn="1"/>
        </p:nvSpPr>
        <p:spPr>
          <a:xfrm>
            <a:off x="-4786009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76A22A0-6B05-C6C1-44C4-8FA252A5A844}"/>
              </a:ext>
            </a:extLst>
          </p:cNvPr>
          <p:cNvSpPr/>
          <p:nvPr userDrawn="1"/>
        </p:nvSpPr>
        <p:spPr>
          <a:xfrm>
            <a:off x="12684868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12601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14F0A99-20DB-BB01-888A-0421F86A51B6}"/>
              </a:ext>
            </a:extLst>
          </p:cNvPr>
          <p:cNvSpPr/>
          <p:nvPr userDrawn="1"/>
        </p:nvSpPr>
        <p:spPr>
          <a:xfrm>
            <a:off x="7899575" y="4809319"/>
            <a:ext cx="1747991" cy="848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/>
          </a:p>
        </p:txBody>
      </p:sp>
      <p:pic>
        <p:nvPicPr>
          <p:cNvPr id="2" name="Imagem 1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18ACCB0-152E-DDFF-3466-CCB5887F77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8488989" y="5233329"/>
            <a:ext cx="1028742" cy="119639"/>
          </a:xfrm>
          <a:prstGeom prst="rect">
            <a:avLst/>
          </a:prstGeom>
        </p:spPr>
      </p:pic>
      <p:pic>
        <p:nvPicPr>
          <p:cNvPr id="3" name="Picture 2" descr="EDP Espírito Santo - Wikiwand">
            <a:extLst>
              <a:ext uri="{FF2B5EF4-FFF2-40B4-BE49-F238E27FC236}">
                <a16:creationId xmlns:a16="http://schemas.microsoft.com/office/drawing/2014/main" id="{519A4731-ECC1-DA09-C19B-5B673D244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482" y="5211998"/>
            <a:ext cx="338389" cy="12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8B5B4F7-699C-22E2-A351-E613A1B190CC}"/>
              </a:ext>
            </a:extLst>
          </p:cNvPr>
          <p:cNvSpPr txBox="1"/>
          <p:nvPr userDrawn="1"/>
        </p:nvSpPr>
        <p:spPr>
          <a:xfrm>
            <a:off x="8844074" y="5035645"/>
            <a:ext cx="731290" cy="204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9">
                <a:solidFill>
                  <a:schemeClr val="bg1">
                    <a:lumMod val="65000"/>
                  </a:schemeClr>
                </a:solidFill>
              </a:rPr>
              <a:t>Supported By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18BECAF-97F3-F7C5-516F-FE09DB7F102A}"/>
              </a:ext>
            </a:extLst>
          </p:cNvPr>
          <p:cNvCxnSpPr>
            <a:cxnSpLocks/>
          </p:cNvCxnSpPr>
          <p:nvPr userDrawn="1"/>
        </p:nvCxnSpPr>
        <p:spPr>
          <a:xfrm>
            <a:off x="8441367" y="5196121"/>
            <a:ext cx="0" cy="131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92708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36837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29605"/>
            <a:ext cx="10116659" cy="20095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743330"/>
            <a:ext cx="11254186" cy="2678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618414"/>
            <a:ext cx="10119558" cy="1108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1166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ção+Título+Texto Supeior+Rodapé+Logo+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aixa de destaque 3">
            <a:extLst>
              <a:ext uri="{FF2B5EF4-FFF2-40B4-BE49-F238E27FC236}">
                <a16:creationId xmlns:a16="http://schemas.microsoft.com/office/drawing/2014/main" id="{D6547D5B-6BE9-5398-B423-50718960C8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7" name="Caixa de destaque 2">
            <a:extLst>
              <a:ext uri="{FF2B5EF4-FFF2-40B4-BE49-F238E27FC236}">
                <a16:creationId xmlns:a16="http://schemas.microsoft.com/office/drawing/2014/main" id="{5A250C36-0D6C-3ABF-7244-15D1052D8B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8" name="Caixa de destaque 1">
            <a:extLst>
              <a:ext uri="{FF2B5EF4-FFF2-40B4-BE49-F238E27FC236}">
                <a16:creationId xmlns:a16="http://schemas.microsoft.com/office/drawing/2014/main" id="{27E704A1-CA32-D20A-3C3A-6572E10D5F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9" name="Legendas">
            <a:extLst>
              <a:ext uri="{FF2B5EF4-FFF2-40B4-BE49-F238E27FC236}">
                <a16:creationId xmlns:a16="http://schemas.microsoft.com/office/drawing/2014/main" id="{BD8CF5E1-0DD2-EBEE-9607-736C84BEC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70" name="16pt legendas">
            <a:extLst>
              <a:ext uri="{FF2B5EF4-FFF2-40B4-BE49-F238E27FC236}">
                <a16:creationId xmlns:a16="http://schemas.microsoft.com/office/drawing/2014/main" id="{3108C31F-2A2C-9EDE-FF90-E715E2F0CB3B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1" name="Títulos legendas">
            <a:extLst>
              <a:ext uri="{FF2B5EF4-FFF2-40B4-BE49-F238E27FC236}">
                <a16:creationId xmlns:a16="http://schemas.microsoft.com/office/drawing/2014/main" id="{8E16FA06-32ED-2AD6-9CED-AC6D655B0C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72" name="20pt legenda">
            <a:extLst>
              <a:ext uri="{FF2B5EF4-FFF2-40B4-BE49-F238E27FC236}">
                <a16:creationId xmlns:a16="http://schemas.microsoft.com/office/drawing/2014/main" id="{3510885A-2E29-11DC-6A06-AEBF60365360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3" name="Textos terciários">
            <a:extLst>
              <a:ext uri="{FF2B5EF4-FFF2-40B4-BE49-F238E27FC236}">
                <a16:creationId xmlns:a16="http://schemas.microsoft.com/office/drawing/2014/main" id="{50BA013C-9B76-BE82-721C-FE2AF17FF8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4" name="14pt">
            <a:extLst>
              <a:ext uri="{FF2B5EF4-FFF2-40B4-BE49-F238E27FC236}">
                <a16:creationId xmlns:a16="http://schemas.microsoft.com/office/drawing/2014/main" id="{2122C570-B394-3817-9BB4-FCC56432B34B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5" name="Textos secundários">
            <a:extLst>
              <a:ext uri="{FF2B5EF4-FFF2-40B4-BE49-F238E27FC236}">
                <a16:creationId xmlns:a16="http://schemas.microsoft.com/office/drawing/2014/main" id="{ED1BD6E5-A61A-0347-1115-2FDBABC697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6" name="16pt">
            <a:extLst>
              <a:ext uri="{FF2B5EF4-FFF2-40B4-BE49-F238E27FC236}">
                <a16:creationId xmlns:a16="http://schemas.microsoft.com/office/drawing/2014/main" id="{B81FF2F4-C35C-E412-3439-59C9662FFC7E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7" name="Textos primários">
            <a:extLst>
              <a:ext uri="{FF2B5EF4-FFF2-40B4-BE49-F238E27FC236}">
                <a16:creationId xmlns:a16="http://schemas.microsoft.com/office/drawing/2014/main" id="{846B5C53-30DD-21CA-B931-A824F99EB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8" name="20pt">
            <a:extLst>
              <a:ext uri="{FF2B5EF4-FFF2-40B4-BE49-F238E27FC236}">
                <a16:creationId xmlns:a16="http://schemas.microsoft.com/office/drawing/2014/main" id="{ADCF5062-355C-93EE-4D51-11B518C79CA4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9" name="Títulos longos">
            <a:extLst>
              <a:ext uri="{FF2B5EF4-FFF2-40B4-BE49-F238E27FC236}">
                <a16:creationId xmlns:a16="http://schemas.microsoft.com/office/drawing/2014/main" id="{A8A59283-B10B-84CB-80AD-5C8530493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80" name="40pt">
            <a:extLst>
              <a:ext uri="{FF2B5EF4-FFF2-40B4-BE49-F238E27FC236}">
                <a16:creationId xmlns:a16="http://schemas.microsoft.com/office/drawing/2014/main" id="{A72056D6-F373-1AA9-6D7A-62F298FB708D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81" name="Titulos curtos">
            <a:extLst>
              <a:ext uri="{FF2B5EF4-FFF2-40B4-BE49-F238E27FC236}">
                <a16:creationId xmlns:a16="http://schemas.microsoft.com/office/drawing/2014/main" id="{CFC3ACF1-5D1D-FEB9-AFDF-2934892448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82" name="60pt">
            <a:extLst>
              <a:ext uri="{FF2B5EF4-FFF2-40B4-BE49-F238E27FC236}">
                <a16:creationId xmlns:a16="http://schemas.microsoft.com/office/drawing/2014/main" id="{62C05A82-A437-4464-8AD1-B57B92A94FB2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5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632DB07F-0488-1AB4-6870-7BB544153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26" name="Linha Superior">
            <a:extLst>
              <a:ext uri="{FF2B5EF4-FFF2-40B4-BE49-F238E27FC236}">
                <a16:creationId xmlns:a16="http://schemas.microsoft.com/office/drawing/2014/main" id="{8860A742-8E36-B911-F725-6E88E0FD191F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onte das informações">
            <a:extLst>
              <a:ext uri="{FF2B5EF4-FFF2-40B4-BE49-F238E27FC236}">
                <a16:creationId xmlns:a16="http://schemas.microsoft.com/office/drawing/2014/main" id="{ACFEC2BB-B253-8CCD-935D-E8B2101FD8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46" name="Texto principal">
            <a:extLst>
              <a:ext uri="{FF2B5EF4-FFF2-40B4-BE49-F238E27FC236}">
                <a16:creationId xmlns:a16="http://schemas.microsoft.com/office/drawing/2014/main" id="{077FF7E5-C3D5-A5FE-326D-76206E9B7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684" y="1039200"/>
            <a:ext cx="4314599" cy="283680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lang="pt-BR" dirty="0" smtClean="0"/>
            </a:lvl1pPr>
            <a:lvl2pPr>
              <a:lnSpc>
                <a:spcPct val="120000"/>
              </a:lnSpc>
              <a:spcAft>
                <a:spcPts val="0"/>
              </a:spcAft>
              <a:defRPr lang="pt-BR" dirty="0" smtClean="0"/>
            </a:lvl2pPr>
            <a:lvl5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5pPr>
            <a:lvl6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6pPr>
            <a:lvl7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7pPr>
            <a:lvl8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 smtClean="0"/>
            </a:lvl8pPr>
            <a:lvl9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/>
            </a:lvl9pPr>
          </a:lstStyle>
          <a:p>
            <a:pPr lvl="0">
              <a:spcAft>
                <a:spcPts val="0"/>
              </a:spcAft>
            </a:pPr>
            <a:r>
              <a:rPr lang="pt-BR"/>
              <a:t>Clique para editar os estilos de texto Mestres</a:t>
            </a:r>
          </a:p>
          <a:p>
            <a:pPr lvl="0">
              <a:spcAft>
                <a:spcPts val="0"/>
              </a:spcAft>
            </a:pPr>
            <a:r>
              <a:rPr lang="pt-BR"/>
              <a:t>Primeiro nível</a:t>
            </a:r>
          </a:p>
          <a:p>
            <a:pPr marL="0" lvl="1" indent="0">
              <a:spcAft>
                <a:spcPts val="0"/>
              </a:spcAft>
              <a:buNone/>
            </a:pPr>
            <a:r>
              <a:rPr lang="pt-BR"/>
              <a:t>Segundo nível</a:t>
            </a:r>
          </a:p>
          <a:p>
            <a:pPr marL="912046" lvl="4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Quarto nível</a:t>
            </a:r>
          </a:p>
          <a:p>
            <a:pPr marL="1392070" lvl="6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Quinto nível</a:t>
            </a:r>
          </a:p>
          <a:p>
            <a:pPr marL="1584079" lvl="7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Sexto nível</a:t>
            </a:r>
          </a:p>
          <a:p>
            <a:pPr marL="1800090" lvl="8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Sétimo nível</a:t>
            </a:r>
          </a:p>
        </p:txBody>
      </p:sp>
      <p:sp>
        <p:nvSpPr>
          <p:cNvPr id="47" name="Título da Seção">
            <a:extLst>
              <a:ext uri="{FF2B5EF4-FFF2-40B4-BE49-F238E27FC236}">
                <a16:creationId xmlns:a16="http://schemas.microsoft.com/office/drawing/2014/main" id="{1C0FF19C-0F98-CF84-A393-10EB2D1C76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48" name="Título">
            <a:extLst>
              <a:ext uri="{FF2B5EF4-FFF2-40B4-BE49-F238E27FC236}">
                <a16:creationId xmlns:a16="http://schemas.microsoft.com/office/drawing/2014/main" id="{7C7BD260-73AE-4B73-2D79-DD46FB8D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03395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08E721-F3D6-CFD5-CBC2-1FBF3039A1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7459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08E721-F3D6-CFD5-CBC2-1FBF3039A1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47184290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D30B995-D4CB-CC3D-D024-8DC832DEF1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116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30B995-D4CB-CC3D-D024-8DC832DEF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2 linhas - Título de 2 linhas - Título de 2 linhas - Título de 2 linhas - Título de 2 linhas - Título de 2 linhas - Título de 2 linhas - Título de 2 linhas - Título de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44584666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D30B995-D4CB-CC3D-D024-8DC832DEF1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81705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30B995-D4CB-CC3D-D024-8DC832DEF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tângulo 22">
            <a:extLst>
              <a:ext uri="{FF2B5EF4-FFF2-40B4-BE49-F238E27FC236}">
                <a16:creationId xmlns:a16="http://schemas.microsoft.com/office/drawing/2014/main" id="{57FF1235-C2B7-46A0-1220-ADC295FCEC39}"/>
              </a:ext>
            </a:extLst>
          </p:cNvPr>
          <p:cNvSpPr/>
          <p:nvPr userDrawn="1"/>
        </p:nvSpPr>
        <p:spPr>
          <a:xfrm>
            <a:off x="-63068" y="977545"/>
            <a:ext cx="12420297" cy="540420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4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linha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961FAE5E-FFF9-33C2-58CD-13B0351970F8}"/>
              </a:ext>
            </a:extLst>
          </p:cNvPr>
          <p:cNvSpPr txBox="1">
            <a:spLocks/>
          </p:cNvSpPr>
          <p:nvPr userDrawn="1"/>
        </p:nvSpPr>
        <p:spPr>
          <a:xfrm>
            <a:off x="470788" y="1062202"/>
            <a:ext cx="5555517" cy="3179599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accent4"/>
                </a:solidFill>
              </a:rPr>
              <a:t>Destaques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C31BDD3-6AB9-9527-1DE8-426F3A064D60}"/>
              </a:ext>
            </a:extLst>
          </p:cNvPr>
          <p:cNvSpPr txBox="1">
            <a:spLocks/>
          </p:cNvSpPr>
          <p:nvPr userDrawn="1"/>
        </p:nvSpPr>
        <p:spPr>
          <a:xfrm>
            <a:off x="6523942" y="1062202"/>
            <a:ext cx="5392675" cy="2150900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accent4"/>
                </a:solidFill>
              </a:rPr>
              <a:t>Curva de Captura (R$ MM)</a:t>
            </a:r>
            <a:endParaRPr lang="pt-BR" sz="1400" b="1">
              <a:solidFill>
                <a:schemeClr val="accent4"/>
              </a:solidFill>
              <a:highlight>
                <a:srgbClr val="FFFF00"/>
              </a:highlight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254DAE2-B092-6A20-E376-0FD0DDC47C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6791" y="1360320"/>
            <a:ext cx="5313496" cy="2284580"/>
          </a:xfrm>
          <a:prstGeom prst="rect">
            <a:avLst/>
          </a:prstGeom>
        </p:spPr>
        <p:txBody>
          <a:bodyPr lIns="0" tIns="0" rIns="0" bIns="0" anchor="t"/>
          <a:lstStyle>
            <a:lvl1pPr marL="171436" marR="0" indent="-171436" algn="l" defTabSz="914324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pt-BR" sz="14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48B4CB2-7CB7-CD57-7319-AD56FC4CEACB}"/>
              </a:ext>
            </a:extLst>
          </p:cNvPr>
          <p:cNvGrpSpPr/>
          <p:nvPr userDrawn="1"/>
        </p:nvGrpSpPr>
        <p:grpSpPr>
          <a:xfrm>
            <a:off x="8819346" y="6507857"/>
            <a:ext cx="2830640" cy="132596"/>
            <a:chOff x="8821823" y="554838"/>
            <a:chExt cx="2831009" cy="1325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CD92464-28DB-9592-CEBF-28A3763C4E68}"/>
                </a:ext>
              </a:extLst>
            </p:cNvPr>
            <p:cNvGrpSpPr/>
            <p:nvPr/>
          </p:nvGrpSpPr>
          <p:grpSpPr>
            <a:xfrm>
              <a:off x="9530737" y="554838"/>
              <a:ext cx="800014" cy="132596"/>
              <a:chOff x="3984149" y="5952898"/>
              <a:chExt cx="800014" cy="132596"/>
            </a:xfrm>
          </p:grpSpPr>
          <p:pic>
            <p:nvPicPr>
              <p:cNvPr id="51" name="Gráfico 45" descr="Bolas de Harvey 100% com preenchimento sólido">
                <a:extLst>
                  <a:ext uri="{FF2B5EF4-FFF2-40B4-BE49-F238E27FC236}">
                    <a16:creationId xmlns:a16="http://schemas.microsoft.com/office/drawing/2014/main" id="{1484D51A-7515-7D92-7482-6272D2DE3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984149" y="5952898"/>
                <a:ext cx="130538" cy="130538"/>
              </a:xfrm>
              <a:prstGeom prst="rect">
                <a:avLst/>
              </a:prstGeom>
            </p:spPr>
          </p:pic>
          <p:sp>
            <p:nvSpPr>
              <p:cNvPr id="52" name="CaixaDeTexto 46">
                <a:extLst>
                  <a:ext uri="{FF2B5EF4-FFF2-40B4-BE49-F238E27FC236}">
                    <a16:creationId xmlns:a16="http://schemas.microsoft.com/office/drawing/2014/main" id="{4B88798F-9B09-94FD-EEB3-991EE0B107CD}"/>
                  </a:ext>
                </a:extLst>
              </p:cNvPr>
              <p:cNvSpPr txBox="1"/>
              <p:nvPr/>
            </p:nvSpPr>
            <p:spPr>
              <a:xfrm>
                <a:off x="4121029" y="5962383"/>
                <a:ext cx="663134" cy="12311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defTabSz="945451">
                  <a:buClrTx/>
                  <a:defRPr/>
                </a:pPr>
                <a:r>
                  <a:rPr lang="pt-BR" sz="800">
                    <a:solidFill>
                      <a:srgbClr val="767171"/>
                    </a:solidFill>
                    <a:latin typeface="Arial Nova Cond" panose="020B0506020202020204" pitchFamily="34" charset="0"/>
                    <a:ea typeface="+mn-ea"/>
                    <a:cs typeface="+mn-cs"/>
                  </a:rPr>
                  <a:t>OK 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9833505-6FDC-D41C-D728-36F4D9249C1B}"/>
                </a:ext>
              </a:extLst>
            </p:cNvPr>
            <p:cNvGrpSpPr/>
            <p:nvPr/>
          </p:nvGrpSpPr>
          <p:grpSpPr>
            <a:xfrm>
              <a:off x="10935710" y="554838"/>
              <a:ext cx="717122" cy="132596"/>
              <a:chOff x="3984149" y="6097721"/>
              <a:chExt cx="717122" cy="132596"/>
            </a:xfrm>
          </p:grpSpPr>
          <p:pic>
            <p:nvPicPr>
              <p:cNvPr id="49" name="Gráfico 48" descr="Bolas de Harvey 100% com preenchimento sólido">
                <a:extLst>
                  <a:ext uri="{FF2B5EF4-FFF2-40B4-BE49-F238E27FC236}">
                    <a16:creationId xmlns:a16="http://schemas.microsoft.com/office/drawing/2014/main" id="{E7FDE35F-53DF-7727-D275-026365E24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984149" y="6097721"/>
                <a:ext cx="130538" cy="130538"/>
              </a:xfrm>
              <a:prstGeom prst="rect">
                <a:avLst/>
              </a:prstGeom>
            </p:spPr>
          </p:pic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DC3AEB5D-032D-6E7F-8D64-716C32F68D27}"/>
                  </a:ext>
                </a:extLst>
              </p:cNvPr>
              <p:cNvSpPr txBox="1"/>
              <p:nvPr/>
            </p:nvSpPr>
            <p:spPr>
              <a:xfrm>
                <a:off x="4121029" y="6107206"/>
                <a:ext cx="580242" cy="12311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defTabSz="945451">
                  <a:buClrTx/>
                  <a:defRPr/>
                </a:pPr>
                <a:r>
                  <a:rPr lang="pt-BR" sz="800">
                    <a:solidFill>
                      <a:srgbClr val="767171"/>
                    </a:solidFill>
                    <a:latin typeface="Arial Nova Cond" panose="020B0506020202020204" pitchFamily="34" charset="0"/>
                    <a:ea typeface="+mn-ea"/>
                    <a:cs typeface="+mn-cs"/>
                  </a:rPr>
                  <a:t>Concluído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90D532-7079-AAF6-E1CD-7E83A20C8480}"/>
                </a:ext>
              </a:extLst>
            </p:cNvPr>
            <p:cNvGrpSpPr/>
            <p:nvPr/>
          </p:nvGrpSpPr>
          <p:grpSpPr>
            <a:xfrm>
              <a:off x="9896570" y="554838"/>
              <a:ext cx="991849" cy="132596"/>
              <a:chOff x="4642266" y="5962382"/>
              <a:chExt cx="991849" cy="132596"/>
            </a:xfrm>
          </p:grpSpPr>
          <p:pic>
            <p:nvPicPr>
              <p:cNvPr id="47" name="Gráfico 51" descr="Bolas de Harvey 100% com preenchimento sólido">
                <a:extLst>
                  <a:ext uri="{FF2B5EF4-FFF2-40B4-BE49-F238E27FC236}">
                    <a16:creationId xmlns:a16="http://schemas.microsoft.com/office/drawing/2014/main" id="{A44085DF-0CAB-62EA-270A-2B551B384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642266" y="5962382"/>
                <a:ext cx="130538" cy="130538"/>
              </a:xfrm>
              <a:prstGeom prst="rect">
                <a:avLst/>
              </a:prstGeom>
            </p:spPr>
          </p:pic>
          <p:sp>
            <p:nvSpPr>
              <p:cNvPr id="48" name="CaixaDeTexto 52">
                <a:extLst>
                  <a:ext uri="{FF2B5EF4-FFF2-40B4-BE49-F238E27FC236}">
                    <a16:creationId xmlns:a16="http://schemas.microsoft.com/office/drawing/2014/main" id="{A1446878-C84E-B7A0-141D-A52D13FC5F9C}"/>
                  </a:ext>
                </a:extLst>
              </p:cNvPr>
              <p:cNvSpPr txBox="1"/>
              <p:nvPr/>
            </p:nvSpPr>
            <p:spPr>
              <a:xfrm>
                <a:off x="4784163" y="5971867"/>
                <a:ext cx="849952" cy="12311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defTabSz="945451">
                  <a:buClrTx/>
                  <a:defRPr/>
                </a:pPr>
                <a:r>
                  <a:rPr lang="pt-BR" sz="800">
                    <a:solidFill>
                      <a:srgbClr val="767171"/>
                    </a:solidFill>
                    <a:latin typeface="Arial Nova Cond" panose="020B0506020202020204" pitchFamily="34" charset="0"/>
                  </a:rPr>
                  <a:t>Atenção</a:t>
                </a:r>
                <a:endParaRPr lang="pt-BR" sz="800">
                  <a:solidFill>
                    <a:srgbClr val="767171"/>
                  </a:solidFill>
                  <a:latin typeface="Arial Nova Cond" panose="020B0506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2F4B59A-ABBB-C40F-F262-2B5CEA330191}"/>
                </a:ext>
              </a:extLst>
            </p:cNvPr>
            <p:cNvGrpSpPr/>
            <p:nvPr/>
          </p:nvGrpSpPr>
          <p:grpSpPr>
            <a:xfrm>
              <a:off x="10445771" y="554838"/>
              <a:ext cx="991849" cy="132596"/>
              <a:chOff x="4642266" y="5962382"/>
              <a:chExt cx="991849" cy="132596"/>
            </a:xfrm>
          </p:grpSpPr>
          <p:pic>
            <p:nvPicPr>
              <p:cNvPr id="45" name="Gráfico 51" descr="Bolas de Harvey 100% com preenchimento sólido">
                <a:extLst>
                  <a:ext uri="{FF2B5EF4-FFF2-40B4-BE49-F238E27FC236}">
                    <a16:creationId xmlns:a16="http://schemas.microsoft.com/office/drawing/2014/main" id="{F6E58FC4-8447-82E3-986B-B3BCB552BA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642266" y="5962382"/>
                <a:ext cx="130538" cy="130538"/>
              </a:xfrm>
              <a:prstGeom prst="rect">
                <a:avLst/>
              </a:prstGeom>
            </p:spPr>
          </p:pic>
          <p:sp>
            <p:nvSpPr>
              <p:cNvPr id="46" name="CaixaDeTexto 52">
                <a:extLst>
                  <a:ext uri="{FF2B5EF4-FFF2-40B4-BE49-F238E27FC236}">
                    <a16:creationId xmlns:a16="http://schemas.microsoft.com/office/drawing/2014/main" id="{93B1AA14-81B1-794E-EFA9-4BD72D4B9234}"/>
                  </a:ext>
                </a:extLst>
              </p:cNvPr>
              <p:cNvSpPr txBox="1"/>
              <p:nvPr/>
            </p:nvSpPr>
            <p:spPr>
              <a:xfrm>
                <a:off x="4784163" y="5971867"/>
                <a:ext cx="849952" cy="12311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defTabSz="945451">
                  <a:buClrTx/>
                  <a:defRPr/>
                </a:pPr>
                <a:r>
                  <a:rPr lang="pt-BR" sz="800">
                    <a:solidFill>
                      <a:srgbClr val="767171"/>
                    </a:solidFill>
                    <a:latin typeface="Arial Nova Cond" panose="020B0506020202020204" pitchFamily="34" charset="0"/>
                  </a:rPr>
                  <a:t>Crítico</a:t>
                </a:r>
                <a:endParaRPr lang="pt-BR" sz="800">
                  <a:solidFill>
                    <a:srgbClr val="767171"/>
                  </a:solidFill>
                  <a:latin typeface="Arial Nova Cond" panose="020B0506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39C69BE-2DF1-E6C4-F217-4D130BD0E59C}"/>
                </a:ext>
              </a:extLst>
            </p:cNvPr>
            <p:cNvGrpSpPr/>
            <p:nvPr/>
          </p:nvGrpSpPr>
          <p:grpSpPr>
            <a:xfrm>
              <a:off x="8821823" y="554838"/>
              <a:ext cx="800014" cy="132596"/>
              <a:chOff x="3984149" y="5952898"/>
              <a:chExt cx="800014" cy="132596"/>
            </a:xfrm>
          </p:grpSpPr>
          <p:pic>
            <p:nvPicPr>
              <p:cNvPr id="42" name="Gráfico 45" descr="Bolas de Harvey 100% com preenchimento sólido">
                <a:extLst>
                  <a:ext uri="{FF2B5EF4-FFF2-40B4-BE49-F238E27FC236}">
                    <a16:creationId xmlns:a16="http://schemas.microsoft.com/office/drawing/2014/main" id="{28BD139F-60A0-B1A7-E1BE-8F761E561A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984149" y="5952898"/>
                <a:ext cx="130538" cy="130538"/>
              </a:xfrm>
              <a:prstGeom prst="rect">
                <a:avLst/>
              </a:prstGeom>
            </p:spPr>
          </p:pic>
          <p:sp>
            <p:nvSpPr>
              <p:cNvPr id="43" name="CaixaDeTexto 46">
                <a:extLst>
                  <a:ext uri="{FF2B5EF4-FFF2-40B4-BE49-F238E27FC236}">
                    <a16:creationId xmlns:a16="http://schemas.microsoft.com/office/drawing/2014/main" id="{1483E6B6-F5D7-93E5-4FAF-D3DBD4F129FD}"/>
                  </a:ext>
                </a:extLst>
              </p:cNvPr>
              <p:cNvSpPr txBox="1"/>
              <p:nvPr/>
            </p:nvSpPr>
            <p:spPr>
              <a:xfrm>
                <a:off x="4121029" y="5962383"/>
                <a:ext cx="663134" cy="12311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defTabSz="945451">
                  <a:buClrTx/>
                  <a:defRPr/>
                </a:pPr>
                <a:r>
                  <a:rPr lang="pt-BR" sz="800">
                    <a:solidFill>
                      <a:srgbClr val="767171"/>
                    </a:solidFill>
                    <a:latin typeface="Arial Nova Cond" panose="020B0506020202020204" pitchFamily="34" charset="0"/>
                    <a:ea typeface="+mn-ea"/>
                    <a:cs typeface="+mn-cs"/>
                  </a:rPr>
                  <a:t>Não iniciada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53832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D30B995-D4CB-CC3D-D024-8DC832DEF1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98330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30B995-D4CB-CC3D-D024-8DC832DEF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3587;p106">
            <a:extLst>
              <a:ext uri="{FF2B5EF4-FFF2-40B4-BE49-F238E27FC236}">
                <a16:creationId xmlns:a16="http://schemas.microsoft.com/office/drawing/2014/main" id="{547CE760-71D3-AC15-83F0-621D6D4EDA40}"/>
              </a:ext>
            </a:extLst>
          </p:cNvPr>
          <p:cNvSpPr/>
          <p:nvPr userDrawn="1"/>
        </p:nvSpPr>
        <p:spPr>
          <a:xfrm>
            <a:off x="466663" y="1073251"/>
            <a:ext cx="8235650" cy="640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7" name="Google Shape;3587;p106">
            <a:extLst>
              <a:ext uri="{FF2B5EF4-FFF2-40B4-BE49-F238E27FC236}">
                <a16:creationId xmlns:a16="http://schemas.microsoft.com/office/drawing/2014/main" id="{F2924EB6-6F69-A6E9-BCD2-0084F2C49F3F}"/>
              </a:ext>
            </a:extLst>
          </p:cNvPr>
          <p:cNvSpPr/>
          <p:nvPr userDrawn="1"/>
        </p:nvSpPr>
        <p:spPr>
          <a:xfrm>
            <a:off x="8798726" y="1073251"/>
            <a:ext cx="1414558" cy="640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8" name="Google Shape;3587;p106">
            <a:extLst>
              <a:ext uri="{FF2B5EF4-FFF2-40B4-BE49-F238E27FC236}">
                <a16:creationId xmlns:a16="http://schemas.microsoft.com/office/drawing/2014/main" id="{BB50E40F-74C7-B743-857E-343C1518FE35}"/>
              </a:ext>
            </a:extLst>
          </p:cNvPr>
          <p:cNvSpPr/>
          <p:nvPr userDrawn="1"/>
        </p:nvSpPr>
        <p:spPr>
          <a:xfrm>
            <a:off x="466663" y="1773372"/>
            <a:ext cx="5540293" cy="15819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numCol="2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9" name="Google Shape;3587;p106">
            <a:extLst>
              <a:ext uri="{FF2B5EF4-FFF2-40B4-BE49-F238E27FC236}">
                <a16:creationId xmlns:a16="http://schemas.microsoft.com/office/drawing/2014/main" id="{88E29EF8-AA07-9CA9-5C10-F23A4FD9A3C7}"/>
              </a:ext>
            </a:extLst>
          </p:cNvPr>
          <p:cNvSpPr/>
          <p:nvPr userDrawn="1"/>
        </p:nvSpPr>
        <p:spPr>
          <a:xfrm>
            <a:off x="6103110" y="1773373"/>
            <a:ext cx="5622226" cy="15819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10" name="Google Shape;3587;p106">
            <a:extLst>
              <a:ext uri="{FF2B5EF4-FFF2-40B4-BE49-F238E27FC236}">
                <a16:creationId xmlns:a16="http://schemas.microsoft.com/office/drawing/2014/main" id="{15369198-63CC-D08E-44BF-4C2858753EE8}"/>
              </a:ext>
            </a:extLst>
          </p:cNvPr>
          <p:cNvSpPr/>
          <p:nvPr userDrawn="1"/>
        </p:nvSpPr>
        <p:spPr>
          <a:xfrm>
            <a:off x="466663" y="3429000"/>
            <a:ext cx="5540293" cy="2942434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11" name="Google Shape;3587;p106">
            <a:extLst>
              <a:ext uri="{FF2B5EF4-FFF2-40B4-BE49-F238E27FC236}">
                <a16:creationId xmlns:a16="http://schemas.microsoft.com/office/drawing/2014/main" id="{1A5F8597-2E16-56F5-9952-1638C409402F}"/>
              </a:ext>
            </a:extLst>
          </p:cNvPr>
          <p:cNvSpPr/>
          <p:nvPr userDrawn="1"/>
        </p:nvSpPr>
        <p:spPr>
          <a:xfrm>
            <a:off x="6096001" y="3429000"/>
            <a:ext cx="5629336" cy="2942434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20" name="Google Shape;3587;p106">
            <a:extLst>
              <a:ext uri="{FF2B5EF4-FFF2-40B4-BE49-F238E27FC236}">
                <a16:creationId xmlns:a16="http://schemas.microsoft.com/office/drawing/2014/main" id="{F8C861A7-1C50-3C19-F7DE-EDA2A94F3E53}"/>
              </a:ext>
            </a:extLst>
          </p:cNvPr>
          <p:cNvSpPr/>
          <p:nvPr userDrawn="1"/>
        </p:nvSpPr>
        <p:spPr>
          <a:xfrm>
            <a:off x="10310778" y="1073251"/>
            <a:ext cx="1414558" cy="640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4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linha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AFBD2000-34A9-80E0-ABA6-20C2298104FB}"/>
              </a:ext>
            </a:extLst>
          </p:cNvPr>
          <p:cNvSpPr txBox="1">
            <a:spLocks/>
          </p:cNvSpPr>
          <p:nvPr userDrawn="1"/>
        </p:nvSpPr>
        <p:spPr>
          <a:xfrm>
            <a:off x="548570" y="1079147"/>
            <a:ext cx="8153745" cy="329184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Descrição</a:t>
            </a:r>
            <a:endParaRPr lang="pt-BR" sz="120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DF625D2-6D58-4BD0-CC07-A513CB6FDD39}"/>
              </a:ext>
            </a:extLst>
          </p:cNvPr>
          <p:cNvSpPr txBox="1">
            <a:spLocks/>
          </p:cNvSpPr>
          <p:nvPr userDrawn="1"/>
        </p:nvSpPr>
        <p:spPr>
          <a:xfrm>
            <a:off x="548569" y="1779664"/>
            <a:ext cx="5458388" cy="3267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Destaques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FA0F998-EE7D-99C8-50F8-E3CBFF39F105}"/>
              </a:ext>
            </a:extLst>
          </p:cNvPr>
          <p:cNvSpPr txBox="1">
            <a:spLocks/>
          </p:cNvSpPr>
          <p:nvPr userDrawn="1"/>
        </p:nvSpPr>
        <p:spPr>
          <a:xfrm>
            <a:off x="6179862" y="1779664"/>
            <a:ext cx="5543886" cy="3267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Curva de captura (R$ MM)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33F5E919-66CE-0B3E-0656-09FB9D5C10D1}"/>
              </a:ext>
            </a:extLst>
          </p:cNvPr>
          <p:cNvSpPr txBox="1">
            <a:spLocks/>
          </p:cNvSpPr>
          <p:nvPr userDrawn="1"/>
        </p:nvSpPr>
        <p:spPr>
          <a:xfrm>
            <a:off x="548569" y="3429000"/>
            <a:ext cx="2379988" cy="3215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Cronograma</a:t>
            </a:r>
            <a:endParaRPr lang="pt-BR" sz="120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1C41CA7-D81D-7DD4-FE38-9BBAD6930ACA}"/>
              </a:ext>
            </a:extLst>
          </p:cNvPr>
          <p:cNvSpPr txBox="1">
            <a:spLocks/>
          </p:cNvSpPr>
          <p:nvPr userDrawn="1"/>
        </p:nvSpPr>
        <p:spPr>
          <a:xfrm>
            <a:off x="4050531" y="3491146"/>
            <a:ext cx="1764432" cy="3215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pt-BR" sz="1100">
                <a:solidFill>
                  <a:schemeClr val="accent4"/>
                </a:solidFill>
              </a:rPr>
              <a:t>Previsão de término:</a:t>
            </a:r>
            <a:endParaRPr lang="pt-BR" sz="1100" i="1">
              <a:solidFill>
                <a:schemeClr val="accent1"/>
              </a:solidFill>
              <a:cs typeface="+mn-cs"/>
            </a:endParaRP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6DB9BD40-2FCE-60BF-A75E-BFEC7A1471A2}"/>
              </a:ext>
            </a:extLst>
          </p:cNvPr>
          <p:cNvSpPr txBox="1">
            <a:spLocks/>
          </p:cNvSpPr>
          <p:nvPr userDrawn="1"/>
        </p:nvSpPr>
        <p:spPr>
          <a:xfrm>
            <a:off x="8858872" y="1079147"/>
            <a:ext cx="1394643" cy="329184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Patrocinador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04BE0A5D-D7FF-BAE3-A47B-6776EB0D0174}"/>
              </a:ext>
            </a:extLst>
          </p:cNvPr>
          <p:cNvSpPr txBox="1">
            <a:spLocks/>
          </p:cNvSpPr>
          <p:nvPr userDrawn="1"/>
        </p:nvSpPr>
        <p:spPr>
          <a:xfrm>
            <a:off x="10376068" y="1079147"/>
            <a:ext cx="1326618" cy="329184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Maturidade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053DBEBA-E40B-66D0-3546-DABBF082EEBD}"/>
              </a:ext>
            </a:extLst>
          </p:cNvPr>
          <p:cNvSpPr txBox="1">
            <a:spLocks/>
          </p:cNvSpPr>
          <p:nvPr userDrawn="1"/>
        </p:nvSpPr>
        <p:spPr>
          <a:xfrm>
            <a:off x="6179862" y="3429001"/>
            <a:ext cx="5543886" cy="985757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Próximos passos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97CAD298-688A-8AD0-64F6-E665FB30E7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6791" y="1337255"/>
            <a:ext cx="8153744" cy="365760"/>
          </a:xfrm>
          <a:prstGeom prst="rect">
            <a:avLst/>
          </a:prstGeom>
        </p:spPr>
        <p:txBody>
          <a:bodyPr lIns="0" tIns="0" rIns="0" bIns="0" anchor="t"/>
          <a:lstStyle>
            <a:lvl1pPr marL="171436" marR="0" indent="-171436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64B83385-B0D7-8028-D848-18C9D591F4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8872" y="1337255"/>
            <a:ext cx="1354413" cy="365760"/>
          </a:xfrm>
          <a:prstGeom prst="rect">
            <a:avLst/>
          </a:prstGeom>
        </p:spPr>
        <p:txBody>
          <a:bodyPr lIns="0" tIns="0" rIns="0" bIns="0" anchor="t"/>
          <a:lstStyle>
            <a:lvl1pPr marL="171436" marR="0" indent="-171436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D0C93AB7-7863-E383-A92F-6823B6CF64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6791" y="2028897"/>
            <a:ext cx="5458388" cy="882815"/>
          </a:xfrm>
          <a:prstGeom prst="rect">
            <a:avLst/>
          </a:prstGeom>
        </p:spPr>
        <p:txBody>
          <a:bodyPr lIns="0" tIns="0" rIns="0" bIns="0" anchor="t"/>
          <a:lstStyle>
            <a:lvl1pPr marL="171436" marR="0" indent="-171436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92BDF5F0-F2D3-79E2-B2FC-E6D3585376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60" y="3712549"/>
            <a:ext cx="5540989" cy="1097280"/>
          </a:xfrm>
          <a:prstGeom prst="rect">
            <a:avLst/>
          </a:prstGeom>
        </p:spPr>
        <p:txBody>
          <a:bodyPr lIns="0" tIns="0" rIns="0" bIns="0" anchor="t"/>
          <a:lstStyle>
            <a:lvl1pPr marL="171436" marR="0" indent="-171436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1D05F0C8-7B0A-9BA9-18BE-3D4D615404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9492" y="3511703"/>
            <a:ext cx="711305" cy="156112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324" rtl="0" eaLnBrk="1" latinLnBrk="0" hangingPunct="1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None/>
              <a:defRPr lang="pt-BR" sz="105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3475762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8">
          <p15:clr>
            <a:srgbClr val="9FCC3B"/>
          </p15:clr>
        </p15:guide>
        <p15:guide id="2" orient="horz" pos="2184">
          <p15:clr>
            <a:srgbClr val="9FCC3B"/>
          </p15:clr>
        </p15:guide>
        <p15:guide id="3" orient="horz" pos="816">
          <p15:clr>
            <a:srgbClr val="9FCC3B"/>
          </p15:clr>
        </p15:guide>
        <p15:guide id="4" orient="horz" pos="3024">
          <p15:clr>
            <a:srgbClr val="9FCC3B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D30B995-D4CB-CC3D-D024-8DC832DEF1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614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30B995-D4CB-CC3D-D024-8DC832DEF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3587;p106">
            <a:extLst>
              <a:ext uri="{FF2B5EF4-FFF2-40B4-BE49-F238E27FC236}">
                <a16:creationId xmlns:a16="http://schemas.microsoft.com/office/drawing/2014/main" id="{547CE760-71D3-AC15-83F0-621D6D4EDA40}"/>
              </a:ext>
            </a:extLst>
          </p:cNvPr>
          <p:cNvSpPr/>
          <p:nvPr userDrawn="1"/>
        </p:nvSpPr>
        <p:spPr>
          <a:xfrm>
            <a:off x="466664" y="1073251"/>
            <a:ext cx="5538517" cy="2282033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7" name="Google Shape;3587;p106">
            <a:extLst>
              <a:ext uri="{FF2B5EF4-FFF2-40B4-BE49-F238E27FC236}">
                <a16:creationId xmlns:a16="http://schemas.microsoft.com/office/drawing/2014/main" id="{F2924EB6-6F69-A6E9-BCD2-0084F2C49F3F}"/>
              </a:ext>
            </a:extLst>
          </p:cNvPr>
          <p:cNvSpPr/>
          <p:nvPr userDrawn="1"/>
        </p:nvSpPr>
        <p:spPr>
          <a:xfrm>
            <a:off x="8798726" y="469899"/>
            <a:ext cx="1414558" cy="53035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9" name="Google Shape;3587;p106">
            <a:extLst>
              <a:ext uri="{FF2B5EF4-FFF2-40B4-BE49-F238E27FC236}">
                <a16:creationId xmlns:a16="http://schemas.microsoft.com/office/drawing/2014/main" id="{88E29EF8-AA07-9CA9-5C10-F23A4FD9A3C7}"/>
              </a:ext>
            </a:extLst>
          </p:cNvPr>
          <p:cNvSpPr/>
          <p:nvPr userDrawn="1"/>
        </p:nvSpPr>
        <p:spPr>
          <a:xfrm>
            <a:off x="6103110" y="1073252"/>
            <a:ext cx="5622226" cy="2282034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10" name="Google Shape;3587;p106">
            <a:extLst>
              <a:ext uri="{FF2B5EF4-FFF2-40B4-BE49-F238E27FC236}">
                <a16:creationId xmlns:a16="http://schemas.microsoft.com/office/drawing/2014/main" id="{15369198-63CC-D08E-44BF-4C2858753EE8}"/>
              </a:ext>
            </a:extLst>
          </p:cNvPr>
          <p:cNvSpPr/>
          <p:nvPr userDrawn="1"/>
        </p:nvSpPr>
        <p:spPr>
          <a:xfrm>
            <a:off x="466663" y="3429000"/>
            <a:ext cx="5540293" cy="2942434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11" name="Google Shape;3587;p106">
            <a:extLst>
              <a:ext uri="{FF2B5EF4-FFF2-40B4-BE49-F238E27FC236}">
                <a16:creationId xmlns:a16="http://schemas.microsoft.com/office/drawing/2014/main" id="{1A5F8597-2E16-56F5-9952-1638C409402F}"/>
              </a:ext>
            </a:extLst>
          </p:cNvPr>
          <p:cNvSpPr/>
          <p:nvPr userDrawn="1"/>
        </p:nvSpPr>
        <p:spPr>
          <a:xfrm>
            <a:off x="6096001" y="3429000"/>
            <a:ext cx="5629336" cy="2942434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20" name="Google Shape;3587;p106">
            <a:extLst>
              <a:ext uri="{FF2B5EF4-FFF2-40B4-BE49-F238E27FC236}">
                <a16:creationId xmlns:a16="http://schemas.microsoft.com/office/drawing/2014/main" id="{F8C861A7-1C50-3C19-F7DE-EDA2A94F3E53}"/>
              </a:ext>
            </a:extLst>
          </p:cNvPr>
          <p:cNvSpPr/>
          <p:nvPr userDrawn="1"/>
        </p:nvSpPr>
        <p:spPr>
          <a:xfrm>
            <a:off x="10310778" y="469899"/>
            <a:ext cx="1414558" cy="53035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899"/>
            <a:ext cx="8230973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4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linha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DF625D2-6D58-4BD0-CC07-A513CB6FDD39}"/>
              </a:ext>
            </a:extLst>
          </p:cNvPr>
          <p:cNvSpPr txBox="1">
            <a:spLocks/>
          </p:cNvSpPr>
          <p:nvPr userDrawn="1"/>
        </p:nvSpPr>
        <p:spPr>
          <a:xfrm>
            <a:off x="548569" y="1073252"/>
            <a:ext cx="5458388" cy="3267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accent4"/>
                </a:solidFill>
              </a:rPr>
              <a:t>Evolução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FA0F998-EE7D-99C8-50F8-E3CBFF39F105}"/>
              </a:ext>
            </a:extLst>
          </p:cNvPr>
          <p:cNvSpPr txBox="1">
            <a:spLocks/>
          </p:cNvSpPr>
          <p:nvPr userDrawn="1"/>
        </p:nvSpPr>
        <p:spPr>
          <a:xfrm>
            <a:off x="6179862" y="1073252"/>
            <a:ext cx="5543886" cy="3267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accent4"/>
                </a:solidFill>
              </a:rPr>
              <a:t>Curva de captura (R$ MM)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33F5E919-66CE-0B3E-0656-09FB9D5C10D1}"/>
              </a:ext>
            </a:extLst>
          </p:cNvPr>
          <p:cNvSpPr txBox="1">
            <a:spLocks/>
          </p:cNvSpPr>
          <p:nvPr userDrawn="1"/>
        </p:nvSpPr>
        <p:spPr>
          <a:xfrm>
            <a:off x="548569" y="3429000"/>
            <a:ext cx="2379988" cy="3215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accent4"/>
                </a:solidFill>
              </a:rPr>
              <a:t>Cronograma</a:t>
            </a:r>
            <a:endParaRPr lang="pt-BR" sz="1200" b="1">
              <a:solidFill>
                <a:schemeClr val="accent1"/>
              </a:solidFill>
              <a:cs typeface="+mn-cs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1C41CA7-D81D-7DD4-FE38-9BBAD6930ACA}"/>
              </a:ext>
            </a:extLst>
          </p:cNvPr>
          <p:cNvSpPr txBox="1">
            <a:spLocks/>
          </p:cNvSpPr>
          <p:nvPr userDrawn="1"/>
        </p:nvSpPr>
        <p:spPr>
          <a:xfrm>
            <a:off x="4050531" y="3491146"/>
            <a:ext cx="1764432" cy="3215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pt-BR" sz="1100" b="1">
                <a:solidFill>
                  <a:schemeClr val="accent4"/>
                </a:solidFill>
              </a:rPr>
              <a:t>Previsão de término:</a:t>
            </a:r>
            <a:endParaRPr lang="pt-BR" sz="1100" b="1" i="1">
              <a:solidFill>
                <a:schemeClr val="accent1"/>
              </a:solidFill>
              <a:cs typeface="+mn-cs"/>
            </a:endParaRP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6DB9BD40-2FCE-60BF-A75E-BFEC7A1471A2}"/>
              </a:ext>
            </a:extLst>
          </p:cNvPr>
          <p:cNvSpPr txBox="1">
            <a:spLocks/>
          </p:cNvSpPr>
          <p:nvPr userDrawn="1"/>
        </p:nvSpPr>
        <p:spPr>
          <a:xfrm>
            <a:off x="8878625" y="469899"/>
            <a:ext cx="1394643" cy="329184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accent4"/>
                </a:solidFill>
              </a:rPr>
              <a:t>Patrocinador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04BE0A5D-D7FF-BAE3-A47B-6776EB0D0174}"/>
              </a:ext>
            </a:extLst>
          </p:cNvPr>
          <p:cNvSpPr txBox="1">
            <a:spLocks/>
          </p:cNvSpPr>
          <p:nvPr userDrawn="1"/>
        </p:nvSpPr>
        <p:spPr>
          <a:xfrm>
            <a:off x="10395821" y="469899"/>
            <a:ext cx="1326618" cy="329184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accent4"/>
                </a:solidFill>
              </a:rPr>
              <a:t>Maturidade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053DBEBA-E40B-66D0-3546-DABBF082EEBD}"/>
              </a:ext>
            </a:extLst>
          </p:cNvPr>
          <p:cNvSpPr txBox="1">
            <a:spLocks/>
          </p:cNvSpPr>
          <p:nvPr userDrawn="1"/>
        </p:nvSpPr>
        <p:spPr>
          <a:xfrm>
            <a:off x="6179862" y="3429001"/>
            <a:ext cx="5543886" cy="985757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accent4"/>
                </a:solidFill>
              </a:rPr>
              <a:t>Próximos passos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64B83385-B0D7-8028-D848-18C9D591F4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78624" y="736600"/>
            <a:ext cx="1354413" cy="242058"/>
          </a:xfrm>
          <a:prstGeom prst="rect">
            <a:avLst/>
          </a:prstGeom>
        </p:spPr>
        <p:txBody>
          <a:bodyPr lIns="0" tIns="0" rIns="0" bIns="0" anchor="t"/>
          <a:lstStyle>
            <a:lvl1pPr marL="0" marR="0" indent="0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None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D0C93AB7-7863-E383-A92F-6823B6CF64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6791" y="1334628"/>
            <a:ext cx="5458388" cy="882815"/>
          </a:xfrm>
          <a:prstGeom prst="rect">
            <a:avLst/>
          </a:prstGeom>
        </p:spPr>
        <p:txBody>
          <a:bodyPr lIns="0" tIns="0" rIns="0" bIns="0" anchor="t"/>
          <a:lstStyle>
            <a:lvl1pPr marL="171436" marR="0" indent="-171436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92BDF5F0-F2D3-79E2-B2FC-E6D3585376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60" y="3712549"/>
            <a:ext cx="5540989" cy="1097280"/>
          </a:xfrm>
          <a:prstGeom prst="rect">
            <a:avLst/>
          </a:prstGeom>
        </p:spPr>
        <p:txBody>
          <a:bodyPr lIns="0" tIns="0" rIns="0" bIns="0" anchor="t"/>
          <a:lstStyle>
            <a:lvl1pPr marL="171436" marR="0" indent="-171436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1D05F0C8-7B0A-9BA9-18BE-3D4D615404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9492" y="3511703"/>
            <a:ext cx="711305" cy="156112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324" rtl="0" eaLnBrk="1" latinLnBrk="0" hangingPunct="1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None/>
              <a:defRPr lang="pt-BR" sz="105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3340666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8">
          <p15:clr>
            <a:srgbClr val="9FCC3B"/>
          </p15:clr>
        </p15:guide>
        <p15:guide id="2" orient="horz" pos="2184">
          <p15:clr>
            <a:srgbClr val="9FCC3B"/>
          </p15:clr>
        </p15:guide>
        <p15:guide id="3" orient="horz" pos="816">
          <p15:clr>
            <a:srgbClr val="9FCC3B"/>
          </p15:clr>
        </p15:guide>
        <p15:guide id="4" orient="horz" pos="3024">
          <p15:clr>
            <a:srgbClr val="9FCC3B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D30B995-D4CB-CC3D-D024-8DC832DEF1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614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30B995-D4CB-CC3D-D024-8DC832DEF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3587;p106">
            <a:extLst>
              <a:ext uri="{FF2B5EF4-FFF2-40B4-BE49-F238E27FC236}">
                <a16:creationId xmlns:a16="http://schemas.microsoft.com/office/drawing/2014/main" id="{547CE760-71D3-AC15-83F0-621D6D4EDA40}"/>
              </a:ext>
            </a:extLst>
          </p:cNvPr>
          <p:cNvSpPr/>
          <p:nvPr userDrawn="1"/>
        </p:nvSpPr>
        <p:spPr>
          <a:xfrm>
            <a:off x="466664" y="1073251"/>
            <a:ext cx="5538517" cy="2282033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7" name="Google Shape;3587;p106">
            <a:extLst>
              <a:ext uri="{FF2B5EF4-FFF2-40B4-BE49-F238E27FC236}">
                <a16:creationId xmlns:a16="http://schemas.microsoft.com/office/drawing/2014/main" id="{F2924EB6-6F69-A6E9-BCD2-0084F2C49F3F}"/>
              </a:ext>
            </a:extLst>
          </p:cNvPr>
          <p:cNvSpPr/>
          <p:nvPr userDrawn="1"/>
        </p:nvSpPr>
        <p:spPr>
          <a:xfrm>
            <a:off x="8798726" y="469899"/>
            <a:ext cx="1414558" cy="53035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9" name="Google Shape;3587;p106">
            <a:extLst>
              <a:ext uri="{FF2B5EF4-FFF2-40B4-BE49-F238E27FC236}">
                <a16:creationId xmlns:a16="http://schemas.microsoft.com/office/drawing/2014/main" id="{88E29EF8-AA07-9CA9-5C10-F23A4FD9A3C7}"/>
              </a:ext>
            </a:extLst>
          </p:cNvPr>
          <p:cNvSpPr/>
          <p:nvPr userDrawn="1"/>
        </p:nvSpPr>
        <p:spPr>
          <a:xfrm>
            <a:off x="6103110" y="1073252"/>
            <a:ext cx="5622226" cy="2282034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10" name="Google Shape;3587;p106">
            <a:extLst>
              <a:ext uri="{FF2B5EF4-FFF2-40B4-BE49-F238E27FC236}">
                <a16:creationId xmlns:a16="http://schemas.microsoft.com/office/drawing/2014/main" id="{15369198-63CC-D08E-44BF-4C2858753EE8}"/>
              </a:ext>
            </a:extLst>
          </p:cNvPr>
          <p:cNvSpPr/>
          <p:nvPr userDrawn="1"/>
        </p:nvSpPr>
        <p:spPr>
          <a:xfrm>
            <a:off x="466662" y="3429000"/>
            <a:ext cx="11255776" cy="2942434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20" name="Google Shape;3587;p106">
            <a:extLst>
              <a:ext uri="{FF2B5EF4-FFF2-40B4-BE49-F238E27FC236}">
                <a16:creationId xmlns:a16="http://schemas.microsoft.com/office/drawing/2014/main" id="{F8C861A7-1C50-3C19-F7DE-EDA2A94F3E53}"/>
              </a:ext>
            </a:extLst>
          </p:cNvPr>
          <p:cNvSpPr/>
          <p:nvPr userDrawn="1"/>
        </p:nvSpPr>
        <p:spPr>
          <a:xfrm>
            <a:off x="10310778" y="469899"/>
            <a:ext cx="1414558" cy="53035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spcFirstLastPara="1" wrap="square" lIns="30463" tIns="30463" rIns="30463" bIns="30463" anchor="t" anchorCtr="0">
            <a:noAutofit/>
          </a:bodyPr>
          <a:lstStyle/>
          <a:p>
            <a:pPr>
              <a:buClr>
                <a:srgbClr val="FFFFFF"/>
              </a:buClr>
              <a:buSzPts val="1200"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899"/>
            <a:ext cx="8230973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4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linha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DF625D2-6D58-4BD0-CC07-A513CB6FDD39}"/>
              </a:ext>
            </a:extLst>
          </p:cNvPr>
          <p:cNvSpPr txBox="1">
            <a:spLocks/>
          </p:cNvSpPr>
          <p:nvPr userDrawn="1"/>
        </p:nvSpPr>
        <p:spPr>
          <a:xfrm>
            <a:off x="548569" y="1073252"/>
            <a:ext cx="5458388" cy="3267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Principais andamentos ou Ponto de atenção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FA0F998-EE7D-99C8-50F8-E3CBFF39F105}"/>
              </a:ext>
            </a:extLst>
          </p:cNvPr>
          <p:cNvSpPr txBox="1">
            <a:spLocks/>
          </p:cNvSpPr>
          <p:nvPr userDrawn="1"/>
        </p:nvSpPr>
        <p:spPr>
          <a:xfrm>
            <a:off x="6179862" y="1073252"/>
            <a:ext cx="5543886" cy="3267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Curva de captura (R$ MM)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33F5E919-66CE-0B3E-0656-09FB9D5C10D1}"/>
              </a:ext>
            </a:extLst>
          </p:cNvPr>
          <p:cNvSpPr txBox="1">
            <a:spLocks/>
          </p:cNvSpPr>
          <p:nvPr userDrawn="1"/>
        </p:nvSpPr>
        <p:spPr>
          <a:xfrm>
            <a:off x="548569" y="3429000"/>
            <a:ext cx="2379988" cy="321518"/>
          </a:xfrm>
          <a:prstGeom prst="rect">
            <a:avLst/>
          </a:prstGeom>
        </p:spPr>
        <p:txBody>
          <a:bodyPr lIns="0" tIns="0" rIns="0" bIns="0" numCol="1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Cronograma</a:t>
            </a:r>
            <a:endParaRPr lang="pt-BR" sz="1200">
              <a:solidFill>
                <a:schemeClr val="accent1"/>
              </a:solidFill>
              <a:cs typeface="+mn-cs"/>
            </a:endParaRP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6DB9BD40-2FCE-60BF-A75E-BFEC7A1471A2}"/>
              </a:ext>
            </a:extLst>
          </p:cNvPr>
          <p:cNvSpPr txBox="1">
            <a:spLocks/>
          </p:cNvSpPr>
          <p:nvPr userDrawn="1"/>
        </p:nvSpPr>
        <p:spPr>
          <a:xfrm>
            <a:off x="8878625" y="469899"/>
            <a:ext cx="1394643" cy="329184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Patrocinador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04BE0A5D-D7FF-BAE3-A47B-6776EB0D0174}"/>
              </a:ext>
            </a:extLst>
          </p:cNvPr>
          <p:cNvSpPr txBox="1">
            <a:spLocks/>
          </p:cNvSpPr>
          <p:nvPr userDrawn="1"/>
        </p:nvSpPr>
        <p:spPr>
          <a:xfrm>
            <a:off x="10395821" y="469899"/>
            <a:ext cx="1326618" cy="329184"/>
          </a:xfrm>
          <a:prstGeom prst="rect">
            <a:avLst/>
          </a:prstGeom>
        </p:spPr>
        <p:txBody>
          <a:bodyPr lIns="0" tIns="0" rIns="0" bIns="0"/>
          <a:lstStyle>
            <a:lvl1pPr marL="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FFFFFF"/>
              </a:buClr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defTabSz="914400" eaLnBrk="1" latinLnBrk="0" hangingPunct="1">
              <a:lnSpc>
                <a:spcPct val="105000"/>
              </a:lnSpc>
              <a:spcBef>
                <a:spcPts val="500"/>
              </a:spcBef>
              <a:buClr>
                <a:srgbClr val="002B49"/>
              </a:buClr>
              <a:buSzPts val="8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accent4"/>
                </a:solidFill>
              </a:rPr>
              <a:t>Maturidade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64B83385-B0D7-8028-D848-18C9D591F4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78624" y="736600"/>
            <a:ext cx="1354413" cy="242058"/>
          </a:xfrm>
          <a:prstGeom prst="rect">
            <a:avLst/>
          </a:prstGeom>
        </p:spPr>
        <p:txBody>
          <a:bodyPr lIns="0" tIns="0" rIns="0" bIns="0" anchor="t"/>
          <a:lstStyle>
            <a:lvl1pPr marL="0" marR="0" indent="0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None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D0C93AB7-7863-E383-A92F-6823B6CF64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6791" y="1334628"/>
            <a:ext cx="5458388" cy="882815"/>
          </a:xfrm>
          <a:prstGeom prst="rect">
            <a:avLst/>
          </a:prstGeom>
        </p:spPr>
        <p:txBody>
          <a:bodyPr lIns="0" tIns="0" rIns="0" bIns="0" anchor="t"/>
          <a:lstStyle>
            <a:lvl1pPr marL="171436" marR="0" indent="-171436" algn="l" defTabSz="914324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pt-BR" sz="1200" b="0" i="0" u="none" strike="noStrike" kern="1200" cap="none" dirty="0">
                <a:solidFill>
                  <a:schemeClr val="accent1"/>
                </a:solidFill>
                <a:latin typeface="Arial Nova Cond" panose="020B0506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35942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8">
          <p15:clr>
            <a:srgbClr val="9FCC3B"/>
          </p15:clr>
        </p15:guide>
        <p15:guide id="2" orient="horz" pos="2184">
          <p15:clr>
            <a:srgbClr val="9FCC3B"/>
          </p15:clr>
        </p15:guide>
        <p15:guide id="3" orient="horz" pos="816">
          <p15:clr>
            <a:srgbClr val="9FCC3B"/>
          </p15:clr>
        </p15:guide>
        <p15:guide id="4" orient="horz" pos="3024">
          <p15:clr>
            <a:srgbClr val="9FCC3B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drão Completo Cinza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0FEA94F-6A7A-BAA1-115F-202E624FA0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6217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FEA94F-6A7A-BAA1-115F-202E624FA0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5157786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0FEA94F-6A7A-BAA1-115F-202E624FA0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6217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FEA94F-6A7A-BAA1-115F-202E624FA0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22306350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9BE9AAE-46F8-E9CB-60DA-FC81CC519F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4842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BE9AAE-46F8-E9CB-60DA-FC81CC519F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71059925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8832F56-54A1-8773-83FB-D403ECE3FA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4212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832F56-54A1-8773-83FB-D403ECE3FA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98056334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3946233-32EF-3953-ED89-6EC52F7AC6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764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946233-32EF-3953-ED89-6EC52F7AC6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67915404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28846B4-2D35-58CC-7B96-03167E4B08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350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8846B4-2D35-58CC-7B96-03167E4B08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6357772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9B91415-4F56-D0EB-9DF5-0F1FD2CCED4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44918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B91415-4F56-D0EB-9DF5-0F1FD2CCE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18964273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87C40A3-3142-AC2E-AA9B-9743DC742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63221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7C40A3-3142-AC2E-AA9B-9743DC742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4459971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8BDB901-35F6-8803-FC71-06036562CE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5666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BDB901-35F6-8803-FC71-06036562CE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64416661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901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347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0810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901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4007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9789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3754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8782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8683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6751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9408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671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99822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AB55B-401A-D4CA-5A1D-41465DBADFC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579396" y="3177076"/>
            <a:ext cx="3677914" cy="3762567"/>
            <a:chOff x="7010044" y="4122122"/>
            <a:chExt cx="1834117" cy="1876088"/>
          </a:xfrm>
        </p:grpSpPr>
        <p:grpSp>
          <p:nvGrpSpPr>
            <p:cNvPr id="2" name="Google Shape;2118;p66">
              <a:extLst>
                <a:ext uri="{FF2B5EF4-FFF2-40B4-BE49-F238E27FC236}">
                  <a16:creationId xmlns:a16="http://schemas.microsoft.com/office/drawing/2014/main" id="{FFE20AE6-C44E-348F-EFF6-7050AAB2DF3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5" name="Google Shape;2119;p66">
                <a:extLst>
                  <a:ext uri="{FF2B5EF4-FFF2-40B4-BE49-F238E27FC236}">
                    <a16:creationId xmlns:a16="http://schemas.microsoft.com/office/drawing/2014/main" id="{A61D8A30-1F7B-1F1B-3FDA-5535300C7E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7" name="Google Shape;2120;p66">
                <a:extLst>
                  <a:ext uri="{FF2B5EF4-FFF2-40B4-BE49-F238E27FC236}">
                    <a16:creationId xmlns:a16="http://schemas.microsoft.com/office/drawing/2014/main" id="{FBDB020F-6E4A-0A1E-BBE3-E77FC0C5CA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8" name="Google Shape;2121;p66">
                <a:extLst>
                  <a:ext uri="{FF2B5EF4-FFF2-40B4-BE49-F238E27FC236}">
                    <a16:creationId xmlns:a16="http://schemas.microsoft.com/office/drawing/2014/main" id="{9FC6460B-AC12-85DA-A9B8-8436144C6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9" name="Google Shape;2122;p66">
              <a:extLst>
                <a:ext uri="{FF2B5EF4-FFF2-40B4-BE49-F238E27FC236}">
                  <a16:creationId xmlns:a16="http://schemas.microsoft.com/office/drawing/2014/main" id="{DE18A382-67FF-7B99-CCDC-B8414AC9276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0" name="Google Shape;2123;p66">
                <a:extLst>
                  <a:ext uri="{FF2B5EF4-FFF2-40B4-BE49-F238E27FC236}">
                    <a16:creationId xmlns:a16="http://schemas.microsoft.com/office/drawing/2014/main" id="{D4C3B40E-E6BF-124D-C26E-3102274D05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2124;p66">
                <a:extLst>
                  <a:ext uri="{FF2B5EF4-FFF2-40B4-BE49-F238E27FC236}">
                    <a16:creationId xmlns:a16="http://schemas.microsoft.com/office/drawing/2014/main" id="{4EE8307A-B472-B391-0142-8EBB3945D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901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7817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2119;p66">
            <a:extLst>
              <a:ext uri="{FF2B5EF4-FFF2-40B4-BE49-F238E27FC236}">
                <a16:creationId xmlns:a16="http://schemas.microsoft.com/office/drawing/2014/main" id="{A61D8A30-1F7B-1F1B-3FDA-5535300C7E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8932370" y="3967643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2120;p66">
            <a:extLst>
              <a:ext uri="{FF2B5EF4-FFF2-40B4-BE49-F238E27FC236}">
                <a16:creationId xmlns:a16="http://schemas.microsoft.com/office/drawing/2014/main" id="{FBDB020F-6E4A-0A1E-BBE3-E77FC0C5CA09}"/>
              </a:ext>
            </a:extLst>
          </p:cNvPr>
          <p:cNvCxnSpPr>
            <a:cxnSpLocks/>
          </p:cNvCxnSpPr>
          <p:nvPr/>
        </p:nvCxnSpPr>
        <p:spPr>
          <a:xfrm rot="10800000">
            <a:off x="10651379" y="3967736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" name="Google Shape;2121;p66">
            <a:extLst>
              <a:ext uri="{FF2B5EF4-FFF2-40B4-BE49-F238E27FC236}">
                <a16:creationId xmlns:a16="http://schemas.microsoft.com/office/drawing/2014/main" id="{9FC6460B-AC12-85DA-A9B8-8436144C62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060704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9" name="Google Shape;2122;p66">
            <a:extLst>
              <a:ext uri="{FF2B5EF4-FFF2-40B4-BE49-F238E27FC236}">
                <a16:creationId xmlns:a16="http://schemas.microsoft.com/office/drawing/2014/main" id="{DE18A382-67FF-7B99-CCDC-B8414AC92761}"/>
              </a:ext>
            </a:extLst>
          </p:cNvPr>
          <p:cNvGrpSpPr>
            <a:grpSpLocks/>
          </p:cNvGrpSpPr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0" name="Google Shape;2123;p66">
              <a:extLst>
                <a:ext uri="{FF2B5EF4-FFF2-40B4-BE49-F238E27FC236}">
                  <a16:creationId xmlns:a16="http://schemas.microsoft.com/office/drawing/2014/main" id="{D4C3B40E-E6BF-124D-C26E-3102274D052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1" name="Google Shape;2124;p66">
              <a:extLst>
                <a:ext uri="{FF2B5EF4-FFF2-40B4-BE49-F238E27FC236}">
                  <a16:creationId xmlns:a16="http://schemas.microsoft.com/office/drawing/2014/main" id="{4EE8307A-B472-B391-0142-8EBB3945D0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3" y="469901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506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986611-5E48-AF11-4E58-E6F43C89DC2A}"/>
              </a:ext>
            </a:extLst>
          </p:cNvPr>
          <p:cNvGrpSpPr/>
          <p:nvPr userDrawn="1"/>
        </p:nvGrpSpPr>
        <p:grpSpPr>
          <a:xfrm>
            <a:off x="8579396" y="3177076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0CFAFF82-0833-7B06-407E-83EB6FA0D145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1307548B-F888-D84C-C666-938BA97A75EF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443A687C-99A0-1F27-511D-E93BCD8A1D4C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25EEA323-0843-0D75-C6B1-0CD1A21CCBEB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10" name="Google Shape;2122;p66">
              <a:extLst>
                <a:ext uri="{FF2B5EF4-FFF2-40B4-BE49-F238E27FC236}">
                  <a16:creationId xmlns:a16="http://schemas.microsoft.com/office/drawing/2014/main" id="{180348D1-09CA-C73D-D939-2319683C0188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1" name="Google Shape;2123;p66">
                <a:extLst>
                  <a:ext uri="{FF2B5EF4-FFF2-40B4-BE49-F238E27FC236}">
                    <a16:creationId xmlns:a16="http://schemas.microsoft.com/office/drawing/2014/main" id="{383805C0-32C3-3526-464F-807F1BC651F9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2124;p66">
                <a:extLst>
                  <a:ext uri="{FF2B5EF4-FFF2-40B4-BE49-F238E27FC236}">
                    <a16:creationId xmlns:a16="http://schemas.microsoft.com/office/drawing/2014/main" id="{6BCEA8B0-4E62-C1FC-13E7-C53D4A4378EB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4057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2119;p66">
            <a:extLst>
              <a:ext uri="{FF2B5EF4-FFF2-40B4-BE49-F238E27FC236}">
                <a16:creationId xmlns:a16="http://schemas.microsoft.com/office/drawing/2014/main" id="{1307548B-F888-D84C-C666-938BA97A75EF}"/>
              </a:ext>
            </a:extLst>
          </p:cNvPr>
          <p:cNvCxnSpPr/>
          <p:nvPr/>
        </p:nvCxnSpPr>
        <p:spPr>
          <a:xfrm rot="10800000" flipH="1">
            <a:off x="8932370" y="3967643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4" name="Google Shape;2120;p66">
            <a:extLst>
              <a:ext uri="{FF2B5EF4-FFF2-40B4-BE49-F238E27FC236}">
                <a16:creationId xmlns:a16="http://schemas.microsoft.com/office/drawing/2014/main" id="{443A687C-99A0-1F27-511D-E93BCD8A1D4C}"/>
              </a:ext>
            </a:extLst>
          </p:cNvPr>
          <p:cNvCxnSpPr/>
          <p:nvPr/>
        </p:nvCxnSpPr>
        <p:spPr>
          <a:xfrm rot="10800000">
            <a:off x="10651379" y="3967736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5" name="Google Shape;2121;p66">
            <a:extLst>
              <a:ext uri="{FF2B5EF4-FFF2-40B4-BE49-F238E27FC236}">
                <a16:creationId xmlns:a16="http://schemas.microsoft.com/office/drawing/2014/main" id="{25EEA323-0843-0D75-C6B1-0CD1A21CCBEB}"/>
              </a:ext>
            </a:extLst>
          </p:cNvPr>
          <p:cNvCxnSpPr/>
          <p:nvPr/>
        </p:nvCxnSpPr>
        <p:spPr>
          <a:xfrm rot="10800000" flipH="1">
            <a:off x="10060704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2122;p66">
            <a:extLst>
              <a:ext uri="{FF2B5EF4-FFF2-40B4-BE49-F238E27FC236}">
                <a16:creationId xmlns:a16="http://schemas.microsoft.com/office/drawing/2014/main" id="{180348D1-09CA-C73D-D939-2319683C0188}"/>
              </a:ext>
            </a:extLst>
          </p:cNvPr>
          <p:cNvGrpSpPr/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1" name="Google Shape;2123;p66">
              <a:extLst>
                <a:ext uri="{FF2B5EF4-FFF2-40B4-BE49-F238E27FC236}">
                  <a16:creationId xmlns:a16="http://schemas.microsoft.com/office/drawing/2014/main" id="{383805C0-32C3-3526-464F-807F1BC651F9}"/>
                </a:ext>
              </a:extLst>
            </p:cNvPr>
            <p:cNvCxnSpPr/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2" name="Google Shape;2124;p66">
              <a:extLst>
                <a:ext uri="{FF2B5EF4-FFF2-40B4-BE49-F238E27FC236}">
                  <a16:creationId xmlns:a16="http://schemas.microsoft.com/office/drawing/2014/main" id="{6BCEA8B0-4E62-C1FC-13E7-C53D4A4378EB}"/>
                </a:ext>
              </a:extLst>
            </p:cNvPr>
            <p:cNvCxnSpPr/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6493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FC6A3183-A3A1-CA21-6CDC-969D925688C5}"/>
              </a:ext>
            </a:extLst>
          </p:cNvPr>
          <p:cNvSpPr/>
          <p:nvPr userDrawn="1"/>
        </p:nvSpPr>
        <p:spPr>
          <a:xfrm>
            <a:off x="10132013" y="3220555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5" y="2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9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90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1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9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90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1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3" y="469901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7724411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2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4" y="469902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3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5" y="165547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8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1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31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2" y="824403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8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16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24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31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0925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2591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1114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6699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5918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7904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3799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799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8421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5104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58058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3710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AB55B-401A-D4CA-5A1D-41465DBADFC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2" name="Google Shape;2118;p66">
              <a:extLst>
                <a:ext uri="{FF2B5EF4-FFF2-40B4-BE49-F238E27FC236}">
                  <a16:creationId xmlns:a16="http://schemas.microsoft.com/office/drawing/2014/main" id="{FFE20AE6-C44E-348F-EFF6-7050AAB2DF3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5" name="Google Shape;2119;p66">
                <a:extLst>
                  <a:ext uri="{FF2B5EF4-FFF2-40B4-BE49-F238E27FC236}">
                    <a16:creationId xmlns:a16="http://schemas.microsoft.com/office/drawing/2014/main" id="{A61D8A30-1F7B-1F1B-3FDA-5535300C7E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7" name="Google Shape;2120;p66">
                <a:extLst>
                  <a:ext uri="{FF2B5EF4-FFF2-40B4-BE49-F238E27FC236}">
                    <a16:creationId xmlns:a16="http://schemas.microsoft.com/office/drawing/2014/main" id="{FBDB020F-6E4A-0A1E-BBE3-E77FC0C5CA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8" name="Google Shape;2121;p66">
                <a:extLst>
                  <a:ext uri="{FF2B5EF4-FFF2-40B4-BE49-F238E27FC236}">
                    <a16:creationId xmlns:a16="http://schemas.microsoft.com/office/drawing/2014/main" id="{9FC6460B-AC12-85DA-A9B8-8436144C6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9" name="Google Shape;2122;p66">
              <a:extLst>
                <a:ext uri="{FF2B5EF4-FFF2-40B4-BE49-F238E27FC236}">
                  <a16:creationId xmlns:a16="http://schemas.microsoft.com/office/drawing/2014/main" id="{DE18A382-67FF-7B99-CCDC-B8414AC9276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0" name="Google Shape;2123;p66">
                <a:extLst>
                  <a:ext uri="{FF2B5EF4-FFF2-40B4-BE49-F238E27FC236}">
                    <a16:creationId xmlns:a16="http://schemas.microsoft.com/office/drawing/2014/main" id="{D4C3B40E-E6BF-124D-C26E-3102274D05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2124;p66">
                <a:extLst>
                  <a:ext uri="{FF2B5EF4-FFF2-40B4-BE49-F238E27FC236}">
                    <a16:creationId xmlns:a16="http://schemas.microsoft.com/office/drawing/2014/main" id="{4EE8307A-B472-B391-0142-8EBB3945D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1376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2119;p66">
            <a:extLst>
              <a:ext uri="{FF2B5EF4-FFF2-40B4-BE49-F238E27FC236}">
                <a16:creationId xmlns:a16="http://schemas.microsoft.com/office/drawing/2014/main" id="{A61D8A30-1F7B-1F1B-3FDA-5535300C7E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8932369" y="3967642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2120;p66">
            <a:extLst>
              <a:ext uri="{FF2B5EF4-FFF2-40B4-BE49-F238E27FC236}">
                <a16:creationId xmlns:a16="http://schemas.microsoft.com/office/drawing/2014/main" id="{FBDB020F-6E4A-0A1E-BBE3-E77FC0C5CA09}"/>
              </a:ext>
            </a:extLst>
          </p:cNvPr>
          <p:cNvCxnSpPr>
            <a:cxnSpLocks/>
          </p:cNvCxnSpPr>
          <p:nvPr/>
        </p:nvCxnSpPr>
        <p:spPr>
          <a:xfrm rot="10800000">
            <a:off x="10651379" y="3967735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" name="Google Shape;2121;p66">
            <a:extLst>
              <a:ext uri="{FF2B5EF4-FFF2-40B4-BE49-F238E27FC236}">
                <a16:creationId xmlns:a16="http://schemas.microsoft.com/office/drawing/2014/main" id="{9FC6460B-AC12-85DA-A9B8-8436144C62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060703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9" name="Google Shape;2122;p66">
            <a:extLst>
              <a:ext uri="{FF2B5EF4-FFF2-40B4-BE49-F238E27FC236}">
                <a16:creationId xmlns:a16="http://schemas.microsoft.com/office/drawing/2014/main" id="{DE18A382-67FF-7B99-CCDC-B8414AC92761}"/>
              </a:ext>
            </a:extLst>
          </p:cNvPr>
          <p:cNvGrpSpPr>
            <a:grpSpLocks/>
          </p:cNvGrpSpPr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0" name="Google Shape;2123;p66">
              <a:extLst>
                <a:ext uri="{FF2B5EF4-FFF2-40B4-BE49-F238E27FC236}">
                  <a16:creationId xmlns:a16="http://schemas.microsoft.com/office/drawing/2014/main" id="{D4C3B40E-E6BF-124D-C26E-3102274D052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1" name="Google Shape;2124;p66">
              <a:extLst>
                <a:ext uri="{FF2B5EF4-FFF2-40B4-BE49-F238E27FC236}">
                  <a16:creationId xmlns:a16="http://schemas.microsoft.com/office/drawing/2014/main" id="{4EE8307A-B472-B391-0142-8EBB3945D0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0354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986611-5E48-AF11-4E58-E6F43C89DC2A}"/>
              </a:ext>
            </a:extLst>
          </p:cNvPr>
          <p:cNvGrpSpPr/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0CFAFF82-0833-7B06-407E-83EB6FA0D145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1307548B-F888-D84C-C666-938BA97A75EF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443A687C-99A0-1F27-511D-E93BCD8A1D4C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25EEA323-0843-0D75-C6B1-0CD1A21CCBEB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10" name="Google Shape;2122;p66">
              <a:extLst>
                <a:ext uri="{FF2B5EF4-FFF2-40B4-BE49-F238E27FC236}">
                  <a16:creationId xmlns:a16="http://schemas.microsoft.com/office/drawing/2014/main" id="{180348D1-09CA-C73D-D939-2319683C0188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1" name="Google Shape;2123;p66">
                <a:extLst>
                  <a:ext uri="{FF2B5EF4-FFF2-40B4-BE49-F238E27FC236}">
                    <a16:creationId xmlns:a16="http://schemas.microsoft.com/office/drawing/2014/main" id="{383805C0-32C3-3526-464F-807F1BC651F9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2124;p66">
                <a:extLst>
                  <a:ext uri="{FF2B5EF4-FFF2-40B4-BE49-F238E27FC236}">
                    <a16:creationId xmlns:a16="http://schemas.microsoft.com/office/drawing/2014/main" id="{6BCEA8B0-4E62-C1FC-13E7-C53D4A4378EB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9691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2119;p66">
            <a:extLst>
              <a:ext uri="{FF2B5EF4-FFF2-40B4-BE49-F238E27FC236}">
                <a16:creationId xmlns:a16="http://schemas.microsoft.com/office/drawing/2014/main" id="{1307548B-F888-D84C-C666-938BA97A75EF}"/>
              </a:ext>
            </a:extLst>
          </p:cNvPr>
          <p:cNvCxnSpPr/>
          <p:nvPr/>
        </p:nvCxnSpPr>
        <p:spPr>
          <a:xfrm rot="10800000" flipH="1">
            <a:off x="8932369" y="3967642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4" name="Google Shape;2120;p66">
            <a:extLst>
              <a:ext uri="{FF2B5EF4-FFF2-40B4-BE49-F238E27FC236}">
                <a16:creationId xmlns:a16="http://schemas.microsoft.com/office/drawing/2014/main" id="{443A687C-99A0-1F27-511D-E93BCD8A1D4C}"/>
              </a:ext>
            </a:extLst>
          </p:cNvPr>
          <p:cNvCxnSpPr/>
          <p:nvPr/>
        </p:nvCxnSpPr>
        <p:spPr>
          <a:xfrm rot="10800000">
            <a:off x="10651379" y="3967735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5" name="Google Shape;2121;p66">
            <a:extLst>
              <a:ext uri="{FF2B5EF4-FFF2-40B4-BE49-F238E27FC236}">
                <a16:creationId xmlns:a16="http://schemas.microsoft.com/office/drawing/2014/main" id="{25EEA323-0843-0D75-C6B1-0CD1A21CCBEB}"/>
              </a:ext>
            </a:extLst>
          </p:cNvPr>
          <p:cNvCxnSpPr/>
          <p:nvPr/>
        </p:nvCxnSpPr>
        <p:spPr>
          <a:xfrm rot="10800000" flipH="1">
            <a:off x="10060703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2122;p66">
            <a:extLst>
              <a:ext uri="{FF2B5EF4-FFF2-40B4-BE49-F238E27FC236}">
                <a16:creationId xmlns:a16="http://schemas.microsoft.com/office/drawing/2014/main" id="{180348D1-09CA-C73D-D939-2319683C0188}"/>
              </a:ext>
            </a:extLst>
          </p:cNvPr>
          <p:cNvGrpSpPr/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1" name="Google Shape;2123;p66">
              <a:extLst>
                <a:ext uri="{FF2B5EF4-FFF2-40B4-BE49-F238E27FC236}">
                  <a16:creationId xmlns:a16="http://schemas.microsoft.com/office/drawing/2014/main" id="{383805C0-32C3-3526-464F-807F1BC651F9}"/>
                </a:ext>
              </a:extLst>
            </p:cNvPr>
            <p:cNvCxnSpPr/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2" name="Google Shape;2124;p66">
              <a:extLst>
                <a:ext uri="{FF2B5EF4-FFF2-40B4-BE49-F238E27FC236}">
                  <a16:creationId xmlns:a16="http://schemas.microsoft.com/office/drawing/2014/main" id="{6BCEA8B0-4E62-C1FC-13E7-C53D4A4378EB}"/>
                </a:ext>
              </a:extLst>
            </p:cNvPr>
            <p:cNvCxnSpPr/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0776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FF43FFF6-D612-30BD-B622-50E9EB7A463F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562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oleObject" Target="../embeddings/oleObject1.bin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9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95.xml"/><Relationship Id="rId21" Type="http://schemas.openxmlformats.org/officeDocument/2006/relationships/oleObject" Target="../embeddings/oleObject2.bin"/><Relationship Id="rId7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0" Type="http://schemas.openxmlformats.org/officeDocument/2006/relationships/tags" Target="../tags/tag3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Relationship Id="rId22" Type="http://schemas.openxmlformats.org/officeDocument/2006/relationships/image" Target="../media/image9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23.xml"/><Relationship Id="rId18" Type="http://schemas.openxmlformats.org/officeDocument/2006/relationships/oleObject" Target="../embeddings/oleObject3.bin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11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0.xml"/><Relationship Id="rId19" Type="http://schemas.openxmlformats.org/officeDocument/2006/relationships/image" Target="../media/image9.emf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128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27.xml"/><Relationship Id="rId16" Type="http://schemas.openxmlformats.org/officeDocument/2006/relationships/slideLayout" Target="../slideLayouts/slideLayout141.xml"/><Relationship Id="rId20" Type="http://schemas.openxmlformats.org/officeDocument/2006/relationships/oleObject" Target="../embeddings/oleObject17.bin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5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35.xml"/><Relationship Id="rId19" Type="http://schemas.openxmlformats.org/officeDocument/2006/relationships/tags" Target="../tags/tag20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55.xml"/><Relationship Id="rId18" Type="http://schemas.openxmlformats.org/officeDocument/2006/relationships/tags" Target="../tags/tag21.xml"/><Relationship Id="rId3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54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144.xml"/><Relationship Id="rId16" Type="http://schemas.openxmlformats.org/officeDocument/2006/relationships/slideLayout" Target="../slideLayouts/slideLayout158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7.xml"/><Relationship Id="rId15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2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5EC6A90-AD4F-88C1-DCE0-E897E933218C}"/>
              </a:ext>
            </a:extLst>
          </p:cNvPr>
          <p:cNvGraphicFramePr>
            <a:graphicFrameLocks/>
          </p:cNvGraphicFramePr>
          <p:nvPr userDrawn="1">
            <p:custDataLst>
              <p:tags r:id="rId94"/>
            </p:custDataLst>
            <p:extLst>
              <p:ext uri="{D42A27DB-BD31-4B8C-83A1-F6EECF244321}">
                <p14:modId xmlns:p14="http://schemas.microsoft.com/office/powerpoint/2010/main" val="2194054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473" imgH="473" progId="TCLayout.ActiveDocument.1">
                  <p:embed/>
                </p:oleObj>
              </mc:Choice>
              <mc:Fallback>
                <p:oleObj name="think-cell Slide" r:id="rId95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EC6A90-AD4F-88C1-DCE0-E897E9332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312" y="169682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509" y="169682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709" y="169682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13" y="169682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312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312" y="446172"/>
            <a:ext cx="59404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064" y="620410"/>
            <a:ext cx="489370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467" y="620410"/>
            <a:ext cx="110341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312" y="620410"/>
            <a:ext cx="489370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07" y="620410"/>
            <a:ext cx="110341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39858" y="1088230"/>
            <a:ext cx="41391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39858" y="1264247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055" y="1264247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255" y="1264247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459" y="1264247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39858" y="1513870"/>
            <a:ext cx="299788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055" y="1513870"/>
            <a:ext cx="299788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255" y="1513870"/>
            <a:ext cx="299788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459" y="1513870"/>
            <a:ext cx="299788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39858" y="1763494"/>
            <a:ext cx="299788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055" y="1763494"/>
            <a:ext cx="299788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255" y="1763494"/>
            <a:ext cx="299788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459" y="1763494"/>
            <a:ext cx="299788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39858" y="2013117"/>
            <a:ext cx="299788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055" y="2013117"/>
            <a:ext cx="299788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255" y="2013117"/>
            <a:ext cx="299788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459" y="2013117"/>
            <a:ext cx="299788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3512" y="150422"/>
            <a:ext cx="517564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</a:t>
            </a:r>
            <a:r>
              <a:rPr lang="en-US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  <a:endParaRPr sz="3333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3513" y="1064894"/>
            <a:ext cx="43557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  <a:endParaRPr sz="20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3513" y="715222"/>
            <a:ext cx="44157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3512" y="1514820"/>
            <a:ext cx="5175642" cy="41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699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699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27pt</a:t>
            </a:r>
            <a:endParaRPr sz="2699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3513" y="2252208"/>
            <a:ext cx="43557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3513" y="1961152"/>
            <a:ext cx="44157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3512" y="2646371"/>
            <a:ext cx="51756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22pt</a:t>
            </a:r>
            <a:endParaRPr sz="2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3513" y="3326801"/>
            <a:ext cx="435574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4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3513" y="3035745"/>
            <a:ext cx="44157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3512" y="3736962"/>
            <a:ext cx="51756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16pt</a:t>
            </a:r>
            <a:endParaRPr sz="16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3513" y="4251503"/>
            <a:ext cx="43557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  <a:endParaRPr sz="12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3513" y="4020249"/>
            <a:ext cx="44157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3512" y="4642887"/>
            <a:ext cx="51756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12pt</a:t>
            </a:r>
            <a:endParaRPr sz="1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3513" y="5085065"/>
            <a:ext cx="435574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  <a:endParaRPr sz="9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3513" y="4901852"/>
            <a:ext cx="441576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600" y="2687499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positiva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0925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39859" y="2398327"/>
            <a:ext cx="1199187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132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atenção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39858" y="921490"/>
            <a:ext cx="128175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é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usado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apenas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para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os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detalhes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.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596" y="3206792"/>
            <a:ext cx="1213400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39858" y="3006240"/>
            <a:ext cx="1094391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</a:t>
            </a: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 de cores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3519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148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6" r:id="rId85"/>
    <p:sldLayoutId id="2147483747" r:id="rId86"/>
    <p:sldLayoutId id="2147483748" r:id="rId87"/>
    <p:sldLayoutId id="2147483749" r:id="rId88"/>
    <p:sldLayoutId id="2147484845" r:id="rId89"/>
    <p:sldLayoutId id="2147484847" r:id="rId90"/>
    <p:sldLayoutId id="2147484913" r:id="rId91"/>
    <p:sldLayoutId id="2147484961" r:id="rId92"/>
  </p:sldLayoutIdLst>
  <p:hf hdr="0" ftr="0" dt="0"/>
  <p:txStyles>
    <p:titleStyle>
      <a:lvl1pPr algn="l" defTabSz="91432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1" indent="-228581" algn="l" defTabSz="91432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4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7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9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24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296">
          <p15:clr>
            <a:srgbClr val="F26B43"/>
          </p15:clr>
        </p15:guide>
        <p15:guide id="23" orient="horz" pos="1071">
          <p15:clr>
            <a:srgbClr val="F26B43"/>
          </p15:clr>
        </p15:guide>
        <p15:guide id="24" orient="horz" pos="29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B7D8D25-FD7D-BE48-4B6E-01F4AEA86C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679959783"/>
              </p:ext>
            </p:extLst>
          </p:nvPr>
        </p:nvGraphicFramePr>
        <p:xfrm>
          <a:off x="1059" y="1059"/>
          <a:ext cx="1059" cy="1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04" imgH="403" progId="TCLayout.ActiveDocument.1">
                  <p:embed/>
                </p:oleObj>
              </mc:Choice>
              <mc:Fallback>
                <p:oleObj name="think-cell Slide" r:id="rId21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7D8D25-FD7D-BE48-4B6E-01F4AEA86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59" y="1059"/>
                        <a:ext cx="1059" cy="1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7F2CE8A7-78DB-C67E-C01E-FD4DB7D10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960" y="6590989"/>
            <a:ext cx="616800" cy="1728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noAutofit/>
          </a:bodyPr>
          <a:lstStyle>
            <a:lvl1pPr>
              <a:defRPr lang="pt-BR" sz="800" spc="67" smtClean="0">
                <a:solidFill>
                  <a:schemeClr val="accent2"/>
                </a:solidFill>
                <a:latin typeface="Arial Nova Light" panose="020F0502020204030204" pitchFamily="34" charset="0"/>
              </a:defRPr>
            </a:lvl1pPr>
          </a:lstStyle>
          <a:p>
            <a:pPr algn="r"/>
            <a:fld id="{FF1217F4-5966-428D-A130-D956CF815196}" type="slidenum">
              <a:rPr lang="pt-BR" smtClean="0"/>
              <a:pPr algn="r"/>
              <a:t>‹nº›</a:t>
            </a:fld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D66EF08-4304-3A68-AE40-CACA62C41BB5}"/>
              </a:ext>
            </a:extLst>
          </p:cNvPr>
          <p:cNvSpPr/>
          <p:nvPr userDrawn="1"/>
        </p:nvSpPr>
        <p:spPr>
          <a:xfrm>
            <a:off x="5765800" y="-9713621"/>
            <a:ext cx="660400" cy="6604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latin typeface="Arial Nova Light" panose="020F050202020403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5619B26-54DC-AF9E-B89B-A7BF47F2B4D4}"/>
              </a:ext>
            </a:extLst>
          </p:cNvPr>
          <p:cNvSpPr/>
          <p:nvPr userDrawn="1"/>
        </p:nvSpPr>
        <p:spPr>
          <a:xfrm>
            <a:off x="5765800" y="17994021"/>
            <a:ext cx="660400" cy="6604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latin typeface="Arial Nova Light" panose="020F050202020403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05C8EE-1B60-A1F4-127A-69BEABEA8EB5}"/>
              </a:ext>
            </a:extLst>
          </p:cNvPr>
          <p:cNvSpPr txBox="1"/>
          <p:nvPr userDrawn="1"/>
        </p:nvSpPr>
        <p:spPr>
          <a:xfrm>
            <a:off x="0" y="-422322"/>
            <a:ext cx="3355975" cy="344439"/>
          </a:xfrm>
          <a:prstGeom prst="rect">
            <a:avLst/>
          </a:prstGeom>
          <a:noFill/>
        </p:spPr>
        <p:txBody>
          <a:bodyPr wrap="square" lIns="0" tIns="0" rIns="0" bIns="12000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333" spc="67">
                <a:solidFill>
                  <a:schemeClr val="bg1"/>
                </a:solidFill>
                <a:highlight>
                  <a:srgbClr val="0000FF"/>
                </a:highlight>
                <a:latin typeface="Arial Nova Light" panose="020B0304020202020204" pitchFamily="34" charset="0"/>
              </a:rPr>
              <a:t>Versão 12.04.2024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06A9E5-639A-B61F-7A78-67DA01AE3EA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41828" y="361951"/>
            <a:ext cx="11716800" cy="611675"/>
          </a:xfrm>
          <a:prstGeom prst="rect">
            <a:avLst/>
          </a:prstGeom>
        </p:spPr>
        <p:txBody>
          <a:bodyPr vert="horz" wrap="square" lIns="0" tIns="360000" rIns="0" bIns="0" rtlCol="0" anchor="t">
            <a:noAutofit/>
          </a:bodyPr>
          <a:lstStyle/>
          <a:p>
            <a:pPr lvl="0"/>
            <a:r>
              <a:rPr lang="pt-BR"/>
              <a:t>Clique para editar o título Mestre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0820D445-ED17-7642-1235-494A2E122A9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41829" y="6592211"/>
            <a:ext cx="7392988" cy="171579"/>
          </a:xfrm>
          <a:prstGeom prst="rect">
            <a:avLst/>
          </a:prstGeom>
        </p:spPr>
        <p:txBody>
          <a:bodyPr vert="horz" wrap="square" lIns="72000" tIns="36000" rIns="72000" bIns="36000" rtlCol="0" anchor="ctr">
            <a:noAutofit/>
          </a:bodyPr>
          <a:lstStyle>
            <a:lvl1pPr algn="l">
              <a:defRPr sz="800">
                <a:solidFill>
                  <a:srgbClr val="7F7F7F"/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5083FE6-5455-5A21-8DF3-401637042275}"/>
              </a:ext>
            </a:extLst>
          </p:cNvPr>
          <p:cNvSpPr txBox="1">
            <a:spLocks/>
          </p:cNvSpPr>
          <p:nvPr userDrawn="1"/>
        </p:nvSpPr>
        <p:spPr>
          <a:xfrm>
            <a:off x="11334540" y="6592211"/>
            <a:ext cx="617221" cy="171579"/>
          </a:xfrm>
          <a:prstGeom prst="rect">
            <a:avLst/>
          </a:prstGeom>
          <a:noFill/>
        </p:spPr>
        <p:txBody>
          <a:bodyPr wrap="square" lIns="48000" tIns="24000" rIns="48000" bIns="2400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pt-BR" sz="1200" kern="1200" spc="100" smtClean="0">
                <a:solidFill>
                  <a:srgbClr val="002B49"/>
                </a:solidFill>
                <a:latin typeface="Arial Nova Light" panose="020F0502020204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79097A-DA66-4AFA-A858-50890353C321}" type="slidenum">
              <a:rPr lang="pt-BR" sz="800" smtClean="0">
                <a:solidFill>
                  <a:srgbClr val="7F7F7F"/>
                </a:solidFill>
              </a:rPr>
              <a:pPr/>
              <a:t>‹nº›</a:t>
            </a:fld>
            <a:endParaRPr lang="pt-BR" sz="800">
              <a:solidFill>
                <a:srgbClr val="7F7F7F"/>
              </a:solidFill>
            </a:endParaRPr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FBAD4B16-0CAA-ECEF-1D3B-331EEA3F0A9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39184" y="2007285"/>
            <a:ext cx="4316942" cy="262135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pt-BR"/>
              <a:t>Clique para editar os estilos de texto Mestres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pt-BR"/>
              <a:t>Primeiro nível</a:t>
            </a:r>
          </a:p>
          <a:p>
            <a:pPr marL="190510" lvl="1" indent="-190510">
              <a:lnSpc>
                <a:spcPct val="110000"/>
              </a:lnSpc>
              <a:spcAft>
                <a:spcPts val="0"/>
              </a:spcAft>
            </a:pPr>
            <a:r>
              <a:rPr lang="pt-BR"/>
              <a:t>Segundo nível</a:t>
            </a:r>
          </a:p>
          <a:p>
            <a:pPr marL="912046" lvl="4" indent="-304815">
              <a:lnSpc>
                <a:spcPct val="110000"/>
              </a:lnSpc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lnSpc>
                <a:spcPct val="110000"/>
              </a:lnSpc>
              <a:spcAft>
                <a:spcPts val="400"/>
              </a:spcAft>
              <a:buClr>
                <a:schemeClr val="tx2"/>
              </a:buClr>
            </a:pPr>
            <a:r>
              <a:rPr lang="pt-BR"/>
              <a:t>Quarto nível</a:t>
            </a:r>
          </a:p>
          <a:p>
            <a:pPr marL="1392070" lvl="6" indent="-304815">
              <a:lnSpc>
                <a:spcPct val="110000"/>
              </a:lnSpc>
              <a:spcAft>
                <a:spcPts val="400"/>
              </a:spcAft>
              <a:buClr>
                <a:schemeClr val="tx2"/>
              </a:buClr>
            </a:pPr>
            <a:r>
              <a:rPr lang="pt-BR"/>
              <a:t>Quinto nível</a:t>
            </a:r>
          </a:p>
          <a:p>
            <a:pPr marL="1584079" lvl="7" indent="-304815">
              <a:lnSpc>
                <a:spcPct val="110000"/>
              </a:lnSpc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Sexto nível</a:t>
            </a:r>
          </a:p>
          <a:p>
            <a:pPr marL="1800090" lvl="8" indent="-304815">
              <a:lnSpc>
                <a:spcPct val="110000"/>
              </a:lnSpc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Sétimo nível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74BA1ABA-F463-EA28-3600-9152454B82F3}"/>
              </a:ext>
            </a:extLst>
          </p:cNvPr>
          <p:cNvSpPr/>
          <p:nvPr userDrawn="1"/>
        </p:nvSpPr>
        <p:spPr>
          <a:xfrm rot="5400000">
            <a:off x="-1370056" y="3594204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6DC891-5B20-0D38-B430-5D4EAFC2849C}"/>
              </a:ext>
            </a:extLst>
          </p:cNvPr>
          <p:cNvSpPr/>
          <p:nvPr userDrawn="1"/>
        </p:nvSpPr>
        <p:spPr>
          <a:xfrm rot="5400000">
            <a:off x="-1063351" y="3594204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CBF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326513FE-E626-BD8C-A194-F82C144CD2E5}"/>
              </a:ext>
            </a:extLst>
          </p:cNvPr>
          <p:cNvSpPr/>
          <p:nvPr userDrawn="1"/>
        </p:nvSpPr>
        <p:spPr>
          <a:xfrm rot="5400000">
            <a:off x="-764266" y="3594204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DE9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7D8C6774-3128-6FA3-7312-D475C3E9CF1E}"/>
              </a:ext>
            </a:extLst>
          </p:cNvPr>
          <p:cNvSpPr/>
          <p:nvPr userDrawn="1"/>
        </p:nvSpPr>
        <p:spPr>
          <a:xfrm rot="5400000">
            <a:off x="-1063351" y="4611320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B74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DDD90DD1-3942-931C-C528-0983E73EC1B2}"/>
              </a:ext>
            </a:extLst>
          </p:cNvPr>
          <p:cNvSpPr/>
          <p:nvPr userDrawn="1"/>
        </p:nvSpPr>
        <p:spPr>
          <a:xfrm rot="5400000">
            <a:off x="-764266" y="4611320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DBA1D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4F8A416D-291C-8C19-B79E-788CF8909785}"/>
              </a:ext>
            </a:extLst>
          </p:cNvPr>
          <p:cNvSpPr/>
          <p:nvPr userDrawn="1"/>
        </p:nvSpPr>
        <p:spPr>
          <a:xfrm rot="5400000">
            <a:off x="-1370055" y="4611320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9F91A305-3E99-6722-887F-39ED2802EEDA}"/>
              </a:ext>
            </a:extLst>
          </p:cNvPr>
          <p:cNvSpPr/>
          <p:nvPr userDrawn="1"/>
        </p:nvSpPr>
        <p:spPr>
          <a:xfrm rot="5400000">
            <a:off x="-1370055" y="4272281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5A0771B5-B9D1-A53F-F073-F935227689E3}"/>
              </a:ext>
            </a:extLst>
          </p:cNvPr>
          <p:cNvSpPr/>
          <p:nvPr userDrawn="1"/>
        </p:nvSpPr>
        <p:spPr>
          <a:xfrm rot="5400000">
            <a:off x="-1063351" y="4272281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50D8B4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D5C1C2A4-1CD7-EC91-4A70-73C08F487425}"/>
              </a:ext>
            </a:extLst>
          </p:cNvPr>
          <p:cNvSpPr/>
          <p:nvPr userDrawn="1"/>
        </p:nvSpPr>
        <p:spPr>
          <a:xfrm rot="5400000">
            <a:off x="-764266" y="4272281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9BE9D4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99C8B491-8965-50CB-5861-136C16ADC6EC}"/>
              </a:ext>
            </a:extLst>
          </p:cNvPr>
          <p:cNvSpPr/>
          <p:nvPr userDrawn="1"/>
        </p:nvSpPr>
        <p:spPr>
          <a:xfrm rot="5400000">
            <a:off x="-1370055" y="4950359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BC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FB3EFE30-92ED-7437-E24A-82B54E27CBE9}"/>
              </a:ext>
            </a:extLst>
          </p:cNvPr>
          <p:cNvSpPr/>
          <p:nvPr userDrawn="1"/>
        </p:nvSpPr>
        <p:spPr>
          <a:xfrm rot="5400000">
            <a:off x="-1063351" y="4950359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121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5D65AFDC-0938-A5BD-AC1C-867CE7A9E865}"/>
              </a:ext>
            </a:extLst>
          </p:cNvPr>
          <p:cNvSpPr/>
          <p:nvPr userDrawn="1"/>
        </p:nvSpPr>
        <p:spPr>
          <a:xfrm rot="5400000">
            <a:off x="-764266" y="4950359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A0A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462831A9-F9FB-267E-F083-A74760FC3225}"/>
              </a:ext>
            </a:extLst>
          </p:cNvPr>
          <p:cNvSpPr/>
          <p:nvPr userDrawn="1"/>
        </p:nvSpPr>
        <p:spPr>
          <a:xfrm rot="5400000">
            <a:off x="-764266" y="3933243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B07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1FF43827-3DBF-DB49-84BF-2C1C4C2FF258}"/>
              </a:ext>
            </a:extLst>
          </p:cNvPr>
          <p:cNvSpPr/>
          <p:nvPr userDrawn="1"/>
        </p:nvSpPr>
        <p:spPr>
          <a:xfrm rot="5400000">
            <a:off x="-1063351" y="3933243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6D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3EF02F6A-6A58-26E8-7F7A-EBB9AEF4531D}"/>
              </a:ext>
            </a:extLst>
          </p:cNvPr>
          <p:cNvSpPr/>
          <p:nvPr userDrawn="1"/>
        </p:nvSpPr>
        <p:spPr>
          <a:xfrm rot="5400000">
            <a:off x="-1370056" y="3933243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ABCE3783-6B60-BBCB-EBF7-4C308AD7A231}"/>
              </a:ext>
            </a:extLst>
          </p:cNvPr>
          <p:cNvSpPr/>
          <p:nvPr userDrawn="1"/>
        </p:nvSpPr>
        <p:spPr>
          <a:xfrm rot="5400000">
            <a:off x="-1456390" y="2291840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0085C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91592099-04E3-91F7-9C1A-767637814BE4}"/>
              </a:ext>
            </a:extLst>
          </p:cNvPr>
          <p:cNvSpPr/>
          <p:nvPr userDrawn="1"/>
        </p:nvSpPr>
        <p:spPr>
          <a:xfrm rot="5400000">
            <a:off x="-1149685" y="2291840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4CA9D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AACB4C01-085F-DF0B-A416-28FF92A58251}"/>
              </a:ext>
            </a:extLst>
          </p:cNvPr>
          <p:cNvSpPr/>
          <p:nvPr userDrawn="1"/>
        </p:nvSpPr>
        <p:spPr>
          <a:xfrm rot="5400000">
            <a:off x="-850600" y="2291840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B2DAE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AC902C45-F683-4291-D5E8-47C7744EE77B}"/>
              </a:ext>
            </a:extLst>
          </p:cNvPr>
          <p:cNvSpPr/>
          <p:nvPr userDrawn="1"/>
        </p:nvSpPr>
        <p:spPr>
          <a:xfrm rot="5400000">
            <a:off x="-1149685" y="281860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8EADC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43D273F2-A6B7-281C-43A5-B20183545ADA}"/>
              </a:ext>
            </a:extLst>
          </p:cNvPr>
          <p:cNvSpPr/>
          <p:nvPr userDrawn="1"/>
        </p:nvSpPr>
        <p:spPr>
          <a:xfrm rot="5400000">
            <a:off x="-1456390" y="176518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002B4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84AD8DE0-14FA-74D7-B405-F724746B3758}"/>
              </a:ext>
            </a:extLst>
          </p:cNvPr>
          <p:cNvSpPr/>
          <p:nvPr userDrawn="1"/>
        </p:nvSpPr>
        <p:spPr>
          <a:xfrm rot="5400000">
            <a:off x="-1456390" y="281860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5E8AB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09910570-16B2-BD61-EB13-97E399677552}"/>
              </a:ext>
            </a:extLst>
          </p:cNvPr>
          <p:cNvSpPr/>
          <p:nvPr userDrawn="1"/>
        </p:nvSpPr>
        <p:spPr>
          <a:xfrm rot="5400000">
            <a:off x="-1149685" y="176518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4C6A7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F2D9037F-EE4C-FB44-5F50-6D57D982479D}"/>
              </a:ext>
            </a:extLst>
          </p:cNvPr>
          <p:cNvSpPr/>
          <p:nvPr userDrawn="1"/>
        </p:nvSpPr>
        <p:spPr>
          <a:xfrm rot="5400000">
            <a:off x="-850600" y="176518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B2BF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9CD95EC3-71E9-8CCA-3054-B7625B07A24E}"/>
              </a:ext>
            </a:extLst>
          </p:cNvPr>
          <p:cNvSpPr/>
          <p:nvPr userDrawn="1"/>
        </p:nvSpPr>
        <p:spPr>
          <a:xfrm rot="5400000">
            <a:off x="-850600" y="281860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CE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6D6E4AAF-990F-CCB3-8562-015CD6E41141}"/>
              </a:ext>
            </a:extLst>
          </p:cNvPr>
          <p:cNvSpPr/>
          <p:nvPr userDrawn="1"/>
        </p:nvSpPr>
        <p:spPr>
          <a:xfrm>
            <a:off x="-1370066" y="1152098"/>
            <a:ext cx="304482" cy="477138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64646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8BD9A1B-8C85-CDF4-249C-8F676D673435}"/>
              </a:ext>
            </a:extLst>
          </p:cNvPr>
          <p:cNvSpPr/>
          <p:nvPr userDrawn="1"/>
        </p:nvSpPr>
        <p:spPr>
          <a:xfrm>
            <a:off x="-1063358" y="1152097"/>
            <a:ext cx="304482" cy="477138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96969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D54E6131-0903-8F4D-FCB5-4861DA47B6A5}"/>
              </a:ext>
            </a:extLst>
          </p:cNvPr>
          <p:cNvSpPr/>
          <p:nvPr userDrawn="1"/>
        </p:nvSpPr>
        <p:spPr>
          <a:xfrm>
            <a:off x="-764273" y="1152097"/>
            <a:ext cx="304482" cy="477138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D9D9D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E9AB9DC-B643-A329-2F55-78DA52A43287}"/>
              </a:ext>
            </a:extLst>
          </p:cNvPr>
          <p:cNvSpPr txBox="1"/>
          <p:nvPr userDrawn="1"/>
        </p:nvSpPr>
        <p:spPr>
          <a:xfrm>
            <a:off x="-1376096" y="910588"/>
            <a:ext cx="702910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Principal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54B1625-3F65-3DED-ABC6-85582993B329}"/>
              </a:ext>
            </a:extLst>
          </p:cNvPr>
          <p:cNvSpPr txBox="1"/>
          <p:nvPr userDrawn="1"/>
        </p:nvSpPr>
        <p:spPr>
          <a:xfrm>
            <a:off x="-1376096" y="3332284"/>
            <a:ext cx="99770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Secundária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54D725E-5379-F90E-DE69-9BCC8BA4CD83}"/>
              </a:ext>
            </a:extLst>
          </p:cNvPr>
          <p:cNvSpPr txBox="1"/>
          <p:nvPr userDrawn="1"/>
        </p:nvSpPr>
        <p:spPr>
          <a:xfrm>
            <a:off x="-4381404" y="583548"/>
            <a:ext cx="1122286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Combinações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64F9E62-6A0C-9D2E-C044-32EE92E172CF}"/>
              </a:ext>
            </a:extLst>
          </p:cNvPr>
          <p:cNvSpPr txBox="1"/>
          <p:nvPr userDrawn="1"/>
        </p:nvSpPr>
        <p:spPr>
          <a:xfrm>
            <a:off x="-4395427" y="-1162492"/>
            <a:ext cx="3722241" cy="1082910"/>
          </a:xfrm>
          <a:prstGeom prst="rect">
            <a:avLst/>
          </a:prstGeom>
          <a:noFill/>
        </p:spPr>
        <p:txBody>
          <a:bodyPr wrap="square" lIns="0" tIns="0" rIns="0" bIns="120000" anchor="b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333" i="1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Usar conta gotas</a:t>
            </a: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.</a:t>
            </a:r>
            <a:b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</a:b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Cores devem ser usadas preferencialmente com combinação da principal + 1 secundária e suas tonalidades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2AB562B-43FA-E906-DFA0-DFA04098B3A5}"/>
              </a:ext>
            </a:extLst>
          </p:cNvPr>
          <p:cNvSpPr txBox="1"/>
          <p:nvPr userDrawn="1"/>
        </p:nvSpPr>
        <p:spPr>
          <a:xfrm>
            <a:off x="-1461786" y="5434506"/>
            <a:ext cx="702910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Positivo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92649AE-6E42-359D-3833-5D052E39B534}"/>
              </a:ext>
            </a:extLst>
          </p:cNvPr>
          <p:cNvSpPr txBox="1"/>
          <p:nvPr userDrawn="1"/>
        </p:nvSpPr>
        <p:spPr>
          <a:xfrm>
            <a:off x="-1461786" y="5896336"/>
            <a:ext cx="702910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Negativo</a:t>
            </a:r>
          </a:p>
        </p:txBody>
      </p:sp>
      <p:grpSp>
        <p:nvGrpSpPr>
          <p:cNvPr id="46" name="Gráfico 4">
            <a:extLst>
              <a:ext uri="{FF2B5EF4-FFF2-40B4-BE49-F238E27FC236}">
                <a16:creationId xmlns:a16="http://schemas.microsoft.com/office/drawing/2014/main" id="{BDBAA5C4-E3A4-0B7B-BA35-EB733CE4D063}"/>
              </a:ext>
            </a:extLst>
          </p:cNvPr>
          <p:cNvGrpSpPr/>
          <p:nvPr userDrawn="1"/>
        </p:nvGrpSpPr>
        <p:grpSpPr>
          <a:xfrm>
            <a:off x="-4394941" y="1163295"/>
            <a:ext cx="2163158" cy="750768"/>
            <a:chOff x="-6592412" y="1744942"/>
            <a:chExt cx="3244737" cy="1126152"/>
          </a:xfrm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9CC41493-CDAB-D34E-EE26-FF8B6355B720}"/>
                </a:ext>
              </a:extLst>
            </p:cNvPr>
            <p:cNvSpPr/>
            <p:nvPr/>
          </p:nvSpPr>
          <p:spPr>
            <a:xfrm rot="5400000">
              <a:off x="-5112586" y="825826"/>
              <a:ext cx="285085" cy="3244737"/>
            </a:xfrm>
            <a:custGeom>
              <a:avLst/>
              <a:gdLst>
                <a:gd name="connsiteX0" fmla="*/ 0 w 285085"/>
                <a:gd name="connsiteY0" fmla="*/ 0 h 3244737"/>
                <a:gd name="connsiteX1" fmla="*/ 285086 w 285085"/>
                <a:gd name="connsiteY1" fmla="*/ 0 h 3244737"/>
                <a:gd name="connsiteX2" fmla="*/ 285086 w 285085"/>
                <a:gd name="connsiteY2" fmla="*/ 3244738 h 3244737"/>
                <a:gd name="connsiteX3" fmla="*/ 0 w 285085"/>
                <a:gd name="connsiteY3" fmla="*/ 3244738 h 324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085" h="3244737">
                  <a:moveTo>
                    <a:pt x="0" y="0"/>
                  </a:moveTo>
                  <a:lnTo>
                    <a:pt x="285086" y="0"/>
                  </a:lnTo>
                  <a:lnTo>
                    <a:pt x="285086" y="3244738"/>
                  </a:lnTo>
                  <a:lnTo>
                    <a:pt x="0" y="3244738"/>
                  </a:lnTo>
                  <a:close/>
                </a:path>
              </a:pathLst>
            </a:custGeom>
            <a:solidFill>
              <a:srgbClr val="0085C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200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D9E8824-F19F-8019-B58F-716042824F38}"/>
                </a:ext>
              </a:extLst>
            </p:cNvPr>
            <p:cNvSpPr/>
            <p:nvPr/>
          </p:nvSpPr>
          <p:spPr>
            <a:xfrm rot="5400000">
              <a:off x="-5112586" y="545471"/>
              <a:ext cx="285085" cy="3244737"/>
            </a:xfrm>
            <a:custGeom>
              <a:avLst/>
              <a:gdLst>
                <a:gd name="connsiteX0" fmla="*/ 0 w 285085"/>
                <a:gd name="connsiteY0" fmla="*/ 0 h 3244737"/>
                <a:gd name="connsiteX1" fmla="*/ 285086 w 285085"/>
                <a:gd name="connsiteY1" fmla="*/ 0 h 3244737"/>
                <a:gd name="connsiteX2" fmla="*/ 285086 w 285085"/>
                <a:gd name="connsiteY2" fmla="*/ 3244738 h 3244737"/>
                <a:gd name="connsiteX3" fmla="*/ 0 w 285085"/>
                <a:gd name="connsiteY3" fmla="*/ 3244738 h 324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085" h="3244737">
                  <a:moveTo>
                    <a:pt x="0" y="0"/>
                  </a:moveTo>
                  <a:lnTo>
                    <a:pt x="285086" y="0"/>
                  </a:lnTo>
                  <a:lnTo>
                    <a:pt x="285086" y="3244738"/>
                  </a:lnTo>
                  <a:lnTo>
                    <a:pt x="0" y="3244738"/>
                  </a:lnTo>
                  <a:close/>
                </a:path>
              </a:pathLst>
            </a:custGeom>
            <a:solidFill>
              <a:srgbClr val="002B4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200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B2D16867-E40B-31CF-39E6-AE4AD2B3DFBC}"/>
                </a:ext>
              </a:extLst>
            </p:cNvPr>
            <p:cNvSpPr/>
            <p:nvPr/>
          </p:nvSpPr>
          <p:spPr>
            <a:xfrm rot="5400000">
              <a:off x="-5112586" y="1106182"/>
              <a:ext cx="285085" cy="3244737"/>
            </a:xfrm>
            <a:custGeom>
              <a:avLst/>
              <a:gdLst>
                <a:gd name="connsiteX0" fmla="*/ 0 w 285085"/>
                <a:gd name="connsiteY0" fmla="*/ 0 h 3244737"/>
                <a:gd name="connsiteX1" fmla="*/ 285086 w 285085"/>
                <a:gd name="connsiteY1" fmla="*/ 0 h 3244737"/>
                <a:gd name="connsiteX2" fmla="*/ 285086 w 285085"/>
                <a:gd name="connsiteY2" fmla="*/ 3244738 h 3244737"/>
                <a:gd name="connsiteX3" fmla="*/ 0 w 285085"/>
                <a:gd name="connsiteY3" fmla="*/ 3244738 h 324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085" h="3244737">
                  <a:moveTo>
                    <a:pt x="0" y="0"/>
                  </a:moveTo>
                  <a:lnTo>
                    <a:pt x="285086" y="0"/>
                  </a:lnTo>
                  <a:lnTo>
                    <a:pt x="285086" y="3244738"/>
                  </a:lnTo>
                  <a:lnTo>
                    <a:pt x="0" y="3244738"/>
                  </a:lnTo>
                  <a:close/>
                </a:path>
              </a:pathLst>
            </a:custGeom>
            <a:solidFill>
              <a:srgbClr val="5E8AB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200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9567DB92-BC23-0EF5-AABB-018076101A44}"/>
                </a:ext>
              </a:extLst>
            </p:cNvPr>
            <p:cNvSpPr/>
            <p:nvPr/>
          </p:nvSpPr>
          <p:spPr>
            <a:xfrm rot="10800000">
              <a:off x="-6592412" y="1744942"/>
              <a:ext cx="3244737" cy="285085"/>
            </a:xfrm>
            <a:custGeom>
              <a:avLst/>
              <a:gdLst>
                <a:gd name="connsiteX0" fmla="*/ 0 w 3244737"/>
                <a:gd name="connsiteY0" fmla="*/ 0 h 285085"/>
                <a:gd name="connsiteX1" fmla="*/ 3244738 w 3244737"/>
                <a:gd name="connsiteY1" fmla="*/ 0 h 285085"/>
                <a:gd name="connsiteX2" fmla="*/ 3244738 w 3244737"/>
                <a:gd name="connsiteY2" fmla="*/ 285086 h 285085"/>
                <a:gd name="connsiteX3" fmla="*/ 0 w 3244737"/>
                <a:gd name="connsiteY3" fmla="*/ 285086 h 28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4737" h="285085">
                  <a:moveTo>
                    <a:pt x="0" y="0"/>
                  </a:moveTo>
                  <a:lnTo>
                    <a:pt x="3244738" y="0"/>
                  </a:lnTo>
                  <a:lnTo>
                    <a:pt x="3244738" y="285086"/>
                  </a:lnTo>
                  <a:lnTo>
                    <a:pt x="0" y="285086"/>
                  </a:lnTo>
                  <a:close/>
                </a:path>
              </a:pathLst>
            </a:custGeom>
            <a:solidFill>
              <a:srgbClr val="6464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200"/>
            </a:p>
          </p:txBody>
        </p:sp>
      </p:grp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60B6EA37-A9FA-0DF0-CE2F-E8EABF8E3154}"/>
              </a:ext>
            </a:extLst>
          </p:cNvPr>
          <p:cNvSpPr/>
          <p:nvPr userDrawn="1"/>
        </p:nvSpPr>
        <p:spPr>
          <a:xfrm rot="10800000">
            <a:off x="-4390696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A52BB5D6-4234-14F0-C132-B0CEC2D3D333}"/>
              </a:ext>
            </a:extLst>
          </p:cNvPr>
          <p:cNvSpPr/>
          <p:nvPr userDrawn="1"/>
        </p:nvSpPr>
        <p:spPr>
          <a:xfrm rot="10800000">
            <a:off x="-3952486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DE83DBC0-4B8C-AA8A-92B3-948AD4A67C6D}"/>
              </a:ext>
            </a:extLst>
          </p:cNvPr>
          <p:cNvSpPr/>
          <p:nvPr userDrawn="1"/>
        </p:nvSpPr>
        <p:spPr>
          <a:xfrm rot="10800000">
            <a:off x="-3514275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pt-BR" sz="1200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408F0D6A-914A-23B8-BFEA-EE63F5011371}"/>
              </a:ext>
            </a:extLst>
          </p:cNvPr>
          <p:cNvSpPr/>
          <p:nvPr userDrawn="1"/>
        </p:nvSpPr>
        <p:spPr>
          <a:xfrm rot="10800000">
            <a:off x="-3076064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C309D77D-DF17-2E3B-7FDF-90EF3A0D1255}"/>
              </a:ext>
            </a:extLst>
          </p:cNvPr>
          <p:cNvSpPr/>
          <p:nvPr userDrawn="1"/>
        </p:nvSpPr>
        <p:spPr>
          <a:xfrm rot="10800000">
            <a:off x="-2637853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BC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AA986BE9-CD61-75D3-83E6-0B3C318B8778}"/>
              </a:ext>
            </a:extLst>
          </p:cNvPr>
          <p:cNvSpPr/>
          <p:nvPr userDrawn="1"/>
        </p:nvSpPr>
        <p:spPr>
          <a:xfrm rot="10800000">
            <a:off x="-4390696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01F0C08D-B3D8-4C41-8BE6-2EE06D604D46}"/>
              </a:ext>
            </a:extLst>
          </p:cNvPr>
          <p:cNvSpPr/>
          <p:nvPr userDrawn="1"/>
        </p:nvSpPr>
        <p:spPr>
          <a:xfrm rot="10800000">
            <a:off x="-3946664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D8A9B025-B5F1-45A7-814F-3E850B54AEAE}"/>
              </a:ext>
            </a:extLst>
          </p:cNvPr>
          <p:cNvSpPr/>
          <p:nvPr userDrawn="1"/>
        </p:nvSpPr>
        <p:spPr>
          <a:xfrm rot="10800000">
            <a:off x="-3514517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83FB803E-B53F-25D7-2D03-176811BF638F}"/>
              </a:ext>
            </a:extLst>
          </p:cNvPr>
          <p:cNvSpPr/>
          <p:nvPr userDrawn="1"/>
        </p:nvSpPr>
        <p:spPr>
          <a:xfrm rot="10800000">
            <a:off x="-3070000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9224161B-83DF-9EDF-034E-B2CF28A1B11E}"/>
              </a:ext>
            </a:extLst>
          </p:cNvPr>
          <p:cNvSpPr/>
          <p:nvPr userDrawn="1"/>
        </p:nvSpPr>
        <p:spPr>
          <a:xfrm rot="10800000">
            <a:off x="-2637853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BC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030A22BB-1446-CC74-2B0C-F2EDEBADFA31}"/>
              </a:ext>
            </a:extLst>
          </p:cNvPr>
          <p:cNvSpPr/>
          <p:nvPr userDrawn="1"/>
        </p:nvSpPr>
        <p:spPr>
          <a:xfrm rot="10800000">
            <a:off x="-4390696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3EAF41F4-F2A0-9C17-2B76-B2EB525C06C1}"/>
              </a:ext>
            </a:extLst>
          </p:cNvPr>
          <p:cNvSpPr/>
          <p:nvPr userDrawn="1"/>
        </p:nvSpPr>
        <p:spPr>
          <a:xfrm rot="10800000">
            <a:off x="-3946664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99A2E7F3-46F3-51D2-71EA-5F427465B030}"/>
              </a:ext>
            </a:extLst>
          </p:cNvPr>
          <p:cNvSpPr/>
          <p:nvPr userDrawn="1"/>
        </p:nvSpPr>
        <p:spPr>
          <a:xfrm rot="10800000">
            <a:off x="-3514517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D213CEF4-2417-C4C6-BB15-8B86967BCF6C}"/>
              </a:ext>
            </a:extLst>
          </p:cNvPr>
          <p:cNvSpPr/>
          <p:nvPr userDrawn="1"/>
        </p:nvSpPr>
        <p:spPr>
          <a:xfrm rot="10800000">
            <a:off x="-3070000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BC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FED52338-DD63-A0F3-F447-8E28ADB963B9}"/>
              </a:ext>
            </a:extLst>
          </p:cNvPr>
          <p:cNvSpPr/>
          <p:nvPr userDrawn="1"/>
        </p:nvSpPr>
        <p:spPr>
          <a:xfrm rot="10800000">
            <a:off x="-2637853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7" name="Forma Livre: Forma 66">
            <a:extLst>
              <a:ext uri="{FF2B5EF4-FFF2-40B4-BE49-F238E27FC236}">
                <a16:creationId xmlns:a16="http://schemas.microsoft.com/office/drawing/2014/main" id="{629F0530-0A94-657F-0E00-5278B5189435}"/>
              </a:ext>
            </a:extLst>
          </p:cNvPr>
          <p:cNvSpPr/>
          <p:nvPr userDrawn="1"/>
        </p:nvSpPr>
        <p:spPr>
          <a:xfrm rot="10800000">
            <a:off x="-4390696" y="4207726"/>
            <a:ext cx="2158913" cy="95817"/>
          </a:xfrm>
          <a:custGeom>
            <a:avLst/>
            <a:gdLst>
              <a:gd name="connsiteX0" fmla="*/ 0 w 3238370"/>
              <a:gd name="connsiteY0" fmla="*/ 0 h 143725"/>
              <a:gd name="connsiteX1" fmla="*/ 3238370 w 3238370"/>
              <a:gd name="connsiteY1" fmla="*/ 0 h 143725"/>
              <a:gd name="connsiteX2" fmla="*/ 3238370 w 3238370"/>
              <a:gd name="connsiteY2" fmla="*/ 143725 h 143725"/>
              <a:gd name="connsiteX3" fmla="*/ 0 w 3238370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370" h="143725">
                <a:moveTo>
                  <a:pt x="0" y="0"/>
                </a:moveTo>
                <a:lnTo>
                  <a:pt x="3238370" y="0"/>
                </a:lnTo>
                <a:lnTo>
                  <a:pt x="3238370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8" name="Forma Livre: Forma 67">
            <a:extLst>
              <a:ext uri="{FF2B5EF4-FFF2-40B4-BE49-F238E27FC236}">
                <a16:creationId xmlns:a16="http://schemas.microsoft.com/office/drawing/2014/main" id="{394DF22D-C178-00DF-CCA0-14A193860FA4}"/>
              </a:ext>
            </a:extLst>
          </p:cNvPr>
          <p:cNvSpPr/>
          <p:nvPr userDrawn="1"/>
        </p:nvSpPr>
        <p:spPr>
          <a:xfrm rot="10800000">
            <a:off x="-4390696" y="4304756"/>
            <a:ext cx="2158913" cy="95817"/>
          </a:xfrm>
          <a:custGeom>
            <a:avLst/>
            <a:gdLst>
              <a:gd name="connsiteX0" fmla="*/ 0 w 3238370"/>
              <a:gd name="connsiteY0" fmla="*/ 0 h 143725"/>
              <a:gd name="connsiteX1" fmla="*/ 3238370 w 3238370"/>
              <a:gd name="connsiteY1" fmla="*/ 0 h 143725"/>
              <a:gd name="connsiteX2" fmla="*/ 3238370 w 3238370"/>
              <a:gd name="connsiteY2" fmla="*/ 143725 h 143725"/>
              <a:gd name="connsiteX3" fmla="*/ 0 w 3238370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370" h="143725">
                <a:moveTo>
                  <a:pt x="0" y="0"/>
                </a:moveTo>
                <a:lnTo>
                  <a:pt x="3238370" y="0"/>
                </a:lnTo>
                <a:lnTo>
                  <a:pt x="3238370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9" name="Forma Livre: Forma 68">
            <a:extLst>
              <a:ext uri="{FF2B5EF4-FFF2-40B4-BE49-F238E27FC236}">
                <a16:creationId xmlns:a16="http://schemas.microsoft.com/office/drawing/2014/main" id="{D2ED8857-D7BA-906F-7F92-71E86E516A37}"/>
              </a:ext>
            </a:extLst>
          </p:cNvPr>
          <p:cNvSpPr/>
          <p:nvPr userDrawn="1"/>
        </p:nvSpPr>
        <p:spPr>
          <a:xfrm rot="10800000">
            <a:off x="-4390696" y="4401786"/>
            <a:ext cx="2158913" cy="95817"/>
          </a:xfrm>
          <a:custGeom>
            <a:avLst/>
            <a:gdLst>
              <a:gd name="connsiteX0" fmla="*/ 0 w 3238370"/>
              <a:gd name="connsiteY0" fmla="*/ 0 h 143725"/>
              <a:gd name="connsiteX1" fmla="*/ 3238370 w 3238370"/>
              <a:gd name="connsiteY1" fmla="*/ 0 h 143725"/>
              <a:gd name="connsiteX2" fmla="*/ 3238370 w 3238370"/>
              <a:gd name="connsiteY2" fmla="*/ 143725 h 143725"/>
              <a:gd name="connsiteX3" fmla="*/ 0 w 3238370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370" h="143725">
                <a:moveTo>
                  <a:pt x="0" y="0"/>
                </a:moveTo>
                <a:lnTo>
                  <a:pt x="3238370" y="0"/>
                </a:lnTo>
                <a:lnTo>
                  <a:pt x="3238370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70" name="Forma Livre: Forma 69">
            <a:extLst>
              <a:ext uri="{FF2B5EF4-FFF2-40B4-BE49-F238E27FC236}">
                <a16:creationId xmlns:a16="http://schemas.microsoft.com/office/drawing/2014/main" id="{129E4C0A-7F7D-2977-0310-47E20C95FC57}"/>
              </a:ext>
            </a:extLst>
          </p:cNvPr>
          <p:cNvSpPr/>
          <p:nvPr userDrawn="1"/>
        </p:nvSpPr>
        <p:spPr>
          <a:xfrm rot="10800000">
            <a:off x="-4390696" y="4498816"/>
            <a:ext cx="2158913" cy="95817"/>
          </a:xfrm>
          <a:custGeom>
            <a:avLst/>
            <a:gdLst>
              <a:gd name="connsiteX0" fmla="*/ 0 w 3238370"/>
              <a:gd name="connsiteY0" fmla="*/ 0 h 143725"/>
              <a:gd name="connsiteX1" fmla="*/ 3238370 w 3238370"/>
              <a:gd name="connsiteY1" fmla="*/ 0 h 143725"/>
              <a:gd name="connsiteX2" fmla="*/ 3238370 w 3238370"/>
              <a:gd name="connsiteY2" fmla="*/ 143725 h 143725"/>
              <a:gd name="connsiteX3" fmla="*/ 0 w 3238370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370" h="143725">
                <a:moveTo>
                  <a:pt x="0" y="0"/>
                </a:moveTo>
                <a:lnTo>
                  <a:pt x="3238370" y="0"/>
                </a:lnTo>
                <a:lnTo>
                  <a:pt x="3238370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1" name="Forma Livre: Forma 70">
            <a:extLst>
              <a:ext uri="{FF2B5EF4-FFF2-40B4-BE49-F238E27FC236}">
                <a16:creationId xmlns:a16="http://schemas.microsoft.com/office/drawing/2014/main" id="{8460803B-A4CC-BA6A-5CDA-293C6700B3F8}"/>
              </a:ext>
            </a:extLst>
          </p:cNvPr>
          <p:cNvSpPr/>
          <p:nvPr userDrawn="1"/>
        </p:nvSpPr>
        <p:spPr>
          <a:xfrm rot="10800000">
            <a:off x="-4395426" y="3489100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2" name="Forma Livre: Forma 71">
            <a:extLst>
              <a:ext uri="{FF2B5EF4-FFF2-40B4-BE49-F238E27FC236}">
                <a16:creationId xmlns:a16="http://schemas.microsoft.com/office/drawing/2014/main" id="{30E707EB-5466-FE5E-2B2C-C07100E6BD79}"/>
              </a:ext>
            </a:extLst>
          </p:cNvPr>
          <p:cNvSpPr/>
          <p:nvPr userDrawn="1"/>
        </p:nvSpPr>
        <p:spPr>
          <a:xfrm rot="10800000">
            <a:off x="-3661880" y="3489100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3" name="Forma Livre: Forma 72">
            <a:extLst>
              <a:ext uri="{FF2B5EF4-FFF2-40B4-BE49-F238E27FC236}">
                <a16:creationId xmlns:a16="http://schemas.microsoft.com/office/drawing/2014/main" id="{FE0F30E2-FB8F-5D12-193B-8F14DC1D9FCC}"/>
              </a:ext>
            </a:extLst>
          </p:cNvPr>
          <p:cNvSpPr/>
          <p:nvPr userDrawn="1"/>
        </p:nvSpPr>
        <p:spPr>
          <a:xfrm rot="10800000">
            <a:off x="-2928456" y="3489100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4" name="Forma Livre: Forma 73">
            <a:extLst>
              <a:ext uri="{FF2B5EF4-FFF2-40B4-BE49-F238E27FC236}">
                <a16:creationId xmlns:a16="http://schemas.microsoft.com/office/drawing/2014/main" id="{2C3858B2-5585-AF0E-E5C0-513AA7DD2801}"/>
              </a:ext>
            </a:extLst>
          </p:cNvPr>
          <p:cNvSpPr/>
          <p:nvPr userDrawn="1"/>
        </p:nvSpPr>
        <p:spPr>
          <a:xfrm rot="10800000">
            <a:off x="-4395426" y="358612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5" name="Forma Livre: Forma 74">
            <a:extLst>
              <a:ext uri="{FF2B5EF4-FFF2-40B4-BE49-F238E27FC236}">
                <a16:creationId xmlns:a16="http://schemas.microsoft.com/office/drawing/2014/main" id="{0B488000-AC96-AD05-2850-BF7CC707BC8B}"/>
              </a:ext>
            </a:extLst>
          </p:cNvPr>
          <p:cNvSpPr/>
          <p:nvPr userDrawn="1"/>
        </p:nvSpPr>
        <p:spPr>
          <a:xfrm rot="10800000">
            <a:off x="-3661880" y="358612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6" name="Forma Livre: Forma 75">
            <a:extLst>
              <a:ext uri="{FF2B5EF4-FFF2-40B4-BE49-F238E27FC236}">
                <a16:creationId xmlns:a16="http://schemas.microsoft.com/office/drawing/2014/main" id="{01F48C9C-A6E7-A98B-DED9-CEFB6D31618C}"/>
              </a:ext>
            </a:extLst>
          </p:cNvPr>
          <p:cNvSpPr/>
          <p:nvPr userDrawn="1"/>
        </p:nvSpPr>
        <p:spPr>
          <a:xfrm rot="10800000">
            <a:off x="-2928456" y="358612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77" name="Forma Livre: Forma 76">
            <a:extLst>
              <a:ext uri="{FF2B5EF4-FFF2-40B4-BE49-F238E27FC236}">
                <a16:creationId xmlns:a16="http://schemas.microsoft.com/office/drawing/2014/main" id="{B92B330F-8A37-ADCA-E4CB-EC469EAA3C3F}"/>
              </a:ext>
            </a:extLst>
          </p:cNvPr>
          <p:cNvSpPr/>
          <p:nvPr userDrawn="1"/>
        </p:nvSpPr>
        <p:spPr>
          <a:xfrm rot="10800000">
            <a:off x="-4395426" y="368315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78" name="Forma Livre: Forma 77">
            <a:extLst>
              <a:ext uri="{FF2B5EF4-FFF2-40B4-BE49-F238E27FC236}">
                <a16:creationId xmlns:a16="http://schemas.microsoft.com/office/drawing/2014/main" id="{575765DE-8CA1-B910-8EF1-03A288EE4214}"/>
              </a:ext>
            </a:extLst>
          </p:cNvPr>
          <p:cNvSpPr/>
          <p:nvPr userDrawn="1"/>
        </p:nvSpPr>
        <p:spPr>
          <a:xfrm rot="10800000">
            <a:off x="-3661880" y="368315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9" name="Forma Livre: Forma 78">
            <a:extLst>
              <a:ext uri="{FF2B5EF4-FFF2-40B4-BE49-F238E27FC236}">
                <a16:creationId xmlns:a16="http://schemas.microsoft.com/office/drawing/2014/main" id="{171D85A5-B763-4D29-B48C-7D44A28B6C1F}"/>
              </a:ext>
            </a:extLst>
          </p:cNvPr>
          <p:cNvSpPr/>
          <p:nvPr userDrawn="1"/>
        </p:nvSpPr>
        <p:spPr>
          <a:xfrm rot="10800000">
            <a:off x="-2928456" y="368315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7B9DB407-1D88-EF5A-E3E0-D46E06B918D2}"/>
              </a:ext>
            </a:extLst>
          </p:cNvPr>
          <p:cNvSpPr txBox="1"/>
          <p:nvPr userDrawn="1"/>
        </p:nvSpPr>
        <p:spPr>
          <a:xfrm>
            <a:off x="-4381405" y="909926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Sempre em maior proporção</a:t>
            </a:r>
          </a:p>
        </p:txBody>
      </p:sp>
      <p:sp>
        <p:nvSpPr>
          <p:cNvPr id="81" name="Forma Livre: Forma 80">
            <a:extLst>
              <a:ext uri="{FF2B5EF4-FFF2-40B4-BE49-F238E27FC236}">
                <a16:creationId xmlns:a16="http://schemas.microsoft.com/office/drawing/2014/main" id="{648AAEE0-0E06-1360-90EF-EA65151E2D7D}"/>
              </a:ext>
            </a:extLst>
          </p:cNvPr>
          <p:cNvSpPr/>
          <p:nvPr userDrawn="1"/>
        </p:nvSpPr>
        <p:spPr>
          <a:xfrm rot="5400000">
            <a:off x="-764274" y="5420283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50D8B4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82" name="Forma Livre: Forma 81">
            <a:extLst>
              <a:ext uri="{FF2B5EF4-FFF2-40B4-BE49-F238E27FC236}">
                <a16:creationId xmlns:a16="http://schemas.microsoft.com/office/drawing/2014/main" id="{B29C2758-0605-B64E-5B91-DB27D915D2CF}"/>
              </a:ext>
            </a:extLst>
          </p:cNvPr>
          <p:cNvSpPr/>
          <p:nvPr userDrawn="1"/>
        </p:nvSpPr>
        <p:spPr>
          <a:xfrm rot="5400000">
            <a:off x="-764275" y="5835650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121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DB724B3-8E0C-8B39-463C-3929D41E407D}"/>
              </a:ext>
            </a:extLst>
          </p:cNvPr>
          <p:cNvSpPr txBox="1"/>
          <p:nvPr userDrawn="1"/>
        </p:nvSpPr>
        <p:spPr>
          <a:xfrm>
            <a:off x="-4381405" y="2080745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+ 1 cor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93FDDE2-24CD-ED08-FF77-C360EBA50EC3}"/>
              </a:ext>
            </a:extLst>
          </p:cNvPr>
          <p:cNvSpPr txBox="1"/>
          <p:nvPr userDrawn="1"/>
        </p:nvSpPr>
        <p:spPr>
          <a:xfrm>
            <a:off x="-4381405" y="2593583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+ 2 cores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475C867-DD4E-11FC-78B1-735CBF34D6D1}"/>
              </a:ext>
            </a:extLst>
          </p:cNvPr>
          <p:cNvSpPr txBox="1"/>
          <p:nvPr userDrawn="1"/>
        </p:nvSpPr>
        <p:spPr>
          <a:xfrm>
            <a:off x="-4381405" y="3241889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+ 3 cores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8EDE4C76-DE74-DC77-4B91-CF9E3E138FF9}"/>
              </a:ext>
            </a:extLst>
          </p:cNvPr>
          <p:cNvSpPr txBox="1"/>
          <p:nvPr userDrawn="1"/>
        </p:nvSpPr>
        <p:spPr>
          <a:xfrm>
            <a:off x="-4381405" y="3948251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+ 4 cores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762D9288-6852-4DFC-0108-BB17AB164534}"/>
              </a:ext>
            </a:extLst>
          </p:cNvPr>
          <p:cNvSpPr txBox="1"/>
          <p:nvPr userDrawn="1"/>
        </p:nvSpPr>
        <p:spPr>
          <a:xfrm>
            <a:off x="12690388" y="-1162491"/>
            <a:ext cx="4762321" cy="1082910"/>
          </a:xfrm>
          <a:prstGeom prst="rect">
            <a:avLst/>
          </a:prstGeom>
          <a:noFill/>
        </p:spPr>
        <p:txBody>
          <a:bodyPr wrap="square" lIns="0" tIns="0" rIns="0" bIns="120000" anchor="b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333" i="1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CTRL, clicar e arrastar caixas de texto no slide</a:t>
            </a: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.</a:t>
            </a:r>
            <a:b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</a:b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Para navegar entre as variações da fonte, </a:t>
            </a:r>
            <a:b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</a:b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pressionar ALT+SHIFT+seta para direita/esquerda. </a:t>
            </a:r>
            <a:b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</a:b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Regular, Bold e Bullets.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3661637-3C07-D9D8-51C5-05E002AEA385}"/>
              </a:ext>
            </a:extLst>
          </p:cNvPr>
          <p:cNvSpPr/>
          <p:nvPr userDrawn="1"/>
        </p:nvSpPr>
        <p:spPr>
          <a:xfrm>
            <a:off x="-21450300" y="3098800"/>
            <a:ext cx="660400" cy="6604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latin typeface="Arial Nova Light" panose="020F0502020204030204" pitchFamily="34" charset="0"/>
            </a:endParaRPr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44AD7CCA-F467-451C-E220-8C2DB656B171}"/>
              </a:ext>
            </a:extLst>
          </p:cNvPr>
          <p:cNvSpPr/>
          <p:nvPr userDrawn="1"/>
        </p:nvSpPr>
        <p:spPr>
          <a:xfrm>
            <a:off x="31407100" y="3098800"/>
            <a:ext cx="660400" cy="6604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latin typeface="Arial Nova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79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lang="pt-BR" sz="2667" kern="1200" spc="67" dirty="0">
          <a:solidFill>
            <a:srgbClr val="002B49"/>
          </a:solidFill>
          <a:latin typeface="Arial Nova Cond" panose="020B0506020202020204" pitchFamily="34" charset="0"/>
          <a:ea typeface="+mj-ea"/>
          <a:cs typeface="+mj-cs"/>
        </a:defRPr>
      </a:lvl1pPr>
      <a:lvl2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2pPr>
      <a:lvl3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3pPr>
      <a:lvl4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4pPr>
      <a:lvl5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5pPr>
      <a:lvl6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6pPr>
      <a:lvl7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7pPr>
      <a:lvl8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8pPr>
      <a:lvl9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9pPr>
    </p:titleStyle>
    <p:bodyStyle>
      <a:lvl1pPr marL="0" indent="0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1pPr>
      <a:lvl2pPr marL="0" indent="0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lang="pt-BR" sz="1600" kern="1200" spc="67" dirty="0">
          <a:solidFill>
            <a:srgbClr val="002B49"/>
          </a:solidFill>
          <a:latin typeface="Arial Nova" panose="020B0504020202020204" pitchFamily="34" charset="0"/>
          <a:ea typeface="+mn-ea"/>
          <a:cs typeface="+mn-cs"/>
        </a:defRPr>
      </a:lvl2pPr>
      <a:lvl3pPr marL="190510" indent="-190510" algn="l" defTabSz="914446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lang="pt-BR" sz="1200" kern="1200" spc="67" dirty="0" smtClean="0">
          <a:solidFill>
            <a:schemeClr val="bg1">
              <a:lumMod val="9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298465" indent="-118539" algn="l" defTabSz="914446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lang="pt-BR" sz="1200" kern="1200" spc="67" dirty="0" smtClean="0">
          <a:solidFill>
            <a:schemeClr val="bg1">
              <a:lumMod val="9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478391" indent="-118539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5E8AB4"/>
        </a:buClr>
        <a:buFont typeface="Arial" panose="020B0604020202020204" pitchFamily="34" charset="0"/>
        <a:buChar char="•"/>
        <a:tabLst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5pPr>
      <a:lvl6pPr marL="658316" indent="-120656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5E8AB4"/>
        </a:buClr>
        <a:buFont typeface="Arial" panose="020B0604020202020204" pitchFamily="34" charset="0"/>
        <a:buChar char="•"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6pPr>
      <a:lvl7pPr marL="838242" indent="-118539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5E8AB4"/>
        </a:buClr>
        <a:buFont typeface="Arial" panose="020B0604020202020204" pitchFamily="34" charset="0"/>
        <a:buChar char="•"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7pPr>
      <a:lvl8pPr marL="1016051" indent="-118539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BFD0E1"/>
        </a:buClr>
        <a:buFont typeface="Arial" panose="020B0604020202020204" pitchFamily="34" charset="0"/>
        <a:buChar char="•"/>
        <a:tabLst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8pPr>
      <a:lvl9pPr marL="1195976" indent="-118539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BFD0E1"/>
        </a:buClr>
        <a:buFont typeface="Arial" panose="020B0604020202020204" pitchFamily="34" charset="0"/>
        <a:buChar char="•"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00D0FF"/>
          </p15:clr>
        </p15:guide>
        <p15:guide id="2" pos="11520">
          <p15:clr>
            <a:srgbClr val="00D0FF"/>
          </p15:clr>
        </p15:guide>
        <p15:guide id="3" pos="226">
          <p15:clr>
            <a:srgbClr val="00D0FF"/>
          </p15:clr>
        </p15:guide>
        <p15:guide id="4" pos="11293">
          <p15:clr>
            <a:srgbClr val="00D0FF"/>
          </p15:clr>
        </p15:guide>
        <p15:guide id="5" orient="horz">
          <p15:clr>
            <a:srgbClr val="00D0FF"/>
          </p15:clr>
        </p15:guide>
        <p15:guide id="6" orient="horz" pos="6480">
          <p15:clr>
            <a:srgbClr val="00D0FF"/>
          </p15:clr>
        </p15:guide>
        <p15:guide id="7" orient="horz" pos="340">
          <p15:clr>
            <a:srgbClr val="00D0FF"/>
          </p15:clr>
        </p15:guide>
        <p15:guide id="8" orient="horz" pos="6139">
          <p15:clr>
            <a:srgbClr val="00D0FF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8697A54-D93C-D5A4-0486-A9A6B20F10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8879049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404" imgH="403" progId="TCLayout.ActiveDocument.1">
                  <p:embed/>
                </p:oleObj>
              </mc:Choice>
              <mc:Fallback>
                <p:oleObj name="think-cell Slide" r:id="rId18" imgW="404" imgH="40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697A54-D93C-D5A4-0486-A9A6B20F10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312" y="169682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509" y="169682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709" y="169682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13" y="169682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312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312" y="446172"/>
            <a:ext cx="59404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064" y="620410"/>
            <a:ext cx="489370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467" y="620410"/>
            <a:ext cx="110341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312" y="620410"/>
            <a:ext cx="489370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07" y="620410"/>
            <a:ext cx="110341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39858" y="1088230"/>
            <a:ext cx="41391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39858" y="1264247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055" y="1264247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255" y="1264247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459" y="1264247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39858" y="1513870"/>
            <a:ext cx="299788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055" y="1513870"/>
            <a:ext cx="299788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255" y="1513870"/>
            <a:ext cx="299788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459" y="1513870"/>
            <a:ext cx="299788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39858" y="1763494"/>
            <a:ext cx="299788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055" y="1763494"/>
            <a:ext cx="299788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255" y="1763494"/>
            <a:ext cx="299788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459" y="1763494"/>
            <a:ext cx="299788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39858" y="2013117"/>
            <a:ext cx="299788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055" y="2013117"/>
            <a:ext cx="299788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255" y="2013117"/>
            <a:ext cx="299788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459" y="2013117"/>
            <a:ext cx="299788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 rtl="0"/>
            <a:endParaRPr lang="pt-BR" sz="400"/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3512" y="150422"/>
            <a:ext cx="517564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</a:t>
            </a:r>
            <a:r>
              <a:rPr lang="pt-BR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3513" y="1064894"/>
            <a:ext cx="43557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3513" y="715222"/>
            <a:ext cx="44157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3512" y="1514820"/>
            <a:ext cx="5175642" cy="41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699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27pt</a:t>
            </a: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3513" y="2252208"/>
            <a:ext cx="43557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3513" y="1961152"/>
            <a:ext cx="44157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3512" y="2646371"/>
            <a:ext cx="51756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22pt</a:t>
            </a: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3513" y="3326801"/>
            <a:ext cx="435574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3513" y="3035745"/>
            <a:ext cx="44157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3512" y="3736962"/>
            <a:ext cx="51756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16pt</a:t>
            </a: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3513" y="4251503"/>
            <a:ext cx="43557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3513" y="4020249"/>
            <a:ext cx="44157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3512" y="4642887"/>
            <a:ext cx="51756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12pt</a:t>
            </a: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3513" y="5085065"/>
            <a:ext cx="435574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3513" y="4901852"/>
            <a:ext cx="441576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600" y="2687499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 positiva</a:t>
            </a: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0925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39859" y="2398327"/>
            <a:ext cx="1199187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132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atenção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39858" y="921490"/>
            <a:ext cx="128175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 é usado apenas para os detalhes.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596" y="3206792"/>
            <a:ext cx="1213400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39858" y="3006240"/>
            <a:ext cx="1094391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 de cores</a:t>
            </a: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3519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</a:p>
        </p:txBody>
      </p:sp>
    </p:spTree>
    <p:extLst>
      <p:ext uri="{BB962C8B-B14F-4D97-AF65-F5344CB8AC3E}">
        <p14:creationId xmlns:p14="http://schemas.microsoft.com/office/powerpoint/2010/main" val="310628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  <p:sldLayoutId id="2147483873" r:id="rId14"/>
    <p:sldLayoutId id="2147483874" r:id="rId15"/>
  </p:sldLayoutIdLst>
  <p:hf hdr="0" ftr="0" dt="0"/>
  <p:txStyles>
    <p:titleStyle>
      <a:lvl1pPr algn="l" defTabSz="91432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1" indent="-228581" algn="l" defTabSz="91432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4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7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9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24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296">
          <p15:clr>
            <a:srgbClr val="F26B43"/>
          </p15:clr>
        </p15:guide>
        <p15:guide id="23" orient="horz" pos="1071">
          <p15:clr>
            <a:srgbClr val="F26B43"/>
          </p15:clr>
        </p15:guide>
        <p15:guide id="24" orient="horz" pos="29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5EC6A90-AD4F-88C1-DCE0-E897E93321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897622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473" imgH="473" progId="TCLayout.ActiveDocument.1">
                  <p:embed/>
                </p:oleObj>
              </mc:Choice>
              <mc:Fallback>
                <p:oleObj name="think-cell Slide" r:id="rId20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EC6A90-AD4F-88C1-DCE0-E897E9332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312" y="169682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509" y="169682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709" y="169682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13" y="169682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312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312" y="446172"/>
            <a:ext cx="59404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064" y="620410"/>
            <a:ext cx="489370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467" y="620410"/>
            <a:ext cx="110341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312" y="620410"/>
            <a:ext cx="489370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07" y="620410"/>
            <a:ext cx="110341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39858" y="1088230"/>
            <a:ext cx="41391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39858" y="1264247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055" y="1264247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255" y="1264247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459" y="1264247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39858" y="1513870"/>
            <a:ext cx="299788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055" y="1513870"/>
            <a:ext cx="299788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255" y="1513870"/>
            <a:ext cx="299788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459" y="1513870"/>
            <a:ext cx="299788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39858" y="1763494"/>
            <a:ext cx="299788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055" y="1763494"/>
            <a:ext cx="299788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255" y="1763494"/>
            <a:ext cx="299788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459" y="1763494"/>
            <a:ext cx="299788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39858" y="2013117"/>
            <a:ext cx="299788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055" y="2013117"/>
            <a:ext cx="299788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255" y="2013117"/>
            <a:ext cx="299788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459" y="2013117"/>
            <a:ext cx="299788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3512" y="150423"/>
            <a:ext cx="517564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</a:t>
            </a:r>
            <a:r>
              <a:rPr lang="en-US" sz="3334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  <a:endParaRPr sz="3334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3514" y="1064894"/>
            <a:ext cx="43557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  <a:endParaRPr sz="20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3514" y="715222"/>
            <a:ext cx="44157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3512" y="1514821"/>
            <a:ext cx="5175642" cy="41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699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699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27pt</a:t>
            </a:r>
            <a:endParaRPr sz="2699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3514" y="2252209"/>
            <a:ext cx="43557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3514" y="1961153"/>
            <a:ext cx="44157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3512" y="2646371"/>
            <a:ext cx="51756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22pt</a:t>
            </a:r>
            <a:endParaRPr sz="2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3514" y="3326802"/>
            <a:ext cx="435574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4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3514" y="3035746"/>
            <a:ext cx="44157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3512" y="3736963"/>
            <a:ext cx="51756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16pt</a:t>
            </a:r>
            <a:endParaRPr sz="16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3514" y="4251503"/>
            <a:ext cx="43557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  <a:endParaRPr sz="12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3514" y="4020249"/>
            <a:ext cx="44157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3512" y="4642887"/>
            <a:ext cx="51756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12pt</a:t>
            </a:r>
            <a:endParaRPr sz="1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3514" y="5085066"/>
            <a:ext cx="435574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  <a:endParaRPr sz="9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3514" y="4901853"/>
            <a:ext cx="441576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600" y="2687500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positiva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0925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39858" y="2398327"/>
            <a:ext cx="1199187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132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atenção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39858" y="921490"/>
            <a:ext cx="128175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é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usado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apenas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para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os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detalhes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.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596" y="3206792"/>
            <a:ext cx="1213400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39858" y="3006240"/>
            <a:ext cx="1094391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</a:t>
            </a: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 de cores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3519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4717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  <p:sldLayoutId id="2147484242" r:id="rId11"/>
    <p:sldLayoutId id="2147484243" r:id="rId12"/>
    <p:sldLayoutId id="2147484244" r:id="rId13"/>
    <p:sldLayoutId id="2147484245" r:id="rId14"/>
    <p:sldLayoutId id="2147484246" r:id="rId15"/>
    <p:sldLayoutId id="2147484285" r:id="rId16"/>
    <p:sldLayoutId id="2147484848" r:id="rId17"/>
  </p:sldLayoutIdLst>
  <p:hf hdr="0" ftr="0" dt="0"/>
  <p:txStyles>
    <p:titleStyle>
      <a:lvl1pPr algn="l" defTabSz="91437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3" indent="-228593" algn="l" defTabSz="91437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78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61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47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32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16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2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85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70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5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0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5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9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24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8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93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8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24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296">
          <p15:clr>
            <a:srgbClr val="F26B43"/>
          </p15:clr>
        </p15:guide>
        <p15:guide id="23" orient="horz" pos="1071">
          <p15:clr>
            <a:srgbClr val="F26B43"/>
          </p15:clr>
        </p15:guide>
        <p15:guide id="24" orient="horz" pos="29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5EC6A90-AD4F-88C1-DCE0-E897E933218C}"/>
              </a:ext>
            </a:extLst>
          </p:cNvPr>
          <p:cNvGraphicFramePr>
            <a:graphicFrameLocks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2194054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73" imgH="473" progId="TCLayout.ActiveDocument.1">
                  <p:embed/>
                </p:oleObj>
              </mc:Choice>
              <mc:Fallback>
                <p:oleObj name="think-cell Slide" r:id="rId19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EC6A90-AD4F-88C1-DCE0-E897E9332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312" y="169682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509" y="169682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709" y="169682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13" y="169682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312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312" y="446172"/>
            <a:ext cx="59404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064" y="620410"/>
            <a:ext cx="489370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467" y="620410"/>
            <a:ext cx="110341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312" y="620410"/>
            <a:ext cx="489370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07" y="620410"/>
            <a:ext cx="110341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39858" y="1088230"/>
            <a:ext cx="41391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39858" y="1264247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055" y="1264247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255" y="1264247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459" y="1264247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39858" y="1513870"/>
            <a:ext cx="299788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055" y="1513870"/>
            <a:ext cx="299788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255" y="1513870"/>
            <a:ext cx="299788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459" y="1513870"/>
            <a:ext cx="299788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39858" y="1763494"/>
            <a:ext cx="299788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055" y="1763494"/>
            <a:ext cx="299788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255" y="1763494"/>
            <a:ext cx="299788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459" y="1763494"/>
            <a:ext cx="299788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39858" y="2013117"/>
            <a:ext cx="299788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055" y="2013117"/>
            <a:ext cx="299788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255" y="2013117"/>
            <a:ext cx="299788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459" y="2013117"/>
            <a:ext cx="299788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3512" y="150422"/>
            <a:ext cx="517564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</a:t>
            </a:r>
            <a:r>
              <a:rPr lang="en-US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  <a:endParaRPr sz="3333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3513" y="1064894"/>
            <a:ext cx="43557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  <a:endParaRPr sz="20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3513" y="715222"/>
            <a:ext cx="44157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3512" y="1514820"/>
            <a:ext cx="5175642" cy="41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699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699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27pt</a:t>
            </a:r>
            <a:endParaRPr sz="2699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3513" y="2252208"/>
            <a:ext cx="43557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3513" y="1961152"/>
            <a:ext cx="44157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3512" y="2646371"/>
            <a:ext cx="51756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22pt</a:t>
            </a:r>
            <a:endParaRPr sz="2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3513" y="3326801"/>
            <a:ext cx="435574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4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3513" y="3035745"/>
            <a:ext cx="44157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3512" y="3736962"/>
            <a:ext cx="51756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16pt</a:t>
            </a:r>
            <a:endParaRPr sz="16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3513" y="4251503"/>
            <a:ext cx="43557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  <a:endParaRPr sz="12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3513" y="4020249"/>
            <a:ext cx="44157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3512" y="4642887"/>
            <a:ext cx="51756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12pt</a:t>
            </a:r>
            <a:endParaRPr sz="1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3513" y="5085065"/>
            <a:ext cx="435574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  <a:endParaRPr sz="9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3513" y="4901852"/>
            <a:ext cx="441576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600" y="2687499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positiva</a:t>
            </a: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0925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39859" y="2398327"/>
            <a:ext cx="1199187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132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atenção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39858" y="921490"/>
            <a:ext cx="128175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é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usado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apenas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para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os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detalhes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.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596" y="3206792"/>
            <a:ext cx="1213400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39858" y="3006240"/>
            <a:ext cx="1094391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</a:t>
            </a: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 de cores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3519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5078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5" r:id="rId1"/>
    <p:sldLayoutId id="2147484916" r:id="rId2"/>
    <p:sldLayoutId id="2147484917" r:id="rId3"/>
    <p:sldLayoutId id="2147484918" r:id="rId4"/>
    <p:sldLayoutId id="2147484919" r:id="rId5"/>
    <p:sldLayoutId id="2147484920" r:id="rId6"/>
    <p:sldLayoutId id="2147484921" r:id="rId7"/>
    <p:sldLayoutId id="2147484922" r:id="rId8"/>
    <p:sldLayoutId id="2147484923" r:id="rId9"/>
    <p:sldLayoutId id="2147484924" r:id="rId10"/>
    <p:sldLayoutId id="2147484925" r:id="rId11"/>
    <p:sldLayoutId id="2147484926" r:id="rId12"/>
    <p:sldLayoutId id="2147484927" r:id="rId13"/>
    <p:sldLayoutId id="2147484928" r:id="rId14"/>
    <p:sldLayoutId id="2147484929" r:id="rId15"/>
    <p:sldLayoutId id="2147484960" r:id="rId16"/>
  </p:sldLayoutIdLst>
  <p:hf hdr="0" ftr="0" dt="0"/>
  <p:txStyles>
    <p:titleStyle>
      <a:lvl1pPr algn="l" defTabSz="91432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1" indent="-228581" algn="l" defTabSz="91432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4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7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9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24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296">
          <p15:clr>
            <a:srgbClr val="F26B43"/>
          </p15:clr>
        </p15:guide>
        <p15:guide id="23" orient="horz" pos="1071">
          <p15:clr>
            <a:srgbClr val="F26B43"/>
          </p15:clr>
        </p15:guide>
        <p15:guide id="24" orient="horz" pos="2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2.x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23.xml"/><Relationship Id="rId5" Type="http://schemas.openxmlformats.org/officeDocument/2006/relationships/image" Target="../media/image23.svg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24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10" Type="http://schemas.openxmlformats.org/officeDocument/2006/relationships/image" Target="../media/image25.emf"/><Relationship Id="rId4" Type="http://schemas.openxmlformats.org/officeDocument/2006/relationships/tags" Target="../tags/tag28.xml"/><Relationship Id="rId9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33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25.emf"/><Relationship Id="rId5" Type="http://schemas.openxmlformats.org/officeDocument/2006/relationships/tags" Target="../tags/tag35.xml"/><Relationship Id="rId10" Type="http://schemas.openxmlformats.org/officeDocument/2006/relationships/oleObject" Target="../embeddings/oleObject21.bin"/><Relationship Id="rId4" Type="http://schemas.openxmlformats.org/officeDocument/2006/relationships/tags" Target="../tags/tag34.xml"/><Relationship Id="rId9" Type="http://schemas.microsoft.com/office/2018/10/relationships/comments" Target="../comments/modernComment_132_4E2EDCFD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39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10" Type="http://schemas.openxmlformats.org/officeDocument/2006/relationships/image" Target="../media/image26.emf"/><Relationship Id="rId4" Type="http://schemas.openxmlformats.org/officeDocument/2006/relationships/tags" Target="../tags/tag40.xml"/><Relationship Id="rId9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45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10" Type="http://schemas.openxmlformats.org/officeDocument/2006/relationships/image" Target="../media/image26.emf"/><Relationship Id="rId4" Type="http://schemas.openxmlformats.org/officeDocument/2006/relationships/tags" Target="../tags/tag46.xml"/><Relationship Id="rId9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49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50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51.x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52.xml"/><Relationship Id="rId5" Type="http://schemas.openxmlformats.org/officeDocument/2006/relationships/image" Target="../media/image23.svg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53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56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10" Type="http://schemas.openxmlformats.org/officeDocument/2006/relationships/image" Target="../media/image25.emf"/><Relationship Id="rId4" Type="http://schemas.openxmlformats.org/officeDocument/2006/relationships/tags" Target="../tags/tag57.xml"/><Relationship Id="rId9" Type="http://schemas.openxmlformats.org/officeDocument/2006/relationships/oleObject" Target="../embeddings/oleObject2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62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10" Type="http://schemas.openxmlformats.org/officeDocument/2006/relationships/image" Target="../media/image25.emf"/><Relationship Id="rId4" Type="http://schemas.openxmlformats.org/officeDocument/2006/relationships/tags" Target="../tags/tag63.xml"/><Relationship Id="rId9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66.xml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67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8.x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69.xml"/><Relationship Id="rId5" Type="http://schemas.openxmlformats.org/officeDocument/2006/relationships/image" Target="../media/image23.svg"/><Relationship Id="rId4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70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3" Type="http://schemas.openxmlformats.org/officeDocument/2006/relationships/tags" Target="../tags/tag73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25.emf"/><Relationship Id="rId4" Type="http://schemas.openxmlformats.org/officeDocument/2006/relationships/tags" Target="../tags/tag74.xml"/><Relationship Id="rId9" Type="http://schemas.openxmlformats.org/officeDocument/2006/relationships/oleObject" Target="../embeddings/oleObject2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3" Type="http://schemas.openxmlformats.org/officeDocument/2006/relationships/tags" Target="../tags/tag79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25.emf"/><Relationship Id="rId5" Type="http://schemas.openxmlformats.org/officeDocument/2006/relationships/tags" Target="../tags/tag81.xml"/><Relationship Id="rId10" Type="http://schemas.openxmlformats.org/officeDocument/2006/relationships/oleObject" Target="../embeddings/oleObject21.bin"/><Relationship Id="rId4" Type="http://schemas.openxmlformats.org/officeDocument/2006/relationships/tags" Target="../tags/tag80.xml"/><Relationship Id="rId9" Type="http://schemas.microsoft.com/office/2018/10/relationships/comments" Target="../comments/modernComment_121_2290897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44.xml"/><Relationship Id="rId1" Type="http://schemas.openxmlformats.org/officeDocument/2006/relationships/tags" Target="../tags/tag83.xml"/><Relationship Id="rId6" Type="http://schemas.openxmlformats.org/officeDocument/2006/relationships/image" Target="../media/image29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2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84.xml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85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6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86.xml"/><Relationship Id="rId4" Type="http://schemas.openxmlformats.org/officeDocument/2006/relationships/image" Target="../media/image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6.bin"/><Relationship Id="rId4" Type="http://schemas.microsoft.com/office/2018/10/relationships/comments" Target="../comments/modernComment_129_ACA06A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88.xml"/><Relationship Id="rId4" Type="http://schemas.openxmlformats.org/officeDocument/2006/relationships/image" Target="../media/image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9.xml"/><Relationship Id="rId4" Type="http://schemas.openxmlformats.org/officeDocument/2006/relationships/image" Target="../media/image9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90.x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1.xml"/><Relationship Id="rId5" Type="http://schemas.openxmlformats.org/officeDocument/2006/relationships/image" Target="../media/image23.svg"/><Relationship Id="rId4" Type="http://schemas.openxmlformats.org/officeDocument/2006/relationships/image" Target="../media/image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5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3" Type="http://schemas.openxmlformats.org/officeDocument/2006/relationships/tags" Target="../tags/tag95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10" Type="http://schemas.openxmlformats.org/officeDocument/2006/relationships/image" Target="../media/image25.emf"/><Relationship Id="rId4" Type="http://schemas.openxmlformats.org/officeDocument/2006/relationships/tags" Target="../tags/tag96.xml"/><Relationship Id="rId9" Type="http://schemas.openxmlformats.org/officeDocument/2006/relationships/oleObject" Target="../embeddings/oleObject21.bin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FE51438B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99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3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9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01.xml"/><Relationship Id="rId4" Type="http://schemas.openxmlformats.org/officeDocument/2006/relationships/image" Target="../media/image9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02.xml"/><Relationship Id="rId4" Type="http://schemas.openxmlformats.org/officeDocument/2006/relationships/image" Target="../media/image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3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6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04.x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5.xml"/><Relationship Id="rId5" Type="http://schemas.openxmlformats.org/officeDocument/2006/relationships/image" Target="../media/image23.svg"/><Relationship Id="rId4" Type="http://schemas.openxmlformats.org/officeDocument/2006/relationships/image" Target="../media/image9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6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3" Type="http://schemas.openxmlformats.org/officeDocument/2006/relationships/tags" Target="../tags/tag109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10" Type="http://schemas.openxmlformats.org/officeDocument/2006/relationships/image" Target="../media/image25.emf"/><Relationship Id="rId4" Type="http://schemas.openxmlformats.org/officeDocument/2006/relationships/tags" Target="../tags/tag110.xml"/><Relationship Id="rId9" Type="http://schemas.openxmlformats.org/officeDocument/2006/relationships/oleObject" Target="../embeddings/oleObject2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13.xml"/><Relationship Id="rId4" Type="http://schemas.openxmlformats.org/officeDocument/2006/relationships/image" Target="../media/image9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13" Type="http://schemas.openxmlformats.org/officeDocument/2006/relationships/image" Target="../media/image54.jpeg"/><Relationship Id="rId18" Type="http://schemas.openxmlformats.org/officeDocument/2006/relationships/image" Target="../media/image59.jpeg"/><Relationship Id="rId26" Type="http://schemas.openxmlformats.org/officeDocument/2006/relationships/image" Target="../media/image67.jpeg"/><Relationship Id="rId3" Type="http://schemas.openxmlformats.org/officeDocument/2006/relationships/image" Target="../media/image44.jpeg"/><Relationship Id="rId21" Type="http://schemas.openxmlformats.org/officeDocument/2006/relationships/image" Target="../media/image62.jpeg"/><Relationship Id="rId7" Type="http://schemas.openxmlformats.org/officeDocument/2006/relationships/image" Target="../media/image48.jpeg"/><Relationship Id="rId12" Type="http://schemas.openxmlformats.org/officeDocument/2006/relationships/image" Target="../media/image53.jpeg"/><Relationship Id="rId17" Type="http://schemas.openxmlformats.org/officeDocument/2006/relationships/image" Target="../media/image58.jpeg"/><Relationship Id="rId25" Type="http://schemas.openxmlformats.org/officeDocument/2006/relationships/image" Target="../media/image66.jpe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57.jpeg"/><Relationship Id="rId20" Type="http://schemas.openxmlformats.org/officeDocument/2006/relationships/image" Target="../media/image61.jpeg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47.jpeg"/><Relationship Id="rId11" Type="http://schemas.openxmlformats.org/officeDocument/2006/relationships/image" Target="../media/image52.jpeg"/><Relationship Id="rId24" Type="http://schemas.openxmlformats.org/officeDocument/2006/relationships/image" Target="../media/image65.jpeg"/><Relationship Id="rId5" Type="http://schemas.openxmlformats.org/officeDocument/2006/relationships/image" Target="../media/image46.jpeg"/><Relationship Id="rId15" Type="http://schemas.openxmlformats.org/officeDocument/2006/relationships/image" Target="../media/image56.jpeg"/><Relationship Id="rId23" Type="http://schemas.openxmlformats.org/officeDocument/2006/relationships/image" Target="../media/image64.jpeg"/><Relationship Id="rId10" Type="http://schemas.openxmlformats.org/officeDocument/2006/relationships/image" Target="../media/image51.jpeg"/><Relationship Id="rId19" Type="http://schemas.openxmlformats.org/officeDocument/2006/relationships/image" Target="../media/image60.jpeg"/><Relationship Id="rId4" Type="http://schemas.openxmlformats.org/officeDocument/2006/relationships/image" Target="../media/image45.jpeg"/><Relationship Id="rId9" Type="http://schemas.openxmlformats.org/officeDocument/2006/relationships/image" Target="../media/image50.jpeg"/><Relationship Id="rId14" Type="http://schemas.openxmlformats.org/officeDocument/2006/relationships/image" Target="../media/image55.jpeg"/><Relationship Id="rId22" Type="http://schemas.openxmlformats.org/officeDocument/2006/relationships/image" Target="../media/image63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14.xml"/><Relationship Id="rId4" Type="http://schemas.openxmlformats.org/officeDocument/2006/relationships/image" Target="../media/image9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9.emf"/><Relationship Id="rId9" Type="http://schemas.openxmlformats.org/officeDocument/2006/relationships/image" Target="../media/image7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microsoft.com/office/2018/10/relationships/comments" Target="../comments/modernComment_106_4D4B9DA8.xml"/><Relationship Id="rId7" Type="http://schemas.openxmlformats.org/officeDocument/2006/relationships/image" Target="../media/image74.pn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6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9.emf"/><Relationship Id="rId10" Type="http://schemas.openxmlformats.org/officeDocument/2006/relationships/image" Target="../media/image77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microsoft.com/office/2018/10/relationships/comments" Target="../comments/modernComment_10B_A48DDFC2.xml"/><Relationship Id="rId7" Type="http://schemas.openxmlformats.org/officeDocument/2006/relationships/image" Target="../media/image80.pn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9.emf"/><Relationship Id="rId10" Type="http://schemas.openxmlformats.org/officeDocument/2006/relationships/image" Target="../media/image83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8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87.pn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8.xml"/><Relationship Id="rId6" Type="http://schemas.openxmlformats.org/officeDocument/2006/relationships/image" Target="../media/image86.jpeg"/><Relationship Id="rId5" Type="http://schemas.openxmlformats.org/officeDocument/2006/relationships/image" Target="../media/image85.png"/><Relationship Id="rId4" Type="http://schemas.openxmlformats.org/officeDocument/2006/relationships/image" Target="../media/image9.emf"/><Relationship Id="rId9" Type="http://schemas.openxmlformats.org/officeDocument/2006/relationships/image" Target="../media/image89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9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6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20.x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1.xml"/><Relationship Id="rId5" Type="http://schemas.openxmlformats.org/officeDocument/2006/relationships/image" Target="../media/image23.svg"/><Relationship Id="rId4" Type="http://schemas.openxmlformats.org/officeDocument/2006/relationships/image" Target="../media/image25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oleObject" Target="../embeddings/oleObject32.bin"/><Relationship Id="rId7" Type="http://schemas.openxmlformats.org/officeDocument/2006/relationships/image" Target="../media/image92.sv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2.xml"/><Relationship Id="rId6" Type="http://schemas.openxmlformats.org/officeDocument/2006/relationships/image" Target="../media/image91.svg"/><Relationship Id="rId5" Type="http://schemas.openxmlformats.org/officeDocument/2006/relationships/image" Target="../media/image90.svg"/><Relationship Id="rId4" Type="http://schemas.openxmlformats.org/officeDocument/2006/relationships/image" Target="../media/image25.emf"/><Relationship Id="rId9" Type="http://schemas.openxmlformats.org/officeDocument/2006/relationships/image" Target="../media/image93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3.xml"/><Relationship Id="rId5" Type="http://schemas.openxmlformats.org/officeDocument/2006/relationships/image" Target="../media/image23.svg"/><Relationship Id="rId4" Type="http://schemas.openxmlformats.org/officeDocument/2006/relationships/image" Target="../media/image9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4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3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6.xml"/><Relationship Id="rId3" Type="http://schemas.openxmlformats.org/officeDocument/2006/relationships/tags" Target="../tags/tag127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10" Type="http://schemas.openxmlformats.org/officeDocument/2006/relationships/image" Target="../media/image25.emf"/><Relationship Id="rId4" Type="http://schemas.openxmlformats.org/officeDocument/2006/relationships/tags" Target="../tags/tag128.xml"/><Relationship Id="rId9" Type="http://schemas.openxmlformats.org/officeDocument/2006/relationships/oleObject" Target="../embeddings/oleObject34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31.xml"/><Relationship Id="rId4" Type="http://schemas.openxmlformats.org/officeDocument/2006/relationships/image" Target="../media/image9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95.svg"/><Relationship Id="rId2" Type="http://schemas.openxmlformats.org/officeDocument/2006/relationships/slideLayout" Target="../slideLayouts/slideLayout158.xml"/><Relationship Id="rId1" Type="http://schemas.openxmlformats.org/officeDocument/2006/relationships/tags" Target="../tags/tag132.xml"/><Relationship Id="rId6" Type="http://schemas.openxmlformats.org/officeDocument/2006/relationships/image" Target="../media/image94.svg"/><Relationship Id="rId5" Type="http://schemas.openxmlformats.org/officeDocument/2006/relationships/image" Target="../media/image9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97.sv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99.png"/><Relationship Id="rId2" Type="http://schemas.openxmlformats.org/officeDocument/2006/relationships/slideLayout" Target="../slideLayouts/slideLayout158.xml"/><Relationship Id="rId1" Type="http://schemas.openxmlformats.org/officeDocument/2006/relationships/tags" Target="../tags/tag133.xml"/><Relationship Id="rId6" Type="http://schemas.openxmlformats.org/officeDocument/2006/relationships/image" Target="../media/image98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36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8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113.png"/><Relationship Id="rId2" Type="http://schemas.openxmlformats.org/officeDocument/2006/relationships/slideLayout" Target="../slideLayouts/slideLayout158.xml"/><Relationship Id="rId1" Type="http://schemas.openxmlformats.org/officeDocument/2006/relationships/tags" Target="../tags/tag134.xml"/><Relationship Id="rId6" Type="http://schemas.openxmlformats.org/officeDocument/2006/relationships/image" Target="../media/image112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37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9.emf"/><Relationship Id="rId9" Type="http://schemas.openxmlformats.org/officeDocument/2006/relationships/image" Target="../media/image7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36.xml"/><Relationship Id="rId4" Type="http://schemas.openxmlformats.org/officeDocument/2006/relationships/image" Target="../media/image9.e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7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6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>
          <a:extLst>
            <a:ext uri="{FF2B5EF4-FFF2-40B4-BE49-F238E27FC236}">
              <a16:creationId xmlns:a16="http://schemas.microsoft.com/office/drawing/2014/main" id="{3E5110FE-8F93-D277-9DAE-940283E2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4CF49CF-C71E-B83D-BDAD-5B73F787EE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CF49CF-C71E-B83D-BDAD-5B73F787EE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01EA7200-5268-FBDE-8C95-426B670C5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F1633C-5CD3-8674-BD12-FE817A160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02A93-3A62-1782-9D41-BD7F3FFD62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02 de Outubro </a:t>
            </a:r>
            <a:r>
              <a:rPr lang="pt-BR" noProof="0" dirty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271EFB53-11D6-A460-403F-045B53A53C8D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4A0462F0-A7F4-5983-2442-EDB74EF6E601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FA680089-7B6E-1908-9B32-E7317EC6C8C9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D3A86-98F5-D860-8561-F63C154F3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CB8AF8A8-C517-0C50-2865-DB6110A82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250A514D-03CD-1E1E-5DF2-F1FAF9862F7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4F922C0-DDA8-9F74-3F5D-75458A34B7B1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Executivo</a:t>
            </a:r>
          </a:p>
        </p:txBody>
      </p:sp>
    </p:spTree>
    <p:extLst>
      <p:ext uri="{BB962C8B-B14F-4D97-AF65-F5344CB8AC3E}">
        <p14:creationId xmlns:p14="http://schemas.microsoft.com/office/powerpoint/2010/main" val="353366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C05591-2C62-9623-1A23-DA96D47E4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62B779D2-6FC9-EADF-8527-88BB70DF542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B779D2-6FC9-EADF-8527-88BB70DF54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AB51B3D-0D0B-2FEC-E13E-A02770EC97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116B5B-90E5-6889-47D0-10F483C301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-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C4CC882C-8B8D-1F9A-69A8-E6745A79A22C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8BC58F-D507-A689-5A36-9AC31E3FECDB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A02E0C53-363D-618B-537F-5A02326224C9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C4BEDDC2-7313-DDE1-E19F-B0A537F5A3E6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C27309B1-5FD7-6144-7F70-4F867E1DB3A5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7A2884B1-07D5-5427-9ABD-4EF6D1BB6061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9BDED62A-8382-58DB-AB3D-D4B86345DDBF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752E7953-047B-75BF-1BC8-7507011B04F5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81DC2601-FC75-A9EA-1190-94760DB9AB8B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CB90236-BC49-85FA-C0C4-726F61F237E8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30CA07E4-1F97-521A-4F34-AB9A80000E36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A686C002-D6DF-E4DD-0974-EB3C2E08BAE9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3BB198FB-441F-A81C-A693-D5FC0C443AC5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8F69F1E9-2C48-8D05-801F-295525FB581C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2B699F98-38D0-D0B1-927B-FA90ADD8962D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D654AB81-A315-9B46-820E-433B239CCEA1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3156B59C-BC02-08F3-3CD9-E2B1C7098A1E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B2D8D647-1C90-87DC-4200-41461F9A6471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7ED4E9E4-69E0-43CA-8B45-636FCC39D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19F4A96D-8261-E0F0-4390-E8F140F454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5EB7F2E0-D866-4047-A923-BDD0B13DF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47E99965-8C25-C6A1-4F76-BE336AC90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F7DF7946-95F6-352D-0DEC-1C12C0FF9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E36F4B40-CFB7-7C09-D840-150B1EC44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C5D4DE5C-7F38-3192-94F1-E542415BE8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BA0073DC-7313-3524-812F-18FEB479DA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3F79AFAC-4D96-737F-C8D2-5834CBDED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2B02CEAD-AE46-0DBD-BC6D-31E8483B59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60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93D1-A893-3D0B-B3B5-E4A132FE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CD96CA34-D6B7-93A8-30ED-DDEDBDCACA77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43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estratégico -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>
                          <a:latin typeface="Arial Nova Cond" panose="020B0506020202020204" pitchFamily="34" charset="0"/>
                        </a:rPr>
                        <a:t>Monitoramento, ajustes e transferência </a:t>
                      </a:r>
                      <a:r>
                        <a:rPr lang="pt-BR" sz="1200">
                          <a:latin typeface="Arial Nova Cond" panose="020B0506020202020204" pitchFamily="34" charset="0"/>
                        </a:rPr>
                        <a:t>(aderência aos fóruns, clareza de papéis, uso de ferramentas e interfaces)</a:t>
                      </a:r>
                      <a:endParaRPr lang="pt-BR" sz="12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337588"/>
                  </a:ext>
                </a:extLst>
              </a:tr>
            </a:tbl>
          </a:graphicData>
        </a:graphic>
      </p:graphicFrame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24A61D35-B957-DDDF-5E2D-4FA9EE84689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A61D35-B957-DDDF-5E2D-4FA9EE8468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9FF46A-107B-49CF-A791-9E1DABAF0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BC669A-4CBF-C361-7F74-D210F6362C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B4983A-B3A9-1F4F-6F63-D2432E6A9A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214737-EA72-B8B7-25F8-E405175E32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F2AA04-20A8-2687-C298-D87ABD2EB5DA}"/>
              </a:ext>
            </a:extLst>
          </p:cNvPr>
          <p:cNvCxnSpPr>
            <a:cxnSpLocks/>
          </p:cNvCxnSpPr>
          <p:nvPr/>
        </p:nvCxnSpPr>
        <p:spPr>
          <a:xfrm>
            <a:off x="5731038" y="1731410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3C200F-8880-AB14-D1D1-C141C63E004D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7BBE57-36DF-350F-78DA-711B88CD686B}"/>
              </a:ext>
            </a:extLst>
          </p:cNvPr>
          <p:cNvCxnSpPr>
            <a:cxnSpLocks/>
          </p:cNvCxnSpPr>
          <p:nvPr/>
        </p:nvCxnSpPr>
        <p:spPr>
          <a:xfrm>
            <a:off x="9956036" y="1731408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F437CBAE-480E-F9B9-52B9-43B1CF740CED}"/>
              </a:ext>
            </a:extLst>
          </p:cNvPr>
          <p:cNvSpPr/>
          <p:nvPr/>
        </p:nvSpPr>
        <p:spPr bwMode="auto">
          <a:xfrm>
            <a:off x="5825620" y="3832026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436C1C8D-50B2-F406-2D97-09E8A3973E81}"/>
              </a:ext>
            </a:extLst>
          </p:cNvPr>
          <p:cNvSpPr/>
          <p:nvPr/>
        </p:nvSpPr>
        <p:spPr bwMode="auto">
          <a:xfrm>
            <a:off x="8287625" y="5132187"/>
            <a:ext cx="2556000" cy="1872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D5A5DBC1-5A18-FF75-95AD-3693558907CC}"/>
              </a:ext>
            </a:extLst>
          </p:cNvPr>
          <p:cNvSpPr/>
          <p:nvPr/>
        </p:nvSpPr>
        <p:spPr bwMode="auto">
          <a:xfrm>
            <a:off x="4566466" y="2918453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514A72A5-204E-20AF-133B-B25310D59575}"/>
              </a:ext>
            </a:extLst>
          </p:cNvPr>
          <p:cNvSpPr/>
          <p:nvPr/>
        </p:nvSpPr>
        <p:spPr bwMode="auto">
          <a:xfrm>
            <a:off x="4749831" y="5641727"/>
            <a:ext cx="6480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FDB87BA-65B3-3C0D-13A4-A32647D4FF22}"/>
              </a:ext>
            </a:extLst>
          </p:cNvPr>
          <p:cNvSpPr/>
          <p:nvPr/>
        </p:nvSpPr>
        <p:spPr bwMode="auto">
          <a:xfrm>
            <a:off x="4566467" y="233160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C5E4E64E-2589-E3C7-B8DB-4665D139D078}"/>
              </a:ext>
            </a:extLst>
          </p:cNvPr>
          <p:cNvSpPr/>
          <p:nvPr/>
        </p:nvSpPr>
        <p:spPr bwMode="auto">
          <a:xfrm>
            <a:off x="4566468" y="173208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386F282B-F400-902D-2E57-F4A3E75B6873}"/>
              </a:ext>
            </a:extLst>
          </p:cNvPr>
          <p:cNvSpPr/>
          <p:nvPr/>
        </p:nvSpPr>
        <p:spPr bwMode="auto">
          <a:xfrm>
            <a:off x="7418558" y="4228483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" name="Retângulo: Cantos Arredondados 18">
            <a:extLst>
              <a:ext uri="{FF2B5EF4-FFF2-40B4-BE49-F238E27FC236}">
                <a16:creationId xmlns:a16="http://schemas.microsoft.com/office/drawing/2014/main" id="{3CC5132D-4EFA-F959-C6E4-2D2E6CEEF4A4}"/>
              </a:ext>
            </a:extLst>
          </p:cNvPr>
          <p:cNvSpPr/>
          <p:nvPr/>
        </p:nvSpPr>
        <p:spPr bwMode="auto">
          <a:xfrm>
            <a:off x="9055974" y="4682848"/>
            <a:ext cx="2700000" cy="1872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16">
            <a:extLst>
              <a:ext uri="{FF2B5EF4-FFF2-40B4-BE49-F238E27FC236}">
                <a16:creationId xmlns:a16="http://schemas.microsoft.com/office/drawing/2014/main" id="{EA529D63-185C-1AE2-AB1B-4CD715D9FDC0}"/>
              </a:ext>
            </a:extLst>
          </p:cNvPr>
          <p:cNvSpPr/>
          <p:nvPr/>
        </p:nvSpPr>
        <p:spPr bwMode="auto">
          <a:xfrm>
            <a:off x="8482700" y="6157101"/>
            <a:ext cx="3240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0B33EF12-CE60-D024-C900-A39A309C5D84}"/>
              </a:ext>
            </a:extLst>
          </p:cNvPr>
          <p:cNvGrpSpPr/>
          <p:nvPr/>
        </p:nvGrpSpPr>
        <p:grpSpPr>
          <a:xfrm>
            <a:off x="9239811" y="1693944"/>
            <a:ext cx="883575" cy="5160623"/>
            <a:chOff x="2158786" y="1504831"/>
            <a:chExt cx="883575" cy="5406397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7FD9089F-AF41-AB04-DAA4-FA14F77148AB}"/>
                </a:ext>
              </a:extLst>
            </p:cNvPr>
            <p:cNvSpPr txBox="1"/>
            <p:nvPr/>
          </p:nvSpPr>
          <p:spPr>
            <a:xfrm>
              <a:off x="2158786" y="6635097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C509DED1-C1D0-CCC7-B145-F63782F9C589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FD35ED36-5AB9-AB46-6489-61876DAAE272}"/>
              </a:ext>
            </a:extLst>
          </p:cNvPr>
          <p:cNvSpPr/>
          <p:nvPr/>
        </p:nvSpPr>
        <p:spPr bwMode="auto">
          <a:xfrm>
            <a:off x="4566467" y="3364329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46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7EFB5-8838-58D9-71BD-765BC329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527B037C-DA35-33C0-AC8F-699E4D14728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7B037C-DA35-33C0-AC8F-699E4D1472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70F43D-5042-17EC-A539-110B8D81B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95667" y="6185364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7902E6-FDFC-0ABA-DFFD-1C43850166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D7183E-A6BD-F18E-B5FE-4697FBC1EA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E11C4C9-0E9D-165D-7E66-F6FA9EA7C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699077"/>
              </p:ext>
            </p:extLst>
          </p:nvPr>
        </p:nvGraphicFramePr>
        <p:xfrm>
          <a:off x="469562" y="1362211"/>
          <a:ext cx="11299633" cy="444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518400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504000">
                <a:tc rowSpan="8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Workshop FEG - 3º Sessão com foco nas Comunidades Técnicas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Classificação de demandas no padrão TRL e identificação de times envolvidos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Configuração do Azure Devops (ambiente de homologação)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430508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Treinamento de Arquitetura de Modelos Eletroenergéticos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Sessões: 23 e 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313353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Workshop FEG - 4º Sessão com foco em Captação Orçamentária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29/09 </a:t>
                      </a: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1º Sessão: Documentação dos Fóruns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2º Sessão: Proc. Recebimento de Demandas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3º Sessão: Comunidades Técnicas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Definição das demandas que serão conduzidas pelas Comunidades Técnicas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Validação do Azure Devops e tombamento para o ambiente de Produção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09/10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Validação do ambiente de homologação até 02/10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 err="1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Kick</a:t>
                      </a: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 off do ciclo da Captação Orçamentária (Gerentes e Líderes)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09/10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3866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kern="1200" noProof="0" dirty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598506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6F39329-A750-A01E-C2B8-53EBCD095502}"/>
              </a:ext>
            </a:extLst>
          </p:cNvPr>
          <p:cNvSpPr/>
          <p:nvPr/>
        </p:nvSpPr>
        <p:spPr>
          <a:xfrm>
            <a:off x="6946901" y="6176608"/>
            <a:ext cx="4799706" cy="36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B33FF9F-C8B4-913D-C80E-E89C2BA60652}"/>
              </a:ext>
            </a:extLst>
          </p:cNvPr>
          <p:cNvGrpSpPr/>
          <p:nvPr/>
        </p:nvGrpSpPr>
        <p:grpSpPr>
          <a:xfrm>
            <a:off x="8838310" y="6234615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F9C1097-9BB0-E338-003A-598DB8C7B576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84B79C7-3E33-2DE2-34F0-4A90CDAC28F5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98140A7F-9CD6-6B32-4021-2FF153C06F3E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8667907-5ACA-BCF8-75A6-6327F71399DC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14A60E-E5F6-1E72-FC8F-8CC3F39370EB}"/>
              </a:ext>
            </a:extLst>
          </p:cNvPr>
          <p:cNvGrpSpPr/>
          <p:nvPr/>
        </p:nvGrpSpPr>
        <p:grpSpPr>
          <a:xfrm>
            <a:off x="10900663" y="6234615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58862D3-0EA1-76DE-32CE-9BFC4B360D61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652D098-9082-AD03-93F0-B9C2A946B27C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D9D6D8-02B6-E8D3-ABA9-A186FB180C6F}"/>
              </a:ext>
            </a:extLst>
          </p:cNvPr>
          <p:cNvGrpSpPr/>
          <p:nvPr/>
        </p:nvGrpSpPr>
        <p:grpSpPr>
          <a:xfrm>
            <a:off x="9990683" y="6234615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2A7347-7663-881B-2B13-97D47D758835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CF8B4D7-0BC7-D53F-AAD4-922A964261CA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886B13BE-924B-9DC1-DF39-35A1809306B8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C03018-1C52-C2B2-D56F-F111815A0F6B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C881B2F0-F4B3-D9A1-3188-F14C94BDB99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851" y="623533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C9BE478-D879-848E-5DF7-05FA0752D27C}"/>
              </a:ext>
            </a:extLst>
          </p:cNvPr>
          <p:cNvSpPr/>
          <p:nvPr/>
        </p:nvSpPr>
        <p:spPr bwMode="auto">
          <a:xfrm>
            <a:off x="8133703" y="179766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AD49BE-55E7-4590-B071-14983F02D500}"/>
              </a:ext>
            </a:extLst>
          </p:cNvPr>
          <p:cNvGrpSpPr/>
          <p:nvPr/>
        </p:nvGrpSpPr>
        <p:grpSpPr>
          <a:xfrm>
            <a:off x="7758578" y="6234615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9189FBC-B311-80C3-854C-5B4C1B58D66D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F14647-1D98-0CAE-C5EC-171BB7743488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10" name="Group 3">
            <a:extLst>
              <a:ext uri="{FF2B5EF4-FFF2-40B4-BE49-F238E27FC236}">
                <a16:creationId xmlns:a16="http://schemas.microsoft.com/office/drawing/2014/main" id="{3F619CD4-EFA4-357A-6644-53C5F9227CA6}"/>
              </a:ext>
            </a:extLst>
          </p:cNvPr>
          <p:cNvGrpSpPr/>
          <p:nvPr/>
        </p:nvGrpSpPr>
        <p:grpSpPr>
          <a:xfrm>
            <a:off x="8135454" y="3961885"/>
            <a:ext cx="183822" cy="187325"/>
            <a:chOff x="2336800" y="6319552"/>
            <a:chExt cx="187325" cy="187325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946544F0-A098-A5E9-5F07-4B2D74DA43E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4560BFCD-911F-C820-A17D-A10FE3BD879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Oval 34">
            <a:extLst>
              <a:ext uri="{FF2B5EF4-FFF2-40B4-BE49-F238E27FC236}">
                <a16:creationId xmlns:a16="http://schemas.microsoft.com/office/drawing/2014/main" id="{308988B0-DBB2-35CD-64BE-846368C38314}"/>
              </a:ext>
            </a:extLst>
          </p:cNvPr>
          <p:cNvSpPr/>
          <p:nvPr/>
        </p:nvSpPr>
        <p:spPr bwMode="auto">
          <a:xfrm>
            <a:off x="8133703" y="230394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val 34">
            <a:extLst>
              <a:ext uri="{FF2B5EF4-FFF2-40B4-BE49-F238E27FC236}">
                <a16:creationId xmlns:a16="http://schemas.microsoft.com/office/drawing/2014/main" id="{053CB59F-EAC2-F590-0F37-907BF55E86D1}"/>
              </a:ext>
            </a:extLst>
          </p:cNvPr>
          <p:cNvSpPr/>
          <p:nvPr/>
        </p:nvSpPr>
        <p:spPr bwMode="auto">
          <a:xfrm>
            <a:off x="8133703" y="282931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9" name="Group 3">
            <a:extLst>
              <a:ext uri="{FF2B5EF4-FFF2-40B4-BE49-F238E27FC236}">
                <a16:creationId xmlns:a16="http://schemas.microsoft.com/office/drawing/2014/main" id="{A3ABBBAA-30E7-58CF-1F3F-8DD36AC4F0FA}"/>
              </a:ext>
            </a:extLst>
          </p:cNvPr>
          <p:cNvGrpSpPr/>
          <p:nvPr/>
        </p:nvGrpSpPr>
        <p:grpSpPr>
          <a:xfrm>
            <a:off x="8135454" y="4438546"/>
            <a:ext cx="183822" cy="187325"/>
            <a:chOff x="2336800" y="6319552"/>
            <a:chExt cx="187325" cy="187325"/>
          </a:xfrm>
        </p:grpSpPr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7B90FC10-3E24-4463-66DD-DABEB746F1B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6">
              <a:extLst>
                <a:ext uri="{FF2B5EF4-FFF2-40B4-BE49-F238E27FC236}">
                  <a16:creationId xmlns:a16="http://schemas.microsoft.com/office/drawing/2014/main" id="{6AB0AA9F-76F6-A77E-28C8-B59577414F8C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9" name="Group 3">
            <a:extLst>
              <a:ext uri="{FF2B5EF4-FFF2-40B4-BE49-F238E27FC236}">
                <a16:creationId xmlns:a16="http://schemas.microsoft.com/office/drawing/2014/main" id="{1F8669D1-DC6A-891B-9948-380C040A51D9}"/>
              </a:ext>
            </a:extLst>
          </p:cNvPr>
          <p:cNvGrpSpPr/>
          <p:nvPr/>
        </p:nvGrpSpPr>
        <p:grpSpPr>
          <a:xfrm>
            <a:off x="8135454" y="4978984"/>
            <a:ext cx="183822" cy="187325"/>
            <a:chOff x="2336800" y="6319552"/>
            <a:chExt cx="187325" cy="187325"/>
          </a:xfrm>
        </p:grpSpPr>
        <p:sp>
          <p:nvSpPr>
            <p:cNvPr id="40" name="Oval 5">
              <a:extLst>
                <a:ext uri="{FF2B5EF4-FFF2-40B4-BE49-F238E27FC236}">
                  <a16:creationId xmlns:a16="http://schemas.microsoft.com/office/drawing/2014/main" id="{9ED37D53-2A0D-BAF2-19EB-1DFE3056C4E1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Arc 6">
              <a:extLst>
                <a:ext uri="{FF2B5EF4-FFF2-40B4-BE49-F238E27FC236}">
                  <a16:creationId xmlns:a16="http://schemas.microsoft.com/office/drawing/2014/main" id="{F7760DD5-F49D-A813-09AC-66A2A0D1524F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Oval 34">
            <a:extLst>
              <a:ext uri="{FF2B5EF4-FFF2-40B4-BE49-F238E27FC236}">
                <a16:creationId xmlns:a16="http://schemas.microsoft.com/office/drawing/2014/main" id="{DE4D3745-B6F4-2329-0101-E3AC64D08349}"/>
              </a:ext>
            </a:extLst>
          </p:cNvPr>
          <p:cNvSpPr/>
          <p:nvPr/>
        </p:nvSpPr>
        <p:spPr bwMode="auto">
          <a:xfrm>
            <a:off x="8133703" y="339743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565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55A1-7113-E7CB-4A85-2F4E9DDB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12123B2B-B80B-E0F6-4072-CD33AD7ADAA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95" imgH="396" progId="TCLayout.ActiveDocument.1">
                  <p:embed/>
                </p:oleObj>
              </mc:Choice>
              <mc:Fallback>
                <p:oleObj name="think-cell Slide" r:id="rId10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123B2B-B80B-E0F6-4072-CD33AD7ADA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26077B-8FFF-0132-BADB-47E1BA54D1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A5C3408-F756-7D2E-C89B-850DF6D0D6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8" name="Table 14">
            <a:extLst>
              <a:ext uri="{FF2B5EF4-FFF2-40B4-BE49-F238E27FC236}">
                <a16:creationId xmlns:a16="http://schemas.microsoft.com/office/drawing/2014/main" id="{2C47C3FE-E809-16AF-8FB0-E80AE48F53BA}"/>
              </a:ext>
            </a:extLst>
          </p:cNvPr>
          <p:cNvGraphicFramePr>
            <a:graphicFrameLocks noGrp="1"/>
          </p:cNvGraphicFramePr>
          <p:nvPr/>
        </p:nvGraphicFramePr>
        <p:xfrm>
          <a:off x="469562" y="1362211"/>
          <a:ext cx="11299633" cy="355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518400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68000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Publicação do e-learning Treinamento: Modelo de Operação Matricial papeis e responsabilidades com interfaces dentro do ONS SOU+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/>
                        <a:t>04/09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Em parceria com a GP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Desenvolvimento de iniciativas digitais de para reforçar a apropriação dos conteúdos dos treinamentos e trazer um modelo lúdico de engajamento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dos resultados da Atividade de Fixação referente ao Treinamento Modelo de Operação Matricial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Resultados apresentados e direcionadores consolidados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Diagnóstico das Lideranças das Comunidades de Entrega</a:t>
                      </a:r>
                      <a:endParaRPr lang="pt-BR" sz="12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Resultados apresentados e direcionadores consolidados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Publicação da Recapitulação do Maestro no site(Sharepoint) ONS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Em parceria com a CS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527680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Guia de Bolso Interativo — Gerências e Comunidades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Guia de Catequização Maestro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1340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Publicação do e-learning Treinamento: Metodologias Ágeis dentro do ONS SOU+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061344"/>
                  </a:ext>
                </a:extLst>
              </a:tr>
            </a:tbl>
          </a:graphicData>
        </a:graphic>
      </p:graphicFrame>
      <p:sp>
        <p:nvSpPr>
          <p:cNvPr id="45" name="Oval 34">
            <a:extLst>
              <a:ext uri="{FF2B5EF4-FFF2-40B4-BE49-F238E27FC236}">
                <a16:creationId xmlns:a16="http://schemas.microsoft.com/office/drawing/2014/main" id="{8AC398E4-3BBC-795E-12A0-481BA059B5D7}"/>
              </a:ext>
            </a:extLst>
          </p:cNvPr>
          <p:cNvSpPr/>
          <p:nvPr/>
        </p:nvSpPr>
        <p:spPr bwMode="auto">
          <a:xfrm>
            <a:off x="8136297" y="224087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Oval 34">
            <a:extLst>
              <a:ext uri="{FF2B5EF4-FFF2-40B4-BE49-F238E27FC236}">
                <a16:creationId xmlns:a16="http://schemas.microsoft.com/office/drawing/2014/main" id="{191BB2AA-BBC5-9AED-2D0E-E9E39887F7D1}"/>
              </a:ext>
            </a:extLst>
          </p:cNvPr>
          <p:cNvSpPr/>
          <p:nvPr/>
        </p:nvSpPr>
        <p:spPr bwMode="auto">
          <a:xfrm>
            <a:off x="8136297" y="176668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Oval 34">
            <a:extLst>
              <a:ext uri="{FF2B5EF4-FFF2-40B4-BE49-F238E27FC236}">
                <a16:creationId xmlns:a16="http://schemas.microsoft.com/office/drawing/2014/main" id="{89DF10DE-A5EE-1B7A-8427-4D6687C2CE14}"/>
              </a:ext>
            </a:extLst>
          </p:cNvPr>
          <p:cNvSpPr/>
          <p:nvPr/>
        </p:nvSpPr>
        <p:spPr bwMode="auto">
          <a:xfrm>
            <a:off x="8136297" y="271048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Slide Number Placeholder 1">
            <a:extLst>
              <a:ext uri="{FF2B5EF4-FFF2-40B4-BE49-F238E27FC236}">
                <a16:creationId xmlns:a16="http://schemas.microsoft.com/office/drawing/2014/main" id="{EAA464C6-BFDB-F6CF-EDA8-7A1F08714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95667" y="6185364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472F1FC6-ECF1-0374-5698-6C9759D7C1FF}"/>
              </a:ext>
            </a:extLst>
          </p:cNvPr>
          <p:cNvSpPr/>
          <p:nvPr/>
        </p:nvSpPr>
        <p:spPr>
          <a:xfrm>
            <a:off x="6946901" y="6176608"/>
            <a:ext cx="4799706" cy="36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57" name="Group 40">
            <a:extLst>
              <a:ext uri="{FF2B5EF4-FFF2-40B4-BE49-F238E27FC236}">
                <a16:creationId xmlns:a16="http://schemas.microsoft.com/office/drawing/2014/main" id="{CF139B97-873A-0866-76D6-2C235CAF7D69}"/>
              </a:ext>
            </a:extLst>
          </p:cNvPr>
          <p:cNvGrpSpPr/>
          <p:nvPr/>
        </p:nvGrpSpPr>
        <p:grpSpPr>
          <a:xfrm>
            <a:off x="8838310" y="6234615"/>
            <a:ext cx="1117600" cy="247650"/>
            <a:chOff x="8929753" y="5861759"/>
            <a:chExt cx="1117600" cy="247650"/>
          </a:xfrm>
        </p:grpSpPr>
        <p:grpSp>
          <p:nvGrpSpPr>
            <p:cNvPr id="58" name="Group 31">
              <a:extLst>
                <a:ext uri="{FF2B5EF4-FFF2-40B4-BE49-F238E27FC236}">
                  <a16:creationId xmlns:a16="http://schemas.microsoft.com/office/drawing/2014/main" id="{BD0A63B2-141F-13F0-50A7-DD8754D27114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60" name="Oval 92">
                <a:extLst>
                  <a:ext uri="{FF2B5EF4-FFF2-40B4-BE49-F238E27FC236}">
                    <a16:creationId xmlns:a16="http://schemas.microsoft.com/office/drawing/2014/main" id="{93A8A729-E70D-8E27-C419-C41026C87C55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1" name="Arc 93">
                <a:extLst>
                  <a:ext uri="{FF2B5EF4-FFF2-40B4-BE49-F238E27FC236}">
                    <a16:creationId xmlns:a16="http://schemas.microsoft.com/office/drawing/2014/main" id="{8D1D13C8-6B42-1331-1C41-C8E0516E2C3E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Box 103">
              <a:extLst>
                <a:ext uri="{FF2B5EF4-FFF2-40B4-BE49-F238E27FC236}">
                  <a16:creationId xmlns:a16="http://schemas.microsoft.com/office/drawing/2014/main" id="{757C15D8-7848-C3D2-E65A-D350010F4DB4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62" name="Group 32">
            <a:extLst>
              <a:ext uri="{FF2B5EF4-FFF2-40B4-BE49-F238E27FC236}">
                <a16:creationId xmlns:a16="http://schemas.microsoft.com/office/drawing/2014/main" id="{06CACED7-730B-1D20-29D9-9080FF50E7A7}"/>
              </a:ext>
            </a:extLst>
          </p:cNvPr>
          <p:cNvGrpSpPr/>
          <p:nvPr/>
        </p:nvGrpSpPr>
        <p:grpSpPr>
          <a:xfrm>
            <a:off x="10900663" y="6234615"/>
            <a:ext cx="972587" cy="247650"/>
            <a:chOff x="3811058" y="6499225"/>
            <a:chExt cx="972587" cy="247650"/>
          </a:xfrm>
        </p:grpSpPr>
        <p:sp>
          <p:nvSpPr>
            <p:cNvPr id="63" name="Oval 96">
              <a:extLst>
                <a:ext uri="{FF2B5EF4-FFF2-40B4-BE49-F238E27FC236}">
                  <a16:creationId xmlns:a16="http://schemas.microsoft.com/office/drawing/2014/main" id="{6EBFC2DF-BB07-E7D5-5926-9E509AA460A8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TextBox 104">
              <a:extLst>
                <a:ext uri="{FF2B5EF4-FFF2-40B4-BE49-F238E27FC236}">
                  <a16:creationId xmlns:a16="http://schemas.microsoft.com/office/drawing/2014/main" id="{3050350F-D92D-66F5-E483-CF323FEA6FAC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65" name="Group 17">
            <a:extLst>
              <a:ext uri="{FF2B5EF4-FFF2-40B4-BE49-F238E27FC236}">
                <a16:creationId xmlns:a16="http://schemas.microsoft.com/office/drawing/2014/main" id="{F9D24972-4E24-5609-DADA-8CCF30DA954A}"/>
              </a:ext>
            </a:extLst>
          </p:cNvPr>
          <p:cNvGrpSpPr/>
          <p:nvPr/>
        </p:nvGrpSpPr>
        <p:grpSpPr>
          <a:xfrm>
            <a:off x="9990683" y="6234615"/>
            <a:ext cx="1117600" cy="247650"/>
            <a:chOff x="2374900" y="6499225"/>
            <a:chExt cx="1117600" cy="247650"/>
          </a:xfrm>
        </p:grpSpPr>
        <p:grpSp>
          <p:nvGrpSpPr>
            <p:cNvPr id="66" name="Group 18">
              <a:extLst>
                <a:ext uri="{FF2B5EF4-FFF2-40B4-BE49-F238E27FC236}">
                  <a16:creationId xmlns:a16="http://schemas.microsoft.com/office/drawing/2014/main" id="{B4324825-B396-F4F1-5141-3FBD0806A54A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68" name="Oval 20">
                <a:extLst>
                  <a:ext uri="{FF2B5EF4-FFF2-40B4-BE49-F238E27FC236}">
                    <a16:creationId xmlns:a16="http://schemas.microsoft.com/office/drawing/2014/main" id="{02915A75-C9E0-49AF-C8EE-05FD8A4F5552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9" name="Arc 21">
                <a:extLst>
                  <a:ext uri="{FF2B5EF4-FFF2-40B4-BE49-F238E27FC236}">
                    <a16:creationId xmlns:a16="http://schemas.microsoft.com/office/drawing/2014/main" id="{6ED505F1-897F-CACF-C77A-8B73EA352FA8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7" name="TextBox 19">
              <a:extLst>
                <a:ext uri="{FF2B5EF4-FFF2-40B4-BE49-F238E27FC236}">
                  <a16:creationId xmlns:a16="http://schemas.microsoft.com/office/drawing/2014/main" id="{9679803B-B088-4570-AE42-AB33B5D5D84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70" name="TextBox 95">
            <a:extLst>
              <a:ext uri="{FF2B5EF4-FFF2-40B4-BE49-F238E27FC236}">
                <a16:creationId xmlns:a16="http://schemas.microsoft.com/office/drawing/2014/main" id="{B06F0045-66C1-6093-DF30-EDDDB7E4691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851" y="623533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71" name="Group 48">
            <a:extLst>
              <a:ext uri="{FF2B5EF4-FFF2-40B4-BE49-F238E27FC236}">
                <a16:creationId xmlns:a16="http://schemas.microsoft.com/office/drawing/2014/main" id="{EA398611-A186-4F2E-32E3-4F1A6F7BBBC0}"/>
              </a:ext>
            </a:extLst>
          </p:cNvPr>
          <p:cNvGrpSpPr/>
          <p:nvPr/>
        </p:nvGrpSpPr>
        <p:grpSpPr>
          <a:xfrm>
            <a:off x="7758578" y="6234615"/>
            <a:ext cx="994186" cy="247650"/>
            <a:chOff x="7606178" y="6225669"/>
            <a:chExt cx="994186" cy="247650"/>
          </a:xfrm>
        </p:grpSpPr>
        <p:sp>
          <p:nvSpPr>
            <p:cNvPr id="72" name="Oval 45">
              <a:extLst>
                <a:ext uri="{FF2B5EF4-FFF2-40B4-BE49-F238E27FC236}">
                  <a16:creationId xmlns:a16="http://schemas.microsoft.com/office/drawing/2014/main" id="{72535059-0D69-C470-09B1-4C981BE9FB92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TextBox 47">
              <a:extLst>
                <a:ext uri="{FF2B5EF4-FFF2-40B4-BE49-F238E27FC236}">
                  <a16:creationId xmlns:a16="http://schemas.microsoft.com/office/drawing/2014/main" id="{0F7CE431-2E54-F9C8-A4D7-D830F0045CA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3" name="Oval 34">
            <a:extLst>
              <a:ext uri="{FF2B5EF4-FFF2-40B4-BE49-F238E27FC236}">
                <a16:creationId xmlns:a16="http://schemas.microsoft.com/office/drawing/2014/main" id="{D746713D-283B-DF0E-D7A1-A8FC4EA81695}"/>
              </a:ext>
            </a:extLst>
          </p:cNvPr>
          <p:cNvSpPr/>
          <p:nvPr/>
        </p:nvSpPr>
        <p:spPr bwMode="auto">
          <a:xfrm>
            <a:off x="8136297" y="3180563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CF00CD48-BFDC-7670-B15A-01FC9F46B2F1}"/>
              </a:ext>
            </a:extLst>
          </p:cNvPr>
          <p:cNvGrpSpPr/>
          <p:nvPr/>
        </p:nvGrpSpPr>
        <p:grpSpPr>
          <a:xfrm>
            <a:off x="8138048" y="4119463"/>
            <a:ext cx="183822" cy="187325"/>
            <a:chOff x="2336800" y="6319552"/>
            <a:chExt cx="187325" cy="187325"/>
          </a:xfrm>
        </p:grpSpPr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BCA3E5D1-4C80-32BD-AC71-81B3C718128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Arc 6">
              <a:extLst>
                <a:ext uri="{FF2B5EF4-FFF2-40B4-BE49-F238E27FC236}">
                  <a16:creationId xmlns:a16="http://schemas.microsoft.com/office/drawing/2014/main" id="{790269D6-3B71-FC20-CB2A-05C626732960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6" name="Oval 34">
            <a:extLst>
              <a:ext uri="{FF2B5EF4-FFF2-40B4-BE49-F238E27FC236}">
                <a16:creationId xmlns:a16="http://schemas.microsoft.com/office/drawing/2014/main" id="{23EE2F3F-4338-0740-D4F0-15ED67FB94ED}"/>
              </a:ext>
            </a:extLst>
          </p:cNvPr>
          <p:cNvSpPr/>
          <p:nvPr/>
        </p:nvSpPr>
        <p:spPr bwMode="auto">
          <a:xfrm>
            <a:off x="8136297" y="364130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454967CE-01E0-7448-4A3C-1C7CC0D8FD55}"/>
              </a:ext>
            </a:extLst>
          </p:cNvPr>
          <p:cNvGrpSpPr/>
          <p:nvPr/>
        </p:nvGrpSpPr>
        <p:grpSpPr>
          <a:xfrm>
            <a:off x="8138048" y="4612696"/>
            <a:ext cx="183822" cy="187325"/>
            <a:chOff x="2336800" y="6319552"/>
            <a:chExt cx="187325" cy="187325"/>
          </a:xfrm>
        </p:grpSpPr>
        <p:sp>
          <p:nvSpPr>
            <p:cNvPr id="18" name="Oval 5">
              <a:extLst>
                <a:ext uri="{FF2B5EF4-FFF2-40B4-BE49-F238E27FC236}">
                  <a16:creationId xmlns:a16="http://schemas.microsoft.com/office/drawing/2014/main" id="{EABA7E68-AD3B-95B1-8FEB-2D5DC8C6159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Arc 6">
              <a:extLst>
                <a:ext uri="{FF2B5EF4-FFF2-40B4-BE49-F238E27FC236}">
                  <a16:creationId xmlns:a16="http://schemas.microsoft.com/office/drawing/2014/main" id="{E1983F0D-5CF4-6165-E16E-C03622B7C1EF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16940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6B4BEB-CE4B-BE5E-9950-BAE2711E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4730181D-7171-84BC-A88D-35D18F5A888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30181D-7171-84BC-A88D-35D18F5A88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1F4F1C-61AB-50D2-6F80-EF9F29F64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296272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2D2418-DCDC-167F-2A3B-164F9DFDD7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E3C5D1-C396-7C77-4DC0-D4334D40FD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971080F-F520-0945-BF43-245634DBB693}"/>
              </a:ext>
            </a:extLst>
          </p:cNvPr>
          <p:cNvGraphicFramePr>
            <a:graphicFrameLocks noGrp="1"/>
          </p:cNvGraphicFramePr>
          <p:nvPr/>
        </p:nvGraphicFramePr>
        <p:xfrm>
          <a:off x="469562" y="1196839"/>
          <a:ext cx="11251288" cy="50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Configuração do Azure Devops (ambiente de homologação)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Treinamento de Arquitetura de Modelos Eletroenergéticos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Sessões: 23 e 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Workshop FEG - 4º Sessão com foco em Captação Orçamentária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29/09 </a:t>
                      </a: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52024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Definição das demandas que serão conduzidas pelas Comunidades Técnicas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10269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Validação do Azure Devops e tombamento para o ambiente de Produção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09/10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Validação do ambiente de homologação até 02/10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433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 err="1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Kick</a:t>
                      </a: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 off do ciclo da Captação Orçamentária (Gerentes e Líderes)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09/10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166617"/>
                  </a:ext>
                </a:extLst>
              </a:tr>
              <a:tr h="455948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de Toolkits para incorporar ao Guia de Bolso Interativo, disponibilizando soluções padronizadas e reutilizáveis (apresentações, produtos digitais e sistemas customizados)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276487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e validação do comunicado para as áreas de negócio formalizando os Representantes de Negócio e responsabilidades (Comunidades de Entrega e Técnica)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29/09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Envio para Gerencias Executivas, Gerências e Representantes de Negócio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77314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Publicação do treinamento Arquitetura de Modelos Eletroenergéticos na plataforma de e-learning do ONS Educa+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05/10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11997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Mapa de adoção aos comportamentos esperados perante ao Modelo de Operação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 err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Check</a:t>
                      </a: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points semanais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C205EA4-F7D2-7E41-EAAB-590787120489}"/>
              </a:ext>
            </a:extLst>
          </p:cNvPr>
          <p:cNvSpPr/>
          <p:nvPr/>
        </p:nvSpPr>
        <p:spPr>
          <a:xfrm>
            <a:off x="6794501" y="6296271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2A539A-3074-199F-5736-F78381B60706}"/>
              </a:ext>
            </a:extLst>
          </p:cNvPr>
          <p:cNvGrpSpPr/>
          <p:nvPr/>
        </p:nvGrpSpPr>
        <p:grpSpPr>
          <a:xfrm>
            <a:off x="8685910" y="6345523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A1C4942-EC82-9307-8C01-753174769932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AC1C599-8D8A-B2FE-FB40-3015A906C53C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43C65161-835C-E71B-793E-1CD45543AFA6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DABA68A-451C-F31E-DF86-656847BFD1B1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845EF-B983-4E4D-2BCE-25DCA530FF9B}"/>
              </a:ext>
            </a:extLst>
          </p:cNvPr>
          <p:cNvGrpSpPr/>
          <p:nvPr/>
        </p:nvGrpSpPr>
        <p:grpSpPr>
          <a:xfrm>
            <a:off x="10748263" y="6345523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40CE672-72F8-2EDA-77F0-1DD80A74BBD9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5EBFB8E-5D2C-1E18-A409-35D47438867B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5EE4D0-B545-E9EB-963C-9B271DCA4F7F}"/>
              </a:ext>
            </a:extLst>
          </p:cNvPr>
          <p:cNvGrpSpPr/>
          <p:nvPr/>
        </p:nvGrpSpPr>
        <p:grpSpPr>
          <a:xfrm>
            <a:off x="9838283" y="6375686"/>
            <a:ext cx="187325" cy="187325"/>
            <a:chOff x="2336800" y="6319552"/>
            <a:chExt cx="187325" cy="18732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37A5149-C08A-7F00-E5DE-488FAE5B17E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8AD4B029-C9F9-425B-9047-931BDCDD47E3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005AE5E-E8AE-6DA9-37E1-6A8184B9E97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87508" y="6345523"/>
            <a:ext cx="968375" cy="24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Em Atraso</a:t>
            </a:r>
          </a:p>
        </p:txBody>
      </p:sp>
      <p:sp>
        <p:nvSpPr>
          <p:cNvPr id="3" name="TextBox 95">
            <a:extLst>
              <a:ext uri="{FF2B5EF4-FFF2-40B4-BE49-F238E27FC236}">
                <a16:creationId xmlns:a16="http://schemas.microsoft.com/office/drawing/2014/main" id="{2C0EE645-49EF-B992-3E8A-F88F6ECDC4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41451" y="6346238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34E2A3-8B69-48FF-BBA2-01B51C53874E}"/>
              </a:ext>
            </a:extLst>
          </p:cNvPr>
          <p:cNvGrpSpPr/>
          <p:nvPr/>
        </p:nvGrpSpPr>
        <p:grpSpPr>
          <a:xfrm>
            <a:off x="7606178" y="6345523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4BCB17D-20A2-E365-AE27-5528DC6427D2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EEE7E59-5D2F-E6F4-D54D-6FF5D1B9509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44024C87-901F-62C8-1FA4-00938D04FA93}"/>
              </a:ext>
            </a:extLst>
          </p:cNvPr>
          <p:cNvGrpSpPr/>
          <p:nvPr/>
        </p:nvGrpSpPr>
        <p:grpSpPr>
          <a:xfrm>
            <a:off x="8058879" y="5513099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3EF5A6EA-2593-7E87-7550-66F0D3959D1C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D7D237AC-F122-D646-3DDC-D36C78758CA0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Oval 34">
            <a:extLst>
              <a:ext uri="{FF2B5EF4-FFF2-40B4-BE49-F238E27FC236}">
                <a16:creationId xmlns:a16="http://schemas.microsoft.com/office/drawing/2014/main" id="{50BA62A3-6486-0D65-F0B2-9C5E7A41A9CF}"/>
              </a:ext>
            </a:extLst>
          </p:cNvPr>
          <p:cNvSpPr/>
          <p:nvPr/>
        </p:nvSpPr>
        <p:spPr bwMode="auto">
          <a:xfrm>
            <a:off x="8058879" y="159120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" name="Group 41">
            <a:extLst>
              <a:ext uri="{FF2B5EF4-FFF2-40B4-BE49-F238E27FC236}">
                <a16:creationId xmlns:a16="http://schemas.microsoft.com/office/drawing/2014/main" id="{427159E2-C51D-D720-0D4D-25C231B34195}"/>
              </a:ext>
            </a:extLst>
          </p:cNvPr>
          <p:cNvGrpSpPr/>
          <p:nvPr/>
        </p:nvGrpSpPr>
        <p:grpSpPr>
          <a:xfrm>
            <a:off x="8058879" y="5956135"/>
            <a:ext cx="183822" cy="187325"/>
            <a:chOff x="2336800" y="6319552"/>
            <a:chExt cx="187325" cy="187325"/>
          </a:xfrm>
        </p:grpSpPr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54BD4CB3-ECAD-507F-D23E-98F82E2038A8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43">
              <a:extLst>
                <a:ext uri="{FF2B5EF4-FFF2-40B4-BE49-F238E27FC236}">
                  <a16:creationId xmlns:a16="http://schemas.microsoft.com/office/drawing/2014/main" id="{78ECCEB4-262C-55C7-EBBF-F60E271808CA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9" name="Oval 34">
            <a:extLst>
              <a:ext uri="{FF2B5EF4-FFF2-40B4-BE49-F238E27FC236}">
                <a16:creationId xmlns:a16="http://schemas.microsoft.com/office/drawing/2014/main" id="{50866F82-BE1F-1917-73BF-C8AAB2D48508}"/>
              </a:ext>
            </a:extLst>
          </p:cNvPr>
          <p:cNvSpPr/>
          <p:nvPr/>
        </p:nvSpPr>
        <p:spPr bwMode="auto">
          <a:xfrm>
            <a:off x="8058879" y="431850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6470BCA5-3EBD-25B8-C03A-56D3EB41B575}"/>
              </a:ext>
            </a:extLst>
          </p:cNvPr>
          <p:cNvSpPr/>
          <p:nvPr/>
        </p:nvSpPr>
        <p:spPr bwMode="auto">
          <a:xfrm>
            <a:off x="8058879" y="201912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34">
            <a:extLst>
              <a:ext uri="{FF2B5EF4-FFF2-40B4-BE49-F238E27FC236}">
                <a16:creationId xmlns:a16="http://schemas.microsoft.com/office/drawing/2014/main" id="{280A404A-057D-BA3E-F305-3D0AF8257E9D}"/>
              </a:ext>
            </a:extLst>
          </p:cNvPr>
          <p:cNvSpPr/>
          <p:nvPr/>
        </p:nvSpPr>
        <p:spPr bwMode="auto">
          <a:xfrm>
            <a:off x="8058879" y="496589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6" name="Group 3">
            <a:extLst>
              <a:ext uri="{FF2B5EF4-FFF2-40B4-BE49-F238E27FC236}">
                <a16:creationId xmlns:a16="http://schemas.microsoft.com/office/drawing/2014/main" id="{B1C08857-C9B0-0E1F-A172-987B0E1749CD}"/>
              </a:ext>
            </a:extLst>
          </p:cNvPr>
          <p:cNvGrpSpPr/>
          <p:nvPr/>
        </p:nvGrpSpPr>
        <p:grpSpPr>
          <a:xfrm>
            <a:off x="8058879" y="3319463"/>
            <a:ext cx="183822" cy="187325"/>
            <a:chOff x="2336800" y="6319552"/>
            <a:chExt cx="187325" cy="187325"/>
          </a:xfrm>
        </p:grpSpPr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1DB9408B-B628-E749-5715-422E0DC2FB8E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BBFAF012-BBD7-20D1-38BA-1CE9817169D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3">
            <a:extLst>
              <a:ext uri="{FF2B5EF4-FFF2-40B4-BE49-F238E27FC236}">
                <a16:creationId xmlns:a16="http://schemas.microsoft.com/office/drawing/2014/main" id="{98DD0956-B84D-4CD5-FF32-29D49033A648}"/>
              </a:ext>
            </a:extLst>
          </p:cNvPr>
          <p:cNvGrpSpPr/>
          <p:nvPr/>
        </p:nvGrpSpPr>
        <p:grpSpPr>
          <a:xfrm>
            <a:off x="8058879" y="3762680"/>
            <a:ext cx="183822" cy="187325"/>
            <a:chOff x="2336800" y="6319552"/>
            <a:chExt cx="187325" cy="187325"/>
          </a:xfrm>
        </p:grpSpPr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C9C2DB3E-E6F1-7EC6-FED6-FF938B8FFDF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Arc 6">
              <a:extLst>
                <a:ext uri="{FF2B5EF4-FFF2-40B4-BE49-F238E27FC236}">
                  <a16:creationId xmlns:a16="http://schemas.microsoft.com/office/drawing/2014/main" id="{D404C62A-85B6-4ABF-231D-96C836D2D07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" name="Oval 34">
            <a:extLst>
              <a:ext uri="{FF2B5EF4-FFF2-40B4-BE49-F238E27FC236}">
                <a16:creationId xmlns:a16="http://schemas.microsoft.com/office/drawing/2014/main" id="{DC9A785D-8C51-A606-88B6-FE71FA665851}"/>
              </a:ext>
            </a:extLst>
          </p:cNvPr>
          <p:cNvSpPr/>
          <p:nvPr/>
        </p:nvSpPr>
        <p:spPr bwMode="auto">
          <a:xfrm>
            <a:off x="8058879" y="245860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674E3935-B542-875D-3CFF-331B222FF203}"/>
              </a:ext>
            </a:extLst>
          </p:cNvPr>
          <p:cNvGrpSpPr/>
          <p:nvPr/>
        </p:nvGrpSpPr>
        <p:grpSpPr>
          <a:xfrm>
            <a:off x="8058879" y="2889634"/>
            <a:ext cx="183822" cy="187325"/>
            <a:chOff x="2336800" y="6319552"/>
            <a:chExt cx="187325" cy="187325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61805C06-0511-294D-06DA-F6DB1489E1CD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9" name="Arc 6">
              <a:extLst>
                <a:ext uri="{FF2B5EF4-FFF2-40B4-BE49-F238E27FC236}">
                  <a16:creationId xmlns:a16="http://schemas.microsoft.com/office/drawing/2014/main" id="{491E332E-93D0-176E-66B6-C8953619D4D9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438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0337FF-8145-4784-BB14-5D76DE23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38782F74-DD17-F5DE-6DF1-91A75EAFD9B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782F74-DD17-F5DE-6DF1-91A75EAFD9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A9DB5-990B-2568-2BA6-381343D52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296272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3BC62A-64A2-467E-F2EE-AC82B6921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8983C5A-EE66-A0A4-C9BE-F003E268EF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84F5705-7138-B5C3-7199-E0857A46CFEB}"/>
              </a:ext>
            </a:extLst>
          </p:cNvPr>
          <p:cNvGraphicFramePr>
            <a:graphicFrameLocks noGrp="1"/>
          </p:cNvGraphicFramePr>
          <p:nvPr/>
        </p:nvGraphicFramePr>
        <p:xfrm>
          <a:off x="469562" y="1123687"/>
          <a:ext cx="11251288" cy="511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(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fóruns, processos e rotinas operacionais)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1º Sessão: Documentação dos Fóruns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2º Sessão: Processo de Recebimento de Demandas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- Comunidades Técnicas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 dirty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Classificação de demandas no padrão TRL e identificação de times envolvidos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062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Configuração do Azure Devops (ambiente de homologação)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Envio do convite do fórum de integração de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Primeiro fórum previsto até 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52024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Treinamento de Arquitetura de Modelos Eletroenergéticos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Sessões: 23 e 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433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Workshop FEG - 3º Sessão com foco em Captação Orçamentária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29/09 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334920"/>
                  </a:ext>
                </a:extLst>
              </a:tr>
              <a:tr h="455948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Publicação do treinamento Gestão de Projetos Ágeis na plataforma de e-learning do ONS Educa+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77314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de Guia de Bolso Interativo para facilitar a aderência ao modelo de Operação (Gerências e Comunidades)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11997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Comunicado para as áreas de negócio formalizando os indicados e responsabilidades que eles terão nas comunidades (Entrega e Técnica)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de Toolkits para incorporar ao Guia de Bolso Interativo, disponibilizando soluções padronizadas e reutilizáveis (apresentações, produtos digitais e sistemas customizados)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 dirty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56614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C52415B-9D9C-BFF7-EC32-A20CF9E8D785}"/>
              </a:ext>
            </a:extLst>
          </p:cNvPr>
          <p:cNvSpPr/>
          <p:nvPr/>
        </p:nvSpPr>
        <p:spPr>
          <a:xfrm>
            <a:off x="6794501" y="6296271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6A759DF-542F-DD38-93BD-8B7328544C08}"/>
              </a:ext>
            </a:extLst>
          </p:cNvPr>
          <p:cNvGrpSpPr/>
          <p:nvPr/>
        </p:nvGrpSpPr>
        <p:grpSpPr>
          <a:xfrm>
            <a:off x="8685910" y="6345523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272BD2C-6247-4527-8CDF-F4A4D3849EEA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836B14E-C463-4A39-8DC7-345508D87EFA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C69D6030-271F-5D0A-20B5-C5AAD629BCBA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D993F18-1FE1-BCFC-7C05-0EF95B6C04D5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1EC71D-8F71-6A06-BE55-197B28352157}"/>
              </a:ext>
            </a:extLst>
          </p:cNvPr>
          <p:cNvGrpSpPr/>
          <p:nvPr/>
        </p:nvGrpSpPr>
        <p:grpSpPr>
          <a:xfrm>
            <a:off x="10748263" y="6345523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2EB1CDA-A6BE-AB82-E80C-ADA092591F58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9C25BF9-000D-E2F1-0A34-50D5472AE281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B35F1E-294B-E7D1-5F4C-A13019A4D824}"/>
              </a:ext>
            </a:extLst>
          </p:cNvPr>
          <p:cNvGrpSpPr/>
          <p:nvPr/>
        </p:nvGrpSpPr>
        <p:grpSpPr>
          <a:xfrm>
            <a:off x="9838283" y="6375686"/>
            <a:ext cx="187325" cy="187325"/>
            <a:chOff x="2336800" y="6319552"/>
            <a:chExt cx="187325" cy="18732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64CAD2E-D96F-BECA-0177-91D7DD41ADC5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841422BD-65A4-37D7-F79D-7DAD05B18F5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BEB186B-FE0B-2252-DC6D-AB0975B7E5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87508" y="6345523"/>
            <a:ext cx="968375" cy="24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Em Atraso</a:t>
            </a:r>
          </a:p>
        </p:txBody>
      </p:sp>
      <p:sp>
        <p:nvSpPr>
          <p:cNvPr id="3" name="TextBox 95">
            <a:extLst>
              <a:ext uri="{FF2B5EF4-FFF2-40B4-BE49-F238E27FC236}">
                <a16:creationId xmlns:a16="http://schemas.microsoft.com/office/drawing/2014/main" id="{E2BF26B8-5707-0421-5C5F-A50C6AAA91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41451" y="6346238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8018BB3-1927-AD0C-E8F9-FD09431E48C2}"/>
              </a:ext>
            </a:extLst>
          </p:cNvPr>
          <p:cNvGrpSpPr/>
          <p:nvPr/>
        </p:nvGrpSpPr>
        <p:grpSpPr>
          <a:xfrm>
            <a:off x="7606178" y="6345523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72FC6B5-2678-86CE-F373-66A0ABBBF7BB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299C874-679E-667E-140A-57530208537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6997B2BF-0011-9EB8-0B8B-C14C9C4D0BF2}"/>
              </a:ext>
            </a:extLst>
          </p:cNvPr>
          <p:cNvGrpSpPr/>
          <p:nvPr/>
        </p:nvGrpSpPr>
        <p:grpSpPr>
          <a:xfrm>
            <a:off x="8058879" y="5275354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E721D88E-A6F9-2E7C-6D98-7B5549E5DDC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9ECCD583-5D74-6EBA-5795-6F41BD35ADD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5" name="Group 3">
            <a:extLst>
              <a:ext uri="{FF2B5EF4-FFF2-40B4-BE49-F238E27FC236}">
                <a16:creationId xmlns:a16="http://schemas.microsoft.com/office/drawing/2014/main" id="{DB82262E-9E63-2F90-995F-6AEAA7955CCC}"/>
              </a:ext>
            </a:extLst>
          </p:cNvPr>
          <p:cNvGrpSpPr/>
          <p:nvPr/>
        </p:nvGrpSpPr>
        <p:grpSpPr>
          <a:xfrm>
            <a:off x="8058879" y="2626385"/>
            <a:ext cx="183822" cy="187325"/>
            <a:chOff x="2336800" y="6319552"/>
            <a:chExt cx="187325" cy="187325"/>
          </a:xfrm>
        </p:grpSpPr>
        <p:sp>
          <p:nvSpPr>
            <p:cNvPr id="57" name="Oval 5">
              <a:extLst>
                <a:ext uri="{FF2B5EF4-FFF2-40B4-BE49-F238E27FC236}">
                  <a16:creationId xmlns:a16="http://schemas.microsoft.com/office/drawing/2014/main" id="{F60F14E3-420E-3400-41D8-CD57D25FD4F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Arc 6">
              <a:extLst>
                <a:ext uri="{FF2B5EF4-FFF2-40B4-BE49-F238E27FC236}">
                  <a16:creationId xmlns:a16="http://schemas.microsoft.com/office/drawing/2014/main" id="{37840068-8FF1-0BEE-0FC5-AE410068FFB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Oval 34">
            <a:extLst>
              <a:ext uri="{FF2B5EF4-FFF2-40B4-BE49-F238E27FC236}">
                <a16:creationId xmlns:a16="http://schemas.microsoft.com/office/drawing/2014/main" id="{4AC8875A-8032-1871-1612-949214596CF6}"/>
              </a:ext>
            </a:extLst>
          </p:cNvPr>
          <p:cNvSpPr/>
          <p:nvPr/>
        </p:nvSpPr>
        <p:spPr bwMode="auto">
          <a:xfrm>
            <a:off x="8058879" y="164726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3" name="Group 3">
            <a:extLst>
              <a:ext uri="{FF2B5EF4-FFF2-40B4-BE49-F238E27FC236}">
                <a16:creationId xmlns:a16="http://schemas.microsoft.com/office/drawing/2014/main" id="{05A6867C-23AA-7ACB-F9BF-AD71F7A7B4D5}"/>
              </a:ext>
            </a:extLst>
          </p:cNvPr>
          <p:cNvGrpSpPr/>
          <p:nvPr/>
        </p:nvGrpSpPr>
        <p:grpSpPr>
          <a:xfrm>
            <a:off x="8058879" y="3068099"/>
            <a:ext cx="183822" cy="187325"/>
            <a:chOff x="2336800" y="6319552"/>
            <a:chExt cx="187325" cy="187325"/>
          </a:xfrm>
        </p:grpSpPr>
        <p:sp>
          <p:nvSpPr>
            <p:cNvPr id="44" name="Oval 5">
              <a:extLst>
                <a:ext uri="{FF2B5EF4-FFF2-40B4-BE49-F238E27FC236}">
                  <a16:creationId xmlns:a16="http://schemas.microsoft.com/office/drawing/2014/main" id="{DAA65A8B-AF24-68CF-7446-5E8251B8C29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Arc 6">
              <a:extLst>
                <a:ext uri="{FF2B5EF4-FFF2-40B4-BE49-F238E27FC236}">
                  <a16:creationId xmlns:a16="http://schemas.microsoft.com/office/drawing/2014/main" id="{0081E4B0-594A-5657-7A39-F2DF0A980A0A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53506455-8157-CFCE-D1B9-8600BCB000FD}"/>
              </a:ext>
            </a:extLst>
          </p:cNvPr>
          <p:cNvGrpSpPr/>
          <p:nvPr/>
        </p:nvGrpSpPr>
        <p:grpSpPr>
          <a:xfrm>
            <a:off x="8058879" y="5819767"/>
            <a:ext cx="183822" cy="187325"/>
            <a:chOff x="2336800" y="6319552"/>
            <a:chExt cx="187325" cy="187325"/>
          </a:xfrm>
        </p:grpSpPr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5A813810-B9D8-40BA-5826-0E60C11AD0FA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43">
              <a:extLst>
                <a:ext uri="{FF2B5EF4-FFF2-40B4-BE49-F238E27FC236}">
                  <a16:creationId xmlns:a16="http://schemas.microsoft.com/office/drawing/2014/main" id="{C6BDE446-B12B-8961-26CA-6510C00EF30E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9" name="Oval 34">
            <a:extLst>
              <a:ext uri="{FF2B5EF4-FFF2-40B4-BE49-F238E27FC236}">
                <a16:creationId xmlns:a16="http://schemas.microsoft.com/office/drawing/2014/main" id="{97F21908-CFDC-DE23-3496-E00884BAF570}"/>
              </a:ext>
            </a:extLst>
          </p:cNvPr>
          <p:cNvSpPr/>
          <p:nvPr/>
        </p:nvSpPr>
        <p:spPr bwMode="auto">
          <a:xfrm>
            <a:off x="8058879" y="437496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8C674E34-A91D-E680-AC35-860F46A789E0}"/>
              </a:ext>
            </a:extLst>
          </p:cNvPr>
          <p:cNvSpPr/>
          <p:nvPr/>
        </p:nvSpPr>
        <p:spPr bwMode="auto">
          <a:xfrm>
            <a:off x="8058879" y="217456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34">
            <a:extLst>
              <a:ext uri="{FF2B5EF4-FFF2-40B4-BE49-F238E27FC236}">
                <a16:creationId xmlns:a16="http://schemas.microsoft.com/office/drawing/2014/main" id="{733F651F-C7F7-AE30-C24A-86714B350E75}"/>
              </a:ext>
            </a:extLst>
          </p:cNvPr>
          <p:cNvSpPr/>
          <p:nvPr/>
        </p:nvSpPr>
        <p:spPr bwMode="auto">
          <a:xfrm>
            <a:off x="8058879" y="482952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6" name="Group 3">
            <a:extLst>
              <a:ext uri="{FF2B5EF4-FFF2-40B4-BE49-F238E27FC236}">
                <a16:creationId xmlns:a16="http://schemas.microsoft.com/office/drawing/2014/main" id="{55811046-7D53-F242-832C-9A5B399510EF}"/>
              </a:ext>
            </a:extLst>
          </p:cNvPr>
          <p:cNvGrpSpPr/>
          <p:nvPr/>
        </p:nvGrpSpPr>
        <p:grpSpPr>
          <a:xfrm>
            <a:off x="8058879" y="3484849"/>
            <a:ext cx="183822" cy="187325"/>
            <a:chOff x="2336800" y="6319552"/>
            <a:chExt cx="187325" cy="187325"/>
          </a:xfrm>
        </p:grpSpPr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E7440BB1-4BBC-6BAD-8B40-473D66FDA7D1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F32D4ABD-9354-BC2F-4EFA-A3150D66243A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3">
            <a:extLst>
              <a:ext uri="{FF2B5EF4-FFF2-40B4-BE49-F238E27FC236}">
                <a16:creationId xmlns:a16="http://schemas.microsoft.com/office/drawing/2014/main" id="{2ED88197-3E55-A1DD-6960-60C4B4AF76E1}"/>
              </a:ext>
            </a:extLst>
          </p:cNvPr>
          <p:cNvGrpSpPr/>
          <p:nvPr/>
        </p:nvGrpSpPr>
        <p:grpSpPr>
          <a:xfrm>
            <a:off x="8058879" y="3918126"/>
            <a:ext cx="183822" cy="187325"/>
            <a:chOff x="2336800" y="6319552"/>
            <a:chExt cx="187325" cy="187325"/>
          </a:xfrm>
        </p:grpSpPr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7717D32E-8F3B-60BA-4013-3A48AB014966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Arc 6">
              <a:extLst>
                <a:ext uri="{FF2B5EF4-FFF2-40B4-BE49-F238E27FC236}">
                  <a16:creationId xmlns:a16="http://schemas.microsoft.com/office/drawing/2014/main" id="{909CF108-A41E-F095-0C0E-8137AA47171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6563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1CEA-4140-1A52-7B30-B1CDDD9D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C30CB-A537-E140-B814-9040C4841F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A805E-547C-DCF4-19E9-2C62A7C6A1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Monitoramento, ajustes e transferência - Frentes de adoção ao Modelo de Operação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C5ED1-F4C2-68D2-B101-199F4EC86D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77711-C758-2CC0-D5B5-ECC473E1E8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6B90A-ACBE-0EC2-6A2E-7380D2DCF4AE}"/>
              </a:ext>
            </a:extLst>
          </p:cNvPr>
          <p:cNvSpPr/>
          <p:nvPr/>
        </p:nvSpPr>
        <p:spPr>
          <a:xfrm>
            <a:off x="530352" y="5234624"/>
            <a:ext cx="11109960" cy="972835"/>
          </a:xfrm>
          <a:prstGeom prst="rect">
            <a:avLst/>
          </a:prstGeom>
          <a:solidFill>
            <a:srgbClr val="F7FAFC"/>
          </a:solidFill>
          <a:ln w="10160" cap="flat" cmpd="sng" algn="ctr">
            <a:solidFill>
              <a:srgbClr val="D8E0E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EF22A-0EB4-56A1-9A08-4D70285DBB10}"/>
              </a:ext>
            </a:extLst>
          </p:cNvPr>
          <p:cNvSpPr/>
          <p:nvPr/>
        </p:nvSpPr>
        <p:spPr>
          <a:xfrm>
            <a:off x="4036836" y="5234625"/>
            <a:ext cx="7315" cy="972000"/>
          </a:xfrm>
          <a:prstGeom prst="rect">
            <a:avLst/>
          </a:prstGeom>
          <a:solidFill>
            <a:srgbClr val="D8E0E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9D8E0-A6FE-3E3F-3C2E-49B3CDCB097C}"/>
              </a:ext>
            </a:extLst>
          </p:cNvPr>
          <p:cNvSpPr txBox="1"/>
          <p:nvPr/>
        </p:nvSpPr>
        <p:spPr>
          <a:xfrm>
            <a:off x="574243" y="5291142"/>
            <a:ext cx="3154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0B3554"/>
                </a:solidFill>
                <a:effectLst/>
                <a:uLnTx/>
                <a:uFillTx/>
                <a:latin typeface="Arial Nova Cond" panose="020B0506020202020204" pitchFamily="34" charset="0"/>
              </a:rPr>
              <a:t>Como o percentual é calculado?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7BCCC-373E-39E6-5DEA-890E5DCA2B0C}"/>
              </a:ext>
            </a:extLst>
          </p:cNvPr>
          <p:cNvSpPr txBox="1"/>
          <p:nvPr/>
        </p:nvSpPr>
        <p:spPr>
          <a:xfrm>
            <a:off x="567716" y="5556366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F6577"/>
                </a:solidFill>
                <a:effectLst/>
                <a:uLnTx/>
                <a:uFillTx/>
                <a:latin typeface="Arial Nova Cond" panose="020B0506020202020204" pitchFamily="34" charset="0"/>
              </a:rPr>
              <a:t>Soma dos pesos dos critérios atendidos em cada frente. Critérios não aplicáveis não penalizam o resultado.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13BB1D-0783-5589-71DB-B346C86A7AE6}"/>
              </a:ext>
            </a:extLst>
          </p:cNvPr>
          <p:cNvSpPr txBox="1"/>
          <p:nvPr/>
        </p:nvSpPr>
        <p:spPr>
          <a:xfrm>
            <a:off x="4504286" y="5566737"/>
            <a:ext cx="141000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0%  Não iniciado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574746-F78A-890B-0B7D-6B0004EE8792}"/>
              </a:ext>
            </a:extLst>
          </p:cNvPr>
          <p:cNvSpPr/>
          <p:nvPr/>
        </p:nvSpPr>
        <p:spPr>
          <a:xfrm>
            <a:off x="5883402" y="5713767"/>
            <a:ext cx="713232" cy="13716"/>
          </a:xfrm>
          <a:prstGeom prst="rect">
            <a:avLst/>
          </a:prstGeom>
          <a:solidFill>
            <a:srgbClr val="BDCBD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9C25A5-40CE-FBA5-DFAE-5D747AE1B78D}"/>
              </a:ext>
            </a:extLst>
          </p:cNvPr>
          <p:cNvSpPr txBox="1"/>
          <p:nvPr/>
        </p:nvSpPr>
        <p:spPr>
          <a:xfrm>
            <a:off x="6989062" y="5459015"/>
            <a:ext cx="1908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1–99%  I</a:t>
            </a:r>
            <a:r>
              <a:rPr lang="pt-BR" sz="1400" kern="0" noProof="0">
                <a:solidFill>
                  <a:srgbClr val="213D52"/>
                </a:solidFill>
                <a:latin typeface="Arial Nova Cond" panose="020B0506020202020204" pitchFamily="34" charset="0"/>
              </a:rPr>
              <a:t>mplantação / </a:t>
            </a: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 </a:t>
            </a:r>
            <a:r>
              <a:rPr lang="pt-BR" sz="1400" kern="0" noProof="0">
                <a:solidFill>
                  <a:srgbClr val="213D52"/>
                </a:solidFill>
                <a:latin typeface="Arial Nova Cond" panose="020B0506020202020204" pitchFamily="34" charset="0"/>
              </a:rPr>
              <a:t>monitoramento / ajustes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213D52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40FB2E-6836-A033-A5C8-225722780BFF}"/>
              </a:ext>
            </a:extLst>
          </p:cNvPr>
          <p:cNvSpPr/>
          <p:nvPr/>
        </p:nvSpPr>
        <p:spPr>
          <a:xfrm>
            <a:off x="8887714" y="5713767"/>
            <a:ext cx="713232" cy="13716"/>
          </a:xfrm>
          <a:prstGeom prst="rect">
            <a:avLst/>
          </a:prstGeom>
          <a:solidFill>
            <a:srgbClr val="BDCBD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4C58A0-2FAE-52B0-1FC3-36F261FD6EF1}"/>
              </a:ext>
            </a:extLst>
          </p:cNvPr>
          <p:cNvSpPr txBox="1"/>
          <p:nvPr/>
        </p:nvSpPr>
        <p:spPr>
          <a:xfrm>
            <a:off x="10054590" y="5459015"/>
            <a:ext cx="148132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100%  Concluído / transferido</a:t>
            </a:r>
          </a:p>
        </p:txBody>
      </p:sp>
      <p:pic>
        <p:nvPicPr>
          <p:cNvPr id="21" name="Graphic 20" descr="Badge Tick1 with solid fill">
            <a:extLst>
              <a:ext uri="{FF2B5EF4-FFF2-40B4-BE49-F238E27FC236}">
                <a16:creationId xmlns:a16="http://schemas.microsoft.com/office/drawing/2014/main" id="{121C4EE1-DC61-96AB-7FD3-E42A8FC1E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612" y="5544200"/>
            <a:ext cx="352851" cy="352851"/>
          </a:xfrm>
          <a:prstGeom prst="rect">
            <a:avLst/>
          </a:prstGeom>
        </p:spPr>
      </p:pic>
      <p:pic>
        <p:nvPicPr>
          <p:cNvPr id="23" name="Picture 22" descr="Sync ">
            <a:extLst>
              <a:ext uri="{FF2B5EF4-FFF2-40B4-BE49-F238E27FC236}">
                <a16:creationId xmlns:a16="http://schemas.microsoft.com/office/drawing/2014/main" id="{47BBBD13-C557-732C-B59E-85514F30383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04866" y="5585507"/>
            <a:ext cx="270237" cy="27023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7D14B2A-3381-B914-82D6-FA1B68F8A4EA}"/>
              </a:ext>
            </a:extLst>
          </p:cNvPr>
          <p:cNvSpPr/>
          <p:nvPr/>
        </p:nvSpPr>
        <p:spPr>
          <a:xfrm>
            <a:off x="4244645" y="5583825"/>
            <a:ext cx="273559" cy="2736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A1623A-DA19-5A01-AFA6-EBE36622E688}"/>
              </a:ext>
            </a:extLst>
          </p:cNvPr>
          <p:cNvSpPr/>
          <p:nvPr/>
        </p:nvSpPr>
        <p:spPr>
          <a:xfrm>
            <a:off x="53035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1E5EED-96C6-445E-20D4-2B0F31E4A86B}"/>
              </a:ext>
            </a:extLst>
          </p:cNvPr>
          <p:cNvSpPr/>
          <p:nvPr/>
        </p:nvSpPr>
        <p:spPr>
          <a:xfrm>
            <a:off x="53035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3B686C-7B50-3460-4DD4-89DF5F21490A}"/>
              </a:ext>
            </a:extLst>
          </p:cNvPr>
          <p:cNvSpPr txBox="1"/>
          <p:nvPr/>
        </p:nvSpPr>
        <p:spPr>
          <a:xfrm>
            <a:off x="64008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RITOS E FÓRUNS
DE GOVERNANÇA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143030-44B5-686B-9571-76F61F693D35}"/>
              </a:ext>
            </a:extLst>
          </p:cNvPr>
          <p:cNvSpPr/>
          <p:nvPr/>
        </p:nvSpPr>
        <p:spPr>
          <a:xfrm>
            <a:off x="138074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10C1D8-3AD8-F04B-3BFA-D2AFEFCE2E35}"/>
              </a:ext>
            </a:extLst>
          </p:cNvPr>
          <p:cNvSpPr txBox="1"/>
          <p:nvPr/>
        </p:nvSpPr>
        <p:spPr>
          <a:xfrm>
            <a:off x="138074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187253-E442-02DF-0C54-EBB60DC32A0D}"/>
              </a:ext>
            </a:extLst>
          </p:cNvPr>
          <p:cNvSpPr txBox="1"/>
          <p:nvPr/>
        </p:nvSpPr>
        <p:spPr>
          <a:xfrm>
            <a:off x="667656" y="2831472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Recorrência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DA7D6A-4070-A114-C2D0-5F17422D2034}"/>
              </a:ext>
            </a:extLst>
          </p:cNvPr>
          <p:cNvSpPr/>
          <p:nvPr/>
        </p:nvSpPr>
        <p:spPr>
          <a:xfrm>
            <a:off x="66765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D0B1A3-E938-7085-365F-09CC6C5994C4}"/>
              </a:ext>
            </a:extLst>
          </p:cNvPr>
          <p:cNvSpPr txBox="1"/>
          <p:nvPr/>
        </p:nvSpPr>
        <p:spPr>
          <a:xfrm>
            <a:off x="667656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Pauta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1D151E7-98C7-2F85-989E-410D0B9995D6}"/>
              </a:ext>
            </a:extLst>
          </p:cNvPr>
          <p:cNvSpPr/>
          <p:nvPr/>
        </p:nvSpPr>
        <p:spPr>
          <a:xfrm>
            <a:off x="66765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3F5B5E-75E7-1E65-BE34-A87A2E33889A}"/>
              </a:ext>
            </a:extLst>
          </p:cNvPr>
          <p:cNvSpPr txBox="1"/>
          <p:nvPr/>
        </p:nvSpPr>
        <p:spPr>
          <a:xfrm>
            <a:off x="667656" y="3628828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Facilitador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E6DE6-CEA6-2304-6E7D-6C834E158507}"/>
              </a:ext>
            </a:extLst>
          </p:cNvPr>
          <p:cNvSpPr/>
          <p:nvPr/>
        </p:nvSpPr>
        <p:spPr>
          <a:xfrm>
            <a:off x="667656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7A6015-895B-3056-EE4E-2C51AAC6F2F9}"/>
              </a:ext>
            </a:extLst>
          </p:cNvPr>
          <p:cNvSpPr txBox="1"/>
          <p:nvPr/>
        </p:nvSpPr>
        <p:spPr>
          <a:xfrm>
            <a:off x="667656" y="4027507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Ferramenta de suporte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4DD914F-8D7C-9535-19A2-CD7E239EB319}"/>
              </a:ext>
            </a:extLst>
          </p:cNvPr>
          <p:cNvSpPr/>
          <p:nvPr/>
        </p:nvSpPr>
        <p:spPr>
          <a:xfrm>
            <a:off x="667656" y="4347057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48A7D0-27D8-71BA-7454-261FF1A77034}"/>
              </a:ext>
            </a:extLst>
          </p:cNvPr>
          <p:cNvSpPr txBox="1"/>
          <p:nvPr/>
        </p:nvSpPr>
        <p:spPr>
          <a:xfrm>
            <a:off x="667656" y="4426185"/>
            <a:ext cx="190195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Registro da reunião (ata)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8E4FD9-C12B-E611-4CC5-64A6CDD78F05}"/>
              </a:ext>
            </a:extLst>
          </p:cNvPr>
          <p:cNvSpPr/>
          <p:nvPr/>
        </p:nvSpPr>
        <p:spPr>
          <a:xfrm>
            <a:off x="277063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F09D1E2-D30A-295C-6033-CFF757B1C318}"/>
              </a:ext>
            </a:extLst>
          </p:cNvPr>
          <p:cNvSpPr/>
          <p:nvPr/>
        </p:nvSpPr>
        <p:spPr>
          <a:xfrm>
            <a:off x="277063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CE300E-CA77-01C3-E3D3-590BAD9A2DFC}"/>
              </a:ext>
            </a:extLst>
          </p:cNvPr>
          <p:cNvSpPr txBox="1"/>
          <p:nvPr/>
        </p:nvSpPr>
        <p:spPr>
          <a:xfrm>
            <a:off x="288036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CLAREZA DE PAPÉIS E
RESPONSABILIDADES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DEDCDE1-77C4-CF4F-E82C-FB4FC389BEEB}"/>
              </a:ext>
            </a:extLst>
          </p:cNvPr>
          <p:cNvSpPr/>
          <p:nvPr/>
        </p:nvSpPr>
        <p:spPr>
          <a:xfrm>
            <a:off x="362102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AB721B-0C09-87E6-9113-3A3FB49923E0}"/>
              </a:ext>
            </a:extLst>
          </p:cNvPr>
          <p:cNvSpPr txBox="1"/>
          <p:nvPr/>
        </p:nvSpPr>
        <p:spPr>
          <a:xfrm>
            <a:off x="362102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E80B7B-CF71-117D-931F-439799C0C9E8}"/>
              </a:ext>
            </a:extLst>
          </p:cNvPr>
          <p:cNvSpPr txBox="1"/>
          <p:nvPr/>
        </p:nvSpPr>
        <p:spPr>
          <a:xfrm>
            <a:off x="2907936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Guia de bolso disponibilizado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2E6751F-71C6-0FE2-42CA-10BC9FCCB595}"/>
              </a:ext>
            </a:extLst>
          </p:cNvPr>
          <p:cNvSpPr/>
          <p:nvPr/>
        </p:nvSpPr>
        <p:spPr>
          <a:xfrm>
            <a:off x="290793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207171-44D9-9D25-AB23-D1FA32C710DD}"/>
              </a:ext>
            </a:extLst>
          </p:cNvPr>
          <p:cNvSpPr txBox="1"/>
          <p:nvPr/>
        </p:nvSpPr>
        <p:spPr>
          <a:xfrm>
            <a:off x="2907936" y="313781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Alinhamento com gerentes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54008BB-4178-F117-3242-DDC808F0E7F4}"/>
              </a:ext>
            </a:extLst>
          </p:cNvPr>
          <p:cNvSpPr/>
          <p:nvPr/>
        </p:nvSpPr>
        <p:spPr>
          <a:xfrm>
            <a:off x="290793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F05F9C-5FA8-BF34-4F60-6568480BAD02}"/>
              </a:ext>
            </a:extLst>
          </p:cNvPr>
          <p:cNvSpPr txBox="1"/>
          <p:nvPr/>
        </p:nvSpPr>
        <p:spPr>
          <a:xfrm>
            <a:off x="2907936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Alinhamento com lideres de comunidade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5DBD62B-3541-6587-A805-A1CB0DD1EBB7}"/>
              </a:ext>
            </a:extLst>
          </p:cNvPr>
          <p:cNvSpPr/>
          <p:nvPr/>
        </p:nvSpPr>
        <p:spPr>
          <a:xfrm>
            <a:off x="2907936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D39F15-F147-5F6B-BBCA-3116D082E13F}"/>
              </a:ext>
            </a:extLst>
          </p:cNvPr>
          <p:cNvSpPr txBox="1"/>
          <p:nvPr/>
        </p:nvSpPr>
        <p:spPr>
          <a:xfrm>
            <a:off x="2907936" y="4027507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Exercício dos papéis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1375311-073B-4E6A-2362-D7C599532E61}"/>
              </a:ext>
            </a:extLst>
          </p:cNvPr>
          <p:cNvSpPr/>
          <p:nvPr/>
        </p:nvSpPr>
        <p:spPr>
          <a:xfrm>
            <a:off x="501091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AC38B24-C930-F784-1A05-C810026AB24D}"/>
              </a:ext>
            </a:extLst>
          </p:cNvPr>
          <p:cNvSpPr/>
          <p:nvPr/>
        </p:nvSpPr>
        <p:spPr>
          <a:xfrm>
            <a:off x="501091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8C546A-B141-BC97-1B8A-6EA0F140C53B}"/>
              </a:ext>
            </a:extLst>
          </p:cNvPr>
          <p:cNvSpPr txBox="1"/>
          <p:nvPr/>
        </p:nvSpPr>
        <p:spPr>
          <a:xfrm>
            <a:off x="512064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INTERFACES COM
ÁREAS DE NEGÓCIO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CA68D79-4DCE-9835-F42E-2FA5D581CF91}"/>
              </a:ext>
            </a:extLst>
          </p:cNvPr>
          <p:cNvSpPr/>
          <p:nvPr/>
        </p:nvSpPr>
        <p:spPr>
          <a:xfrm>
            <a:off x="586130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577FB7-15A0-1A74-8005-AE20E348223D}"/>
              </a:ext>
            </a:extLst>
          </p:cNvPr>
          <p:cNvSpPr txBox="1"/>
          <p:nvPr/>
        </p:nvSpPr>
        <p:spPr>
          <a:xfrm>
            <a:off x="586130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CC5CBFC-FD39-E0F3-783B-3A5A324556C4}"/>
              </a:ext>
            </a:extLst>
          </p:cNvPr>
          <p:cNvSpPr txBox="1"/>
          <p:nvPr/>
        </p:nvSpPr>
        <p:spPr>
          <a:xfrm>
            <a:off x="5148216" y="2831472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Representantes definidos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805EE3D-6ECC-734D-8845-007F182E6BA4}"/>
              </a:ext>
            </a:extLst>
          </p:cNvPr>
          <p:cNvSpPr/>
          <p:nvPr/>
        </p:nvSpPr>
        <p:spPr>
          <a:xfrm>
            <a:off x="514821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20DE6F-E27C-2419-020E-D7F68F6E8A1B}"/>
              </a:ext>
            </a:extLst>
          </p:cNvPr>
          <p:cNvSpPr txBox="1"/>
          <p:nvPr/>
        </p:nvSpPr>
        <p:spPr>
          <a:xfrm>
            <a:off x="5148216" y="313781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Interação formalizada entre represante e líder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1C5EA09-9A79-AD92-4C5D-4316B442682D}"/>
              </a:ext>
            </a:extLst>
          </p:cNvPr>
          <p:cNvSpPr/>
          <p:nvPr/>
        </p:nvSpPr>
        <p:spPr>
          <a:xfrm>
            <a:off x="514821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392F1CB-D8BB-25E1-9865-24E45116803F}"/>
              </a:ext>
            </a:extLst>
          </p:cNvPr>
          <p:cNvSpPr txBox="1"/>
          <p:nvPr/>
        </p:nvSpPr>
        <p:spPr>
          <a:xfrm>
            <a:off x="5148216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Mecanismos de comunicação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D12BB84-E149-22D2-C5F4-C7EF4F6FDD1D}"/>
              </a:ext>
            </a:extLst>
          </p:cNvPr>
          <p:cNvSpPr/>
          <p:nvPr/>
        </p:nvSpPr>
        <p:spPr>
          <a:xfrm>
            <a:off x="7249184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597A4D1-E617-1777-4190-047A8070A790}"/>
              </a:ext>
            </a:extLst>
          </p:cNvPr>
          <p:cNvSpPr/>
          <p:nvPr/>
        </p:nvSpPr>
        <p:spPr>
          <a:xfrm>
            <a:off x="7249184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71E0A97-F0F3-CDFF-4852-AE2DE5817369}"/>
              </a:ext>
            </a:extLst>
          </p:cNvPr>
          <p:cNvSpPr txBox="1"/>
          <p:nvPr/>
        </p:nvSpPr>
        <p:spPr>
          <a:xfrm>
            <a:off x="7358912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USO DAS FERRAMENTAS
OFICIAIS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F22A6D2-55EE-D7AE-6E61-4611C5EF2739}"/>
              </a:ext>
            </a:extLst>
          </p:cNvPr>
          <p:cNvSpPr/>
          <p:nvPr/>
        </p:nvSpPr>
        <p:spPr>
          <a:xfrm>
            <a:off x="8099576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300896C-2F53-3F2C-A5A8-618B074E810F}"/>
              </a:ext>
            </a:extLst>
          </p:cNvPr>
          <p:cNvSpPr txBox="1"/>
          <p:nvPr/>
        </p:nvSpPr>
        <p:spPr>
          <a:xfrm>
            <a:off x="8099576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2A7E9BB-6188-5D0E-FF2D-CAEC02D49730}"/>
              </a:ext>
            </a:extLst>
          </p:cNvPr>
          <p:cNvSpPr txBox="1"/>
          <p:nvPr/>
        </p:nvSpPr>
        <p:spPr>
          <a:xfrm>
            <a:off x="7386488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Configuração em homologação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EB622E8-E2FB-71FF-65B6-A9FC923B5E1C}"/>
              </a:ext>
            </a:extLst>
          </p:cNvPr>
          <p:cNvSpPr/>
          <p:nvPr/>
        </p:nvSpPr>
        <p:spPr>
          <a:xfrm>
            <a:off x="7386488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44259D9-2CE2-466A-5E5B-F6893FE429F0}"/>
              </a:ext>
            </a:extLst>
          </p:cNvPr>
          <p:cNvSpPr txBox="1"/>
          <p:nvPr/>
        </p:nvSpPr>
        <p:spPr>
          <a:xfrm>
            <a:off x="7386488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Validação</a:t>
            </a: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 pela liderança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4BEA04B-D8A8-F171-ACBA-F403111D2767}"/>
              </a:ext>
            </a:extLst>
          </p:cNvPr>
          <p:cNvSpPr/>
          <p:nvPr/>
        </p:nvSpPr>
        <p:spPr>
          <a:xfrm>
            <a:off x="7386488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B876B75-8C8B-3209-BF75-E1CB21819464}"/>
              </a:ext>
            </a:extLst>
          </p:cNvPr>
          <p:cNvSpPr txBox="1"/>
          <p:nvPr/>
        </p:nvSpPr>
        <p:spPr>
          <a:xfrm>
            <a:off x="7386488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Implantação em produção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47CBEEE-8B21-6468-5C8C-269AA05CB7BD}"/>
              </a:ext>
            </a:extLst>
          </p:cNvPr>
          <p:cNvSpPr/>
          <p:nvPr/>
        </p:nvSpPr>
        <p:spPr>
          <a:xfrm>
            <a:off x="7386488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AB9630F-13C0-7277-AB5B-BBA1F5271340}"/>
              </a:ext>
            </a:extLst>
          </p:cNvPr>
          <p:cNvSpPr txBox="1"/>
          <p:nvPr/>
        </p:nvSpPr>
        <p:spPr>
          <a:xfrm>
            <a:off x="7386488" y="3935174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Uso do Azure DevOps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9A0F645-950B-21B2-118E-F95A9059DC94}"/>
              </a:ext>
            </a:extLst>
          </p:cNvPr>
          <p:cNvSpPr/>
          <p:nvPr/>
        </p:nvSpPr>
        <p:spPr>
          <a:xfrm>
            <a:off x="7386488" y="4347057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7106DEE-0811-DFF1-38EE-43911FC4EC00}"/>
              </a:ext>
            </a:extLst>
          </p:cNvPr>
          <p:cNvSpPr txBox="1"/>
          <p:nvPr/>
        </p:nvSpPr>
        <p:spPr>
          <a:xfrm>
            <a:off x="7386488" y="4333852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Atualização das informações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CF8B19A-B21A-56B1-9729-B6FE97CE4B18}"/>
              </a:ext>
            </a:extLst>
          </p:cNvPr>
          <p:cNvSpPr/>
          <p:nvPr/>
        </p:nvSpPr>
        <p:spPr>
          <a:xfrm>
            <a:off x="9464063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28EDD44-3703-092B-9B51-BEF740E4F100}"/>
              </a:ext>
            </a:extLst>
          </p:cNvPr>
          <p:cNvSpPr/>
          <p:nvPr/>
        </p:nvSpPr>
        <p:spPr>
          <a:xfrm>
            <a:off x="9464063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D929B3-CC43-F88B-EA6D-9D52BE4314CA}"/>
              </a:ext>
            </a:extLst>
          </p:cNvPr>
          <p:cNvSpPr txBox="1"/>
          <p:nvPr/>
        </p:nvSpPr>
        <p:spPr>
          <a:xfrm>
            <a:off x="9573791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ADOÇÃO DO FLUXO
DE BACKLOG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88CF42F9-E691-CD38-6073-70860C589667}"/>
              </a:ext>
            </a:extLst>
          </p:cNvPr>
          <p:cNvSpPr/>
          <p:nvPr/>
        </p:nvSpPr>
        <p:spPr>
          <a:xfrm>
            <a:off x="10314455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72B6647-2F6B-303C-BDC8-568623035A4E}"/>
              </a:ext>
            </a:extLst>
          </p:cNvPr>
          <p:cNvSpPr txBox="1"/>
          <p:nvPr/>
        </p:nvSpPr>
        <p:spPr>
          <a:xfrm>
            <a:off x="10314455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05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8871FA2-4150-4A21-5EA6-DDB7FCA353F1}"/>
              </a:ext>
            </a:extLst>
          </p:cNvPr>
          <p:cNvSpPr txBox="1"/>
          <p:nvPr/>
        </p:nvSpPr>
        <p:spPr>
          <a:xfrm>
            <a:off x="9601367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213D52"/>
                </a:solidFill>
                <a:latin typeface="Arial Nova Cond" panose="020B0506020202020204" pitchFamily="34" charset="0"/>
              </a:rPr>
              <a:t>Entrada e </a:t>
            </a: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priorização das demandas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89F29F8-B445-B346-310D-B079D9C09D60}"/>
              </a:ext>
            </a:extLst>
          </p:cNvPr>
          <p:cNvSpPr/>
          <p:nvPr/>
        </p:nvSpPr>
        <p:spPr>
          <a:xfrm>
            <a:off x="9601367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C428D15-535A-8F55-8A39-FB1716DDCE16}"/>
              </a:ext>
            </a:extLst>
          </p:cNvPr>
          <p:cNvSpPr txBox="1"/>
          <p:nvPr/>
        </p:nvSpPr>
        <p:spPr>
          <a:xfrm>
            <a:off x="9601367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Uso nos fóruns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61585B4-F8FE-A433-ABCB-A88AA15155DF}"/>
              </a:ext>
            </a:extLst>
          </p:cNvPr>
          <p:cNvSpPr/>
          <p:nvPr/>
        </p:nvSpPr>
        <p:spPr>
          <a:xfrm>
            <a:off x="9601367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47A1748-F501-5A7C-21C0-84B5180F5AF9}"/>
              </a:ext>
            </a:extLst>
          </p:cNvPr>
          <p:cNvSpPr txBox="1"/>
          <p:nvPr/>
        </p:nvSpPr>
        <p:spPr>
          <a:xfrm>
            <a:off x="9601367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noProof="0">
                <a:solidFill>
                  <a:srgbClr val="213D52"/>
                </a:solidFill>
                <a:latin typeface="Arial Nova Cond" panose="020B0506020202020204" pitchFamily="34" charset="0"/>
              </a:rPr>
              <a:t>Movimentação das demandas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9525FA8-9BBF-893B-D54C-B96AEDDECD80}"/>
              </a:ext>
            </a:extLst>
          </p:cNvPr>
          <p:cNvSpPr/>
          <p:nvPr/>
        </p:nvSpPr>
        <p:spPr>
          <a:xfrm>
            <a:off x="2907936" y="436026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D5E43FF-9182-5ADF-4DAA-E0192CFA937A}"/>
              </a:ext>
            </a:extLst>
          </p:cNvPr>
          <p:cNvSpPr txBox="1"/>
          <p:nvPr/>
        </p:nvSpPr>
        <p:spPr>
          <a:xfrm>
            <a:off x="2907936" y="434705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Desdobramento para o time</a:t>
            </a:r>
          </a:p>
        </p:txBody>
      </p:sp>
    </p:spTree>
    <p:extLst>
      <p:ext uri="{BB962C8B-B14F-4D97-AF65-F5344CB8AC3E}">
        <p14:creationId xmlns:p14="http://schemas.microsoft.com/office/powerpoint/2010/main" val="304668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B73B-A1C3-C8EB-E6FD-14EDEBD8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3DA4C7C3-10D3-26AF-E678-1AC8980DFE0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A4C7C3-10D3-26AF-E678-1AC8980DF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EC2689-76E3-4ACE-20EF-29578F2E2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767C5F-9626-365F-3014-3FBB42C9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0A25F80-2318-4B03-6F09-FFBB383E20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24B489-F341-B85C-70B1-7B16592063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66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E6B2-9E6E-B8FC-4050-01ACDC06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D002D5BB-3345-D45C-1699-445AAB2A6A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02D5BB-3345-D45C-1699-445AAB2A6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A26B67-0D82-29C4-7549-0209D634BF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BA18E5-DAA9-F997-89C9-15CE6966B5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1D31A855-AC7C-0F57-349F-2AEA27036B72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477813"/>
          <a:ext cx="11685471" cy="498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Arial Nova Cond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das áreas clientes atuando no modelo de operação da FE.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Sensibilização das áreas clientes por meio de webinar sobre o Modelo.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Revisitação do DQQ para acomodar a participação dos recursos na validação de novas funcionalidades (DPL - PL e PE / DOP - PR e PD).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Arial Nova Cond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56966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5F4C9C1-AF3E-3C12-9522-87BB60990B83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880613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7779-967B-5F3C-9709-56336A54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776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>
          <a:extLst>
            <a:ext uri="{FF2B5EF4-FFF2-40B4-BE49-F238E27FC236}">
              <a16:creationId xmlns:a16="http://schemas.microsoft.com/office/drawing/2014/main" id="{0FEA7938-C3BD-6ED4-AB82-A53DF333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043BC0E-9756-888D-DA35-A91054DB96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43BC0E-9756-888D-DA35-A91054DB96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9C312180-BAF4-29F0-F65F-74925894B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0916E8-1B94-93D3-3E60-D80F700B5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F3C87-E6ED-C314-DF9D-594BEAA197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18 de Setembro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44EE22E1-4A3C-F378-5CF7-8298FF691DED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74CD18A2-DAA6-44BF-D102-54B5C58FA826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2BBE7788-938D-67FE-C11A-7EDD930034A0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4C3E7-01FA-4AC6-7FF8-9B37B3A5A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12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759E9DB6-DF96-F7B9-6B6E-1A1296B12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B348B453-35E4-D7E9-3995-D7CC1C99684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F28D10C-D544-A806-EBE7-69A8DEEAEE55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Executivo</a:t>
            </a:r>
          </a:p>
        </p:txBody>
      </p:sp>
    </p:spTree>
    <p:extLst>
      <p:ext uri="{BB962C8B-B14F-4D97-AF65-F5344CB8AC3E}">
        <p14:creationId xmlns:p14="http://schemas.microsoft.com/office/powerpoint/2010/main" val="1146484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C844CD-A2AD-7E3D-F54E-C2CB3DFDA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94677587-E77B-10CB-880F-3C1947F28AF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677587-E77B-10CB-880F-3C1947F28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02B3F9-8F23-FB1B-F097-EC69CC0032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3770BC-EF91-31A7-D771-935D652034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-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00A2D049-9749-78E5-1F5A-84CFFD529E5E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722230-D40A-2003-272E-EFE75C72082E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44E1C052-64C8-9E99-B32A-0F7C90CF4D0E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E6FC4A8B-46F6-C9B9-38D1-2DB359A1DF78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56D9BF28-AAF1-A105-D8CD-EA092961FB29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8914D7AD-2C72-CD48-061A-9AF1575E66EA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66BAF220-698C-1D28-10FD-F7928FAB5C47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40BF72A9-FB12-E024-FB6F-43E1D772EE46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241F7DB6-9C5E-16CF-6BA3-C39B2C76AD7C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9BD9E45-51F9-7AF3-E700-70A214FD9C7E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CA483A20-B94A-705D-0560-6A0E956BFF1D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9FCCCB34-7647-DB20-C6E4-586BE6CA3E2A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F9811291-6227-BF2F-6283-53B34406F9BD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CBB0DB79-6D26-350F-2630-430E5DABF598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76616C80-B86E-1907-F578-F6B667169A26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BF903A22-CF5A-3343-9191-BFE0FB5433F4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B1698E85-B462-D9B4-67DC-C1AB9A7E2378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D262B77E-E589-F464-F5FC-95B35844AAE5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3D786285-C5CB-6377-DA90-C669EBFA3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C1BDDC93-8B73-F9BE-1912-90B6D0BBC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76D6FA69-D66A-C3AE-3763-CF344F4FA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AAAAB563-0849-8B81-0625-955518F4B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6DE46880-1EA0-FCF6-C04A-03B5EAF40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A98D2271-620D-582F-F05F-8995F4269F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D03627C1-3E17-DD3C-CEE9-68314E7D53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3D697B19-B3B3-1EAD-EA40-EE43E4D17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5A869297-A1E3-D55F-FA82-709E26A70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A5CB3C90-1227-ED5D-03FD-A5BEFCB12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87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845C5-5D34-5BBB-D192-A2576D1F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384635B7-2F0D-63C9-3C8B-3923CE566E22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593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/>
                        <a:t>Monitoramento, ajustes e transferência </a:t>
                      </a:r>
                      <a:r>
                        <a:rPr lang="pt-BR" sz="1200"/>
                        <a:t>(aderência aos fóruns, clareza de papéis, uso de ferramentas e interfaces)</a:t>
                      </a:r>
                      <a:endParaRPr lang="pt-BR" sz="12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337588"/>
                  </a:ext>
                </a:extLst>
              </a:tr>
            </a:tbl>
          </a:graphicData>
        </a:graphic>
      </p:graphicFrame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3CDD5F1F-31C4-E065-11A1-1CECDDA80E0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DD5F1F-31C4-E065-11A1-1CECDDA80E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B42E17-0497-784D-A89F-C381F2470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396275-B0AB-A22B-7CEB-D486E05100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3DBD9F-9CCD-F372-A14F-1C30359E9A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073619-5F09-5B7C-285D-3112C1D662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15FC5-DCA1-88CE-A0E8-223F9FB0B108}"/>
              </a:ext>
            </a:extLst>
          </p:cNvPr>
          <p:cNvCxnSpPr>
            <a:cxnSpLocks/>
          </p:cNvCxnSpPr>
          <p:nvPr/>
        </p:nvCxnSpPr>
        <p:spPr>
          <a:xfrm>
            <a:off x="5731038" y="1731410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3D4281-EB27-F104-DE2F-C3BFE78BC8E6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164317-2F85-E8CF-AE51-1A99D6389D12}"/>
              </a:ext>
            </a:extLst>
          </p:cNvPr>
          <p:cNvCxnSpPr>
            <a:cxnSpLocks/>
          </p:cNvCxnSpPr>
          <p:nvPr/>
        </p:nvCxnSpPr>
        <p:spPr>
          <a:xfrm>
            <a:off x="9956036" y="1731408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2EB8434B-C3EA-742F-92FF-6BFD76FF2419}"/>
              </a:ext>
            </a:extLst>
          </p:cNvPr>
          <p:cNvSpPr/>
          <p:nvPr/>
        </p:nvSpPr>
        <p:spPr bwMode="auto">
          <a:xfrm>
            <a:off x="5825620" y="3832026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E6896E37-535F-030C-C387-209B55424B5A}"/>
              </a:ext>
            </a:extLst>
          </p:cNvPr>
          <p:cNvSpPr/>
          <p:nvPr/>
        </p:nvSpPr>
        <p:spPr bwMode="auto">
          <a:xfrm>
            <a:off x="7833361" y="5152594"/>
            <a:ext cx="2105193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48C71ADB-C5BD-6A10-4FFF-43023D2BC215}"/>
              </a:ext>
            </a:extLst>
          </p:cNvPr>
          <p:cNvSpPr/>
          <p:nvPr/>
        </p:nvSpPr>
        <p:spPr bwMode="auto">
          <a:xfrm>
            <a:off x="4566466" y="2918453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A971FEA0-0F05-B409-1C1F-10A9ACBC4458}"/>
              </a:ext>
            </a:extLst>
          </p:cNvPr>
          <p:cNvSpPr/>
          <p:nvPr/>
        </p:nvSpPr>
        <p:spPr bwMode="auto">
          <a:xfrm>
            <a:off x="4749831" y="5641727"/>
            <a:ext cx="6480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2ADCBAA-0586-8605-EE16-ACAA3446C869}"/>
              </a:ext>
            </a:extLst>
          </p:cNvPr>
          <p:cNvSpPr/>
          <p:nvPr/>
        </p:nvSpPr>
        <p:spPr bwMode="auto">
          <a:xfrm>
            <a:off x="4566467" y="233160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2321B303-3F5E-D176-FEDC-F66041F476B7}"/>
              </a:ext>
            </a:extLst>
          </p:cNvPr>
          <p:cNvSpPr/>
          <p:nvPr/>
        </p:nvSpPr>
        <p:spPr bwMode="auto">
          <a:xfrm>
            <a:off x="4566468" y="173208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802BAE34-6E5F-1D4A-0182-13725763682C}"/>
              </a:ext>
            </a:extLst>
          </p:cNvPr>
          <p:cNvSpPr/>
          <p:nvPr/>
        </p:nvSpPr>
        <p:spPr bwMode="auto">
          <a:xfrm>
            <a:off x="7418558" y="4228483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" name="Retângulo: Cantos Arredondados 18">
            <a:extLst>
              <a:ext uri="{FF2B5EF4-FFF2-40B4-BE49-F238E27FC236}">
                <a16:creationId xmlns:a16="http://schemas.microsoft.com/office/drawing/2014/main" id="{0F611C78-9FB9-FC36-85ED-1439D5F7A896}"/>
              </a:ext>
            </a:extLst>
          </p:cNvPr>
          <p:cNvSpPr/>
          <p:nvPr/>
        </p:nvSpPr>
        <p:spPr bwMode="auto">
          <a:xfrm>
            <a:off x="7418558" y="469348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16">
            <a:extLst>
              <a:ext uri="{FF2B5EF4-FFF2-40B4-BE49-F238E27FC236}">
                <a16:creationId xmlns:a16="http://schemas.microsoft.com/office/drawing/2014/main" id="{E0441516-5CEC-735C-4FCA-3FF9B37EEDD7}"/>
              </a:ext>
            </a:extLst>
          </p:cNvPr>
          <p:cNvSpPr/>
          <p:nvPr/>
        </p:nvSpPr>
        <p:spPr bwMode="auto">
          <a:xfrm>
            <a:off x="8482700" y="6157101"/>
            <a:ext cx="3240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84295634-F3D1-9B5E-DFA4-DC4A538305F3}"/>
              </a:ext>
            </a:extLst>
          </p:cNvPr>
          <p:cNvGrpSpPr/>
          <p:nvPr/>
        </p:nvGrpSpPr>
        <p:grpSpPr>
          <a:xfrm>
            <a:off x="8462245" y="1693944"/>
            <a:ext cx="883575" cy="5160623"/>
            <a:chOff x="2158786" y="1504831"/>
            <a:chExt cx="883575" cy="5406397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DEDA527C-F2BC-4AF8-0387-2B6A7BB36D6C}"/>
                </a:ext>
              </a:extLst>
            </p:cNvPr>
            <p:cNvSpPr txBox="1"/>
            <p:nvPr/>
          </p:nvSpPr>
          <p:spPr>
            <a:xfrm>
              <a:off x="2158786" y="6635097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73A84F46-7E30-9F85-A9B8-AB975F60C990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E5B872AA-82F9-A2D1-FFFF-86085034341B}"/>
              </a:ext>
            </a:extLst>
          </p:cNvPr>
          <p:cNvSpPr/>
          <p:nvPr/>
        </p:nvSpPr>
        <p:spPr bwMode="auto">
          <a:xfrm>
            <a:off x="4566467" y="3364329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186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7617-CA6E-A56F-C92C-082A5FED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D5A652BF-FAAF-BBB3-E999-2124217A42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A652BF-FAAF-BBB3-E999-2124217A42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56C45F-70E2-FBB9-96BE-A52A93A8F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95667" y="6185364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985F662-6CED-F7AE-28F4-05962D14C5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39DD40-366B-A728-AEE9-96DA737A66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016B1FC-E447-1CC8-3186-98381E8A6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729585"/>
              </p:ext>
            </p:extLst>
          </p:nvPr>
        </p:nvGraphicFramePr>
        <p:xfrm>
          <a:off x="469562" y="1362211"/>
          <a:ext cx="11299633" cy="45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518400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504000">
                <a:tc rowSpan="8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Consolidação do backlog inicial das Comunidades de Entrega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strike="noStrike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09/09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Exceto EMT - Transitórios Eletromagnéticos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Reunião de alinhamento sobre o Modelo de Operação: </a:t>
                      </a:r>
                    </a:p>
                    <a:p>
                      <a:pPr marL="171450" marR="0" lvl="0" indent="-17145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Atuação dos Representantes de Negócio nas Comunidade de Entrega</a:t>
                      </a:r>
                    </a:p>
                    <a:p>
                      <a:pPr marL="171450" marR="0" lvl="0" indent="-17145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Atuação nas Comunidades Técnicas de prospecção e novos métodos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Representantes Comunidades Técnicas e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>
                          <a:latin typeface="Arial Nova Cond" panose="020B0506020202020204" pitchFamily="34" charset="0"/>
                        </a:rPr>
                        <a:t>Demandas de evolução das ferramentas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430508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treinamento sobre Metodologias de Gestão de Projetos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Reforço de conceitos no plano de Monitoramento e Ajustes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313353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(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fóruns, processos e rotinas operacionais)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1º Sessão realizada em 15/09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2º Sessão agendada para 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- Comunidades Técnicas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Treinamento de Arquitetura de Modelos Eletroenergéticos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Sessões: 23 e 24/09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Configuração do Azure Devops (ambiente de homologação)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3866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Workshop FEG - 3º Sessão com foco em Captação Orçamentária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29/09 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598506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2EA7350-B4FA-6D00-96C4-FBF714551471}"/>
              </a:ext>
            </a:extLst>
          </p:cNvPr>
          <p:cNvSpPr/>
          <p:nvPr/>
        </p:nvSpPr>
        <p:spPr>
          <a:xfrm>
            <a:off x="6946901" y="6176608"/>
            <a:ext cx="4799706" cy="36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A6C51E8-3D8D-E6DB-F0C8-7058E9539BA9}"/>
              </a:ext>
            </a:extLst>
          </p:cNvPr>
          <p:cNvGrpSpPr/>
          <p:nvPr/>
        </p:nvGrpSpPr>
        <p:grpSpPr>
          <a:xfrm>
            <a:off x="8838310" y="6234615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017F9F7-F163-7F66-4AE4-C0BBDEF0C030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7DCB23B-E717-C388-FCD6-D524193CC4CA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38206CC2-AD5F-05A8-2193-C7D920309DE9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CA53828-9E2C-BB84-45B9-49CBAA226984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DB3088-1D36-9541-8287-AC1178261346}"/>
              </a:ext>
            </a:extLst>
          </p:cNvPr>
          <p:cNvGrpSpPr/>
          <p:nvPr/>
        </p:nvGrpSpPr>
        <p:grpSpPr>
          <a:xfrm>
            <a:off x="10900663" y="6234615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1BD7A075-6458-37F6-2D65-B32ED70222FF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3439183-160B-AFA5-D39E-7C41A4E9296F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F14CE4-CD6E-F045-C17A-84525567BF68}"/>
              </a:ext>
            </a:extLst>
          </p:cNvPr>
          <p:cNvGrpSpPr/>
          <p:nvPr/>
        </p:nvGrpSpPr>
        <p:grpSpPr>
          <a:xfrm>
            <a:off x="9990683" y="6234615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56C6B56-AD86-CC18-7BB1-FE47C44FFAD3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DFE89C0-ADCF-E426-D9D3-E87667152E76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572CADA8-2392-01CD-17A7-CA2F136EF146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EA0C48-5BAD-158F-9DA3-5F4C3FBB78C3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6923FB2A-47BA-364D-61AC-74CBE60BAB5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851" y="623533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FAA4E8-35B9-6C2B-C3CB-2F1ED00B3BC1}"/>
              </a:ext>
            </a:extLst>
          </p:cNvPr>
          <p:cNvSpPr/>
          <p:nvPr/>
        </p:nvSpPr>
        <p:spPr bwMode="auto">
          <a:xfrm>
            <a:off x="8133703" y="176784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577981-1BF7-4572-65D2-CA92920B116D}"/>
              </a:ext>
            </a:extLst>
          </p:cNvPr>
          <p:cNvGrpSpPr/>
          <p:nvPr/>
        </p:nvGrpSpPr>
        <p:grpSpPr>
          <a:xfrm>
            <a:off x="7758578" y="6234615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6010D88-B6BD-5DB8-6894-ADEF4A41815A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597407-6555-8054-FDD2-B1D778642F8B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10" name="Group 3">
            <a:extLst>
              <a:ext uri="{FF2B5EF4-FFF2-40B4-BE49-F238E27FC236}">
                <a16:creationId xmlns:a16="http://schemas.microsoft.com/office/drawing/2014/main" id="{C5480FF3-BD34-A253-C583-6F506F259CE1}"/>
              </a:ext>
            </a:extLst>
          </p:cNvPr>
          <p:cNvGrpSpPr/>
          <p:nvPr/>
        </p:nvGrpSpPr>
        <p:grpSpPr>
          <a:xfrm>
            <a:off x="8135454" y="4021519"/>
            <a:ext cx="183822" cy="187325"/>
            <a:chOff x="2336800" y="6319552"/>
            <a:chExt cx="187325" cy="187325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B7CF0D7C-30FB-F632-8E0A-84EABBF1CFB8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856062EC-BC65-C5A2-0D29-3B0A8AA33FD0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Oval 34">
            <a:extLst>
              <a:ext uri="{FF2B5EF4-FFF2-40B4-BE49-F238E27FC236}">
                <a16:creationId xmlns:a16="http://schemas.microsoft.com/office/drawing/2014/main" id="{AEEE1E88-E4B2-AEE5-2457-660D597CB582}"/>
              </a:ext>
            </a:extLst>
          </p:cNvPr>
          <p:cNvSpPr/>
          <p:nvPr/>
        </p:nvSpPr>
        <p:spPr bwMode="auto">
          <a:xfrm>
            <a:off x="8133703" y="241327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val 34">
            <a:extLst>
              <a:ext uri="{FF2B5EF4-FFF2-40B4-BE49-F238E27FC236}">
                <a16:creationId xmlns:a16="http://schemas.microsoft.com/office/drawing/2014/main" id="{2F83B166-2EA5-D553-FE7F-A99BD88B2AB5}"/>
              </a:ext>
            </a:extLst>
          </p:cNvPr>
          <p:cNvSpPr/>
          <p:nvPr/>
        </p:nvSpPr>
        <p:spPr bwMode="auto">
          <a:xfrm>
            <a:off x="8133703" y="3008213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9" name="Group 3">
            <a:extLst>
              <a:ext uri="{FF2B5EF4-FFF2-40B4-BE49-F238E27FC236}">
                <a16:creationId xmlns:a16="http://schemas.microsoft.com/office/drawing/2014/main" id="{41B4857B-12BE-59C1-DB64-2B8976799D0D}"/>
              </a:ext>
            </a:extLst>
          </p:cNvPr>
          <p:cNvGrpSpPr/>
          <p:nvPr/>
        </p:nvGrpSpPr>
        <p:grpSpPr>
          <a:xfrm>
            <a:off x="8135454" y="4537937"/>
            <a:ext cx="183822" cy="187325"/>
            <a:chOff x="2336800" y="6319552"/>
            <a:chExt cx="187325" cy="187325"/>
          </a:xfrm>
        </p:grpSpPr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FB5F8FCB-32EB-C1F4-1760-F5BC61B60CEC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6">
              <a:extLst>
                <a:ext uri="{FF2B5EF4-FFF2-40B4-BE49-F238E27FC236}">
                  <a16:creationId xmlns:a16="http://schemas.microsoft.com/office/drawing/2014/main" id="{0F4CDBC4-E1C9-4CF0-042A-DAC286080D91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9" name="Group 3">
            <a:extLst>
              <a:ext uri="{FF2B5EF4-FFF2-40B4-BE49-F238E27FC236}">
                <a16:creationId xmlns:a16="http://schemas.microsoft.com/office/drawing/2014/main" id="{AB34ADA6-D9A3-DFE0-C57F-F23EDC581F79}"/>
              </a:ext>
            </a:extLst>
          </p:cNvPr>
          <p:cNvGrpSpPr/>
          <p:nvPr/>
        </p:nvGrpSpPr>
        <p:grpSpPr>
          <a:xfrm>
            <a:off x="8135454" y="5028679"/>
            <a:ext cx="183822" cy="187325"/>
            <a:chOff x="2336800" y="6319552"/>
            <a:chExt cx="187325" cy="187325"/>
          </a:xfrm>
        </p:grpSpPr>
        <p:sp>
          <p:nvSpPr>
            <p:cNvPr id="40" name="Oval 5">
              <a:extLst>
                <a:ext uri="{FF2B5EF4-FFF2-40B4-BE49-F238E27FC236}">
                  <a16:creationId xmlns:a16="http://schemas.microsoft.com/office/drawing/2014/main" id="{426CD36B-30C4-23D3-70D4-E728A2BE2403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Arc 6">
              <a:extLst>
                <a:ext uri="{FF2B5EF4-FFF2-40B4-BE49-F238E27FC236}">
                  <a16:creationId xmlns:a16="http://schemas.microsoft.com/office/drawing/2014/main" id="{B9217C97-C77C-6AAD-03C1-B125D38E13E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Oval 34">
            <a:extLst>
              <a:ext uri="{FF2B5EF4-FFF2-40B4-BE49-F238E27FC236}">
                <a16:creationId xmlns:a16="http://schemas.microsoft.com/office/drawing/2014/main" id="{01D9934F-6863-DF89-F613-F8580501D169}"/>
              </a:ext>
            </a:extLst>
          </p:cNvPr>
          <p:cNvSpPr/>
          <p:nvPr/>
        </p:nvSpPr>
        <p:spPr bwMode="auto">
          <a:xfrm>
            <a:off x="8133703" y="351943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D18EC384-3CC3-68DF-66E7-B8CAEC5759D9}"/>
              </a:ext>
            </a:extLst>
          </p:cNvPr>
          <p:cNvGrpSpPr/>
          <p:nvPr/>
        </p:nvGrpSpPr>
        <p:grpSpPr>
          <a:xfrm>
            <a:off x="8135454" y="5571990"/>
            <a:ext cx="183822" cy="187325"/>
            <a:chOff x="2336800" y="6319552"/>
            <a:chExt cx="187325" cy="187325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C2886E16-6864-0A9B-67EB-1EA32E7E0C1E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6" name="Arc 6">
              <a:extLst>
                <a:ext uri="{FF2B5EF4-FFF2-40B4-BE49-F238E27FC236}">
                  <a16:creationId xmlns:a16="http://schemas.microsoft.com/office/drawing/2014/main" id="{32ADCA35-E1EE-92C2-3FDD-8FC22D0CB6EE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9691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89BAF-D464-FC5C-1388-3A488A63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ADDAB9DB-400D-4177-5213-6B4BF6639BD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DAB9DB-400D-4177-5213-6B4BF6639B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049134-5F46-AEAB-B426-839DA68F9B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2BBCCD-EB58-E10B-D127-E0728E170E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8" name="Table 14">
            <a:extLst>
              <a:ext uri="{FF2B5EF4-FFF2-40B4-BE49-F238E27FC236}">
                <a16:creationId xmlns:a16="http://schemas.microsoft.com/office/drawing/2014/main" id="{4F707471-2AA8-C7DF-4B18-342586403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586221"/>
              </p:ext>
            </p:extLst>
          </p:nvPr>
        </p:nvGraphicFramePr>
        <p:xfrm>
          <a:off x="469562" y="1362211"/>
          <a:ext cx="11299633" cy="355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518400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68000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Publicação do e-learning Treinamento: Modelo de Operação Matricial papeis e responsabilidades com interfaces dentro do ONS SOU+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/>
                        <a:t>04/09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Em parceria com a GP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Desenvolvimento de iniciativas digitais de para reforçar a apropriação dos conteúdos dos treinamentos e trazer um modelo lúdico de engajamento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dos resultados da Atividade de Fixação referente ao Treinamento Modelo de Operação Matricial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Resultados apresentados e direcionadores consolidados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Diagnóstico das Lideranças das Comunidades de Entrega</a:t>
                      </a:r>
                      <a:endParaRPr lang="pt-BR" sz="12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Resultados apresentados e direcionadores consolidados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Publicação da Recapitulação do Maestro no site(Sharepoint) ONS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Em parceria com a CS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527680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Guia de Bolso Interativo — Gerências e Comunidades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Guia de Catequização Maestro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1340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Publicação do e-learning Treinamento: Metodologias Ágeis dentro do ONS SOU+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061344"/>
                  </a:ext>
                </a:extLst>
              </a:tr>
            </a:tbl>
          </a:graphicData>
        </a:graphic>
      </p:graphicFrame>
      <p:sp>
        <p:nvSpPr>
          <p:cNvPr id="45" name="Oval 34">
            <a:extLst>
              <a:ext uri="{FF2B5EF4-FFF2-40B4-BE49-F238E27FC236}">
                <a16:creationId xmlns:a16="http://schemas.microsoft.com/office/drawing/2014/main" id="{3956BCD3-DC69-CDF0-7BEC-3BFD24FC8F3F}"/>
              </a:ext>
            </a:extLst>
          </p:cNvPr>
          <p:cNvSpPr/>
          <p:nvPr/>
        </p:nvSpPr>
        <p:spPr bwMode="auto">
          <a:xfrm>
            <a:off x="8136297" y="224087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Oval 34">
            <a:extLst>
              <a:ext uri="{FF2B5EF4-FFF2-40B4-BE49-F238E27FC236}">
                <a16:creationId xmlns:a16="http://schemas.microsoft.com/office/drawing/2014/main" id="{EB94725B-2B28-2C2B-EEC6-53112D8DC589}"/>
              </a:ext>
            </a:extLst>
          </p:cNvPr>
          <p:cNvSpPr/>
          <p:nvPr/>
        </p:nvSpPr>
        <p:spPr bwMode="auto">
          <a:xfrm>
            <a:off x="8136297" y="176668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Oval 34">
            <a:extLst>
              <a:ext uri="{FF2B5EF4-FFF2-40B4-BE49-F238E27FC236}">
                <a16:creationId xmlns:a16="http://schemas.microsoft.com/office/drawing/2014/main" id="{B36FA58E-E619-852B-1D3B-ADA2C9696890}"/>
              </a:ext>
            </a:extLst>
          </p:cNvPr>
          <p:cNvSpPr/>
          <p:nvPr/>
        </p:nvSpPr>
        <p:spPr bwMode="auto">
          <a:xfrm>
            <a:off x="8136297" y="271048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Slide Number Placeholder 1">
            <a:extLst>
              <a:ext uri="{FF2B5EF4-FFF2-40B4-BE49-F238E27FC236}">
                <a16:creationId xmlns:a16="http://schemas.microsoft.com/office/drawing/2014/main" id="{3116B8CC-397C-0DC2-3161-FF1901E62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95667" y="6185364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4DB8756E-CBF6-BBA8-F313-4DF9AADEB35E}"/>
              </a:ext>
            </a:extLst>
          </p:cNvPr>
          <p:cNvSpPr/>
          <p:nvPr/>
        </p:nvSpPr>
        <p:spPr>
          <a:xfrm>
            <a:off x="6946901" y="6176608"/>
            <a:ext cx="4799706" cy="36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57" name="Group 40">
            <a:extLst>
              <a:ext uri="{FF2B5EF4-FFF2-40B4-BE49-F238E27FC236}">
                <a16:creationId xmlns:a16="http://schemas.microsoft.com/office/drawing/2014/main" id="{24D812F6-C2D2-EB95-DAD0-FCEE42942D60}"/>
              </a:ext>
            </a:extLst>
          </p:cNvPr>
          <p:cNvGrpSpPr/>
          <p:nvPr/>
        </p:nvGrpSpPr>
        <p:grpSpPr>
          <a:xfrm>
            <a:off x="8838310" y="6234615"/>
            <a:ext cx="1117600" cy="247650"/>
            <a:chOff x="8929753" y="5861759"/>
            <a:chExt cx="1117600" cy="247650"/>
          </a:xfrm>
        </p:grpSpPr>
        <p:grpSp>
          <p:nvGrpSpPr>
            <p:cNvPr id="58" name="Group 31">
              <a:extLst>
                <a:ext uri="{FF2B5EF4-FFF2-40B4-BE49-F238E27FC236}">
                  <a16:creationId xmlns:a16="http://schemas.microsoft.com/office/drawing/2014/main" id="{E55E4805-0C90-1E93-4EFA-25DD3BB27373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60" name="Oval 92">
                <a:extLst>
                  <a:ext uri="{FF2B5EF4-FFF2-40B4-BE49-F238E27FC236}">
                    <a16:creationId xmlns:a16="http://schemas.microsoft.com/office/drawing/2014/main" id="{62B9210D-2DA2-7728-B056-CA143F178B11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1" name="Arc 93">
                <a:extLst>
                  <a:ext uri="{FF2B5EF4-FFF2-40B4-BE49-F238E27FC236}">
                    <a16:creationId xmlns:a16="http://schemas.microsoft.com/office/drawing/2014/main" id="{21F98D05-B680-0874-87E6-E1990187F0A3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Box 103">
              <a:extLst>
                <a:ext uri="{FF2B5EF4-FFF2-40B4-BE49-F238E27FC236}">
                  <a16:creationId xmlns:a16="http://schemas.microsoft.com/office/drawing/2014/main" id="{CA07C770-80BF-D393-C11C-23583B09A59D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62" name="Group 32">
            <a:extLst>
              <a:ext uri="{FF2B5EF4-FFF2-40B4-BE49-F238E27FC236}">
                <a16:creationId xmlns:a16="http://schemas.microsoft.com/office/drawing/2014/main" id="{BDEF9E26-5AC6-409B-8B28-540DF9C1DC52}"/>
              </a:ext>
            </a:extLst>
          </p:cNvPr>
          <p:cNvGrpSpPr/>
          <p:nvPr/>
        </p:nvGrpSpPr>
        <p:grpSpPr>
          <a:xfrm>
            <a:off x="10900663" y="6234615"/>
            <a:ext cx="972587" cy="247650"/>
            <a:chOff x="3811058" y="6499225"/>
            <a:chExt cx="972587" cy="247650"/>
          </a:xfrm>
        </p:grpSpPr>
        <p:sp>
          <p:nvSpPr>
            <p:cNvPr id="63" name="Oval 96">
              <a:extLst>
                <a:ext uri="{FF2B5EF4-FFF2-40B4-BE49-F238E27FC236}">
                  <a16:creationId xmlns:a16="http://schemas.microsoft.com/office/drawing/2014/main" id="{7305BAEA-C536-2A6A-0BF2-AE8FDEEE6D35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TextBox 104">
              <a:extLst>
                <a:ext uri="{FF2B5EF4-FFF2-40B4-BE49-F238E27FC236}">
                  <a16:creationId xmlns:a16="http://schemas.microsoft.com/office/drawing/2014/main" id="{4E88BE69-AE7A-88BC-AF05-40166D61812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65" name="Group 17">
            <a:extLst>
              <a:ext uri="{FF2B5EF4-FFF2-40B4-BE49-F238E27FC236}">
                <a16:creationId xmlns:a16="http://schemas.microsoft.com/office/drawing/2014/main" id="{9DA4D02D-EB2C-F3C6-8DB2-26B5A5E9479E}"/>
              </a:ext>
            </a:extLst>
          </p:cNvPr>
          <p:cNvGrpSpPr/>
          <p:nvPr/>
        </p:nvGrpSpPr>
        <p:grpSpPr>
          <a:xfrm>
            <a:off x="9990683" y="6234615"/>
            <a:ext cx="1117600" cy="247650"/>
            <a:chOff x="2374900" y="6499225"/>
            <a:chExt cx="1117600" cy="247650"/>
          </a:xfrm>
        </p:grpSpPr>
        <p:grpSp>
          <p:nvGrpSpPr>
            <p:cNvPr id="66" name="Group 18">
              <a:extLst>
                <a:ext uri="{FF2B5EF4-FFF2-40B4-BE49-F238E27FC236}">
                  <a16:creationId xmlns:a16="http://schemas.microsoft.com/office/drawing/2014/main" id="{A4ADE63B-2F3A-E126-ADEF-6FE31B9B1DC7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68" name="Oval 20">
                <a:extLst>
                  <a:ext uri="{FF2B5EF4-FFF2-40B4-BE49-F238E27FC236}">
                    <a16:creationId xmlns:a16="http://schemas.microsoft.com/office/drawing/2014/main" id="{4DF7F725-4BEB-5965-B298-D50D31C13C2B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9" name="Arc 21">
                <a:extLst>
                  <a:ext uri="{FF2B5EF4-FFF2-40B4-BE49-F238E27FC236}">
                    <a16:creationId xmlns:a16="http://schemas.microsoft.com/office/drawing/2014/main" id="{61CA8A00-A04A-9582-4453-65B5828C22DE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7" name="TextBox 19">
              <a:extLst>
                <a:ext uri="{FF2B5EF4-FFF2-40B4-BE49-F238E27FC236}">
                  <a16:creationId xmlns:a16="http://schemas.microsoft.com/office/drawing/2014/main" id="{5E7757D9-5219-96E9-E00D-7E880DDB9BA9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70" name="TextBox 95">
            <a:extLst>
              <a:ext uri="{FF2B5EF4-FFF2-40B4-BE49-F238E27FC236}">
                <a16:creationId xmlns:a16="http://schemas.microsoft.com/office/drawing/2014/main" id="{DC50CA18-70F7-0F66-4DB4-7610EDB880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851" y="623533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71" name="Group 48">
            <a:extLst>
              <a:ext uri="{FF2B5EF4-FFF2-40B4-BE49-F238E27FC236}">
                <a16:creationId xmlns:a16="http://schemas.microsoft.com/office/drawing/2014/main" id="{ABA8E9AD-B9AB-2E31-85BE-BDD6371117DB}"/>
              </a:ext>
            </a:extLst>
          </p:cNvPr>
          <p:cNvGrpSpPr/>
          <p:nvPr/>
        </p:nvGrpSpPr>
        <p:grpSpPr>
          <a:xfrm>
            <a:off x="7758578" y="6234615"/>
            <a:ext cx="994186" cy="247650"/>
            <a:chOff x="7606178" y="6225669"/>
            <a:chExt cx="994186" cy="247650"/>
          </a:xfrm>
        </p:grpSpPr>
        <p:sp>
          <p:nvSpPr>
            <p:cNvPr id="72" name="Oval 45">
              <a:extLst>
                <a:ext uri="{FF2B5EF4-FFF2-40B4-BE49-F238E27FC236}">
                  <a16:creationId xmlns:a16="http://schemas.microsoft.com/office/drawing/2014/main" id="{33941841-EE74-97A6-3A95-ADEAB858367D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TextBox 47">
              <a:extLst>
                <a:ext uri="{FF2B5EF4-FFF2-40B4-BE49-F238E27FC236}">
                  <a16:creationId xmlns:a16="http://schemas.microsoft.com/office/drawing/2014/main" id="{D13EDACB-21F7-F926-ED3B-F2619FFCEA96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3" name="Oval 34">
            <a:extLst>
              <a:ext uri="{FF2B5EF4-FFF2-40B4-BE49-F238E27FC236}">
                <a16:creationId xmlns:a16="http://schemas.microsoft.com/office/drawing/2014/main" id="{FB44E573-DCCD-2957-5176-D4304C2490E5}"/>
              </a:ext>
            </a:extLst>
          </p:cNvPr>
          <p:cNvSpPr/>
          <p:nvPr/>
        </p:nvSpPr>
        <p:spPr bwMode="auto">
          <a:xfrm>
            <a:off x="8136297" y="3180563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8094340D-C31D-EC2A-E1E8-654921E69134}"/>
              </a:ext>
            </a:extLst>
          </p:cNvPr>
          <p:cNvGrpSpPr/>
          <p:nvPr/>
        </p:nvGrpSpPr>
        <p:grpSpPr>
          <a:xfrm>
            <a:off x="8138048" y="4119463"/>
            <a:ext cx="183822" cy="187325"/>
            <a:chOff x="2336800" y="6319552"/>
            <a:chExt cx="187325" cy="187325"/>
          </a:xfrm>
        </p:grpSpPr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F0891FFE-6BB7-0FA8-9A93-D6F6D4C76AF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Arc 6">
              <a:extLst>
                <a:ext uri="{FF2B5EF4-FFF2-40B4-BE49-F238E27FC236}">
                  <a16:creationId xmlns:a16="http://schemas.microsoft.com/office/drawing/2014/main" id="{EDE52F3F-5192-FACB-5BAE-16FF6512C481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6" name="Oval 34">
            <a:extLst>
              <a:ext uri="{FF2B5EF4-FFF2-40B4-BE49-F238E27FC236}">
                <a16:creationId xmlns:a16="http://schemas.microsoft.com/office/drawing/2014/main" id="{735D9AB3-F1C3-3AF4-A0EE-637FF32E2DEC}"/>
              </a:ext>
            </a:extLst>
          </p:cNvPr>
          <p:cNvSpPr/>
          <p:nvPr/>
        </p:nvSpPr>
        <p:spPr bwMode="auto">
          <a:xfrm>
            <a:off x="8136297" y="364130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4B08816F-7EC4-D536-0211-51C9B460C95D}"/>
              </a:ext>
            </a:extLst>
          </p:cNvPr>
          <p:cNvGrpSpPr/>
          <p:nvPr/>
        </p:nvGrpSpPr>
        <p:grpSpPr>
          <a:xfrm>
            <a:off x="8138048" y="4612696"/>
            <a:ext cx="183822" cy="187325"/>
            <a:chOff x="2336800" y="6319552"/>
            <a:chExt cx="187325" cy="187325"/>
          </a:xfrm>
        </p:grpSpPr>
        <p:sp>
          <p:nvSpPr>
            <p:cNvPr id="18" name="Oval 5">
              <a:extLst>
                <a:ext uri="{FF2B5EF4-FFF2-40B4-BE49-F238E27FC236}">
                  <a16:creationId xmlns:a16="http://schemas.microsoft.com/office/drawing/2014/main" id="{26295975-A585-9E83-39AF-34180D387CBF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Arc 6">
              <a:extLst>
                <a:ext uri="{FF2B5EF4-FFF2-40B4-BE49-F238E27FC236}">
                  <a16:creationId xmlns:a16="http://schemas.microsoft.com/office/drawing/2014/main" id="{BC205FAD-93BF-743D-8D09-15C522650162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9648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290E-073F-A347-CD50-006D6B5BD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1A0B86D7-EE98-9CAC-74A6-493BC7A5EE3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0B86D7-EE98-9CAC-74A6-493BC7A5EE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6536CF-BFA2-A1E8-EE87-0441BAD44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726919-4BED-BB97-C9B7-E4A37CDC4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373518-BAF8-20AD-6E00-ECC390D369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A10B52-FB18-3C1F-D61E-A730C0ADD1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9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D5801-A9C8-0766-1157-37E1424A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F09B9C5A-8832-8645-78C7-D194EDA39E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9B9C5A-8832-8645-78C7-D194EDA39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6D470C-856D-5AC3-9803-C7D8119C9E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FF08EA-8497-EED0-BF7B-E8C22224E7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B336BE97-B4F9-6212-F408-812A5059E1DE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477813"/>
          <a:ext cx="11685471" cy="480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das áreas clientes atuando no modelo de operação da FE.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Sensibilização das áreas clientes por meio de webinar sobre o Modelo.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Revisitação do DQQ para acomodar a participação dos recursos (DPL - PL e PE / DOP - PR e PD).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56966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ABBBC9F-8E16-12BD-62B8-06D55DC9DD9E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325784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BD06-485D-7888-44A1-2CB577D0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106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DBA32D15-8B0C-C4AD-2ED7-09361880C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04052921-F949-AA05-EF51-07B4C2E67F7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052921-F949-AA05-EF51-07B4C2E67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863C6C28-86A9-8DE4-CCC9-FA31C3129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D32EA1-63A1-7E8E-221D-6F627AA0D4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7DFEE-498F-0338-10BA-974FBB5A95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04 de Setembro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4083A60B-F2A3-8722-E51D-45AF26AC1773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7CA880D7-FF3B-C94E-A067-BDA11B882E29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B9FCC12F-0D8B-B676-B1C1-CE713EFEA07D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252BB-656C-521D-1DAF-1D9505671B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20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C00044D1-3D90-BD01-4752-CB4A182EA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DA56D0CA-D684-0FE9-5ECD-DFFDCEDA8BF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688887D6-5618-F0EB-674D-4383D882B34B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Executivo</a:t>
            </a:r>
          </a:p>
        </p:txBody>
      </p:sp>
    </p:spTree>
    <p:extLst>
      <p:ext uri="{BB962C8B-B14F-4D97-AF65-F5344CB8AC3E}">
        <p14:creationId xmlns:p14="http://schemas.microsoft.com/office/powerpoint/2010/main" val="445838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7AACBD-6696-44E9-E6EC-B77E9EA26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755B8378-FCC9-7BC8-ECC7-17CECC8809F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5B8378-FCC9-7BC8-ECC7-17CECC8809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0BF495-67E0-6416-ECA0-F75E724868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8A70CAA-EE6D-E078-F04B-38E51B03BC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-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548DA935-D905-B203-88BC-2B1B349E0CAD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7AFB0C-1594-6033-B8B1-AE36F7DB4EAF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77E37034-27FD-6478-AC21-AC9966DE4317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52A4549E-E531-282B-8260-C13843331832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CB75FCE2-ABEE-5487-F37C-605775212CE3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D470C036-6155-283D-A5C0-5C481BF4B583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1B703496-1D2A-57FE-67B6-B11B2AD4EF86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5DC96563-B454-3628-7CBA-C4DBEF1166C8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B719E308-E2FB-8050-2673-F8758CD1BCE8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F8BE31CB-B918-27E5-01F9-5031FC506443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AC3B3A9F-9722-761D-4925-992D08125244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C11128BF-BBF9-C41F-2660-F9A45157EF4D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2678D7F8-5B0E-68AE-4B53-730E9FB04F1E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6CE90150-6CE5-F53C-C1EF-96FE154F7776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1ED5FB0F-3C49-A659-F29C-8CBCD109DDFB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DDFDEE41-4131-E108-4F1D-5ADC97B35FA0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D53DE176-21EE-4E67-ADB6-2A97E57912AA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9996218E-355D-F979-8DAE-CC1F35AD4ABF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8365C5E7-BDEB-63D9-E214-D686BEF25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0120DD71-4021-FD8C-C291-79508FB5F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75AC63A7-B64B-7EAF-3D1C-6ED35E3F7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774A4449-DC6A-51DC-7EB5-F0EFA6695A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BD63861C-9B44-9221-B7A1-BB4645EAC2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709399A5-6761-1C98-816A-78DF68A88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40904549-8286-EF68-11B0-2314C0905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E815C660-509E-C705-C6CB-F1FC100209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9F136F2B-29E4-DDE5-AFF1-857F50747E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CC497498-6495-9A21-1928-F9F14C29B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99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DE587E-5BCB-212F-849B-1026B59F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DE9E1D62-FBE5-BB99-D5C3-26BDB85A98B8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CBD9BEA4-B6FF-F31F-5DFA-C02DB7906370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6FD01374-729C-B739-8248-D15B72E6C50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D01374-729C-B739-8248-D15B72E6C5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5E5FC0-CC8C-061F-4BC9-63059322A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F5E310-2AAE-B463-90D2-7D586245D6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6B833A-06BD-ABFE-7CE5-C8D8358413D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CF25B0-072E-F108-A2A5-69F8B6AE03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86D3DF-C7D5-4280-0A0C-465554D3638E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4E7FC2-4EAA-8251-1F9D-DBBE0D79B7DB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337028-0E05-153A-8C6B-0DE00F79A964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1100D7DB-AF84-6FDD-141D-6177255CEB3D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AEE3E229-6DB3-C1BF-EEC2-5E4B6B09C6CF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3675E83E-9765-EEAC-AEDF-4606D9079496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5EFAE5D4-1566-0713-A067-A5B72B914CEE}"/>
              </a:ext>
            </a:extLst>
          </p:cNvPr>
          <p:cNvSpPr/>
          <p:nvPr/>
        </p:nvSpPr>
        <p:spPr bwMode="auto">
          <a:xfrm>
            <a:off x="4749831" y="5981643"/>
            <a:ext cx="6192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E53AF9D-1FE3-69A4-2A06-263B5BF40C77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5867FC29-86DB-9FB3-6F24-177BC18463E2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8FCF183B-A6AB-8D44-2C46-0B7218793289}"/>
              </a:ext>
            </a:extLst>
          </p:cNvPr>
          <p:cNvSpPr/>
          <p:nvPr/>
        </p:nvSpPr>
        <p:spPr bwMode="auto">
          <a:xfrm>
            <a:off x="7274560" y="5030262"/>
            <a:ext cx="2196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C84C4B35-732F-C43B-959A-199F0BF8C8E9}"/>
              </a:ext>
            </a:extLst>
          </p:cNvPr>
          <p:cNvSpPr/>
          <p:nvPr/>
        </p:nvSpPr>
        <p:spPr bwMode="auto">
          <a:xfrm>
            <a:off x="6460964" y="4540967"/>
            <a:ext cx="2052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75745ECC-A84C-A219-660F-78BB764CC2C6}"/>
              </a:ext>
            </a:extLst>
          </p:cNvPr>
          <p:cNvGrpSpPr/>
          <p:nvPr/>
        </p:nvGrpSpPr>
        <p:grpSpPr>
          <a:xfrm>
            <a:off x="7521337" y="1693944"/>
            <a:ext cx="883575" cy="5096824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FD8DADC2-8CB4-D4FB-C697-9F8374340258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7518DB9C-258E-01A6-BFBD-2659B72DCB80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5907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7061B5-5661-BE40-0276-E188C573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A940F5E2-57CD-5E02-54C5-AA52CD22F54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40F5E2-57CD-5E02-54C5-AA52CD22F5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168F1C-EDFF-31AB-6086-6234BDF33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95667" y="6185364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4FE4E98-5D05-CA2A-23B8-FC0C61CFAA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DD6199F-CCC4-F6B6-A15B-100F75F3AD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4DF71E-91B2-CDBC-3860-B4698BABA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55494"/>
              </p:ext>
            </p:extLst>
          </p:nvPr>
        </p:nvGraphicFramePr>
        <p:xfrm>
          <a:off x="469562" y="1362211"/>
          <a:ext cx="11299633" cy="437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518400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68000">
                <a:tc rowSpan="8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do material de treinamento sobre o Modelo de Operação / Papéis e Responsabilidades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26/08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Webinar sobre o Modelo de Operação com as áreas clientes (Gerências Executivas e Gerencias)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 realizadas em 26 e 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43050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Primeira sessão de capacitação sobre Modelo de Operação / Papéis e Responsabilidades (FE e representantes DTA) </a:t>
                      </a:r>
                      <a:endParaRPr lang="pt-BR" sz="1200" i="0" noProof="0"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31335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Consolidação do backlog inicial das Comunidades de Entrega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Realizado reuniões de alinhamento de conceitos e boas práticas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do material do Workshop FEG e Comunidades Técnicas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Pré-requisito: Definição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prévia dos participantes das comunidades técnicas (FE)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do material de treinamento de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Metodologias de Gestão de Projetos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Alinhado com as melhores práticas d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a DTA - AGG 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82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Reunião de alinhamento sobre o Modelo de Operação: </a:t>
                      </a:r>
                    </a:p>
                    <a:p>
                      <a:pPr marL="171450" marR="0" lvl="0" indent="-17145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Atuação dos Representantes de Negócio nas Comunidade de Entrega</a:t>
                      </a:r>
                    </a:p>
                    <a:p>
                      <a:pPr marL="171450" marR="0" lvl="0" indent="-17145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Atuação nas Comunidades Técnicas de prospecção e validação de novos métodos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386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treinamento sobre Metodologias de Gestão de Projetos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598506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0BA8BCF-E92A-BF85-AC69-73BB8422C510}"/>
              </a:ext>
            </a:extLst>
          </p:cNvPr>
          <p:cNvSpPr/>
          <p:nvPr/>
        </p:nvSpPr>
        <p:spPr>
          <a:xfrm>
            <a:off x="6946901" y="6176608"/>
            <a:ext cx="4799706" cy="36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5CCBF3-DD45-BEB8-4306-058ED3D5FFFD}"/>
              </a:ext>
            </a:extLst>
          </p:cNvPr>
          <p:cNvGrpSpPr/>
          <p:nvPr/>
        </p:nvGrpSpPr>
        <p:grpSpPr>
          <a:xfrm>
            <a:off x="8838310" y="6234615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E707B5C-54DB-9EA8-D249-57E92400C79C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6953493-37BB-B4FF-6F9B-C69D7AE20DE6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C7CC5C07-A8F5-381F-196B-98A6A0CDFE9E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33A0FF1-0F9D-14AF-A4BA-39726261472E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16A95FF-7EA5-B36B-9310-B787407A5700}"/>
              </a:ext>
            </a:extLst>
          </p:cNvPr>
          <p:cNvGrpSpPr/>
          <p:nvPr/>
        </p:nvGrpSpPr>
        <p:grpSpPr>
          <a:xfrm>
            <a:off x="10900663" y="6234615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496CE169-0021-4CCF-B820-473B0E6D9A1F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5FD9D36-058F-6D43-9DB9-F4DBE6C8A05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29E359-E1D8-081C-18AA-D26952ADA136}"/>
              </a:ext>
            </a:extLst>
          </p:cNvPr>
          <p:cNvGrpSpPr/>
          <p:nvPr/>
        </p:nvGrpSpPr>
        <p:grpSpPr>
          <a:xfrm>
            <a:off x="9990683" y="6234615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D582CB5-7FCC-62AE-3A70-C421AFD8765B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EB280DA-CCA4-D108-ADE5-9EC35A85891F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B5569406-98A9-3655-AB3B-307D265C083F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7C41AA3-F272-BA1B-31A8-392C485B679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C29BC1E4-B5F7-DE28-E68C-D6D55468E50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851" y="623533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4224997-391C-7726-A7E9-040A20020076}"/>
              </a:ext>
            </a:extLst>
          </p:cNvPr>
          <p:cNvSpPr/>
          <p:nvPr/>
        </p:nvSpPr>
        <p:spPr bwMode="auto">
          <a:xfrm>
            <a:off x="8133703" y="176784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F857B4-5FF0-EBB2-6CC0-939B55AFCE75}"/>
              </a:ext>
            </a:extLst>
          </p:cNvPr>
          <p:cNvGrpSpPr/>
          <p:nvPr/>
        </p:nvGrpSpPr>
        <p:grpSpPr>
          <a:xfrm>
            <a:off x="7758578" y="6234615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7D06E74-312D-F0B2-E994-C480EABDDEEB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84292FF-3631-085F-C29B-9721348A1A3F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10" name="Group 3">
            <a:extLst>
              <a:ext uri="{FF2B5EF4-FFF2-40B4-BE49-F238E27FC236}">
                <a16:creationId xmlns:a16="http://schemas.microsoft.com/office/drawing/2014/main" id="{96A5C8B4-26F9-B3E0-D1A6-12666B27DBD2}"/>
              </a:ext>
            </a:extLst>
          </p:cNvPr>
          <p:cNvGrpSpPr/>
          <p:nvPr/>
        </p:nvGrpSpPr>
        <p:grpSpPr>
          <a:xfrm>
            <a:off x="8135454" y="4120914"/>
            <a:ext cx="183822" cy="187325"/>
            <a:chOff x="2336800" y="6319552"/>
            <a:chExt cx="187325" cy="187325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95206389-7799-99F3-A345-BAAFB8F76295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2DC87B24-D042-0249-6621-721425DDF58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Oval 34">
            <a:extLst>
              <a:ext uri="{FF2B5EF4-FFF2-40B4-BE49-F238E27FC236}">
                <a16:creationId xmlns:a16="http://schemas.microsoft.com/office/drawing/2014/main" id="{CB59C4EE-3B59-91F5-6456-17088439B071}"/>
              </a:ext>
            </a:extLst>
          </p:cNvPr>
          <p:cNvSpPr/>
          <p:nvPr/>
        </p:nvSpPr>
        <p:spPr bwMode="auto">
          <a:xfrm>
            <a:off x="8133703" y="224430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val 34">
            <a:extLst>
              <a:ext uri="{FF2B5EF4-FFF2-40B4-BE49-F238E27FC236}">
                <a16:creationId xmlns:a16="http://schemas.microsoft.com/office/drawing/2014/main" id="{F422C2E4-FAA2-4CF6-EB65-8476C43BD253}"/>
              </a:ext>
            </a:extLst>
          </p:cNvPr>
          <p:cNvSpPr/>
          <p:nvPr/>
        </p:nvSpPr>
        <p:spPr bwMode="auto">
          <a:xfrm>
            <a:off x="8133703" y="271998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199D4C65-AA0B-E887-1F6A-7A8C4BF1BF43}"/>
              </a:ext>
            </a:extLst>
          </p:cNvPr>
          <p:cNvGrpSpPr/>
          <p:nvPr/>
        </p:nvGrpSpPr>
        <p:grpSpPr>
          <a:xfrm>
            <a:off x="8135454" y="3196184"/>
            <a:ext cx="183822" cy="187325"/>
            <a:chOff x="2336800" y="6319552"/>
            <a:chExt cx="187325" cy="187325"/>
          </a:xfrm>
        </p:grpSpPr>
        <p:sp>
          <p:nvSpPr>
            <p:cNvPr id="16" name="Oval 5">
              <a:extLst>
                <a:ext uri="{FF2B5EF4-FFF2-40B4-BE49-F238E27FC236}">
                  <a16:creationId xmlns:a16="http://schemas.microsoft.com/office/drawing/2014/main" id="{C219B59B-D8CE-DCAA-E331-3A0656631E46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Arc 6">
              <a:extLst>
                <a:ext uri="{FF2B5EF4-FFF2-40B4-BE49-F238E27FC236}">
                  <a16:creationId xmlns:a16="http://schemas.microsoft.com/office/drawing/2014/main" id="{078DDC89-829D-57FD-5A39-A0D52E4DF591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3" name="Group 3">
            <a:extLst>
              <a:ext uri="{FF2B5EF4-FFF2-40B4-BE49-F238E27FC236}">
                <a16:creationId xmlns:a16="http://schemas.microsoft.com/office/drawing/2014/main" id="{E43F9F43-9515-298C-71DE-0A98043CAB4F}"/>
              </a:ext>
            </a:extLst>
          </p:cNvPr>
          <p:cNvGrpSpPr/>
          <p:nvPr/>
        </p:nvGrpSpPr>
        <p:grpSpPr>
          <a:xfrm>
            <a:off x="8135454" y="3648075"/>
            <a:ext cx="183822" cy="187325"/>
            <a:chOff x="2336800" y="6319552"/>
            <a:chExt cx="187325" cy="187325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E336EB90-6A38-8089-EF8F-887A7017755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Arc 6">
              <a:extLst>
                <a:ext uri="{FF2B5EF4-FFF2-40B4-BE49-F238E27FC236}">
                  <a16:creationId xmlns:a16="http://schemas.microsoft.com/office/drawing/2014/main" id="{81076EE7-B68C-33C2-B3DC-CB6309E59740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9" name="Group 3">
            <a:extLst>
              <a:ext uri="{FF2B5EF4-FFF2-40B4-BE49-F238E27FC236}">
                <a16:creationId xmlns:a16="http://schemas.microsoft.com/office/drawing/2014/main" id="{E5EACCEC-5A9B-3E23-4069-8D02EA8AC9CD}"/>
              </a:ext>
            </a:extLst>
          </p:cNvPr>
          <p:cNvGrpSpPr/>
          <p:nvPr/>
        </p:nvGrpSpPr>
        <p:grpSpPr>
          <a:xfrm>
            <a:off x="8135454" y="5422526"/>
            <a:ext cx="183822" cy="187325"/>
            <a:chOff x="2336800" y="6319552"/>
            <a:chExt cx="187325" cy="187325"/>
          </a:xfrm>
        </p:grpSpPr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DE1DF5E9-ABD0-D1B7-9CDF-B73FDCCD2998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6">
              <a:extLst>
                <a:ext uri="{FF2B5EF4-FFF2-40B4-BE49-F238E27FC236}">
                  <a16:creationId xmlns:a16="http://schemas.microsoft.com/office/drawing/2014/main" id="{123CF1DB-6822-3283-544C-40E293C50BB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9" name="Group 3">
            <a:extLst>
              <a:ext uri="{FF2B5EF4-FFF2-40B4-BE49-F238E27FC236}">
                <a16:creationId xmlns:a16="http://schemas.microsoft.com/office/drawing/2014/main" id="{F19FD417-A69B-C344-FFFD-8D917B2ED973}"/>
              </a:ext>
            </a:extLst>
          </p:cNvPr>
          <p:cNvGrpSpPr/>
          <p:nvPr/>
        </p:nvGrpSpPr>
        <p:grpSpPr>
          <a:xfrm>
            <a:off x="8135454" y="4740447"/>
            <a:ext cx="183822" cy="187325"/>
            <a:chOff x="2336800" y="6319552"/>
            <a:chExt cx="187325" cy="187325"/>
          </a:xfrm>
        </p:grpSpPr>
        <p:sp>
          <p:nvSpPr>
            <p:cNvPr id="40" name="Oval 5">
              <a:extLst>
                <a:ext uri="{FF2B5EF4-FFF2-40B4-BE49-F238E27FC236}">
                  <a16:creationId xmlns:a16="http://schemas.microsoft.com/office/drawing/2014/main" id="{4E7AB4FD-09A5-BB97-61FB-7FC56B59385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Arc 6">
              <a:extLst>
                <a:ext uri="{FF2B5EF4-FFF2-40B4-BE49-F238E27FC236}">
                  <a16:creationId xmlns:a16="http://schemas.microsoft.com/office/drawing/2014/main" id="{8FC8D417-7C5C-C018-CAE9-59A16D92919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9847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1703FD-248D-EFBB-811C-119F6E93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137BF960-8A8E-90E1-4862-B1E760E286C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95" imgH="396" progId="TCLayout.ActiveDocument.1">
                  <p:embed/>
                </p:oleObj>
              </mc:Choice>
              <mc:Fallback>
                <p:oleObj name="think-cell Slide" r:id="rId10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7BF960-8A8E-90E1-4862-B1E760E286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E24DBB8-1C51-AD80-4BD3-6D4E4EFA99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C3A8D7-1688-AAB2-1881-90B1D192D3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8" name="Table 14">
            <a:extLst>
              <a:ext uri="{FF2B5EF4-FFF2-40B4-BE49-F238E27FC236}">
                <a16:creationId xmlns:a16="http://schemas.microsoft.com/office/drawing/2014/main" id="{CF2C7F64-7F5D-7736-57B2-07F8E7080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392725"/>
              </p:ext>
            </p:extLst>
          </p:nvPr>
        </p:nvGraphicFramePr>
        <p:xfrm>
          <a:off x="469562" y="1362211"/>
          <a:ext cx="1129963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518400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396000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do conteúdo do site da FEG, visando estruturar os elementos que compõem a arquitetura da mandala e as frentes de atuação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Revisão e publicação do conteúdo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Modelagem da estrutura de gamificação do primeiro treinamento, com base no contexto do Maestro</a:t>
                      </a:r>
                      <a:endParaRPr lang="pt-BR" sz="12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Construção do e-learning do treinamento de Modelo de Operação, com edição, configuração e adaptação para formato de curso online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31/08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Publicar no ONS Educa+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Construção do informativo mensal para o ONS, contextualizando a etapa de Operação Assistida e recapitulando o Projeto Maestro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Diagnóstico das lideranças das Comunidades de Entrega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     Consolidação dos insights e apresentação dos resultados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527680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Monitoramento das respostas da atividade de fixação referente ao primeiro treinamento - Modelo de Operação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Análise e apresentação dos indicadores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13406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Desenvolvimento de iniciativas digitais de para reforçar a apropriação dos conteúdos dos treinamentos e trazer um modelo lúdico de engajamento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061344"/>
                  </a:ext>
                </a:extLst>
              </a:tr>
            </a:tbl>
          </a:graphicData>
        </a:graphic>
      </p:graphicFrame>
      <p:sp>
        <p:nvSpPr>
          <p:cNvPr id="45" name="Oval 34">
            <a:extLst>
              <a:ext uri="{FF2B5EF4-FFF2-40B4-BE49-F238E27FC236}">
                <a16:creationId xmlns:a16="http://schemas.microsoft.com/office/drawing/2014/main" id="{9D5452F5-5680-3F21-CF56-BC2217C97D37}"/>
              </a:ext>
            </a:extLst>
          </p:cNvPr>
          <p:cNvSpPr/>
          <p:nvPr/>
        </p:nvSpPr>
        <p:spPr bwMode="auto">
          <a:xfrm>
            <a:off x="8133703" y="224087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Oval 34">
            <a:extLst>
              <a:ext uri="{FF2B5EF4-FFF2-40B4-BE49-F238E27FC236}">
                <a16:creationId xmlns:a16="http://schemas.microsoft.com/office/drawing/2014/main" id="{247BB551-2C73-9390-998A-A0A2151DC2AF}"/>
              </a:ext>
            </a:extLst>
          </p:cNvPr>
          <p:cNvSpPr/>
          <p:nvPr/>
        </p:nvSpPr>
        <p:spPr bwMode="auto">
          <a:xfrm>
            <a:off x="8131951" y="176668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Oval 34">
            <a:extLst>
              <a:ext uri="{FF2B5EF4-FFF2-40B4-BE49-F238E27FC236}">
                <a16:creationId xmlns:a16="http://schemas.microsoft.com/office/drawing/2014/main" id="{15B83E71-BD30-774C-77D4-9E6982FEB840}"/>
              </a:ext>
            </a:extLst>
          </p:cNvPr>
          <p:cNvSpPr/>
          <p:nvPr/>
        </p:nvSpPr>
        <p:spPr bwMode="auto">
          <a:xfrm>
            <a:off x="8130806" y="266795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Slide Number Placeholder 1">
            <a:extLst>
              <a:ext uri="{FF2B5EF4-FFF2-40B4-BE49-F238E27FC236}">
                <a16:creationId xmlns:a16="http://schemas.microsoft.com/office/drawing/2014/main" id="{C78A2918-A76A-05E9-6EF9-B6651C2F9A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95667" y="6185364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ACFD2C1-FED8-1980-A3D6-7EEE0FCBB940}"/>
              </a:ext>
            </a:extLst>
          </p:cNvPr>
          <p:cNvSpPr/>
          <p:nvPr/>
        </p:nvSpPr>
        <p:spPr>
          <a:xfrm>
            <a:off x="6946901" y="6176608"/>
            <a:ext cx="4799706" cy="36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57" name="Group 40">
            <a:extLst>
              <a:ext uri="{FF2B5EF4-FFF2-40B4-BE49-F238E27FC236}">
                <a16:creationId xmlns:a16="http://schemas.microsoft.com/office/drawing/2014/main" id="{F4653B3F-C02C-3C8B-808B-024B208B595B}"/>
              </a:ext>
            </a:extLst>
          </p:cNvPr>
          <p:cNvGrpSpPr/>
          <p:nvPr/>
        </p:nvGrpSpPr>
        <p:grpSpPr>
          <a:xfrm>
            <a:off x="8838310" y="6234615"/>
            <a:ext cx="1117600" cy="247650"/>
            <a:chOff x="8929753" y="5861759"/>
            <a:chExt cx="1117600" cy="247650"/>
          </a:xfrm>
        </p:grpSpPr>
        <p:grpSp>
          <p:nvGrpSpPr>
            <p:cNvPr id="58" name="Group 31">
              <a:extLst>
                <a:ext uri="{FF2B5EF4-FFF2-40B4-BE49-F238E27FC236}">
                  <a16:creationId xmlns:a16="http://schemas.microsoft.com/office/drawing/2014/main" id="{76AEC09F-B07A-4FA0-CA80-0750C73AEBB0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60" name="Oval 92">
                <a:extLst>
                  <a:ext uri="{FF2B5EF4-FFF2-40B4-BE49-F238E27FC236}">
                    <a16:creationId xmlns:a16="http://schemas.microsoft.com/office/drawing/2014/main" id="{81DE2A16-009C-8662-F98F-5411913315C7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1" name="Arc 93">
                <a:extLst>
                  <a:ext uri="{FF2B5EF4-FFF2-40B4-BE49-F238E27FC236}">
                    <a16:creationId xmlns:a16="http://schemas.microsoft.com/office/drawing/2014/main" id="{533D0B8A-70A6-C440-3AD5-F1A36D2750EA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Box 103">
              <a:extLst>
                <a:ext uri="{FF2B5EF4-FFF2-40B4-BE49-F238E27FC236}">
                  <a16:creationId xmlns:a16="http://schemas.microsoft.com/office/drawing/2014/main" id="{8E39A054-037C-4BAE-E8F7-DDF83E5559F6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62" name="Group 32">
            <a:extLst>
              <a:ext uri="{FF2B5EF4-FFF2-40B4-BE49-F238E27FC236}">
                <a16:creationId xmlns:a16="http://schemas.microsoft.com/office/drawing/2014/main" id="{0670BF45-FC39-7742-2366-00686F9A6712}"/>
              </a:ext>
            </a:extLst>
          </p:cNvPr>
          <p:cNvGrpSpPr/>
          <p:nvPr/>
        </p:nvGrpSpPr>
        <p:grpSpPr>
          <a:xfrm>
            <a:off x="10900663" y="6234615"/>
            <a:ext cx="972587" cy="247650"/>
            <a:chOff x="3811058" y="6499225"/>
            <a:chExt cx="972587" cy="247650"/>
          </a:xfrm>
        </p:grpSpPr>
        <p:sp>
          <p:nvSpPr>
            <p:cNvPr id="63" name="Oval 96">
              <a:extLst>
                <a:ext uri="{FF2B5EF4-FFF2-40B4-BE49-F238E27FC236}">
                  <a16:creationId xmlns:a16="http://schemas.microsoft.com/office/drawing/2014/main" id="{DA68121A-36FA-938F-1AA4-D3C948EE5BA7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TextBox 104">
              <a:extLst>
                <a:ext uri="{FF2B5EF4-FFF2-40B4-BE49-F238E27FC236}">
                  <a16:creationId xmlns:a16="http://schemas.microsoft.com/office/drawing/2014/main" id="{57776EB2-C636-5638-1241-DF9C644EFDE4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65" name="Group 17">
            <a:extLst>
              <a:ext uri="{FF2B5EF4-FFF2-40B4-BE49-F238E27FC236}">
                <a16:creationId xmlns:a16="http://schemas.microsoft.com/office/drawing/2014/main" id="{6A312413-CF09-DC37-C2D3-C0B1D55D3481}"/>
              </a:ext>
            </a:extLst>
          </p:cNvPr>
          <p:cNvGrpSpPr/>
          <p:nvPr/>
        </p:nvGrpSpPr>
        <p:grpSpPr>
          <a:xfrm>
            <a:off x="9990683" y="6234615"/>
            <a:ext cx="1117600" cy="247650"/>
            <a:chOff x="2374900" y="6499225"/>
            <a:chExt cx="1117600" cy="247650"/>
          </a:xfrm>
        </p:grpSpPr>
        <p:grpSp>
          <p:nvGrpSpPr>
            <p:cNvPr id="66" name="Group 18">
              <a:extLst>
                <a:ext uri="{FF2B5EF4-FFF2-40B4-BE49-F238E27FC236}">
                  <a16:creationId xmlns:a16="http://schemas.microsoft.com/office/drawing/2014/main" id="{CABDD254-FB7E-508B-46E5-2ED9C749186E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68" name="Oval 20">
                <a:extLst>
                  <a:ext uri="{FF2B5EF4-FFF2-40B4-BE49-F238E27FC236}">
                    <a16:creationId xmlns:a16="http://schemas.microsoft.com/office/drawing/2014/main" id="{BD3B9B03-B802-B90B-8E8B-2CFC85B29C91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9" name="Arc 21">
                <a:extLst>
                  <a:ext uri="{FF2B5EF4-FFF2-40B4-BE49-F238E27FC236}">
                    <a16:creationId xmlns:a16="http://schemas.microsoft.com/office/drawing/2014/main" id="{81DF85A7-FE85-26D8-7791-97233A331000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7" name="TextBox 19">
              <a:extLst>
                <a:ext uri="{FF2B5EF4-FFF2-40B4-BE49-F238E27FC236}">
                  <a16:creationId xmlns:a16="http://schemas.microsoft.com/office/drawing/2014/main" id="{1AED0894-0BA5-2A70-E2FC-D7194FF96DCB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70" name="TextBox 95">
            <a:extLst>
              <a:ext uri="{FF2B5EF4-FFF2-40B4-BE49-F238E27FC236}">
                <a16:creationId xmlns:a16="http://schemas.microsoft.com/office/drawing/2014/main" id="{40AEA6FE-78F8-CB87-CF68-08C32D4733F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851" y="623533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71" name="Group 48">
            <a:extLst>
              <a:ext uri="{FF2B5EF4-FFF2-40B4-BE49-F238E27FC236}">
                <a16:creationId xmlns:a16="http://schemas.microsoft.com/office/drawing/2014/main" id="{EEDCB91E-F3E6-F13A-B1CD-B56AAD199109}"/>
              </a:ext>
            </a:extLst>
          </p:cNvPr>
          <p:cNvGrpSpPr/>
          <p:nvPr/>
        </p:nvGrpSpPr>
        <p:grpSpPr>
          <a:xfrm>
            <a:off x="7758578" y="6234615"/>
            <a:ext cx="994186" cy="247650"/>
            <a:chOff x="7606178" y="6225669"/>
            <a:chExt cx="994186" cy="247650"/>
          </a:xfrm>
        </p:grpSpPr>
        <p:sp>
          <p:nvSpPr>
            <p:cNvPr id="72" name="Oval 45">
              <a:extLst>
                <a:ext uri="{FF2B5EF4-FFF2-40B4-BE49-F238E27FC236}">
                  <a16:creationId xmlns:a16="http://schemas.microsoft.com/office/drawing/2014/main" id="{982903D8-15A2-9D23-2C1B-A80D7B23BB6F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TextBox 47">
              <a:extLst>
                <a:ext uri="{FF2B5EF4-FFF2-40B4-BE49-F238E27FC236}">
                  <a16:creationId xmlns:a16="http://schemas.microsoft.com/office/drawing/2014/main" id="{B9A8924F-60CB-0723-540B-5A4839465F11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3" name="Oval 34">
            <a:extLst>
              <a:ext uri="{FF2B5EF4-FFF2-40B4-BE49-F238E27FC236}">
                <a16:creationId xmlns:a16="http://schemas.microsoft.com/office/drawing/2014/main" id="{B7B3EBA3-7778-4AD8-5BB3-C8C249B575AE}"/>
              </a:ext>
            </a:extLst>
          </p:cNvPr>
          <p:cNvSpPr/>
          <p:nvPr/>
        </p:nvSpPr>
        <p:spPr bwMode="auto">
          <a:xfrm>
            <a:off x="8130806" y="312739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A5740EC2-E8FF-B7C6-6225-22DF59853D72}"/>
              </a:ext>
            </a:extLst>
          </p:cNvPr>
          <p:cNvGrpSpPr/>
          <p:nvPr/>
        </p:nvGrpSpPr>
        <p:grpSpPr>
          <a:xfrm>
            <a:off x="8130806" y="4067363"/>
            <a:ext cx="183822" cy="187325"/>
            <a:chOff x="2336800" y="6319552"/>
            <a:chExt cx="187325" cy="187325"/>
          </a:xfrm>
        </p:grpSpPr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BC87E00E-6BCF-7487-EAFC-61F13AC63A5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Arc 6">
              <a:extLst>
                <a:ext uri="{FF2B5EF4-FFF2-40B4-BE49-F238E27FC236}">
                  <a16:creationId xmlns:a16="http://schemas.microsoft.com/office/drawing/2014/main" id="{CF9F8255-ED24-D587-974B-FABDEF5749A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0" name="Group 3">
            <a:extLst>
              <a:ext uri="{FF2B5EF4-FFF2-40B4-BE49-F238E27FC236}">
                <a16:creationId xmlns:a16="http://schemas.microsoft.com/office/drawing/2014/main" id="{ABEA6BC7-4D7B-217F-DA67-F8232E5DD1DD}"/>
              </a:ext>
            </a:extLst>
          </p:cNvPr>
          <p:cNvGrpSpPr/>
          <p:nvPr/>
        </p:nvGrpSpPr>
        <p:grpSpPr>
          <a:xfrm>
            <a:off x="8137206" y="4506915"/>
            <a:ext cx="183822" cy="187325"/>
            <a:chOff x="2336800" y="6319552"/>
            <a:chExt cx="187325" cy="187325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EC298852-3DFF-4B1B-4981-6ADBA27E45F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Arc 6">
              <a:extLst>
                <a:ext uri="{FF2B5EF4-FFF2-40B4-BE49-F238E27FC236}">
                  <a16:creationId xmlns:a16="http://schemas.microsoft.com/office/drawing/2014/main" id="{66256326-F644-D251-6442-8616583DE9EE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" name="Group 3">
            <a:extLst>
              <a:ext uri="{FF2B5EF4-FFF2-40B4-BE49-F238E27FC236}">
                <a16:creationId xmlns:a16="http://schemas.microsoft.com/office/drawing/2014/main" id="{6A436F4D-E720-7DE8-841E-C64993F757DB}"/>
              </a:ext>
            </a:extLst>
          </p:cNvPr>
          <p:cNvGrpSpPr/>
          <p:nvPr/>
        </p:nvGrpSpPr>
        <p:grpSpPr>
          <a:xfrm>
            <a:off x="8130806" y="3588181"/>
            <a:ext cx="183822" cy="187325"/>
            <a:chOff x="2336800" y="6319552"/>
            <a:chExt cx="187325" cy="187325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9BB50DB1-30BE-2DDA-B6C4-09152C1B6E9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" name="Arc 6">
              <a:extLst>
                <a:ext uri="{FF2B5EF4-FFF2-40B4-BE49-F238E27FC236}">
                  <a16:creationId xmlns:a16="http://schemas.microsoft.com/office/drawing/2014/main" id="{CAA39886-4DAF-B6BE-E303-79C83A59FE92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8977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B8B25B-2675-8139-E993-55B6161B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1AD0A2-14E2-D15A-6F14-39EDE1017A1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1AD0A2-14E2-D15A-6F14-39EDE1017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539C93-2982-9E64-8A18-5B1804476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A4A75A-82B3-7F4B-B4EA-AD1D685CA36E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37B1C-A58C-D356-2A83-3919F083F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0"/>
              <a:t>Sugestão de Cronograma de Treinamentos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B4B3B-CDBE-34CD-F21D-297C43A871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7D77E9F-B836-B610-BE8F-8B748A0179A0}"/>
              </a:ext>
            </a:extLst>
          </p:cNvPr>
          <p:cNvGraphicFramePr>
            <a:graphicFrameLocks noGrp="1"/>
          </p:cNvGraphicFramePr>
          <p:nvPr/>
        </p:nvGraphicFramePr>
        <p:xfrm>
          <a:off x="486659" y="915871"/>
          <a:ext cx="11494780" cy="5595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78">
                  <a:extLst>
                    <a:ext uri="{9D8B030D-6E8A-4147-A177-3AD203B41FA5}">
                      <a16:colId xmlns:a16="http://schemas.microsoft.com/office/drawing/2014/main" val="335983377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940128852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154925737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2485160431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3560977444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3389572733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3318072629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2171651000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1084852494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345330754"/>
                    </a:ext>
                  </a:extLst>
                </a:gridCol>
              </a:tblGrid>
              <a:tr h="248436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marL="0" marR="0" marT="0" marB="0"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9644"/>
                  </a:ext>
                </a:extLst>
              </a:tr>
              <a:tr h="3085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17/ago</a:t>
                      </a:r>
                    </a:p>
                  </a:txBody>
                  <a:tcPr marL="0" marR="0" marT="0" marB="0"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24/ago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31/ago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08/set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14/set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21/set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28/set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05/out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13/out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19/out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738524"/>
                  </a:ext>
                </a:extLst>
              </a:tr>
              <a:tr h="5038405">
                <a:tc>
                  <a:txBody>
                    <a:bodyPr/>
                    <a:lstStyle/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Formalização dos papeis e responsabilidades do time das comunidades de entrega</a:t>
                      </a: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Modelo de Operação Matricial, Papeis e Responsabilidades</a:t>
                      </a: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Mapeamento prévio dos participantes das comunidades técnicas (FE)</a:t>
                      </a: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Backlog prévio de iniciativas aderentes às CT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1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1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1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1">
                          <a:latin typeface="Arial Nova Cond Light" panose="020B0306020202020204" pitchFamily="34" charset="0"/>
                        </a:rPr>
                        <a:t>“Webinar” </a:t>
                      </a:r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modelo operacional com gerentes clientes (DOP e DPL)</a:t>
                      </a: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Definição dos pontos focais nas áreas usuárias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Metodologias de Gestão de Projetos</a:t>
                      </a: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Workshop FEG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Modelo de Operação Matricial, Papeis e Responsabilidades</a:t>
                      </a: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r>
                        <a:rPr lang="pt-BR" sz="1100" i="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Gestão de Portfólio</a:t>
                      </a: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Workshop Comunidades Técnicas</a:t>
                      </a: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>
                          <a:latin typeface="Arial Nova Cond Light" panose="020B0306020202020204" pitchFamily="34" charset="0"/>
                        </a:rPr>
                        <a:t>Arquitetura de Modelos Eletroenergéticos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[A ser detalhado] </a:t>
                      </a:r>
                      <a:r>
                        <a:rPr lang="pt-BR" sz="1100">
                          <a:latin typeface="Arial Nova Cond Light" panose="020B0306020202020204" pitchFamily="34" charset="0"/>
                        </a:rPr>
                        <a:t>Nivelamento e atualização sobre as ferramentas eletroenergéticas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latin typeface="Arial Nova Cond Light" panose="020B0306020202020204" pitchFamily="34" charset="0"/>
                        </a:rPr>
                        <a:t>(3 sessões)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>
                          <a:latin typeface="Arial Nova Cond Light" panose="020B0306020202020204" pitchFamily="34" charset="0"/>
                        </a:rPr>
                        <a:t>Inteligência Artificial​ Aplicada aos Modelos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>
                          <a:latin typeface="Arial Nova Cond Light" panose="020B0306020202020204" pitchFamily="34" charset="0"/>
                        </a:rPr>
                        <a:t>Gestão de Mudanças e Cultura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285883"/>
                  </a:ext>
                </a:extLst>
              </a:tr>
            </a:tbl>
          </a:graphicData>
        </a:graphic>
      </p:graphicFrame>
      <p:sp>
        <p:nvSpPr>
          <p:cNvPr id="7" name="Elipse 6">
            <a:extLst>
              <a:ext uri="{FF2B5EF4-FFF2-40B4-BE49-F238E27FC236}">
                <a16:creationId xmlns:a16="http://schemas.microsoft.com/office/drawing/2014/main" id="{9A23D9B9-2812-2CCF-674C-151B094DCDA6}"/>
              </a:ext>
            </a:extLst>
          </p:cNvPr>
          <p:cNvSpPr/>
          <p:nvPr/>
        </p:nvSpPr>
        <p:spPr bwMode="auto">
          <a:xfrm>
            <a:off x="1982582" y="1578165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593F8CF-BF93-7BEB-3609-FD9360784309}"/>
              </a:ext>
            </a:extLst>
          </p:cNvPr>
          <p:cNvSpPr/>
          <p:nvPr/>
        </p:nvSpPr>
        <p:spPr bwMode="auto">
          <a:xfrm>
            <a:off x="7759379" y="1578165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2374F58-5B3C-4B50-EA06-B54D0E34FF5F}"/>
              </a:ext>
            </a:extLst>
          </p:cNvPr>
          <p:cNvSpPr/>
          <p:nvPr/>
        </p:nvSpPr>
        <p:spPr bwMode="auto">
          <a:xfrm>
            <a:off x="5432088" y="1578165"/>
            <a:ext cx="391325" cy="368032"/>
          </a:xfrm>
          <a:prstGeom prst="ellipse">
            <a:avLst/>
          </a:prstGeom>
          <a:solidFill>
            <a:schemeClr val="tx1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EE8DF4B-A897-C911-313E-56319D031A1A}"/>
              </a:ext>
            </a:extLst>
          </p:cNvPr>
          <p:cNvSpPr/>
          <p:nvPr/>
        </p:nvSpPr>
        <p:spPr bwMode="auto">
          <a:xfrm>
            <a:off x="10032052" y="1578165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5D5C3CC-1566-C21C-BF3C-13F6CB66B56E}"/>
              </a:ext>
            </a:extLst>
          </p:cNvPr>
          <p:cNvSpPr/>
          <p:nvPr/>
        </p:nvSpPr>
        <p:spPr bwMode="auto">
          <a:xfrm>
            <a:off x="11193872" y="1578165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54731AC-30D2-6738-9D0A-B22376DF60DC}"/>
              </a:ext>
            </a:extLst>
          </p:cNvPr>
          <p:cNvSpPr/>
          <p:nvPr/>
        </p:nvSpPr>
        <p:spPr bwMode="auto">
          <a:xfrm>
            <a:off x="4297791" y="3096778"/>
            <a:ext cx="391325" cy="368032"/>
          </a:xfrm>
          <a:prstGeom prst="ellipse">
            <a:avLst/>
          </a:prstGeom>
          <a:solidFill>
            <a:srgbClr val="00B0F0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0BFD63F-82AC-F4D3-358F-B2585A387BAB}"/>
              </a:ext>
            </a:extLst>
          </p:cNvPr>
          <p:cNvSpPr/>
          <p:nvPr/>
        </p:nvSpPr>
        <p:spPr bwMode="auto">
          <a:xfrm>
            <a:off x="4297791" y="1578165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3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BC3C58F-697D-3B37-15A2-651D998BD79E}"/>
              </a:ext>
            </a:extLst>
          </p:cNvPr>
          <p:cNvGrpSpPr/>
          <p:nvPr/>
        </p:nvGrpSpPr>
        <p:grpSpPr>
          <a:xfrm>
            <a:off x="381212" y="6541344"/>
            <a:ext cx="4114638" cy="276999"/>
            <a:chOff x="788756" y="6400699"/>
            <a:chExt cx="4114638" cy="276999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165EFD51-0B8E-DA05-31A6-AF262365769F}"/>
                </a:ext>
              </a:extLst>
            </p:cNvPr>
            <p:cNvGrpSpPr/>
            <p:nvPr/>
          </p:nvGrpSpPr>
          <p:grpSpPr>
            <a:xfrm>
              <a:off x="1537643" y="6434222"/>
              <a:ext cx="3365751" cy="209953"/>
              <a:chOff x="762550" y="5945598"/>
              <a:chExt cx="4972649" cy="310190"/>
            </a:xfrm>
          </p:grpSpPr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B61F13DD-CC7C-3273-2215-40A7F973609C}"/>
                  </a:ext>
                </a:extLst>
              </p:cNvPr>
              <p:cNvSpPr/>
              <p:nvPr/>
            </p:nvSpPr>
            <p:spPr bwMode="auto">
              <a:xfrm>
                <a:off x="762550" y="5945598"/>
                <a:ext cx="329822" cy="310190"/>
              </a:xfrm>
              <a:prstGeom prst="ellipse">
                <a:avLst/>
              </a:prstGeom>
              <a:solidFill>
                <a:schemeClr val="tx1"/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600" b="0" i="0" u="none" strike="noStrike" kern="1200" cap="none" spc="8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75C66A11-8C94-4FF3-A560-DE00B4F5B5ED}"/>
                  </a:ext>
                </a:extLst>
              </p:cNvPr>
              <p:cNvSpPr/>
              <p:nvPr/>
            </p:nvSpPr>
            <p:spPr bwMode="auto">
              <a:xfrm>
                <a:off x="2238292" y="5945598"/>
                <a:ext cx="329822" cy="310190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600" b="0" i="0" u="none" strike="noStrike" kern="1200" cap="none" spc="8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B09276F9-445D-378E-5F52-275ADE3782C9}"/>
                  </a:ext>
                </a:extLst>
              </p:cNvPr>
              <p:cNvSpPr/>
              <p:nvPr/>
            </p:nvSpPr>
            <p:spPr bwMode="auto">
              <a:xfrm>
                <a:off x="1092370" y="5992750"/>
                <a:ext cx="1119296" cy="260798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00" b="0" i="0" u="none" strike="noStrike" kern="1200" cap="none" spc="87" normalizeH="0" baseline="0" noProof="0">
                    <a:ln>
                      <a:noFill/>
                    </a:ln>
                    <a:solidFill>
                      <a:srgbClr val="002A46"/>
                    </a:solidFill>
                    <a:effectLst/>
                    <a:uLnTx/>
                    <a:uFillTx/>
                    <a:latin typeface="Arial Nova Cond Light" panose="020B0306020202020204" pitchFamily="34" charset="0"/>
                    <a:ea typeface="+mn-ea"/>
                    <a:cs typeface="+mn-cs"/>
                  </a:rPr>
                  <a:t>INTERNO FE</a:t>
                </a:r>
              </a:p>
            </p:txBody>
          </p:sp>
          <p:sp>
            <p:nvSpPr>
              <p:cNvPr id="34" name="Retângulo 33">
                <a:extLst>
                  <a:ext uri="{FF2B5EF4-FFF2-40B4-BE49-F238E27FC236}">
                    <a16:creationId xmlns:a16="http://schemas.microsoft.com/office/drawing/2014/main" id="{237FDAEE-80B4-8094-C31B-679DC7D579A5}"/>
                  </a:ext>
                </a:extLst>
              </p:cNvPr>
              <p:cNvSpPr/>
              <p:nvPr/>
            </p:nvSpPr>
            <p:spPr bwMode="auto">
              <a:xfrm>
                <a:off x="2307785" y="5992749"/>
                <a:ext cx="1351230" cy="215884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00" b="0" i="0" u="none" strike="noStrike" kern="1200" cap="none" spc="87" normalizeH="0" baseline="0" noProof="0">
                    <a:ln>
                      <a:noFill/>
                    </a:ln>
                    <a:solidFill>
                      <a:srgbClr val="002A46"/>
                    </a:solidFill>
                    <a:effectLst/>
                    <a:uLnTx/>
                    <a:uFillTx/>
                    <a:latin typeface="Arial Nova Cond Light" panose="020B0306020202020204" pitchFamily="34" charset="0"/>
                    <a:ea typeface="+mn-ea"/>
                    <a:cs typeface="+mn-cs"/>
                  </a:rPr>
                  <a:t>     FE + DTA/FE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91EE5EC4-B19A-A891-A78D-527FD9265BEE}"/>
                  </a:ext>
                </a:extLst>
              </p:cNvPr>
              <p:cNvSpPr/>
              <p:nvPr/>
            </p:nvSpPr>
            <p:spPr bwMode="auto">
              <a:xfrm>
                <a:off x="3941195" y="5992750"/>
                <a:ext cx="1794004" cy="260797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00" b="0" i="0" u="none" strike="noStrike" kern="1200" cap="none" spc="87" normalizeH="0" baseline="0" noProof="0">
                    <a:ln>
                      <a:noFill/>
                    </a:ln>
                    <a:solidFill>
                      <a:srgbClr val="002A46"/>
                    </a:solidFill>
                    <a:effectLst/>
                    <a:uLnTx/>
                    <a:uFillTx/>
                    <a:latin typeface="Arial Nova Cond Light" panose="020B0306020202020204" pitchFamily="34" charset="0"/>
                    <a:ea typeface="+mn-ea"/>
                    <a:cs typeface="+mn-cs"/>
                  </a:rPr>
                  <a:t>ÁREAS USUÁRIAS</a:t>
                </a:r>
              </a:p>
            </p:txBody>
          </p:sp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CF27AFA4-A668-30FA-D019-F728BDFD21B7}"/>
                  </a:ext>
                </a:extLst>
              </p:cNvPr>
              <p:cNvSpPr/>
              <p:nvPr/>
            </p:nvSpPr>
            <p:spPr bwMode="auto">
              <a:xfrm>
                <a:off x="3750879" y="5945598"/>
                <a:ext cx="329822" cy="31019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600" b="0" i="0" u="none" strike="noStrike" kern="1200" cap="none" spc="8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6FB411D-0152-8410-160F-B7B699836B79}"/>
                </a:ext>
              </a:extLst>
            </p:cNvPr>
            <p:cNvSpPr txBox="1"/>
            <p:nvPr/>
          </p:nvSpPr>
          <p:spPr>
            <a:xfrm>
              <a:off x="788756" y="6400699"/>
              <a:ext cx="8179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Legenda:</a:t>
              </a:r>
            </a:p>
          </p:txBody>
        </p:sp>
      </p:grp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62682795-894D-12F4-6F6A-ACC17278F3A2}"/>
              </a:ext>
            </a:extLst>
          </p:cNvPr>
          <p:cNvCxnSpPr/>
          <p:nvPr/>
        </p:nvCxnSpPr>
        <p:spPr>
          <a:xfrm>
            <a:off x="210312" y="4271847"/>
            <a:ext cx="1164031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tângulo 53">
            <a:extLst>
              <a:ext uri="{FF2B5EF4-FFF2-40B4-BE49-F238E27FC236}">
                <a16:creationId xmlns:a16="http://schemas.microsoft.com/office/drawing/2014/main" id="{DFE970E1-0A00-D514-4644-7F6983C28C1E}"/>
              </a:ext>
            </a:extLst>
          </p:cNvPr>
          <p:cNvSpPr/>
          <p:nvPr/>
        </p:nvSpPr>
        <p:spPr bwMode="auto">
          <a:xfrm>
            <a:off x="152614" y="1869834"/>
            <a:ext cx="331895" cy="1573723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87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TREINAMENTOS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CCD681E5-A133-BC48-B62C-0DF9EB051DC8}"/>
              </a:ext>
            </a:extLst>
          </p:cNvPr>
          <p:cNvSpPr/>
          <p:nvPr/>
        </p:nvSpPr>
        <p:spPr bwMode="auto">
          <a:xfrm>
            <a:off x="4297791" y="2466790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08A9BBAB-E413-6A62-D726-161907BFA513}"/>
              </a:ext>
            </a:extLst>
          </p:cNvPr>
          <p:cNvSpPr/>
          <p:nvPr/>
        </p:nvSpPr>
        <p:spPr bwMode="auto">
          <a:xfrm>
            <a:off x="894446" y="4430194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08ACFBBA-D154-2395-B80E-B7FB39DC0DF1}"/>
              </a:ext>
            </a:extLst>
          </p:cNvPr>
          <p:cNvSpPr/>
          <p:nvPr/>
        </p:nvSpPr>
        <p:spPr bwMode="auto">
          <a:xfrm>
            <a:off x="3157215" y="4430194"/>
            <a:ext cx="391325" cy="368032"/>
          </a:xfrm>
          <a:prstGeom prst="ellipse">
            <a:avLst/>
          </a:prstGeom>
          <a:solidFill>
            <a:srgbClr val="00B0F0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FE199E95-8184-A5DB-DA9A-F1895C65DC92}"/>
              </a:ext>
            </a:extLst>
          </p:cNvPr>
          <p:cNvSpPr/>
          <p:nvPr/>
        </p:nvSpPr>
        <p:spPr bwMode="auto">
          <a:xfrm>
            <a:off x="152614" y="4312364"/>
            <a:ext cx="331895" cy="1573723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87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PRÉ REQUISITO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CDA713E6-7CBE-B58F-F485-87511DD33371}"/>
              </a:ext>
            </a:extLst>
          </p:cNvPr>
          <p:cNvSpPr/>
          <p:nvPr/>
        </p:nvSpPr>
        <p:spPr bwMode="auto">
          <a:xfrm>
            <a:off x="1982582" y="4430194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86D37CE-1BD8-4B09-0FAC-3A48DCA2F764}"/>
              </a:ext>
            </a:extLst>
          </p:cNvPr>
          <p:cNvSpPr/>
          <p:nvPr/>
        </p:nvSpPr>
        <p:spPr bwMode="auto">
          <a:xfrm>
            <a:off x="8932291" y="1578165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11" name="Elipse 57">
            <a:extLst>
              <a:ext uri="{FF2B5EF4-FFF2-40B4-BE49-F238E27FC236}">
                <a16:creationId xmlns:a16="http://schemas.microsoft.com/office/drawing/2014/main" id="{3217B8B0-EC4C-DD90-EC82-210FD03138FF}"/>
              </a:ext>
            </a:extLst>
          </p:cNvPr>
          <p:cNvSpPr/>
          <p:nvPr/>
        </p:nvSpPr>
        <p:spPr bwMode="auto">
          <a:xfrm>
            <a:off x="5432088" y="2466790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2</a:t>
            </a:r>
          </a:p>
        </p:txBody>
      </p:sp>
      <p:pic>
        <p:nvPicPr>
          <p:cNvPr id="16" name="Picture 15" descr="Check ">
            <a:extLst>
              <a:ext uri="{FF2B5EF4-FFF2-40B4-BE49-F238E27FC236}">
                <a16:creationId xmlns:a16="http://schemas.microsoft.com/office/drawing/2014/main" id="{AEA661E0-6213-719A-41CA-0822C79E6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1349" y="1550310"/>
            <a:ext cx="197183" cy="197183"/>
          </a:xfrm>
          <a:prstGeom prst="rect">
            <a:avLst/>
          </a:prstGeom>
        </p:spPr>
      </p:pic>
      <p:pic>
        <p:nvPicPr>
          <p:cNvPr id="20" name="Picture 10" descr="Check ">
            <a:extLst>
              <a:ext uri="{FF2B5EF4-FFF2-40B4-BE49-F238E27FC236}">
                <a16:creationId xmlns:a16="http://schemas.microsoft.com/office/drawing/2014/main" id="{C3228FA5-9A64-3CB6-DF17-A7640D67C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1349" y="4376547"/>
            <a:ext cx="197183" cy="197183"/>
          </a:xfrm>
          <a:prstGeom prst="rect">
            <a:avLst/>
          </a:prstGeom>
        </p:spPr>
      </p:pic>
      <p:pic>
        <p:nvPicPr>
          <p:cNvPr id="22" name="Picture 10" descr="Check ">
            <a:extLst>
              <a:ext uri="{FF2B5EF4-FFF2-40B4-BE49-F238E27FC236}">
                <a16:creationId xmlns:a16="http://schemas.microsoft.com/office/drawing/2014/main" id="{6992B824-07B8-3454-A8B6-6473F36F65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614" y="4376547"/>
            <a:ext cx="197183" cy="197183"/>
          </a:xfrm>
          <a:prstGeom prst="rect">
            <a:avLst/>
          </a:prstGeom>
        </p:spPr>
      </p:pic>
      <p:sp>
        <p:nvSpPr>
          <p:cNvPr id="24" name="Estrela: 5 Pontas 21">
            <a:extLst>
              <a:ext uri="{FF2B5EF4-FFF2-40B4-BE49-F238E27FC236}">
                <a16:creationId xmlns:a16="http://schemas.microsoft.com/office/drawing/2014/main" id="{4A32C10B-0F52-9A01-D522-5889ED19B29F}"/>
              </a:ext>
            </a:extLst>
          </p:cNvPr>
          <p:cNvSpPr/>
          <p:nvPr/>
        </p:nvSpPr>
        <p:spPr bwMode="auto">
          <a:xfrm>
            <a:off x="4536193" y="1520338"/>
            <a:ext cx="238539" cy="241843"/>
          </a:xfrm>
          <a:prstGeom prst="star5">
            <a:avLst/>
          </a:prstGeom>
          <a:solidFill>
            <a:srgbClr val="FFC000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E500852-9C3B-5159-283D-C2A772B1A396}"/>
              </a:ext>
            </a:extLst>
          </p:cNvPr>
          <p:cNvGrpSpPr/>
          <p:nvPr/>
        </p:nvGrpSpPr>
        <p:grpSpPr>
          <a:xfrm>
            <a:off x="10100091" y="608098"/>
            <a:ext cx="1881348" cy="241843"/>
            <a:chOff x="10423377" y="620430"/>
            <a:chExt cx="1881348" cy="241843"/>
          </a:xfrm>
        </p:grpSpPr>
        <p:sp>
          <p:nvSpPr>
            <p:cNvPr id="30" name="Estrela: 5 Pontas 21">
              <a:extLst>
                <a:ext uri="{FF2B5EF4-FFF2-40B4-BE49-F238E27FC236}">
                  <a16:creationId xmlns:a16="http://schemas.microsoft.com/office/drawing/2014/main" id="{DED4D89A-CC83-A4A0-A4F9-1F261D20CAE5}"/>
                </a:ext>
              </a:extLst>
            </p:cNvPr>
            <p:cNvSpPr/>
            <p:nvPr/>
          </p:nvSpPr>
          <p:spPr bwMode="auto">
            <a:xfrm>
              <a:off x="10423377" y="620430"/>
              <a:ext cx="238539" cy="241843"/>
            </a:xfrm>
            <a:prstGeom prst="star5">
              <a:avLst/>
            </a:prstGeom>
            <a:solidFill>
              <a:srgbClr val="FFC000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0" i="0" u="none" strike="noStrike" kern="1200" cap="none" spc="87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Retângulo 33">
              <a:extLst>
                <a:ext uri="{FF2B5EF4-FFF2-40B4-BE49-F238E27FC236}">
                  <a16:creationId xmlns:a16="http://schemas.microsoft.com/office/drawing/2014/main" id="{3EC18DF7-DDB5-E651-8C68-174479A2054D}"/>
                </a:ext>
              </a:extLst>
            </p:cNvPr>
            <p:cNvSpPr/>
            <p:nvPr/>
          </p:nvSpPr>
          <p:spPr bwMode="auto">
            <a:xfrm>
              <a:off x="10636265" y="633409"/>
              <a:ext cx="1668460" cy="215885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0" i="0" u="none" strike="noStrike" kern="1200" cap="none" spc="87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 Light" panose="020B0306020202020204" pitchFamily="34" charset="0"/>
                  <a:ea typeface="+mn-ea"/>
                  <a:cs typeface="+mn-cs"/>
                </a:rPr>
                <a:t> PRÓXIMOS TREINAMENTOS</a:t>
              </a:r>
            </a:p>
          </p:txBody>
        </p:sp>
      </p:grpSp>
      <p:pic>
        <p:nvPicPr>
          <p:cNvPr id="18" name="Picture 10" descr="Check ">
            <a:extLst>
              <a:ext uri="{FF2B5EF4-FFF2-40B4-BE49-F238E27FC236}">
                <a16:creationId xmlns:a16="http://schemas.microsoft.com/office/drawing/2014/main" id="{80E2F27B-F7AC-E932-DBB0-C858B90E64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330" y="4376547"/>
            <a:ext cx="197183" cy="19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15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F904A2-05EF-2FB8-9A1D-4B567516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9B0DA86E-DE9E-6328-3B34-ACFECBC0AEB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DA86E-DE9E-6328-3B34-ACFECBC0A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64D3BB-B04F-1CB6-993D-353762A1F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28A982C-24E4-B09A-253B-454FE9C0E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1E73C7-A2C7-D37A-9DA9-50DD98E794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45A985C-8D1F-3FFF-E7DC-8224D26D4C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55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1D7ADB-0774-CB3A-D7E2-22B761F8A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7B0966CE-EF6C-F45A-5094-C194CA1025E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0966CE-EF6C-F45A-5094-C194CA1025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32E39EF-E823-A846-E9B8-04A6A13EE0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C09E5DC-F456-A45F-5D4A-7689A1CF10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6FF47C1F-F7E5-E1C8-51A0-DCE20E3DCE8C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825680"/>
          <a:ext cx="11685471" cy="361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75C1360-4DA4-127E-9134-546DF04E3681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2292911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344D16-BAE9-267E-0762-435573A6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11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9C1617-C74B-B8B4-58D8-C6DE10D3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674E5FE2-DD81-2B85-6073-BCAEA14634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4E5FE2-DD81-2B85-6073-BCAEA1463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A3C88F-7B5D-CBAB-6D28-23D2E7906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DF33A07-C235-45F4-ADFB-9AD7B0DB30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sz="3600"/>
              <a:t>Representantes de negócio e Participantes das Comunidades Técnicas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F04F1BC-201A-FD89-1A7C-94D09199B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A0749C-2EF5-5883-692A-ADDC3EB30A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06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A3AFDD-DFB6-EF68-A6EA-3F80E520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B86A40B9-2083-88CB-4D60-553C815BF8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E13B507-3993-093B-C19E-7814CABD126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13B507-3993-093B-C19E-7814CABD12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53DE410-8AD4-AF58-B489-4962C00E3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Indicações - Representantes de negócio e Participantes das Comunidades Técnicas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F113A4-5D2E-AFD8-7D0E-4F742ACA6B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54A0F9A-3CCD-4900-224A-A2D145B3E2C9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5E8AB3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867E34A-7D68-78E3-C302-9B0CEAEF8E7B}"/>
              </a:ext>
            </a:extLst>
          </p:cNvPr>
          <p:cNvGraphicFramePr>
            <a:graphicFrameLocks noGrp="1"/>
          </p:cNvGraphicFramePr>
          <p:nvPr/>
        </p:nvGraphicFramePr>
        <p:xfrm>
          <a:off x="411954" y="1123357"/>
          <a:ext cx="11366504" cy="4769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258">
                  <a:extLst>
                    <a:ext uri="{9D8B030D-6E8A-4147-A177-3AD203B41FA5}">
                      <a16:colId xmlns:a16="http://schemas.microsoft.com/office/drawing/2014/main" val="3322340406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1316345601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2981188540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2666083142"/>
                    </a:ext>
                  </a:extLst>
                </a:gridCol>
                <a:gridCol w="905375">
                  <a:extLst>
                    <a:ext uri="{9D8B030D-6E8A-4147-A177-3AD203B41FA5}">
                      <a16:colId xmlns:a16="http://schemas.microsoft.com/office/drawing/2014/main" val="1694691042"/>
                    </a:ext>
                  </a:extLst>
                </a:gridCol>
                <a:gridCol w="1166013">
                  <a:extLst>
                    <a:ext uri="{9D8B030D-6E8A-4147-A177-3AD203B41FA5}">
                      <a16:colId xmlns:a16="http://schemas.microsoft.com/office/drawing/2014/main" val="710007191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941578517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2721822382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3373170587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816066268"/>
                    </a:ext>
                  </a:extLst>
                </a:gridCol>
              </a:tblGrid>
              <a:tr h="315144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00" b="1" u="none" strike="noStrike" spc="300">
                          <a:effectLst/>
                        </a:rPr>
                        <a:t>SQUAD</a:t>
                      </a:r>
                      <a:endParaRPr lang="pt-BR" sz="1000" b="1" i="0" u="none" strike="noStrike" spc="300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PEE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PER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PRM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PRD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PRI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PRR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EGN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EGS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PDT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864109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SIMULADOR CC E FERRAMENTAS EMT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Eduardo e Ricardo (PSCAD)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314003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BASE DE DADOS EMT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Samuel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Eduardo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Ricardo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91877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ORGANON E DEMAIS FERRAMENTAS ELÉTRICAS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Daniel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(RESPROB)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Tais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(RESPROB)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Roberto Gomes e Laura Quintanilha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Pendente </a:t>
                      </a:r>
                      <a:endParaRPr lang="pt-BR" sz="1000" b="0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Anderson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Guilherme e</a:t>
                      </a:r>
                      <a:b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</a:b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 Jeanderson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568747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BASE DE DADOS RMS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Pendente</a:t>
                      </a: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r>
                        <a:rPr lang="pt-BR" sz="100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Pendente </a:t>
                      </a:r>
                      <a:endParaRPr lang="pt-BR" sz="1000" b="0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André Nascimento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Guilherme e</a:t>
                      </a:r>
                      <a:b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</a:b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Fabio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85688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CURTO E MÉDIO PRAZO (NOVO MODELO)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Débora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Luana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Gabriel Malta e João Pedro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Hugo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Carlo Lucca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28237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CURTO E MÉDIO PRAZO (LEGADO)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Débora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Luana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Marcelo Luna e Gabriel Malta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Gustavo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216434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CURTÍSSIMO PRAZO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Tiago e Amanda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Gustavo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129964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VAZÃO E GERAÇÃO DE CENÁRIOS HÍDRICOS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Rodrigo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Hugo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Carlo Lucca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Raphael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018174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SIMULADOR HIDRÁULICO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Rodrigo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Hadassiana e Camila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Raphael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901931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GERAÇÃO EÓLICA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Hugo e Frederico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Gustavo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369380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GERAÇÃO FOTOVOLTAICA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Hugo e Frederico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Gustavo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932281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PREVISÃO DE CARGA E MMGD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Raphael e</a:t>
                      </a:r>
                      <a:b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</a:b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Juliana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978957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C6BA6AA-C945-A718-DCA4-C867F992F46C}"/>
              </a:ext>
            </a:extLst>
          </p:cNvPr>
          <p:cNvGraphicFramePr>
            <a:graphicFrameLocks noGrp="1"/>
          </p:cNvGraphicFramePr>
          <p:nvPr/>
        </p:nvGraphicFramePr>
        <p:xfrm>
          <a:off x="2520950" y="6388099"/>
          <a:ext cx="4205112" cy="3043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639">
                  <a:extLst>
                    <a:ext uri="{9D8B030D-6E8A-4147-A177-3AD203B41FA5}">
                      <a16:colId xmlns:a16="http://schemas.microsoft.com/office/drawing/2014/main" val="2236802668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2773893416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2438367478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2565472623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3953728683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913186433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160682024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1994476424"/>
                    </a:ext>
                  </a:extLst>
                </a:gridCol>
              </a:tblGrid>
              <a:tr h="304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PRA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PLC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PLM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PLS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PLN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EGE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EGP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PED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167839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CD7B022-06A7-3266-9855-086E0264FC11}"/>
              </a:ext>
            </a:extLst>
          </p:cNvPr>
          <p:cNvSpPr txBox="1"/>
          <p:nvPr/>
        </p:nvSpPr>
        <p:spPr>
          <a:xfrm>
            <a:off x="2463800" y="5957212"/>
            <a:ext cx="8439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78B15">
                    <a:lumMod val="75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GERÊNCIAS PENDENTES DE PREENCHIMENTO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(PRA e PED ainda sem gerentes posicionados; FEL irá propor a indicação de apenas um representante para a PL; EG necessário follow-up)</a:t>
            </a:r>
          </a:p>
        </p:txBody>
      </p:sp>
    </p:spTree>
    <p:extLst>
      <p:ext uri="{BB962C8B-B14F-4D97-AF65-F5344CB8AC3E}">
        <p14:creationId xmlns:p14="http://schemas.microsoft.com/office/powerpoint/2010/main" val="28961942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A565CD-1399-3EA2-A8D0-0FE8A8C3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C2D1E5D4-F64B-A2F6-3108-DC601606DFF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D1E5D4-F64B-A2F6-3108-DC601606D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EE475C-CB52-0D79-5150-CECBBDEBC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ECF1B8A-D9F9-6545-2B37-333D138432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Gestão de Mudanças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E7C8129-E2DC-55C6-BB16-2DDEAF56BB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FCB9784-0E83-41C0-8F0E-532264960A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82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FCCA01-0738-7C45-B705-B2B08F8D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06F2E-BE77-CDFB-7E7F-659E49B29D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Gestão de Mudanças | Abordagem A&amp;M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FDF615-8987-F8D4-C1E2-E41299DC4D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noProof="0"/>
              <a:t>Estruturação dos Sites das Gerências para Sustentação do Novo Modelo de Operação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4B05FA-C749-9B78-0AD3-D3427334A4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defRPr/>
            </a:pPr>
            <a:r>
              <a:rPr lang="pt-BR">
                <a:solidFill>
                  <a:srgbClr val="5E8AB3"/>
                </a:solidFill>
              </a:rPr>
              <a:t>Um canal estruturado para acesso aos escopos e entregáveis das gerências.</a:t>
            </a:r>
          </a:p>
        </p:txBody>
      </p:sp>
      <p:sp>
        <p:nvSpPr>
          <p:cNvPr id="126" name="Shape 4">
            <a:extLst>
              <a:ext uri="{FF2B5EF4-FFF2-40B4-BE49-F238E27FC236}">
                <a16:creationId xmlns:a16="http://schemas.microsoft.com/office/drawing/2014/main" id="{E7DA860B-270D-F7FB-4B71-41F3E3A29AF2}"/>
              </a:ext>
            </a:extLst>
          </p:cNvPr>
          <p:cNvSpPr/>
          <p:nvPr/>
        </p:nvSpPr>
        <p:spPr>
          <a:xfrm>
            <a:off x="0" y="2923682"/>
            <a:ext cx="12149381" cy="216335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127" name="Shape 4">
            <a:extLst>
              <a:ext uri="{FF2B5EF4-FFF2-40B4-BE49-F238E27FC236}">
                <a16:creationId xmlns:a16="http://schemas.microsoft.com/office/drawing/2014/main" id="{A0BFE21E-E663-39D7-71CF-FE7C4BC351FB}"/>
              </a:ext>
            </a:extLst>
          </p:cNvPr>
          <p:cNvSpPr/>
          <p:nvPr/>
        </p:nvSpPr>
        <p:spPr>
          <a:xfrm flipH="1">
            <a:off x="9167588" y="1343411"/>
            <a:ext cx="2998497" cy="54915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pPr defTabSz="304815"/>
            <a:endParaRPr lang="pt-BR">
              <a:solidFill>
                <a:srgbClr val="002A46"/>
              </a:solidFill>
              <a:latin typeface="Arial" panose="020B0604020202020204"/>
            </a:endParaRPr>
          </a:p>
        </p:txBody>
      </p:sp>
      <p:sp>
        <p:nvSpPr>
          <p:cNvPr id="128" name="Elipse 127">
            <a:extLst>
              <a:ext uri="{FF2B5EF4-FFF2-40B4-BE49-F238E27FC236}">
                <a16:creationId xmlns:a16="http://schemas.microsoft.com/office/drawing/2014/main" id="{B1546167-3ED2-DA80-B5CA-6583C91A1327}"/>
              </a:ext>
            </a:extLst>
          </p:cNvPr>
          <p:cNvSpPr/>
          <p:nvPr/>
        </p:nvSpPr>
        <p:spPr>
          <a:xfrm>
            <a:off x="8120712" y="2957199"/>
            <a:ext cx="2331119" cy="2217095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BB8F47AD-EB04-34E6-517B-6EDC5D07DE94}"/>
              </a:ext>
            </a:extLst>
          </p:cNvPr>
          <p:cNvGrpSpPr/>
          <p:nvPr/>
        </p:nvGrpSpPr>
        <p:grpSpPr>
          <a:xfrm>
            <a:off x="6425784" y="1343411"/>
            <a:ext cx="5717181" cy="5443302"/>
            <a:chOff x="3073400" y="482600"/>
            <a:chExt cx="6045200" cy="6045200"/>
          </a:xfrm>
        </p:grpSpPr>
        <p:sp>
          <p:nvSpPr>
            <p:cNvPr id="130" name="Segmento 01">
              <a:extLst>
                <a:ext uri="{FF2B5EF4-FFF2-40B4-BE49-F238E27FC236}">
                  <a16:creationId xmlns:a16="http://schemas.microsoft.com/office/drawing/2014/main" id="{EFE5FE79-6F30-6B40-71C4-D639EA967A63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3091175" y="778"/>
                  </a:moveTo>
                  <a:arcTo wR="3022600" hR="3022600" stAng="-5322000" swAng="2004000"/>
                  <a:lnTo>
                    <a:pt x="3716666" y="2020242"/>
                  </a:lnTo>
                  <a:arcTo wR="1219200" hR="1219200" stAng="-3318000" swAng="-2004000"/>
                  <a:close/>
                </a:path>
              </a:pathLst>
            </a:custGeom>
            <a:solidFill>
              <a:srgbClr val="4A7EB5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1" name="Segmento 02">
              <a:extLst>
                <a:ext uri="{FF2B5EF4-FFF2-40B4-BE49-F238E27FC236}">
                  <a16:creationId xmlns:a16="http://schemas.microsoft.com/office/drawing/2014/main" id="{B7C0030B-AF53-1011-9DBA-A01A57C120FF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4854261" y="618202"/>
                  </a:moveTo>
                  <a:arcTo wR="3022600" hR="3022600" stAng="-3162000" swAng="2004000"/>
                  <a:lnTo>
                    <a:pt x="4173282" y="2619637"/>
                  </a:lnTo>
                  <a:arcTo wR="1219200" hR="1219200" stAng="-1158000" swAng="-2004000"/>
                  <a:close/>
                </a:path>
              </a:pathLst>
            </a:custGeom>
            <a:solidFill>
              <a:srgbClr val="36699E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2" name="Segmento 03">
              <a:extLst>
                <a:ext uri="{FF2B5EF4-FFF2-40B4-BE49-F238E27FC236}">
                  <a16:creationId xmlns:a16="http://schemas.microsoft.com/office/drawing/2014/main" id="{8E019714-C631-7631-6788-4C80E3FEFFF8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5917714" y="2154024"/>
                  </a:moveTo>
                  <a:arcTo wR="3022600" hR="3022600" stAng="-1002000" swAng="2004000"/>
                  <a:lnTo>
                    <a:pt x="4190377" y="3372950"/>
                  </a:lnTo>
                  <a:arcTo wR="1219200" hR="1219200" stAng="1002000" swAng="-2004000"/>
                  <a:close/>
                </a:path>
              </a:pathLst>
            </a:custGeom>
            <a:solidFill>
              <a:srgbClr val="3F9CB0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3" name="Segmento 04">
              <a:extLst>
                <a:ext uri="{FF2B5EF4-FFF2-40B4-BE49-F238E27FC236}">
                  <a16:creationId xmlns:a16="http://schemas.microsoft.com/office/drawing/2014/main" id="{113C21CD-7DF7-56CE-5F52-527050C9206F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5875333" y="4021613"/>
                  </a:moveTo>
                  <a:arcTo wR="3022600" hR="3022600" stAng="1158000" swAng="2004000"/>
                  <a:lnTo>
                    <a:pt x="3761421" y="3992441"/>
                  </a:lnTo>
                  <a:arcTo wR="1219200" hR="1219200" stAng="3162000" swAng="-2004000"/>
                  <a:close/>
                </a:path>
              </a:pathLst>
            </a:custGeom>
            <a:solidFill>
              <a:srgbClr val="1F6F63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4" name="Segmento 05">
              <a:extLst>
                <a:ext uri="{FF2B5EF4-FFF2-40B4-BE49-F238E27FC236}">
                  <a16:creationId xmlns:a16="http://schemas.microsoft.com/office/drawing/2014/main" id="{11CCF895-03CA-B80E-6AF7-A9CFD7F6FC26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4743304" y="5507613"/>
                  </a:moveTo>
                  <a:arcTo wR="3022600" hR="3022600" stAng="3318000" swAng="2004000"/>
                  <a:lnTo>
                    <a:pt x="3050260" y="4241486"/>
                  </a:lnTo>
                  <a:arcTo wR="1219200" hR="1219200" stAng="5322000" swAng="-2004000"/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5" name="Segmento 06">
              <a:extLst>
                <a:ext uri="{FF2B5EF4-FFF2-40B4-BE49-F238E27FC236}">
                  <a16:creationId xmlns:a16="http://schemas.microsoft.com/office/drawing/2014/main" id="{810A2F36-3076-0A96-6CD0-F1F30000DEB2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2954025" y="6044422"/>
                  </a:moveTo>
                  <a:arcTo wR="3022600" hR="3022600" stAng="5478000" swAng="2004000"/>
                  <a:lnTo>
                    <a:pt x="2328534" y="4024958"/>
                  </a:lnTo>
                  <a:arcTo wR="1219200" hR="1219200" stAng="7482000" swAng="-2004000"/>
                  <a:close/>
                </a:path>
              </a:pathLst>
            </a:custGeom>
            <a:solidFill>
              <a:srgbClr val="4C9A2A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6" name="Segmento 07">
              <a:extLst>
                <a:ext uri="{FF2B5EF4-FFF2-40B4-BE49-F238E27FC236}">
                  <a16:creationId xmlns:a16="http://schemas.microsoft.com/office/drawing/2014/main" id="{1411D622-9C9B-110C-63FE-12756AB96B9E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1190939" y="5426998"/>
                  </a:moveTo>
                  <a:arcTo wR="3022600" hR="3022600" stAng="7638000" swAng="2004000"/>
                  <a:lnTo>
                    <a:pt x="1871918" y="3425563"/>
                  </a:lnTo>
                  <a:arcTo wR="1219200" hR="1219200" stAng="9642000" swAng="-2004000"/>
                  <a:close/>
                </a:path>
              </a:pathLst>
            </a:custGeom>
            <a:solidFill>
              <a:srgbClr val="B5C93F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7" name="Segmento 08">
              <a:extLst>
                <a:ext uri="{FF2B5EF4-FFF2-40B4-BE49-F238E27FC236}">
                  <a16:creationId xmlns:a16="http://schemas.microsoft.com/office/drawing/2014/main" id="{862EE27B-DD27-3FDF-61A0-785BAA5B1185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127486" y="3891176"/>
                  </a:moveTo>
                  <a:arcTo wR="3022600" hR="3022600" stAng="9798000" swAng="2004000"/>
                  <a:lnTo>
                    <a:pt x="1854823" y="2672250"/>
                  </a:lnTo>
                  <a:arcTo wR="1219200" hR="1219200" stAng="11802000" swAng="-2004000"/>
                  <a:close/>
                </a:path>
              </a:pathLst>
            </a:custGeom>
            <a:solidFill>
              <a:srgbClr val="F0B323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8" name="Segmento 09">
              <a:extLst>
                <a:ext uri="{FF2B5EF4-FFF2-40B4-BE49-F238E27FC236}">
                  <a16:creationId xmlns:a16="http://schemas.microsoft.com/office/drawing/2014/main" id="{F5B96199-49E2-ED8B-B3CF-96B472F9383F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169867" y="2023587"/>
                  </a:moveTo>
                  <a:arcTo wR="3022600" hR="3022600" stAng="11958000" swAng="2004000"/>
                  <a:lnTo>
                    <a:pt x="2283779" y="2052759"/>
                  </a:lnTo>
                  <a:arcTo wR="1219200" hR="1219200" stAng="13962000" swAng="-2004000"/>
                  <a:close/>
                </a:path>
              </a:pathLst>
            </a:custGeom>
            <a:solidFill>
              <a:srgbClr val="E28A1E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9" name="Segmento 10">
              <a:extLst>
                <a:ext uri="{FF2B5EF4-FFF2-40B4-BE49-F238E27FC236}">
                  <a16:creationId xmlns:a16="http://schemas.microsoft.com/office/drawing/2014/main" id="{FC96F38D-28E2-069B-E731-9FC0790CF0F7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1301896" y="537587"/>
                  </a:moveTo>
                  <a:arcTo wR="3022600" hR="3022600" stAng="14118000" swAng="2004000"/>
                  <a:lnTo>
                    <a:pt x="2994940" y="1803714"/>
                  </a:lnTo>
                  <a:arcTo wR="1219200" hR="1219200" stAng="16122000" swAng="-2004000"/>
                  <a:close/>
                </a:path>
              </a:pathLst>
            </a:custGeom>
            <a:solidFill>
              <a:srgbClr val="D9534F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40" name="Rótulo 01">
              <a:extLst>
                <a:ext uri="{FF2B5EF4-FFF2-40B4-BE49-F238E27FC236}">
                  <a16:creationId xmlns:a16="http://schemas.microsoft.com/office/drawing/2014/main" id="{8299B3FE-AF3D-AAE4-990F-D1BFB2830BB9}"/>
                </a:ext>
              </a:extLst>
            </p:cNvPr>
            <p:cNvSpPr txBox="1"/>
            <p:nvPr/>
          </p:nvSpPr>
          <p:spPr>
            <a:xfrm>
              <a:off x="6098759" y="932850"/>
              <a:ext cx="1462223" cy="7430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Modelo de Governança e Rotinas</a:t>
              </a:r>
            </a:p>
          </p:txBody>
        </p:sp>
        <p:sp>
          <p:nvSpPr>
            <p:cNvPr id="141" name="Número 01">
              <a:extLst>
                <a:ext uri="{FF2B5EF4-FFF2-40B4-BE49-F238E27FC236}">
                  <a16:creationId xmlns:a16="http://schemas.microsoft.com/office/drawing/2014/main" id="{38CB92B7-B6E4-6D9D-7AA6-17C8233F90A1}"/>
                </a:ext>
              </a:extLst>
            </p:cNvPr>
            <p:cNvSpPr txBox="1"/>
            <p:nvPr/>
          </p:nvSpPr>
          <p:spPr>
            <a:xfrm>
              <a:off x="6375138" y="1791128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01</a:t>
              </a:r>
            </a:p>
          </p:txBody>
        </p:sp>
        <p:sp>
          <p:nvSpPr>
            <p:cNvPr id="142" name="Rótulo 02">
              <a:extLst>
                <a:ext uri="{FF2B5EF4-FFF2-40B4-BE49-F238E27FC236}">
                  <a16:creationId xmlns:a16="http://schemas.microsoft.com/office/drawing/2014/main" id="{5DF454CE-E125-7AF7-65A6-325B70DF515F}"/>
                </a:ext>
              </a:extLst>
            </p:cNvPr>
            <p:cNvSpPr txBox="1"/>
            <p:nvPr/>
          </p:nvSpPr>
          <p:spPr>
            <a:xfrm>
              <a:off x="7271355" y="1675487"/>
              <a:ext cx="1360222" cy="9589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Direcionamento Estratégico e Resultados</a:t>
              </a:r>
            </a:p>
          </p:txBody>
        </p:sp>
        <p:sp>
          <p:nvSpPr>
            <p:cNvPr id="143" name="Número 02">
              <a:extLst>
                <a:ext uri="{FF2B5EF4-FFF2-40B4-BE49-F238E27FC236}">
                  <a16:creationId xmlns:a16="http://schemas.microsoft.com/office/drawing/2014/main" id="{9072D58A-D643-2651-9FAB-991FFD8163EE}"/>
                </a:ext>
              </a:extLst>
            </p:cNvPr>
            <p:cNvSpPr txBox="1"/>
            <p:nvPr/>
          </p:nvSpPr>
          <p:spPr>
            <a:xfrm>
              <a:off x="7176127" y="2373081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02</a:t>
              </a:r>
            </a:p>
          </p:txBody>
        </p:sp>
        <p:sp>
          <p:nvSpPr>
            <p:cNvPr id="144" name="Rótulo 03">
              <a:extLst>
                <a:ext uri="{FF2B5EF4-FFF2-40B4-BE49-F238E27FC236}">
                  <a16:creationId xmlns:a16="http://schemas.microsoft.com/office/drawing/2014/main" id="{64BB6F6D-063F-ED71-68BD-D3798E40C964}"/>
                </a:ext>
              </a:extLst>
            </p:cNvPr>
            <p:cNvSpPr txBox="1"/>
            <p:nvPr/>
          </p:nvSpPr>
          <p:spPr>
            <a:xfrm>
              <a:off x="7954455" y="2984500"/>
              <a:ext cx="1041400" cy="10414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Gestão e Priorização do Portfólio</a:t>
              </a:r>
            </a:p>
          </p:txBody>
        </p:sp>
        <p:sp>
          <p:nvSpPr>
            <p:cNvPr id="145" name="Número 03">
              <a:extLst>
                <a:ext uri="{FF2B5EF4-FFF2-40B4-BE49-F238E27FC236}">
                  <a16:creationId xmlns:a16="http://schemas.microsoft.com/office/drawing/2014/main" id="{987FD4CF-93B0-4A82-D7DA-0AA8CEE40061}"/>
                </a:ext>
              </a:extLst>
            </p:cNvPr>
            <p:cNvSpPr txBox="1"/>
            <p:nvPr/>
          </p:nvSpPr>
          <p:spPr>
            <a:xfrm>
              <a:off x="7482078" y="3314700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03</a:t>
              </a:r>
            </a:p>
          </p:txBody>
        </p:sp>
        <p:sp>
          <p:nvSpPr>
            <p:cNvPr id="146" name="Rótulo 04">
              <a:extLst>
                <a:ext uri="{FF2B5EF4-FFF2-40B4-BE49-F238E27FC236}">
                  <a16:creationId xmlns:a16="http://schemas.microsoft.com/office/drawing/2014/main" id="{10529C8F-0592-4295-35B2-5CE1300722EB}"/>
                </a:ext>
              </a:extLst>
            </p:cNvPr>
            <p:cNvSpPr txBox="1"/>
            <p:nvPr/>
          </p:nvSpPr>
          <p:spPr>
            <a:xfrm>
              <a:off x="7271355" y="4375979"/>
              <a:ext cx="1403154" cy="9589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Processos, Responsabilidades e Interfaces</a:t>
              </a:r>
            </a:p>
          </p:txBody>
        </p:sp>
        <p:sp>
          <p:nvSpPr>
            <p:cNvPr id="147" name="Número 04">
              <a:extLst>
                <a:ext uri="{FF2B5EF4-FFF2-40B4-BE49-F238E27FC236}">
                  <a16:creationId xmlns:a16="http://schemas.microsoft.com/office/drawing/2014/main" id="{24C5342E-2466-7068-5B61-F1F592483738}"/>
                </a:ext>
              </a:extLst>
            </p:cNvPr>
            <p:cNvSpPr txBox="1"/>
            <p:nvPr/>
          </p:nvSpPr>
          <p:spPr>
            <a:xfrm>
              <a:off x="7176127" y="4256319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04</a:t>
              </a:r>
            </a:p>
          </p:txBody>
        </p:sp>
        <p:sp>
          <p:nvSpPr>
            <p:cNvPr id="148" name="Rótulo 05">
              <a:extLst>
                <a:ext uri="{FF2B5EF4-FFF2-40B4-BE49-F238E27FC236}">
                  <a16:creationId xmlns:a16="http://schemas.microsoft.com/office/drawing/2014/main" id="{B5132C84-7B17-4AEB-0009-DE53A6C8C443}"/>
                </a:ext>
              </a:extLst>
            </p:cNvPr>
            <p:cNvSpPr txBox="1"/>
            <p:nvPr/>
          </p:nvSpPr>
          <p:spPr>
            <a:xfrm>
              <a:off x="6188635" y="5334516"/>
              <a:ext cx="1293443" cy="7430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Padrões Técnicos, Qualidade e Documentação</a:t>
              </a:r>
            </a:p>
          </p:txBody>
        </p:sp>
        <p:sp>
          <p:nvSpPr>
            <p:cNvPr id="149" name="Número 05">
              <a:extLst>
                <a:ext uri="{FF2B5EF4-FFF2-40B4-BE49-F238E27FC236}">
                  <a16:creationId xmlns:a16="http://schemas.microsoft.com/office/drawing/2014/main" id="{61AF20B1-34C7-A632-B0BC-21147E7CFBE6}"/>
                </a:ext>
              </a:extLst>
            </p:cNvPr>
            <p:cNvSpPr txBox="1"/>
            <p:nvPr/>
          </p:nvSpPr>
          <p:spPr>
            <a:xfrm>
              <a:off x="6375138" y="4838272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05</a:t>
              </a:r>
            </a:p>
          </p:txBody>
        </p:sp>
        <p:sp>
          <p:nvSpPr>
            <p:cNvPr id="150" name="Rótulo 06">
              <a:extLst>
                <a:ext uri="{FF2B5EF4-FFF2-40B4-BE49-F238E27FC236}">
                  <a16:creationId xmlns:a16="http://schemas.microsoft.com/office/drawing/2014/main" id="{670C4376-00E3-FD7F-E308-6FBC92C5E6C0}"/>
                </a:ext>
              </a:extLst>
            </p:cNvPr>
            <p:cNvSpPr txBox="1"/>
            <p:nvPr/>
          </p:nvSpPr>
          <p:spPr>
            <a:xfrm>
              <a:off x="4768903" y="5318427"/>
              <a:ext cx="1234461" cy="7430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Indicadores, Metas e Desempenho</a:t>
              </a:r>
            </a:p>
          </p:txBody>
        </p:sp>
        <p:sp>
          <p:nvSpPr>
            <p:cNvPr id="151" name="Número 06">
              <a:extLst>
                <a:ext uri="{FF2B5EF4-FFF2-40B4-BE49-F238E27FC236}">
                  <a16:creationId xmlns:a16="http://schemas.microsoft.com/office/drawing/2014/main" id="{B0AB6E6E-D488-70CA-E71D-4DD9EF8581A4}"/>
                </a:ext>
              </a:extLst>
            </p:cNvPr>
            <p:cNvSpPr txBox="1"/>
            <p:nvPr/>
          </p:nvSpPr>
          <p:spPr>
            <a:xfrm>
              <a:off x="5385062" y="4838272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06</a:t>
              </a:r>
            </a:p>
          </p:txBody>
        </p:sp>
        <p:sp>
          <p:nvSpPr>
            <p:cNvPr id="152" name="Rótulo 07">
              <a:extLst>
                <a:ext uri="{FF2B5EF4-FFF2-40B4-BE49-F238E27FC236}">
                  <a16:creationId xmlns:a16="http://schemas.microsoft.com/office/drawing/2014/main" id="{27A892DA-D9AA-5AC0-F2F9-EAAD01578F14}"/>
                </a:ext>
              </a:extLst>
            </p:cNvPr>
            <p:cNvSpPr txBox="1"/>
            <p:nvPr/>
          </p:nvSpPr>
          <p:spPr>
            <a:xfrm>
              <a:off x="3576472" y="4375979"/>
              <a:ext cx="1208454" cy="9589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Governança das Comunidades</a:t>
              </a:r>
            </a:p>
          </p:txBody>
        </p:sp>
        <p:sp>
          <p:nvSpPr>
            <p:cNvPr id="153" name="Número 07">
              <a:extLst>
                <a:ext uri="{FF2B5EF4-FFF2-40B4-BE49-F238E27FC236}">
                  <a16:creationId xmlns:a16="http://schemas.microsoft.com/office/drawing/2014/main" id="{AEB72680-E340-399B-BD77-54C721186CBD}"/>
                </a:ext>
              </a:extLst>
            </p:cNvPr>
            <p:cNvSpPr txBox="1"/>
            <p:nvPr/>
          </p:nvSpPr>
          <p:spPr>
            <a:xfrm>
              <a:off x="4584073" y="4256319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07</a:t>
              </a:r>
            </a:p>
          </p:txBody>
        </p:sp>
        <p:sp>
          <p:nvSpPr>
            <p:cNvPr id="154" name="Rótulo 08">
              <a:extLst>
                <a:ext uri="{FF2B5EF4-FFF2-40B4-BE49-F238E27FC236}">
                  <a16:creationId xmlns:a16="http://schemas.microsoft.com/office/drawing/2014/main" id="{D9477A2A-059B-51A4-4732-C3C1CB0F4CE6}"/>
                </a:ext>
              </a:extLst>
            </p:cNvPr>
            <p:cNvSpPr txBox="1"/>
            <p:nvPr/>
          </p:nvSpPr>
          <p:spPr>
            <a:xfrm>
              <a:off x="3111070" y="2984500"/>
              <a:ext cx="1208454" cy="10414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Gestão de Contratos e Relacionamento</a:t>
              </a:r>
            </a:p>
          </p:txBody>
        </p:sp>
        <p:sp>
          <p:nvSpPr>
            <p:cNvPr id="155" name="Número 08">
              <a:extLst>
                <a:ext uri="{FF2B5EF4-FFF2-40B4-BE49-F238E27FC236}">
                  <a16:creationId xmlns:a16="http://schemas.microsoft.com/office/drawing/2014/main" id="{32ACCC66-7C33-746D-B7D0-25E53D14962C}"/>
                </a:ext>
              </a:extLst>
            </p:cNvPr>
            <p:cNvSpPr txBox="1"/>
            <p:nvPr/>
          </p:nvSpPr>
          <p:spPr>
            <a:xfrm>
              <a:off x="4278122" y="3314700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08</a:t>
              </a:r>
            </a:p>
          </p:txBody>
        </p:sp>
        <p:sp>
          <p:nvSpPr>
            <p:cNvPr id="156" name="Rótulo 09">
              <a:extLst>
                <a:ext uri="{FF2B5EF4-FFF2-40B4-BE49-F238E27FC236}">
                  <a16:creationId xmlns:a16="http://schemas.microsoft.com/office/drawing/2014/main" id="{438D949F-411A-C293-878A-755A96F2227A}"/>
                </a:ext>
              </a:extLst>
            </p:cNvPr>
            <p:cNvSpPr txBox="1"/>
            <p:nvPr/>
          </p:nvSpPr>
          <p:spPr>
            <a:xfrm>
              <a:off x="3690165" y="1675487"/>
              <a:ext cx="1094761" cy="9589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Orçamento e Gestão Financeira</a:t>
              </a:r>
            </a:p>
          </p:txBody>
        </p:sp>
        <p:sp>
          <p:nvSpPr>
            <p:cNvPr id="157" name="Número 09">
              <a:extLst>
                <a:ext uri="{FF2B5EF4-FFF2-40B4-BE49-F238E27FC236}">
                  <a16:creationId xmlns:a16="http://schemas.microsoft.com/office/drawing/2014/main" id="{300F1D1F-999D-683B-D67F-2FCCB7887FD7}"/>
                </a:ext>
              </a:extLst>
            </p:cNvPr>
            <p:cNvSpPr txBox="1"/>
            <p:nvPr/>
          </p:nvSpPr>
          <p:spPr>
            <a:xfrm>
              <a:off x="4584073" y="2373081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09</a:t>
              </a:r>
            </a:p>
          </p:txBody>
        </p:sp>
        <p:sp>
          <p:nvSpPr>
            <p:cNvPr id="158" name="Rótulo 10">
              <a:extLst>
                <a:ext uri="{FF2B5EF4-FFF2-40B4-BE49-F238E27FC236}">
                  <a16:creationId xmlns:a16="http://schemas.microsoft.com/office/drawing/2014/main" id="{DD2FD5CC-9C32-DBA0-1D06-F7E36C73B6C6}"/>
                </a:ext>
              </a:extLst>
            </p:cNvPr>
            <p:cNvSpPr txBox="1"/>
            <p:nvPr/>
          </p:nvSpPr>
          <p:spPr>
            <a:xfrm>
              <a:off x="4709922" y="948939"/>
              <a:ext cx="1293442" cy="7430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Representação institucional e regulatória</a:t>
              </a:r>
            </a:p>
          </p:txBody>
        </p:sp>
        <p:sp>
          <p:nvSpPr>
            <p:cNvPr id="159" name="Número 10">
              <a:extLst>
                <a:ext uri="{FF2B5EF4-FFF2-40B4-BE49-F238E27FC236}">
                  <a16:creationId xmlns:a16="http://schemas.microsoft.com/office/drawing/2014/main" id="{ED0D8C61-54E7-B4FF-C2A8-2A24290EB5BA}"/>
                </a:ext>
              </a:extLst>
            </p:cNvPr>
            <p:cNvSpPr txBox="1"/>
            <p:nvPr/>
          </p:nvSpPr>
          <p:spPr>
            <a:xfrm>
              <a:off x="5385062" y="1791128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10</a:t>
              </a:r>
            </a:p>
          </p:txBody>
        </p:sp>
        <p:sp>
          <p:nvSpPr>
            <p:cNvPr id="160" name="Centro">
              <a:extLst>
                <a:ext uri="{FF2B5EF4-FFF2-40B4-BE49-F238E27FC236}">
                  <a16:creationId xmlns:a16="http://schemas.microsoft.com/office/drawing/2014/main" id="{0C2F20B0-960C-8848-8C5D-8443471CFB51}"/>
                </a:ext>
              </a:extLst>
            </p:cNvPr>
            <p:cNvSpPr txBox="1"/>
            <p:nvPr/>
          </p:nvSpPr>
          <p:spPr>
            <a:xfrm>
              <a:off x="4501102" y="2942436"/>
              <a:ext cx="3163379" cy="11176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2200" b="1">
                  <a:solidFill>
                    <a:srgbClr val="002A46"/>
                  </a:solidFill>
                  <a:latin typeface="Arial Nova" panose="020B0504020202020204" pitchFamily="34" charset="0"/>
                </a:rPr>
                <a:t>FEG</a:t>
              </a:r>
            </a:p>
            <a:p>
              <a:pPr algn="ctr" defTabSz="304815">
                <a:lnSpc>
                  <a:spcPct val="90000"/>
                </a:lnSpc>
              </a:pPr>
              <a:r>
                <a:rPr lang="pt-BR" sz="1200" b="1">
                  <a:solidFill>
                    <a:srgbClr val="002A46"/>
                  </a:solidFill>
                  <a:latin typeface="Arial Nova" panose="020B0504020202020204" pitchFamily="34" charset="0"/>
                </a:rPr>
                <a:t>Governança e Estratégia</a:t>
              </a:r>
            </a:p>
          </p:txBody>
        </p:sp>
      </p:grpSp>
      <p:sp>
        <p:nvSpPr>
          <p:cNvPr id="161" name="TextBox 6">
            <a:extLst>
              <a:ext uri="{FF2B5EF4-FFF2-40B4-BE49-F238E27FC236}">
                <a16:creationId xmlns:a16="http://schemas.microsoft.com/office/drawing/2014/main" id="{35AD0117-2555-0F16-1203-4097DC8D49AE}"/>
              </a:ext>
            </a:extLst>
          </p:cNvPr>
          <p:cNvSpPr txBox="1"/>
          <p:nvPr/>
        </p:nvSpPr>
        <p:spPr>
          <a:xfrm>
            <a:off x="832313" y="1621857"/>
            <a:ext cx="26517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04815">
              <a:defRPr sz="1000" b="1">
                <a:solidFill>
                  <a:srgbClr val="2F75B5"/>
                </a:solidFill>
                <a:latin typeface="Arial"/>
              </a:defRPr>
            </a:pPr>
            <a:r>
              <a:rPr sz="1467" b="1">
                <a:solidFill>
                  <a:srgbClr val="2F75B5"/>
                </a:solidFill>
                <a:latin typeface="Arial Nova" panose="020B0504020202020204" pitchFamily="34" charset="0"/>
              </a:rPr>
              <a:t>PAPEL DA GERÊNCIA</a:t>
            </a:r>
          </a:p>
        </p:txBody>
      </p:sp>
      <p:cxnSp>
        <p:nvCxnSpPr>
          <p:cNvPr id="162" name="Conector reto 161">
            <a:extLst>
              <a:ext uri="{FF2B5EF4-FFF2-40B4-BE49-F238E27FC236}">
                <a16:creationId xmlns:a16="http://schemas.microsoft.com/office/drawing/2014/main" id="{42022FDF-DADA-4442-5BBD-5A5BCA098FF9}"/>
              </a:ext>
            </a:extLst>
          </p:cNvPr>
          <p:cNvCxnSpPr/>
          <p:nvPr/>
        </p:nvCxnSpPr>
        <p:spPr>
          <a:xfrm>
            <a:off x="8490326" y="4320821"/>
            <a:ext cx="152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3" name="Imagem 162">
            <a:extLst>
              <a:ext uri="{FF2B5EF4-FFF2-40B4-BE49-F238E27FC236}">
                <a16:creationId xmlns:a16="http://schemas.microsoft.com/office/drawing/2014/main" id="{9533AF6B-FF05-1222-A5A8-040BCE7AF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355" y="3443925"/>
            <a:ext cx="360745" cy="360745"/>
          </a:xfrm>
          <a:prstGeom prst="rect">
            <a:avLst/>
          </a:prstGeom>
        </p:spPr>
      </p:pic>
      <p:sp>
        <p:nvSpPr>
          <p:cNvPr id="164" name="TextBox 18">
            <a:extLst>
              <a:ext uri="{FF2B5EF4-FFF2-40B4-BE49-F238E27FC236}">
                <a16:creationId xmlns:a16="http://schemas.microsoft.com/office/drawing/2014/main" id="{A7CD845B-780F-8C78-FD56-2E80FC648F13}"/>
              </a:ext>
            </a:extLst>
          </p:cNvPr>
          <p:cNvSpPr txBox="1"/>
          <p:nvPr/>
        </p:nvSpPr>
        <p:spPr>
          <a:xfrm>
            <a:off x="3599480" y="5471119"/>
            <a:ext cx="25425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304815">
              <a:defRPr sz="1050" b="0">
                <a:solidFill>
                  <a:srgbClr val="1E1E1E"/>
                </a:solidFill>
                <a:latin typeface="Arial"/>
              </a:defRPr>
            </a:pPr>
            <a:r>
              <a:rPr lang="pt-BR" sz="800">
                <a:solidFill>
                  <a:srgbClr val="1E1E1E"/>
                </a:solidFill>
                <a:latin typeface="Arial Nova" panose="020B0504020202020204" pitchFamily="34" charset="0"/>
              </a:rPr>
              <a:t>Cada pétala da mandala representa uma frente de trabalho da gerência.</a:t>
            </a:r>
          </a:p>
          <a:p>
            <a:pPr algn="r" defTabSz="304815">
              <a:defRPr sz="1050" b="0">
                <a:solidFill>
                  <a:srgbClr val="1E1E1E"/>
                </a:solidFill>
                <a:latin typeface="Arial"/>
              </a:defRPr>
            </a:pPr>
            <a:r>
              <a:rPr lang="pt-BR" sz="800">
                <a:solidFill>
                  <a:srgbClr val="1E1E1E"/>
                </a:solidFill>
                <a:latin typeface="Arial Nova" panose="020B0504020202020204" pitchFamily="34" charset="0"/>
              </a:rPr>
              <a:t> </a:t>
            </a:r>
          </a:p>
          <a:p>
            <a:pPr algn="r" defTabSz="304815">
              <a:defRPr sz="1050" b="0">
                <a:solidFill>
                  <a:srgbClr val="1E1E1E"/>
                </a:solidFill>
                <a:latin typeface="Arial"/>
              </a:defRPr>
            </a:pPr>
            <a:r>
              <a:rPr lang="pt-BR" sz="800">
                <a:solidFill>
                  <a:srgbClr val="1E1E1E"/>
                </a:solidFill>
                <a:latin typeface="Arial Nova" panose="020B0504020202020204" pitchFamily="34" charset="0"/>
              </a:rPr>
              <a:t>Juntas, elas formam uma visão integrada da estrutura da área, de suas responsabilidades e dos entregáveis que impulsionam seus resultados.</a:t>
            </a:r>
            <a:endParaRPr sz="733">
              <a:solidFill>
                <a:srgbClr val="1E1E1E"/>
              </a:solidFill>
              <a:latin typeface="Arial Nova" panose="020B0504020202020204" pitchFamily="34" charset="0"/>
            </a:endParaRPr>
          </a:p>
        </p:txBody>
      </p:sp>
      <p:cxnSp>
        <p:nvCxnSpPr>
          <p:cNvPr id="165" name="Conector: Angulado 164">
            <a:extLst>
              <a:ext uri="{FF2B5EF4-FFF2-40B4-BE49-F238E27FC236}">
                <a16:creationId xmlns:a16="http://schemas.microsoft.com/office/drawing/2014/main" id="{6352168C-3E57-F08B-3DB9-A75CEF1F06F2}"/>
              </a:ext>
            </a:extLst>
          </p:cNvPr>
          <p:cNvCxnSpPr>
            <a:cxnSpLocks/>
            <a:stCxn id="152" idx="2"/>
            <a:endCxn id="166" idx="3"/>
          </p:cNvCxnSpPr>
          <p:nvPr/>
        </p:nvCxnSpPr>
        <p:spPr>
          <a:xfrm rot="5400000" flipH="1">
            <a:off x="6684775" y="4924373"/>
            <a:ext cx="323118" cy="1253333"/>
          </a:xfrm>
          <a:prstGeom prst="bentConnector4">
            <a:avLst>
              <a:gd name="adj1" fmla="val -70748"/>
              <a:gd name="adj2" fmla="val 72797"/>
            </a:avLst>
          </a:prstGeom>
          <a:ln>
            <a:solidFill>
              <a:srgbClr val="B5C9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65">
            <a:extLst>
              <a:ext uri="{FF2B5EF4-FFF2-40B4-BE49-F238E27FC236}">
                <a16:creationId xmlns:a16="http://schemas.microsoft.com/office/drawing/2014/main" id="{9031FCED-EAD3-4392-9AFA-9D96C48DE5D3}"/>
              </a:ext>
            </a:extLst>
          </p:cNvPr>
          <p:cNvSpPr/>
          <p:nvPr/>
        </p:nvSpPr>
        <p:spPr>
          <a:xfrm>
            <a:off x="4712326" y="5305080"/>
            <a:ext cx="1507341" cy="168799"/>
          </a:xfrm>
          <a:prstGeom prst="roundRect">
            <a:avLst>
              <a:gd name="adj" fmla="val 574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r>
              <a:rPr lang="en-US" sz="1200">
                <a:solidFill>
                  <a:srgbClr val="002A46"/>
                </a:solidFill>
                <a:latin typeface="Arial Nova Cond" panose="020B0506020202020204" pitchFamily="34" charset="0"/>
              </a:rPr>
              <a:t>Leitura da Mandala</a:t>
            </a:r>
            <a:endParaRPr lang="pt-BR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7" name="TextBox 18">
            <a:extLst>
              <a:ext uri="{FF2B5EF4-FFF2-40B4-BE49-F238E27FC236}">
                <a16:creationId xmlns:a16="http://schemas.microsoft.com/office/drawing/2014/main" id="{BB193BC3-9EF3-88A6-48E0-B13BD833C0C3}"/>
              </a:ext>
            </a:extLst>
          </p:cNvPr>
          <p:cNvSpPr txBox="1"/>
          <p:nvPr/>
        </p:nvSpPr>
        <p:spPr>
          <a:xfrm>
            <a:off x="8435697" y="4356369"/>
            <a:ext cx="1727045" cy="3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04815">
              <a:defRPr sz="1050" b="0">
                <a:solidFill>
                  <a:srgbClr val="1E1E1E"/>
                </a:solidFill>
                <a:latin typeface="Arial"/>
              </a:defRPr>
            </a:pPr>
            <a:r>
              <a:rPr lang="pt-BR" sz="933">
                <a:solidFill>
                  <a:srgbClr val="1E1E1E"/>
                </a:solidFill>
                <a:latin typeface="Arial Nova" panose="020B0504020202020204" pitchFamily="34" charset="0"/>
              </a:rPr>
              <a:t>Direcionamento, integração e governança</a:t>
            </a:r>
            <a:endParaRPr sz="933">
              <a:solidFill>
                <a:srgbClr val="1E1E1E"/>
              </a:solidFill>
              <a:latin typeface="Arial Nova" panose="020B0504020202020204" pitchFamily="34" charset="0"/>
            </a:endParaRPr>
          </a:p>
        </p:txBody>
      </p:sp>
      <p:sp>
        <p:nvSpPr>
          <p:cNvPr id="168" name="TextBox 7">
            <a:extLst>
              <a:ext uri="{FF2B5EF4-FFF2-40B4-BE49-F238E27FC236}">
                <a16:creationId xmlns:a16="http://schemas.microsoft.com/office/drawing/2014/main" id="{B4F045B1-CFE4-2AE8-616C-E6A6D8953120}"/>
              </a:ext>
            </a:extLst>
          </p:cNvPr>
          <p:cNvSpPr txBox="1"/>
          <p:nvPr/>
        </p:nvSpPr>
        <p:spPr>
          <a:xfrm>
            <a:off x="858950" y="1873342"/>
            <a:ext cx="5236257" cy="91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4743" indent="-194743" defTabSz="304815">
              <a:buFont typeface="Arial" panose="020B0604020202020204" pitchFamily="34" charset="0"/>
              <a:buChar char="•"/>
              <a:defRPr sz="2000" b="1">
                <a:solidFill>
                  <a:srgbClr val="0B4E75"/>
                </a:solidFill>
                <a:latin typeface="Arial"/>
              </a:defRPr>
            </a:pPr>
            <a:r>
              <a:rPr lang="pt-BR" sz="1333" b="1">
                <a:solidFill>
                  <a:srgbClr val="0B4E75"/>
                </a:solidFill>
                <a:latin typeface="Arial Nova" panose="020B0504020202020204" pitchFamily="34" charset="0"/>
              </a:rPr>
              <a:t>Guardiã da estrátegia e da governança da área de Ferramentas Eletroenergéticas, promovendo direcionamento, integração e acompanhamento da atuação da FE.</a:t>
            </a:r>
          </a:p>
        </p:txBody>
      </p: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B41E1A6D-0671-49AC-14E5-985484B31D56}"/>
              </a:ext>
            </a:extLst>
          </p:cNvPr>
          <p:cNvGrpSpPr/>
          <p:nvPr/>
        </p:nvGrpSpPr>
        <p:grpSpPr>
          <a:xfrm>
            <a:off x="809230" y="3014597"/>
            <a:ext cx="5574039" cy="2131398"/>
            <a:chOff x="661992" y="3424514"/>
            <a:chExt cx="7490502" cy="3498212"/>
          </a:xfrm>
        </p:grpSpPr>
        <p:sp>
          <p:nvSpPr>
            <p:cNvPr id="170" name="TextBox 8">
              <a:extLst>
                <a:ext uri="{FF2B5EF4-FFF2-40B4-BE49-F238E27FC236}">
                  <a16:creationId xmlns:a16="http://schemas.microsoft.com/office/drawing/2014/main" id="{EF39745F-5AC3-B8E7-88B3-0247FC32FF54}"/>
                </a:ext>
              </a:extLst>
            </p:cNvPr>
            <p:cNvSpPr txBox="1"/>
            <p:nvPr/>
          </p:nvSpPr>
          <p:spPr>
            <a:xfrm>
              <a:off x="693011" y="3424514"/>
              <a:ext cx="5492656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000" b="1">
                  <a:solidFill>
                    <a:srgbClr val="2F75B5"/>
                  </a:solidFill>
                  <a:latin typeface="Arial"/>
                </a:defRPr>
              </a:pPr>
              <a:r>
                <a:rPr sz="1333" b="1">
                  <a:solidFill>
                    <a:srgbClr val="2F75B5"/>
                  </a:solidFill>
                  <a:latin typeface="Arial Nova" panose="020B0504020202020204" pitchFamily="34" charset="0"/>
                </a:rPr>
                <a:t>ESCOPO CENTRAL</a:t>
              </a:r>
            </a:p>
          </p:txBody>
        </p:sp>
        <p:sp>
          <p:nvSpPr>
            <p:cNvPr id="171" name="TextBox 10">
              <a:extLst>
                <a:ext uri="{FF2B5EF4-FFF2-40B4-BE49-F238E27FC236}">
                  <a16:creationId xmlns:a16="http://schemas.microsoft.com/office/drawing/2014/main" id="{6CA748A8-5794-C86D-32F9-CB9FDEFDC7F5}"/>
                </a:ext>
              </a:extLst>
            </p:cNvPr>
            <p:cNvSpPr txBox="1"/>
            <p:nvPr/>
          </p:nvSpPr>
          <p:spPr>
            <a:xfrm>
              <a:off x="661992" y="3974997"/>
              <a:ext cx="7189008" cy="29477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Direcionamento estratégico e modelo de governança da FE</a:t>
              </a:r>
              <a:endParaRPr lang="en-US" sz="1267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lang="pt-BR"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Processos, interfaces, padrões e rotinas operacionais</a:t>
              </a:r>
            </a:p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lang="pt-BR"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Indicadores, metas, portfólio, contratos e orçamento</a:t>
              </a:r>
            </a:p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lang="pt-BR"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Governança das Comunidades Técnicas e de Entrega</a:t>
              </a:r>
            </a:p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lang="pt-BR"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Conformidade e demandas regulatórias</a:t>
              </a:r>
            </a:p>
            <a:p>
              <a:pPr marL="228611" indent="-228611" defTabSz="304815"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lang="pt-BR"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  <a:p>
              <a:pPr marL="228611" indent="-228611" defTabSz="304815"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72" name="TextBox 12">
              <a:extLst>
                <a:ext uri="{FF2B5EF4-FFF2-40B4-BE49-F238E27FC236}">
                  <a16:creationId xmlns:a16="http://schemas.microsoft.com/office/drawing/2014/main" id="{1B60117B-CC8F-11A3-7CA1-AAD7FB5A44A1}"/>
                </a:ext>
              </a:extLst>
            </p:cNvPr>
            <p:cNvSpPr txBox="1"/>
            <p:nvPr/>
          </p:nvSpPr>
          <p:spPr>
            <a:xfrm>
              <a:off x="963486" y="4513145"/>
              <a:ext cx="7189008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73" name="TextBox 14">
              <a:extLst>
                <a:ext uri="{FF2B5EF4-FFF2-40B4-BE49-F238E27FC236}">
                  <a16:creationId xmlns:a16="http://schemas.microsoft.com/office/drawing/2014/main" id="{23FD88D8-A309-BA17-E4CC-9B41F5E96C71}"/>
                </a:ext>
              </a:extLst>
            </p:cNvPr>
            <p:cNvSpPr txBox="1"/>
            <p:nvPr/>
          </p:nvSpPr>
          <p:spPr>
            <a:xfrm>
              <a:off x="963486" y="5006921"/>
              <a:ext cx="7189008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74" name="TextBox 16">
              <a:extLst>
                <a:ext uri="{FF2B5EF4-FFF2-40B4-BE49-F238E27FC236}">
                  <a16:creationId xmlns:a16="http://schemas.microsoft.com/office/drawing/2014/main" id="{C6D63639-AFED-BFA7-3DAD-254F38BC8CE8}"/>
                </a:ext>
              </a:extLst>
            </p:cNvPr>
            <p:cNvSpPr txBox="1"/>
            <p:nvPr/>
          </p:nvSpPr>
          <p:spPr>
            <a:xfrm>
              <a:off x="963486" y="5500696"/>
              <a:ext cx="7189008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75" name="TextBox 18">
              <a:extLst>
                <a:ext uri="{FF2B5EF4-FFF2-40B4-BE49-F238E27FC236}">
                  <a16:creationId xmlns:a16="http://schemas.microsoft.com/office/drawing/2014/main" id="{8CEFF13B-B846-0400-69EB-E75A8B55AE9A}"/>
                </a:ext>
              </a:extLst>
            </p:cNvPr>
            <p:cNvSpPr txBox="1"/>
            <p:nvPr/>
          </p:nvSpPr>
          <p:spPr>
            <a:xfrm>
              <a:off x="963486" y="5994472"/>
              <a:ext cx="7189008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</p:grpSp>
      <p:pic>
        <p:nvPicPr>
          <p:cNvPr id="176" name="Imagem 175">
            <a:extLst>
              <a:ext uri="{FF2B5EF4-FFF2-40B4-BE49-F238E27FC236}">
                <a16:creationId xmlns:a16="http://schemas.microsoft.com/office/drawing/2014/main" id="{CE287CF1-47EC-FF0D-A6DB-E78152E54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22" y="1557836"/>
            <a:ext cx="373665" cy="373665"/>
          </a:xfrm>
          <a:prstGeom prst="rect">
            <a:avLst/>
          </a:prstGeom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F525C7D-6398-DF93-1093-A47A327F0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5" y="2985533"/>
            <a:ext cx="371856" cy="371856"/>
          </a:xfrm>
          <a:prstGeom prst="rect">
            <a:avLst/>
          </a:prstGeom>
        </p:spPr>
      </p:pic>
      <p:sp>
        <p:nvSpPr>
          <p:cNvPr id="3" name="Rectangle 30">
            <a:extLst>
              <a:ext uri="{FF2B5EF4-FFF2-40B4-BE49-F238E27FC236}">
                <a16:creationId xmlns:a16="http://schemas.microsoft.com/office/drawing/2014/main" id="{0DE746C1-254D-85EE-B9A0-88FCDC5EB97D}"/>
              </a:ext>
            </a:extLst>
          </p:cNvPr>
          <p:cNvSpPr/>
          <p:nvPr/>
        </p:nvSpPr>
        <p:spPr>
          <a:xfrm>
            <a:off x="10023108" y="941492"/>
            <a:ext cx="2032103" cy="298955"/>
          </a:xfrm>
          <a:prstGeom prst="rect">
            <a:avLst/>
          </a:prstGeom>
          <a:solidFill>
            <a:schemeClr val="bg1"/>
          </a:solidFill>
          <a:ln>
            <a:solidFill>
              <a:srgbClr val="5F5F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r>
              <a:rPr lang="pt-BR" sz="1200" noProof="0">
                <a:solidFill>
                  <a:schemeClr val="tx1"/>
                </a:solidFill>
                <a:latin typeface="Arial Nova Cond" panose="020B0506020202020204" pitchFamily="34" charset="0"/>
              </a:rPr>
              <a:t>Em processo de aprovação.</a:t>
            </a:r>
          </a:p>
        </p:txBody>
      </p:sp>
    </p:spTree>
    <p:extLst>
      <p:ext uri="{BB962C8B-B14F-4D97-AF65-F5344CB8AC3E}">
        <p14:creationId xmlns:p14="http://schemas.microsoft.com/office/powerpoint/2010/main" val="3214961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B646A7-6271-F364-22FF-F3D0D0D5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B270E7FD-DDEA-E739-2325-A54F93CBAE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70E7FD-DDEA-E739-2325-A54F93CBAE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738A45-3486-CC96-DB91-E10F889C6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32C1D4-E7C3-501F-88CB-7B6EA67593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Resumo Administrativo – Treinamento Modelo de Operação Matricial</a:t>
            </a:r>
          </a:p>
        </p:txBody>
      </p:sp>
      <p:sp>
        <p:nvSpPr>
          <p:cNvPr id="205" name="Text 3">
            <a:extLst>
              <a:ext uri="{FF2B5EF4-FFF2-40B4-BE49-F238E27FC236}">
                <a16:creationId xmlns:a16="http://schemas.microsoft.com/office/drawing/2014/main" id="{37F34730-F383-55DA-1891-3F98748148A0}"/>
              </a:ext>
            </a:extLst>
          </p:cNvPr>
          <p:cNvSpPr txBox="1"/>
          <p:nvPr/>
        </p:nvSpPr>
        <p:spPr>
          <a:xfrm>
            <a:off x="502920" y="1600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5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rial Nova Cond" panose="020B0506020202020204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PANORAMA GERAL</a:t>
            </a:r>
            <a:r>
              <a:rPr kumimoji="0" lang="en-US" sz="1400" b="1" i="0" u="none" strike="noStrike" kern="0" cap="none" spc="250" normalizeH="0" baseline="0" noProof="0">
                <a:ln>
                  <a:noFill/>
                </a:ln>
                <a:solidFill>
                  <a:srgbClr val="D8E1EA"/>
                </a:solidFill>
                <a:effectLst/>
                <a:uLnTx/>
                <a:uFillTx/>
                <a:latin typeface="Arial Nova Cond" panose="020B0506020202020204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   |   </a:t>
            </a:r>
            <a:r>
              <a:rPr kumimoji="0" lang="en-US" sz="1400" b="1" i="0" u="none" strike="noStrike" kern="0" cap="none" spc="250" normalizeH="0" baseline="0" noProof="0">
                <a:ln>
                  <a:noFill/>
                </a:ln>
                <a:solidFill>
                  <a:srgbClr val="00A650"/>
                </a:solidFill>
                <a:effectLst/>
                <a:uLnTx/>
                <a:uFillTx/>
                <a:latin typeface="Arial Nova Cond" panose="020B0506020202020204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[28/08/2026]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07" name="Shape 4">
            <a:extLst>
              <a:ext uri="{FF2B5EF4-FFF2-40B4-BE49-F238E27FC236}">
                <a16:creationId xmlns:a16="http://schemas.microsoft.com/office/drawing/2014/main" id="{EECECB6A-D1CA-30A5-5787-E614E9863D56}"/>
              </a:ext>
            </a:extLst>
          </p:cNvPr>
          <p:cNvSpPr/>
          <p:nvPr/>
        </p:nvSpPr>
        <p:spPr>
          <a:xfrm>
            <a:off x="502920" y="189280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09" name="Shape 5">
            <a:extLst>
              <a:ext uri="{FF2B5EF4-FFF2-40B4-BE49-F238E27FC236}">
                <a16:creationId xmlns:a16="http://schemas.microsoft.com/office/drawing/2014/main" id="{00C1D0BB-A956-7D8F-1956-E58463E89F95}"/>
              </a:ext>
            </a:extLst>
          </p:cNvPr>
          <p:cNvSpPr/>
          <p:nvPr/>
        </p:nvSpPr>
        <p:spPr>
          <a:xfrm>
            <a:off x="502920" y="210312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1" name="Text 6">
            <a:extLst>
              <a:ext uri="{FF2B5EF4-FFF2-40B4-BE49-F238E27FC236}">
                <a16:creationId xmlns:a16="http://schemas.microsoft.com/office/drawing/2014/main" id="{841F9C21-5945-91EE-FC18-C030422EC7D3}"/>
              </a:ext>
            </a:extLst>
          </p:cNvPr>
          <p:cNvSpPr txBox="1"/>
          <p:nvPr/>
        </p:nvSpPr>
        <p:spPr>
          <a:xfrm>
            <a:off x="704088" y="22677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2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CONVITES ENVIADOS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3" name="Text 7">
            <a:extLst>
              <a:ext uri="{FF2B5EF4-FFF2-40B4-BE49-F238E27FC236}">
                <a16:creationId xmlns:a16="http://schemas.microsoft.com/office/drawing/2014/main" id="{4895ECD7-60E7-EA87-4C73-17B7B916A6B4}"/>
              </a:ext>
            </a:extLst>
          </p:cNvPr>
          <p:cNvSpPr txBox="1"/>
          <p:nvPr/>
        </p:nvSpPr>
        <p:spPr>
          <a:xfrm>
            <a:off x="704088" y="252374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42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5" name="Text 8">
            <a:extLst>
              <a:ext uri="{FF2B5EF4-FFF2-40B4-BE49-F238E27FC236}">
                <a16:creationId xmlns:a16="http://schemas.microsoft.com/office/drawing/2014/main" id="{192FCCEC-1010-384B-9A50-82F48680324E}"/>
              </a:ext>
            </a:extLst>
          </p:cNvPr>
          <p:cNvSpPr txBox="1"/>
          <p:nvPr/>
        </p:nvSpPr>
        <p:spPr>
          <a:xfrm>
            <a:off x="704088" y="31821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público convocado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7" name="Shape 9">
            <a:extLst>
              <a:ext uri="{FF2B5EF4-FFF2-40B4-BE49-F238E27FC236}">
                <a16:creationId xmlns:a16="http://schemas.microsoft.com/office/drawing/2014/main" id="{36F7D424-E146-D258-B54F-BE8E9EEDC405}"/>
              </a:ext>
            </a:extLst>
          </p:cNvPr>
          <p:cNvSpPr/>
          <p:nvPr/>
        </p:nvSpPr>
        <p:spPr>
          <a:xfrm>
            <a:off x="3346704" y="210312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9" name="Text 10">
            <a:extLst>
              <a:ext uri="{FF2B5EF4-FFF2-40B4-BE49-F238E27FC236}">
                <a16:creationId xmlns:a16="http://schemas.microsoft.com/office/drawing/2014/main" id="{E4BF5E88-C5AD-76C0-5BCF-DDFA16D96B4E}"/>
              </a:ext>
            </a:extLst>
          </p:cNvPr>
          <p:cNvSpPr txBox="1"/>
          <p:nvPr/>
        </p:nvSpPr>
        <p:spPr>
          <a:xfrm>
            <a:off x="3547872" y="22677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2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PARTICIPANTES PRESENTES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1" name="Text 11">
            <a:extLst>
              <a:ext uri="{FF2B5EF4-FFF2-40B4-BE49-F238E27FC236}">
                <a16:creationId xmlns:a16="http://schemas.microsoft.com/office/drawing/2014/main" id="{73DB9DFF-9BCB-775A-4FC6-D0915430E9CA}"/>
              </a:ext>
            </a:extLst>
          </p:cNvPr>
          <p:cNvSpPr txBox="1"/>
          <p:nvPr/>
        </p:nvSpPr>
        <p:spPr>
          <a:xfrm>
            <a:off x="3547872" y="252374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41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3" name="Text 12">
            <a:extLst>
              <a:ext uri="{FF2B5EF4-FFF2-40B4-BE49-F238E27FC236}">
                <a16:creationId xmlns:a16="http://schemas.microsoft.com/office/drawing/2014/main" id="{6E9FE04C-B9F3-F60A-DAE6-F5BEF6AF64CA}"/>
              </a:ext>
            </a:extLst>
          </p:cNvPr>
          <p:cNvSpPr txBox="1"/>
          <p:nvPr/>
        </p:nvSpPr>
        <p:spPr>
          <a:xfrm>
            <a:off x="3547872" y="31821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presença confirmada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5" name="Shape 13">
            <a:extLst>
              <a:ext uri="{FF2B5EF4-FFF2-40B4-BE49-F238E27FC236}">
                <a16:creationId xmlns:a16="http://schemas.microsoft.com/office/drawing/2014/main" id="{58ACB05A-89A9-D102-1581-49B6C730D809}"/>
              </a:ext>
            </a:extLst>
          </p:cNvPr>
          <p:cNvSpPr/>
          <p:nvPr/>
        </p:nvSpPr>
        <p:spPr>
          <a:xfrm>
            <a:off x="6190488" y="210312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7" name="Text 14">
            <a:extLst>
              <a:ext uri="{FF2B5EF4-FFF2-40B4-BE49-F238E27FC236}">
                <a16:creationId xmlns:a16="http://schemas.microsoft.com/office/drawing/2014/main" id="{4BD6B8E9-03B1-A659-C387-0E911B8B869A}"/>
              </a:ext>
            </a:extLst>
          </p:cNvPr>
          <p:cNvSpPr txBox="1"/>
          <p:nvPr/>
        </p:nvSpPr>
        <p:spPr>
          <a:xfrm>
            <a:off x="6391656" y="22677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2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TAXA DE PRESENÇA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9" name="Text 15">
            <a:extLst>
              <a:ext uri="{FF2B5EF4-FFF2-40B4-BE49-F238E27FC236}">
                <a16:creationId xmlns:a16="http://schemas.microsoft.com/office/drawing/2014/main" id="{3DEC3E1C-F78F-05CB-1225-1762AB90D513}"/>
              </a:ext>
            </a:extLst>
          </p:cNvPr>
          <p:cNvSpPr txBox="1"/>
          <p:nvPr/>
        </p:nvSpPr>
        <p:spPr>
          <a:xfrm>
            <a:off x="6391656" y="252374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97,6%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1" name="Text 16">
            <a:extLst>
              <a:ext uri="{FF2B5EF4-FFF2-40B4-BE49-F238E27FC236}">
                <a16:creationId xmlns:a16="http://schemas.microsoft.com/office/drawing/2014/main" id="{5DC1F687-89DC-0A29-1BC0-01A7EB389897}"/>
              </a:ext>
            </a:extLst>
          </p:cNvPr>
          <p:cNvSpPr txBox="1"/>
          <p:nvPr/>
        </p:nvSpPr>
        <p:spPr>
          <a:xfrm>
            <a:off x="6391656" y="31821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presentes / convidados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3" name="Shape 17">
            <a:extLst>
              <a:ext uri="{FF2B5EF4-FFF2-40B4-BE49-F238E27FC236}">
                <a16:creationId xmlns:a16="http://schemas.microsoft.com/office/drawing/2014/main" id="{A2283750-7CE8-2C03-480B-CB1D45BF6D0E}"/>
              </a:ext>
            </a:extLst>
          </p:cNvPr>
          <p:cNvSpPr/>
          <p:nvPr/>
        </p:nvSpPr>
        <p:spPr>
          <a:xfrm>
            <a:off x="9034272" y="210312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5" name="Text 18">
            <a:extLst>
              <a:ext uri="{FF2B5EF4-FFF2-40B4-BE49-F238E27FC236}">
                <a16:creationId xmlns:a16="http://schemas.microsoft.com/office/drawing/2014/main" id="{2D5075C4-DEA7-17D9-906D-1175AE9910CC}"/>
              </a:ext>
            </a:extLst>
          </p:cNvPr>
          <p:cNvSpPr txBox="1"/>
          <p:nvPr/>
        </p:nvSpPr>
        <p:spPr>
          <a:xfrm>
            <a:off x="9235440" y="22677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2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RETENÇÃO (Tempo Ativo)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7" name="Text 19">
            <a:extLst>
              <a:ext uri="{FF2B5EF4-FFF2-40B4-BE49-F238E27FC236}">
                <a16:creationId xmlns:a16="http://schemas.microsoft.com/office/drawing/2014/main" id="{33902ED8-8CAC-76E3-6A4F-D337E623313A}"/>
              </a:ext>
            </a:extLst>
          </p:cNvPr>
          <p:cNvSpPr txBox="1"/>
          <p:nvPr/>
        </p:nvSpPr>
        <p:spPr>
          <a:xfrm>
            <a:off x="9235440" y="252374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97,5%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9" name="Text 20">
            <a:extLst>
              <a:ext uri="{FF2B5EF4-FFF2-40B4-BE49-F238E27FC236}">
                <a16:creationId xmlns:a16="http://schemas.microsoft.com/office/drawing/2014/main" id="{D4442193-240E-EDAF-9AA7-2F29CFF671B3}"/>
              </a:ext>
            </a:extLst>
          </p:cNvPr>
          <p:cNvSpPr txBox="1"/>
          <p:nvPr/>
        </p:nvSpPr>
        <p:spPr>
          <a:xfrm>
            <a:off x="9235440" y="31821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41 – 40 permaneceram presentes.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1" name="Shape 21">
            <a:extLst>
              <a:ext uri="{FF2B5EF4-FFF2-40B4-BE49-F238E27FC236}">
                <a16:creationId xmlns:a16="http://schemas.microsoft.com/office/drawing/2014/main" id="{B6BA113F-BCC3-E8A0-D2C4-FD73B901D7F6}"/>
              </a:ext>
            </a:extLst>
          </p:cNvPr>
          <p:cNvSpPr/>
          <p:nvPr/>
        </p:nvSpPr>
        <p:spPr>
          <a:xfrm>
            <a:off x="502920" y="3886200"/>
            <a:ext cx="5458968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3" name="Text 22">
            <a:extLst>
              <a:ext uri="{FF2B5EF4-FFF2-40B4-BE49-F238E27FC236}">
                <a16:creationId xmlns:a16="http://schemas.microsoft.com/office/drawing/2014/main" id="{F0710550-6E9F-52C3-F3F5-C02391A1083F}"/>
              </a:ext>
            </a:extLst>
          </p:cNvPr>
          <p:cNvSpPr txBox="1"/>
          <p:nvPr/>
        </p:nvSpPr>
        <p:spPr>
          <a:xfrm>
            <a:off x="758952" y="406908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80" normalizeH="0" baseline="0" noProof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SESSÃO DE TREINAMENTO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5" name="Text 23">
            <a:extLst>
              <a:ext uri="{FF2B5EF4-FFF2-40B4-BE49-F238E27FC236}">
                <a16:creationId xmlns:a16="http://schemas.microsoft.com/office/drawing/2014/main" id="{7D3150CB-CF66-29D3-114E-F84FFB3E92D2}"/>
              </a:ext>
            </a:extLst>
          </p:cNvPr>
          <p:cNvSpPr txBox="1"/>
          <p:nvPr/>
        </p:nvSpPr>
        <p:spPr>
          <a:xfrm>
            <a:off x="758952" y="441655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Data da sessão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7" name="Text 24">
            <a:extLst>
              <a:ext uri="{FF2B5EF4-FFF2-40B4-BE49-F238E27FC236}">
                <a16:creationId xmlns:a16="http://schemas.microsoft.com/office/drawing/2014/main" id="{7BFE3F32-0C66-A620-8947-7CEC3A8C1233}"/>
              </a:ext>
            </a:extLst>
          </p:cNvPr>
          <p:cNvSpPr txBox="1"/>
          <p:nvPr/>
        </p:nvSpPr>
        <p:spPr>
          <a:xfrm>
            <a:off x="3232404" y="441655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[27/08/2026]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9" name="Shape 25">
            <a:extLst>
              <a:ext uri="{FF2B5EF4-FFF2-40B4-BE49-F238E27FC236}">
                <a16:creationId xmlns:a16="http://schemas.microsoft.com/office/drawing/2014/main" id="{C8BAEDE7-2E26-4015-8933-BE0CE399D659}"/>
              </a:ext>
            </a:extLst>
          </p:cNvPr>
          <p:cNvSpPr/>
          <p:nvPr/>
        </p:nvSpPr>
        <p:spPr>
          <a:xfrm>
            <a:off x="758952" y="473659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1" name="Text 26">
            <a:extLst>
              <a:ext uri="{FF2B5EF4-FFF2-40B4-BE49-F238E27FC236}">
                <a16:creationId xmlns:a16="http://schemas.microsoft.com/office/drawing/2014/main" id="{DDE53290-EE5F-2C8C-F85D-ECCF8EC46AAF}"/>
              </a:ext>
            </a:extLst>
          </p:cNvPr>
          <p:cNvSpPr txBox="1"/>
          <p:nvPr/>
        </p:nvSpPr>
        <p:spPr>
          <a:xfrm>
            <a:off x="758952" y="473659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Conteúdo / tema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3" name="Text 27">
            <a:extLst>
              <a:ext uri="{FF2B5EF4-FFF2-40B4-BE49-F238E27FC236}">
                <a16:creationId xmlns:a16="http://schemas.microsoft.com/office/drawing/2014/main" id="{EA43CB3F-031B-E382-C718-33CE9B541F1F}"/>
              </a:ext>
            </a:extLst>
          </p:cNvPr>
          <p:cNvSpPr txBox="1"/>
          <p:nvPr/>
        </p:nvSpPr>
        <p:spPr>
          <a:xfrm>
            <a:off x="3232404" y="473659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[Modelo de Operação Matricial]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5" name="Shape 28">
            <a:extLst>
              <a:ext uri="{FF2B5EF4-FFF2-40B4-BE49-F238E27FC236}">
                <a16:creationId xmlns:a16="http://schemas.microsoft.com/office/drawing/2014/main" id="{E3A912F5-8982-5EB5-DDC8-38B258C38295}"/>
              </a:ext>
            </a:extLst>
          </p:cNvPr>
          <p:cNvSpPr/>
          <p:nvPr/>
        </p:nvSpPr>
        <p:spPr>
          <a:xfrm>
            <a:off x="758952" y="505663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7" name="Text 29">
            <a:extLst>
              <a:ext uri="{FF2B5EF4-FFF2-40B4-BE49-F238E27FC236}">
                <a16:creationId xmlns:a16="http://schemas.microsoft.com/office/drawing/2014/main" id="{9B48EC11-0314-3DFD-83F3-F368C9E48926}"/>
              </a:ext>
            </a:extLst>
          </p:cNvPr>
          <p:cNvSpPr txBox="1"/>
          <p:nvPr/>
        </p:nvSpPr>
        <p:spPr>
          <a:xfrm>
            <a:off x="758952" y="505663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Formato e carga horária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9" name="Text 30">
            <a:extLst>
              <a:ext uri="{FF2B5EF4-FFF2-40B4-BE49-F238E27FC236}">
                <a16:creationId xmlns:a16="http://schemas.microsoft.com/office/drawing/2014/main" id="{F4353764-B466-659F-3014-B347EFCF266A}"/>
              </a:ext>
            </a:extLst>
          </p:cNvPr>
          <p:cNvSpPr txBox="1"/>
          <p:nvPr/>
        </p:nvSpPr>
        <p:spPr>
          <a:xfrm>
            <a:off x="3232404" y="505663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[Online · 3h00]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1" name="Shape 31">
            <a:extLst>
              <a:ext uri="{FF2B5EF4-FFF2-40B4-BE49-F238E27FC236}">
                <a16:creationId xmlns:a16="http://schemas.microsoft.com/office/drawing/2014/main" id="{5378D63F-62A8-8066-07A7-5A1108053F0E}"/>
              </a:ext>
            </a:extLst>
          </p:cNvPr>
          <p:cNvSpPr/>
          <p:nvPr/>
        </p:nvSpPr>
        <p:spPr>
          <a:xfrm>
            <a:off x="758952" y="537667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3" name="Text 32">
            <a:extLst>
              <a:ext uri="{FF2B5EF4-FFF2-40B4-BE49-F238E27FC236}">
                <a16:creationId xmlns:a16="http://schemas.microsoft.com/office/drawing/2014/main" id="{C661053C-EEFA-6E01-3AE3-52AA50EB278A}"/>
              </a:ext>
            </a:extLst>
          </p:cNvPr>
          <p:cNvSpPr txBox="1"/>
          <p:nvPr/>
        </p:nvSpPr>
        <p:spPr>
          <a:xfrm>
            <a:off x="758952" y="537667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Público-alvo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5" name="Text 33">
            <a:extLst>
              <a:ext uri="{FF2B5EF4-FFF2-40B4-BE49-F238E27FC236}">
                <a16:creationId xmlns:a16="http://schemas.microsoft.com/office/drawing/2014/main" id="{F47FEEF9-E720-7B03-C732-4CEBD76443CD}"/>
              </a:ext>
            </a:extLst>
          </p:cNvPr>
          <p:cNvSpPr txBox="1"/>
          <p:nvPr/>
        </p:nvSpPr>
        <p:spPr>
          <a:xfrm>
            <a:off x="3232404" y="537667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[FE  / DTA]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7" name="Shape 34">
            <a:extLst>
              <a:ext uri="{FF2B5EF4-FFF2-40B4-BE49-F238E27FC236}">
                <a16:creationId xmlns:a16="http://schemas.microsoft.com/office/drawing/2014/main" id="{499B9BA9-B4D7-335E-B079-A60A92C0FD39}"/>
              </a:ext>
            </a:extLst>
          </p:cNvPr>
          <p:cNvSpPr/>
          <p:nvPr/>
        </p:nvSpPr>
        <p:spPr>
          <a:xfrm>
            <a:off x="758952" y="569671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9" name="Text 35">
            <a:extLst>
              <a:ext uri="{FF2B5EF4-FFF2-40B4-BE49-F238E27FC236}">
                <a16:creationId xmlns:a16="http://schemas.microsoft.com/office/drawing/2014/main" id="{7D000924-476C-A0AF-5735-A8062883DEBA}"/>
              </a:ext>
            </a:extLst>
          </p:cNvPr>
          <p:cNvSpPr txBox="1"/>
          <p:nvPr/>
        </p:nvSpPr>
        <p:spPr>
          <a:xfrm>
            <a:off x="758952" y="569671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Atividade de Fixação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1" name="Text 36">
            <a:extLst>
              <a:ext uri="{FF2B5EF4-FFF2-40B4-BE49-F238E27FC236}">
                <a16:creationId xmlns:a16="http://schemas.microsoft.com/office/drawing/2014/main" id="{BD0E12EB-BCB1-F8CB-C566-A8CB5EC5773A}"/>
              </a:ext>
            </a:extLst>
          </p:cNvPr>
          <p:cNvSpPr txBox="1"/>
          <p:nvPr/>
        </p:nvSpPr>
        <p:spPr>
          <a:xfrm>
            <a:off x="3232404" y="569671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[Sim]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3" name="Shape 37">
            <a:extLst>
              <a:ext uri="{FF2B5EF4-FFF2-40B4-BE49-F238E27FC236}">
                <a16:creationId xmlns:a16="http://schemas.microsoft.com/office/drawing/2014/main" id="{69DDF9B9-C61A-A6E3-E4BC-E55C661C5FB6}"/>
              </a:ext>
            </a:extLst>
          </p:cNvPr>
          <p:cNvSpPr/>
          <p:nvPr/>
        </p:nvSpPr>
        <p:spPr>
          <a:xfrm>
            <a:off x="6190488" y="3886200"/>
            <a:ext cx="5458968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5" name="Text 38">
            <a:extLst>
              <a:ext uri="{FF2B5EF4-FFF2-40B4-BE49-F238E27FC236}">
                <a16:creationId xmlns:a16="http://schemas.microsoft.com/office/drawing/2014/main" id="{994AE71F-4DA5-E467-CEDA-EA3AE20B8AAB}"/>
              </a:ext>
            </a:extLst>
          </p:cNvPr>
          <p:cNvSpPr txBox="1"/>
          <p:nvPr/>
        </p:nvSpPr>
        <p:spPr>
          <a:xfrm>
            <a:off x="6465199" y="406749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80" normalizeH="0" baseline="0" noProof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E-LEARNING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7" name="Text 39">
            <a:extLst>
              <a:ext uri="{FF2B5EF4-FFF2-40B4-BE49-F238E27FC236}">
                <a16:creationId xmlns:a16="http://schemas.microsoft.com/office/drawing/2014/main" id="{C9ED53CE-7B11-69D0-D7A0-88760D73E21B}"/>
              </a:ext>
            </a:extLst>
          </p:cNvPr>
          <p:cNvSpPr txBox="1"/>
          <p:nvPr/>
        </p:nvSpPr>
        <p:spPr>
          <a:xfrm>
            <a:off x="6446520" y="440385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Trilhas criadas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9" name="Text 40">
            <a:extLst>
              <a:ext uri="{FF2B5EF4-FFF2-40B4-BE49-F238E27FC236}">
                <a16:creationId xmlns:a16="http://schemas.microsoft.com/office/drawing/2014/main" id="{6E60B329-DE2B-0D1B-7F5E-06EE3057753C}"/>
              </a:ext>
            </a:extLst>
          </p:cNvPr>
          <p:cNvSpPr txBox="1"/>
          <p:nvPr/>
        </p:nvSpPr>
        <p:spPr>
          <a:xfrm>
            <a:off x="8919972" y="440385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[02]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1" name="Shape 41">
            <a:extLst>
              <a:ext uri="{FF2B5EF4-FFF2-40B4-BE49-F238E27FC236}">
                <a16:creationId xmlns:a16="http://schemas.microsoft.com/office/drawing/2014/main" id="{ED7E4067-0AE7-7DDF-69DD-8E4D6DFF5BE5}"/>
              </a:ext>
            </a:extLst>
          </p:cNvPr>
          <p:cNvSpPr/>
          <p:nvPr/>
        </p:nvSpPr>
        <p:spPr>
          <a:xfrm>
            <a:off x="6446520" y="472389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3" name="Text 42">
            <a:extLst>
              <a:ext uri="{FF2B5EF4-FFF2-40B4-BE49-F238E27FC236}">
                <a16:creationId xmlns:a16="http://schemas.microsoft.com/office/drawing/2014/main" id="{804D51C4-918C-9B83-D655-ED548428F3F1}"/>
              </a:ext>
            </a:extLst>
          </p:cNvPr>
          <p:cNvSpPr txBox="1"/>
          <p:nvPr/>
        </p:nvSpPr>
        <p:spPr>
          <a:xfrm>
            <a:off x="6446520" y="472389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Cápsulas publicadas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5" name="Text 43">
            <a:extLst>
              <a:ext uri="{FF2B5EF4-FFF2-40B4-BE49-F238E27FC236}">
                <a16:creationId xmlns:a16="http://schemas.microsoft.com/office/drawing/2014/main" id="{BD39AC39-B13F-DBC1-102A-97330EDA0AAE}"/>
              </a:ext>
            </a:extLst>
          </p:cNvPr>
          <p:cNvSpPr txBox="1"/>
          <p:nvPr/>
        </p:nvSpPr>
        <p:spPr>
          <a:xfrm>
            <a:off x="8919972" y="472389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[Aguardando GP]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7" name="Shape 44">
            <a:extLst>
              <a:ext uri="{FF2B5EF4-FFF2-40B4-BE49-F238E27FC236}">
                <a16:creationId xmlns:a16="http://schemas.microsoft.com/office/drawing/2014/main" id="{0621AD96-D1CF-BC70-4F35-832593F6DAB5}"/>
              </a:ext>
            </a:extLst>
          </p:cNvPr>
          <p:cNvSpPr/>
          <p:nvPr/>
        </p:nvSpPr>
        <p:spPr>
          <a:xfrm>
            <a:off x="6446520" y="504393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9" name="Text 45">
            <a:extLst>
              <a:ext uri="{FF2B5EF4-FFF2-40B4-BE49-F238E27FC236}">
                <a16:creationId xmlns:a16="http://schemas.microsoft.com/office/drawing/2014/main" id="{34B6441B-4082-20E3-6E16-1604EBB340EF}"/>
              </a:ext>
            </a:extLst>
          </p:cNvPr>
          <p:cNvSpPr txBox="1"/>
          <p:nvPr/>
        </p:nvSpPr>
        <p:spPr>
          <a:xfrm>
            <a:off x="6446520" y="504393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Duração total do curso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1" name="Text 46">
            <a:extLst>
              <a:ext uri="{FF2B5EF4-FFF2-40B4-BE49-F238E27FC236}">
                <a16:creationId xmlns:a16="http://schemas.microsoft.com/office/drawing/2014/main" id="{4D3D07F5-9AE3-6DD4-DBC2-E1B1395EFDBD}"/>
              </a:ext>
            </a:extLst>
          </p:cNvPr>
          <p:cNvSpPr txBox="1"/>
          <p:nvPr/>
        </p:nvSpPr>
        <p:spPr>
          <a:xfrm>
            <a:off x="8919972" y="504393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[1h 15 min]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3" name="Shape 47">
            <a:extLst>
              <a:ext uri="{FF2B5EF4-FFF2-40B4-BE49-F238E27FC236}">
                <a16:creationId xmlns:a16="http://schemas.microsoft.com/office/drawing/2014/main" id="{609B43DE-16FD-5A69-2290-9DA05C6E29C4}"/>
              </a:ext>
            </a:extLst>
          </p:cNvPr>
          <p:cNvSpPr/>
          <p:nvPr/>
        </p:nvSpPr>
        <p:spPr>
          <a:xfrm>
            <a:off x="6446520" y="536397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5" name="Text 48">
            <a:extLst>
              <a:ext uri="{FF2B5EF4-FFF2-40B4-BE49-F238E27FC236}">
                <a16:creationId xmlns:a16="http://schemas.microsoft.com/office/drawing/2014/main" id="{B40F22F7-C728-5D9F-D4A9-616D8FC8D673}"/>
              </a:ext>
            </a:extLst>
          </p:cNvPr>
          <p:cNvSpPr txBox="1"/>
          <p:nvPr/>
        </p:nvSpPr>
        <p:spPr>
          <a:xfrm>
            <a:off x="6446520" y="536397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Colaboradores inscritos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7" name="Text 49">
            <a:extLst>
              <a:ext uri="{FF2B5EF4-FFF2-40B4-BE49-F238E27FC236}">
                <a16:creationId xmlns:a16="http://schemas.microsoft.com/office/drawing/2014/main" id="{673EE4CB-7EEF-D06A-F99B-7927147A7294}"/>
              </a:ext>
            </a:extLst>
          </p:cNvPr>
          <p:cNvSpPr txBox="1"/>
          <p:nvPr/>
        </p:nvSpPr>
        <p:spPr>
          <a:xfrm>
            <a:off x="8919972" y="536397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[Aguardando GP]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9" name="Shape 50">
            <a:extLst>
              <a:ext uri="{FF2B5EF4-FFF2-40B4-BE49-F238E27FC236}">
                <a16:creationId xmlns:a16="http://schemas.microsoft.com/office/drawing/2014/main" id="{71DCAF15-9770-3D76-D28B-397967655653}"/>
              </a:ext>
            </a:extLst>
          </p:cNvPr>
          <p:cNvSpPr/>
          <p:nvPr/>
        </p:nvSpPr>
        <p:spPr>
          <a:xfrm>
            <a:off x="6446520" y="568401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07" name="Text 54">
            <a:extLst>
              <a:ext uri="{FF2B5EF4-FFF2-40B4-BE49-F238E27FC236}">
                <a16:creationId xmlns:a16="http://schemas.microsoft.com/office/drawing/2014/main" id="{E9D9BEA6-8B42-5CD6-E22C-05AE9D3D7518}"/>
              </a:ext>
            </a:extLst>
          </p:cNvPr>
          <p:cNvSpPr txBox="1"/>
          <p:nvPr/>
        </p:nvSpPr>
        <p:spPr>
          <a:xfrm>
            <a:off x="11521440" y="6263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16" name="Text 48">
            <a:extLst>
              <a:ext uri="{FF2B5EF4-FFF2-40B4-BE49-F238E27FC236}">
                <a16:creationId xmlns:a16="http://schemas.microsoft.com/office/drawing/2014/main" id="{4D1EA62A-ACFC-1DE3-168C-70065D31A14E}"/>
              </a:ext>
            </a:extLst>
          </p:cNvPr>
          <p:cNvSpPr txBox="1"/>
          <p:nvPr/>
        </p:nvSpPr>
        <p:spPr>
          <a:xfrm>
            <a:off x="6446520" y="5655564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Plataforma E-learning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18" name="Shape 50">
            <a:extLst>
              <a:ext uri="{FF2B5EF4-FFF2-40B4-BE49-F238E27FC236}">
                <a16:creationId xmlns:a16="http://schemas.microsoft.com/office/drawing/2014/main" id="{4604181C-1373-B7AA-95EC-975C0D256AC1}"/>
              </a:ext>
            </a:extLst>
          </p:cNvPr>
          <p:cNvSpPr/>
          <p:nvPr/>
        </p:nvSpPr>
        <p:spPr>
          <a:xfrm>
            <a:off x="6446520" y="5975604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20" name="Text 49">
            <a:extLst>
              <a:ext uri="{FF2B5EF4-FFF2-40B4-BE49-F238E27FC236}">
                <a16:creationId xmlns:a16="http://schemas.microsoft.com/office/drawing/2014/main" id="{0D886B7E-6239-0FFE-BAC6-23A0BDD69A09}"/>
              </a:ext>
            </a:extLst>
          </p:cNvPr>
          <p:cNvSpPr txBox="1"/>
          <p:nvPr/>
        </p:nvSpPr>
        <p:spPr>
          <a:xfrm>
            <a:off x="8919972" y="5655564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[Educa+ ONS]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677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AEB509EA-B80B-8DB3-E0A8-AB802520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5EC932E-5069-FAC3-7BFB-57543343B2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EC932E-5069-FAC3-7BFB-57543343B2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116E14B6-5D80-A539-36A6-F28BBA165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7B15BE-0DBA-4117-7818-FAC12E39F6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8220F-41A1-0538-7D0B-AAE93EDB88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21 de Agosto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94A55D2B-A877-05A7-2519-19B6233FDA06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1A845855-4BA1-10D4-FEDF-F851503FBA8B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5D4CDB59-D401-DA06-EE6A-3E0704488DCA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6DFAF-0221-55BF-E085-106D5C0ED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34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FDC67D53-6227-5F68-53F5-8BF3DEEE8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DE244E72-E598-910B-30FF-EFACEA36756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918AE070-F3DC-C857-CB20-44012BD550A4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Executivo</a:t>
            </a:r>
          </a:p>
        </p:txBody>
      </p:sp>
    </p:spTree>
    <p:extLst>
      <p:ext uri="{BB962C8B-B14F-4D97-AF65-F5344CB8AC3E}">
        <p14:creationId xmlns:p14="http://schemas.microsoft.com/office/powerpoint/2010/main" val="2170440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93AB2B-7196-0F93-CF0F-0E3E9AA9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BA9C9274-939B-EEB5-B97A-16B2F3B9E89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9C9274-939B-EEB5-B97A-16B2F3B9E8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DCD742-7B87-3DCE-B9C0-F92ACEEA79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6D5B848-BBC2-4629-F78B-7686BDC5F2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-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2D6394C7-224D-7FC9-E3B7-202E4BDBB8CF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954326-DEF7-2B5D-A9D3-1D770EF3B054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DCD11E66-CFAC-0704-A849-732373F7EBA8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3B72718F-D4E1-09DE-ECE6-8A05F596AC2F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96EC543E-F121-FF5E-A8AE-6151E1B0805E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2BE8636E-2DF2-795A-413A-4E1487F08AD3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6EAD82E3-656B-3E0A-C61D-F02636B2EFF2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E1DBA0A5-9F7D-D4A8-4641-FF980E3300BE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6B184E4F-211A-6508-2FA2-E362B0FF623A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F0395804-8A5D-C4EA-7E60-BBD9AD83CAC3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5C0A29EC-1033-FF51-3152-7EB83EA692D3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8AB400F8-20CD-1EB6-40E3-6A4B48DC2AF4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48926721-5899-EF9C-62B4-D09D638EF440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5F15E758-9D35-5FF5-D260-CCC75B56A983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2FB506E9-D49B-6644-61A0-EBB6282F6BCE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E865A118-FCDA-518A-821E-D9205F9C2273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6EC19028-E3E6-77FE-6FDF-E63F27A40E8C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4ADA40F3-3B02-1D8B-93E2-EC8EB1A3B2C6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B58454DB-28B6-BFA1-4C68-66250156F8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8E6AC64A-F656-867D-8D70-DA9B53B6A2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9D56AFB8-85C2-434D-3DD7-3EA73910C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45011EE1-E4F2-14D3-C7AB-F16E61218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3C6E630F-C700-95FB-E24A-7C2DAC5BF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6324CAB6-3D8D-ECD9-A2CD-E98859D043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E84B8B25-6695-2B3F-82C8-9CF53E1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4EFEE17C-7B74-793A-141C-1AB38C113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8C26B6B1-3B6C-CA0E-B266-3F7644756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DE65B305-F8B6-1F1F-1A45-E39A552B4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113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6FB66C-7396-D775-A351-7DAF734D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8DE21223-3F38-C343-D4B3-51E8006603BA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C52AC3D4-E83E-4FFF-51B6-3AD382C8A05F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18C1B31C-AD7C-0FB9-DBE3-C01AB42CFF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C1B31C-AD7C-0FB9-DBE3-C01AB42CF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0AAE14-AAA1-28E5-86C7-6DFE53C719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84E851-9338-AE92-2E4C-E662B2A8BEF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B0269-3350-D655-0196-4B4F695366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1A91BD-E81C-BA61-5B4D-6C87406C56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F7971B-7DE6-8B82-B923-6970237C9B29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248157-73D5-4CEE-B24F-E85DF0ED559F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7C3D64-C0B6-B9C9-DAD1-C78E05A4FAFB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0FC8A235-1C4A-5A64-FF1A-7742E4AEDD3B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5525F0AC-BC5B-AEBC-CC08-9639BF099344}"/>
              </a:ext>
            </a:extLst>
          </p:cNvPr>
          <p:cNvSpPr/>
          <p:nvPr/>
        </p:nvSpPr>
        <p:spPr bwMode="auto">
          <a:xfrm>
            <a:off x="6460964" y="4540967"/>
            <a:ext cx="1584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B65EF690-8FC0-0AF4-03ED-E9503AAFB594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A1E7BE69-AEA8-3AF7-F6A9-9436AD022428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D7A179DD-13D1-CC92-C4FC-55747DDF0293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F6B5CA69-4F71-E42D-A6B3-76D5CD9DCAC4}"/>
              </a:ext>
            </a:extLst>
          </p:cNvPr>
          <p:cNvSpPr/>
          <p:nvPr/>
        </p:nvSpPr>
        <p:spPr bwMode="auto">
          <a:xfrm>
            <a:off x="4566467" y="2430992"/>
            <a:ext cx="2556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D295BA8E-2764-7555-1060-3B9753ACE7B4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5774CD2B-DE4E-6AE0-68CB-9EC0EF4D874A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8CB291CC-6AE6-69DF-DA87-AA770EDF3C09}"/>
              </a:ext>
            </a:extLst>
          </p:cNvPr>
          <p:cNvGrpSpPr/>
          <p:nvPr/>
        </p:nvGrpSpPr>
        <p:grpSpPr>
          <a:xfrm>
            <a:off x="6581446" y="1693944"/>
            <a:ext cx="883575" cy="5096824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9C716572-566A-09C4-E4B7-8456278DDC3A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0645EF0E-78DB-D66B-29DA-A2E74451B345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3234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7C9503-F49D-6984-D369-CF7232FE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08602692-FDBB-99DE-61F4-93C9BBF2008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602692-FDBB-99DE-61F4-93C9BBF200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6B7871-F4A2-52C4-1B1B-108A604E7D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95667" y="6375864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17197-3BBB-AAB7-DC93-A22911D79F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FE3726-4F32-44F6-5665-6A219F8112D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73CD123-470E-46C5-D6A2-2933F3FE6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40018"/>
              </p:ext>
            </p:extLst>
          </p:nvPr>
        </p:nvGraphicFramePr>
        <p:xfrm>
          <a:off x="469562" y="1171711"/>
          <a:ext cx="11299633" cy="51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518400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das adequações capturadas no workshop de </a:t>
                      </a:r>
                      <a:r>
                        <a:rPr lang="pt-BR" sz="1200" b="0" kern="1200" noProof="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e apropriação do escopo, processos e integrações das Gerencias e Comunidades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11/08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no diretório do Teams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Alinhamento com a FEG para definição de atividades que serão executadas com suporte da A&amp;M (ex. fóruns, detalhamento de processos e ferramentas)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12/08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Participação da A&amp;M nas agendas semanais da FEG para alinhamento da implantação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43050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Reunião de entendimento das melhores práticas de Gestão de Projetos, Governança e ferramentas de suporte com a DTA - AGG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Itens discutidos: Gestão de Projetos, Demandas, Indicadores, Contratos, Central de Serviços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313353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do plano de realocação dos processos herdados de outras áreas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no diretório do Teams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Disparo do convite para a primeira sessão de capacitação sobre Modelo de Operação e Papéis e Responsabilidades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18/08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Agendado para 27/08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Em confirmação dos participantes DTA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do material de treinamento sobre o Modelo de Operação e Papeis e Responsabilidades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Webinar sobre o Modelo de Operação com as áreas clientes (Gerências Executivas e Gerencias)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Agendado para 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95870"/>
                  </a:ext>
                </a:extLst>
              </a:tr>
              <a:tr h="396000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Estruturação do cronograma e trilha de capacitação (Agenda, Conteúdo, Atividade de Fixação, Indicadores)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12/08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no diretório do Teams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Análise do ecossistema de Comunicação, visando a continuidade operacional e melhoria das estatísticas de alcance</a:t>
                      </a:r>
                      <a:endParaRPr lang="pt-BR" sz="12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Revisão do Sou+ Maestro e estruturação dos espaços das Gerências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Coleta de feedbacks do WS de Modelo de atuação das Gerências e Comunidades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Endereçamento dos principais pontos na construção dos treinamentos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Assessment de prontidão para Líderes de Comunidade de Entrega e Técnica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Acompanhamento e controle de participação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EC583FA-2A99-583C-EE16-A93CB258EF61}"/>
              </a:ext>
            </a:extLst>
          </p:cNvPr>
          <p:cNvSpPr/>
          <p:nvPr/>
        </p:nvSpPr>
        <p:spPr>
          <a:xfrm>
            <a:off x="6946901" y="6367108"/>
            <a:ext cx="4799706" cy="36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D55CB6F-89C3-7468-7C69-C8B0B9035878}"/>
              </a:ext>
            </a:extLst>
          </p:cNvPr>
          <p:cNvGrpSpPr/>
          <p:nvPr/>
        </p:nvGrpSpPr>
        <p:grpSpPr>
          <a:xfrm>
            <a:off x="8838310" y="6425115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7EAA2E-4409-B90B-57C7-A5E0730ABA7D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81C5D21-AB7A-1643-374E-AAA8DD3A42BE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D1714AD5-55E0-CB41-C355-D9C15DBE6AA0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DC1D911-2BD8-43E1-6C18-AC841BE37CBF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94048CD-064D-CE84-F03A-FA667AFA68B0}"/>
              </a:ext>
            </a:extLst>
          </p:cNvPr>
          <p:cNvGrpSpPr/>
          <p:nvPr/>
        </p:nvGrpSpPr>
        <p:grpSpPr>
          <a:xfrm>
            <a:off x="10900663" y="6425115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F0532CA-12AD-1D1A-92BE-592396A1D94E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04359B4-8282-DAAE-86B2-51FFB72829E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3292BA-6E67-A8FB-FA48-546FF9C2DDC6}"/>
              </a:ext>
            </a:extLst>
          </p:cNvPr>
          <p:cNvGrpSpPr/>
          <p:nvPr/>
        </p:nvGrpSpPr>
        <p:grpSpPr>
          <a:xfrm>
            <a:off x="9990683" y="6425115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BBBF3DF-127A-4F04-DF7B-BA8EA301CD4F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DB9DF7C-58D3-FC56-ECED-4C306A4B49C6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71F43062-2548-B4BA-8C7B-474345D19EE9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2AD728-A9B6-F701-9194-619F39B8D2F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8317A934-8FB4-0B82-4CA6-AEFF3F8022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851" y="642583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637FE81-1410-B2C4-51C1-F1911ABE3D9A}"/>
              </a:ext>
            </a:extLst>
          </p:cNvPr>
          <p:cNvSpPr/>
          <p:nvPr/>
        </p:nvSpPr>
        <p:spPr bwMode="auto">
          <a:xfrm>
            <a:off x="8133703" y="157734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99ADDDB-EF80-E943-F83D-E69D57A094D7}"/>
              </a:ext>
            </a:extLst>
          </p:cNvPr>
          <p:cNvGrpSpPr/>
          <p:nvPr/>
        </p:nvGrpSpPr>
        <p:grpSpPr>
          <a:xfrm>
            <a:off x="7758578" y="6425115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E20DDF0-A359-B129-CC0D-186DCB221647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4A78C66-5AD3-DB43-CE7E-A878B8FE166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31" name="Oval 34">
            <a:extLst>
              <a:ext uri="{FF2B5EF4-FFF2-40B4-BE49-F238E27FC236}">
                <a16:creationId xmlns:a16="http://schemas.microsoft.com/office/drawing/2014/main" id="{DE40DC1B-C807-A0A2-29D4-AAE34CB8900E}"/>
              </a:ext>
            </a:extLst>
          </p:cNvPr>
          <p:cNvSpPr/>
          <p:nvPr/>
        </p:nvSpPr>
        <p:spPr bwMode="auto">
          <a:xfrm>
            <a:off x="8133703" y="205196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D1822818-6695-AF9B-C5EB-02C4779E417F}"/>
              </a:ext>
            </a:extLst>
          </p:cNvPr>
          <p:cNvSpPr/>
          <p:nvPr/>
        </p:nvSpPr>
        <p:spPr bwMode="auto">
          <a:xfrm>
            <a:off x="8133703" y="249766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Oval 34">
            <a:extLst>
              <a:ext uri="{FF2B5EF4-FFF2-40B4-BE49-F238E27FC236}">
                <a16:creationId xmlns:a16="http://schemas.microsoft.com/office/drawing/2014/main" id="{5883B23B-2550-0E97-FBEC-A642FF6BBCE4}"/>
              </a:ext>
            </a:extLst>
          </p:cNvPr>
          <p:cNvSpPr/>
          <p:nvPr/>
        </p:nvSpPr>
        <p:spPr bwMode="auto">
          <a:xfrm>
            <a:off x="8133703" y="293297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473830DF-9F71-0140-0C32-298C67DB70E5}"/>
              </a:ext>
            </a:extLst>
          </p:cNvPr>
          <p:cNvGrpSpPr/>
          <p:nvPr/>
        </p:nvGrpSpPr>
        <p:grpSpPr>
          <a:xfrm>
            <a:off x="8135454" y="3806589"/>
            <a:ext cx="183822" cy="187325"/>
            <a:chOff x="2336800" y="6319552"/>
            <a:chExt cx="187325" cy="187325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1A237E8A-2020-4210-476D-20EDB1986C1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16559552-0D88-233E-1A09-7C1FF608BD5C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6" name="Group 3">
            <a:extLst>
              <a:ext uri="{FF2B5EF4-FFF2-40B4-BE49-F238E27FC236}">
                <a16:creationId xmlns:a16="http://schemas.microsoft.com/office/drawing/2014/main" id="{1683646E-F50C-0B75-C343-F4B7850D2B18}"/>
              </a:ext>
            </a:extLst>
          </p:cNvPr>
          <p:cNvGrpSpPr/>
          <p:nvPr/>
        </p:nvGrpSpPr>
        <p:grpSpPr>
          <a:xfrm>
            <a:off x="8135454" y="4268571"/>
            <a:ext cx="183822" cy="187325"/>
            <a:chOff x="2336800" y="6319552"/>
            <a:chExt cx="187325" cy="187325"/>
          </a:xfrm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19427568-77D9-F6D2-F5B6-AA7C0CA887A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0" name="Arc 6">
              <a:extLst>
                <a:ext uri="{FF2B5EF4-FFF2-40B4-BE49-F238E27FC236}">
                  <a16:creationId xmlns:a16="http://schemas.microsoft.com/office/drawing/2014/main" id="{3452D4A6-0D8B-72B8-B967-42470CDE459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4" name="Oval 34">
            <a:extLst>
              <a:ext uri="{FF2B5EF4-FFF2-40B4-BE49-F238E27FC236}">
                <a16:creationId xmlns:a16="http://schemas.microsoft.com/office/drawing/2014/main" id="{7F07D149-5987-8388-9D16-2C7B014D5D23}"/>
              </a:ext>
            </a:extLst>
          </p:cNvPr>
          <p:cNvSpPr/>
          <p:nvPr/>
        </p:nvSpPr>
        <p:spPr bwMode="auto">
          <a:xfrm>
            <a:off x="8133703" y="518409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4" name="Group 3">
            <a:extLst>
              <a:ext uri="{FF2B5EF4-FFF2-40B4-BE49-F238E27FC236}">
                <a16:creationId xmlns:a16="http://schemas.microsoft.com/office/drawing/2014/main" id="{9BCA8523-DDEE-C9B7-3ACF-E35317EBD7C1}"/>
              </a:ext>
            </a:extLst>
          </p:cNvPr>
          <p:cNvGrpSpPr/>
          <p:nvPr/>
        </p:nvGrpSpPr>
        <p:grpSpPr>
          <a:xfrm>
            <a:off x="8135454" y="6065670"/>
            <a:ext cx="183822" cy="187325"/>
            <a:chOff x="2336800" y="6319552"/>
            <a:chExt cx="187325" cy="187325"/>
          </a:xfrm>
        </p:grpSpPr>
        <p:sp>
          <p:nvSpPr>
            <p:cNvPr id="50" name="Oval 5">
              <a:extLst>
                <a:ext uri="{FF2B5EF4-FFF2-40B4-BE49-F238E27FC236}">
                  <a16:creationId xmlns:a16="http://schemas.microsoft.com/office/drawing/2014/main" id="{BDB53624-9A80-3FA2-2068-14C6FEBC50EF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1" name="Arc 6">
              <a:extLst>
                <a:ext uri="{FF2B5EF4-FFF2-40B4-BE49-F238E27FC236}">
                  <a16:creationId xmlns:a16="http://schemas.microsoft.com/office/drawing/2014/main" id="{1668C012-3578-72F8-45FA-B86D5C5AFD1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Oval 34">
            <a:extLst>
              <a:ext uri="{FF2B5EF4-FFF2-40B4-BE49-F238E27FC236}">
                <a16:creationId xmlns:a16="http://schemas.microsoft.com/office/drawing/2014/main" id="{D477F04F-9CF5-0CC1-7C75-0480F8D37FF0}"/>
              </a:ext>
            </a:extLst>
          </p:cNvPr>
          <p:cNvSpPr/>
          <p:nvPr/>
        </p:nvSpPr>
        <p:spPr bwMode="auto">
          <a:xfrm>
            <a:off x="8133703" y="3358733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Oval 34">
            <a:extLst>
              <a:ext uri="{FF2B5EF4-FFF2-40B4-BE49-F238E27FC236}">
                <a16:creationId xmlns:a16="http://schemas.microsoft.com/office/drawing/2014/main" id="{D5213579-7235-28D6-3E83-AA0C8250F73C}"/>
              </a:ext>
            </a:extLst>
          </p:cNvPr>
          <p:cNvSpPr/>
          <p:nvPr/>
        </p:nvSpPr>
        <p:spPr bwMode="auto">
          <a:xfrm>
            <a:off x="8131951" y="471943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Oval 34">
            <a:extLst>
              <a:ext uri="{FF2B5EF4-FFF2-40B4-BE49-F238E27FC236}">
                <a16:creationId xmlns:a16="http://schemas.microsoft.com/office/drawing/2014/main" id="{FD0ED79A-ABEC-D554-9E09-8E1069EAC615}"/>
              </a:ext>
            </a:extLst>
          </p:cNvPr>
          <p:cNvSpPr/>
          <p:nvPr/>
        </p:nvSpPr>
        <p:spPr bwMode="auto">
          <a:xfrm>
            <a:off x="8130806" y="563975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849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EAA80E-A4DD-DD10-FFF2-01F5B293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7D51821D-1F59-D224-C137-FEC15FCEEA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51821D-1F59-D224-C137-FEC15FCEEA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D7C1D6-B774-25BF-84B8-B46A41099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38</a:t>
            </a:fld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18EDA0-36D1-16C7-2997-055D3AAF8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6205558" cy="16244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Visão dos principais entregáveis do período</a:t>
            </a:r>
            <a:endParaRPr lang="pt-BR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572AAF5-C2A4-91FE-F5B3-03759EA6C3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042C8E-6FDA-BE3E-4760-C6B595F410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385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BA62A2-83E7-FE25-4B37-234B9EB5A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5736F8B2-0598-D587-D6E8-84604D9ED2F3}"/>
              </a:ext>
            </a:extLst>
          </p:cNvPr>
          <p:cNvSpPr/>
          <p:nvPr/>
        </p:nvSpPr>
        <p:spPr bwMode="auto">
          <a:xfrm>
            <a:off x="304800" y="1436473"/>
            <a:ext cx="987552" cy="3160885"/>
          </a:xfrm>
          <a:prstGeom prst="roundRect">
            <a:avLst/>
          </a:prstGeom>
          <a:solidFill>
            <a:srgbClr val="2E9E8A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TRANSVERSAL A TODASAS COMUNIDADES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5755A7CC-C548-0B28-88C5-11E917B1CF5E}"/>
              </a:ext>
            </a:extLst>
          </p:cNvPr>
          <p:cNvSpPr/>
          <p:nvPr/>
        </p:nvSpPr>
        <p:spPr bwMode="auto">
          <a:xfrm>
            <a:off x="304800" y="4671539"/>
            <a:ext cx="987552" cy="1710519"/>
          </a:xfrm>
          <a:prstGeom prst="roundRect">
            <a:avLst/>
          </a:prstGeom>
          <a:solidFill>
            <a:srgbClr val="2E9E8A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INDIVIDUAL A CADA COMUNIDADE OU SQUAD</a:t>
            </a:r>
          </a:p>
        </p:txBody>
      </p:sp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25E59E2A-C0CE-BD03-860B-EBEAEE3124F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E59E2A-C0CE-BD03-860B-EBEAEE312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290AF3D-63B9-AB60-8708-45A67CD4C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022507"/>
              </p:ext>
            </p:extLst>
          </p:nvPr>
        </p:nvGraphicFramePr>
        <p:xfrm>
          <a:off x="722376" y="1229367"/>
          <a:ext cx="11008272" cy="5152691"/>
        </p:xfrm>
        <a:graphic>
          <a:graphicData uri="http://schemas.openxmlformats.org/drawingml/2006/table">
            <a:tbl>
              <a:tblPr/>
              <a:tblGrid>
                <a:gridCol w="1887474">
                  <a:extLst>
                    <a:ext uri="{9D8B030D-6E8A-4147-A177-3AD203B41FA5}">
                      <a16:colId xmlns:a16="http://schemas.microsoft.com/office/drawing/2014/main" val="20336024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3608783930"/>
                    </a:ext>
                  </a:extLst>
                </a:gridCol>
                <a:gridCol w="2862492">
                  <a:extLst>
                    <a:ext uri="{9D8B030D-6E8A-4147-A177-3AD203B41FA5}">
                      <a16:colId xmlns:a16="http://schemas.microsoft.com/office/drawing/2014/main" val="425703345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076912681"/>
                    </a:ext>
                  </a:extLst>
                </a:gridCol>
                <a:gridCol w="1324356">
                  <a:extLst>
                    <a:ext uri="{9D8B030D-6E8A-4147-A177-3AD203B41FA5}">
                      <a16:colId xmlns:a16="http://schemas.microsoft.com/office/drawing/2014/main" val="2082815864"/>
                    </a:ext>
                  </a:extLst>
                </a:gridCol>
              </a:tblGrid>
              <a:tr h="215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Fórum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Propósito</a:t>
                      </a:r>
                    </a:p>
                  </a:txBody>
                  <a:tcPr marL="5810" marR="5810" marT="581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Participantes</a:t>
                      </a:r>
                    </a:p>
                  </a:txBody>
                  <a:tcPr marL="5810" marR="5810" marT="581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Responsável</a:t>
                      </a:r>
                    </a:p>
                  </a:txBody>
                  <a:tcPr marL="5810" marR="5810" marT="581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Cadência padrão</a:t>
                      </a:r>
                    </a:p>
                  </a:txBody>
                  <a:tcPr marL="5810" marR="5810" marT="581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7157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PLANEJAMENTO E EVOLUÇÃO DAS FERRAMENTAS ELETROENERGÉTICAS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Consolidação dos planos de trabalho, roadmap integrado, priorizações, dependências, capacidade e diretrizes técnicas.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DIRETORIA DPL</a:t>
                      </a:r>
                    </a:p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 ASS. EXECUTIVO DTA</a:t>
                      </a:r>
                    </a:p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GESTORES DPL, RS/IT/AG E PR/PD</a:t>
                      </a:r>
                    </a:p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LÍDERES DAS COMUNIDADES DE ENTREGA E TÉCNICA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 err="1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PMOs</a:t>
                      </a: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 DAS COMUNIDADES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1" u="none" strike="noStrike" kern="120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Gestão de Portifólio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endParaRPr lang="pt-BR" sz="1200" b="1" i="0" u="none" strike="noStrike" spc="0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TRIMESTRAL</a:t>
                      </a: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0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TBD</a:t>
                      </a:r>
                    </a:p>
                  </a:txBody>
                  <a:tcPr marL="5810" marR="5810" marT="581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14176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l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latin typeface="Arial Nova Cond" panose="020B0506020202020204" pitchFamily="34" charset="0"/>
                        </a:rPr>
                        <a:t>ACOMPANHAMENTO DE PORTFÓLIO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Ações sobre riscos, desvios, replanejamentos, escalonamentos e formalização de decisões do portfólio.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GESTORES DPL/DTA/DOP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 DAS COMUNIDADES DE ENTREGA E TÉCNICA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PMOs DAS COMUNIDADES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1" u="none" strike="noStrike" kern="120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endParaRPr lang="pt-BR" sz="1200" b="1" i="0" u="none" strike="noStrike" spc="0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MENSAL</a:t>
                      </a: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0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Inicia 15/09</a:t>
                      </a:r>
                      <a:endParaRPr b="0"/>
                    </a:p>
                  </a:txBody>
                  <a:tcPr marL="5810" marR="5810" marT="581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03308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ENCONTRO DE LÍDERES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Garantir o alinhamento entre as Comunidades de Entrega e Técnicas, assegurando a evolução coordenada das ferramentas e a retroalimentação entre necessidades do presente e direcionadores do futuro.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 COMUNIDADES DE ENTREGA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 COMUNIDADES TÉCNICAS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 COMUNIDADE DTA (SE APLICÁVEL)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PMOs DAS COMUNIDADES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endParaRPr lang="pt-BR" sz="1200" b="1" i="0" u="none" strike="noStrike" spc="0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QUINZENAL</a:t>
                      </a: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0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Inicia 24/08</a:t>
                      </a:r>
                    </a:p>
                  </a:txBody>
                  <a:tcPr marL="5810" marR="5810" marT="581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14007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INTEGRAÇÃO ENTRE COMUNIDADES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Alinhar sobre iniciativas que envolvem múltiplas comunidades, assegurando transparência e compartilhamento de conhecimento entre as áreas envolvidas.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</a:t>
                      </a: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 DAS COMUNIDADES FE E TI 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MEMBROS DAS COMUNIDADES FE E TI 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PMOs DAS COMUNIDADES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REPRESENTANTES DO NEGÓCIO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BIMESTRAL</a:t>
                      </a: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0" i="0" u="none" strike="noStrike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Inicia Outubro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697967"/>
                  </a:ext>
                </a:extLst>
              </a:tr>
              <a:tr h="547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" b="1" i="0" u="none" strike="noStrike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00" b="0" i="0" u="none" strike="noStrike">
                        <a:solidFill>
                          <a:srgbClr val="595959"/>
                        </a:solidFill>
                        <a:effectLst/>
                        <a:latin typeface="Arial Nova Cond Light"/>
                      </a:endParaRPr>
                    </a:p>
                  </a:txBody>
                  <a:tcPr marL="5810" marR="5810" marT="581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0" marR="5810" marT="581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0" marR="5810" marT="581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00" b="0" i="0" u="none" strike="noStrike" spc="0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5810" marR="5810" marT="581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649867"/>
                  </a:ext>
                </a:extLst>
              </a:tr>
              <a:tr h="11405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PLANEJAMENTO DE DEMANDAS E REVISÃO DAS ENTREGAS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1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Revisar as entregas realizadas no período, avaliar sua aderência e reavaliar demandas e prioridades.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1200" b="0" i="1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Priorizar e organizar o backlog, garantindo o alinhamento entre capacidade, prioridades e objetivos do negócio.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LÍDER DA COMUNIDADE DE ENTREGA 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MEMBROS DA COMUNIDADE DE ENTREGA OU DA SQUAD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PMO DA COMUNIDADE</a:t>
                      </a:r>
                    </a:p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REPRESENTANTES DE TI (SE APLICÁVEL)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REPRESENTANTES DO NEGÓCIO (SE APLICÁVEL)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Líder da Comunidade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kern="1200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SEMANAL</a:t>
                      </a:r>
                    </a:p>
                    <a:p>
                      <a:pPr marL="0" algn="ctr" defTabSz="914324" rtl="0" eaLnBrk="1" fontAlgn="ctr" latinLnBrk="0" hangingPunct="1">
                        <a:spcBef>
                          <a:spcPts val="600"/>
                        </a:spcBef>
                        <a:buNone/>
                      </a:pPr>
                      <a:r>
                        <a:rPr lang="pt-BR" sz="1200" b="0" i="0" u="none" strike="noStrike" kern="1200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Já iniciado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028362"/>
                  </a:ext>
                </a:extLst>
              </a:tr>
              <a:tr h="57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RETROSPECTIVA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Promover a melhoria contínua da forma de trabalho da comunidade, fortalecendo colaboração, eficiência e aprendizado coletivo</a:t>
                      </a:r>
                      <a:r>
                        <a:rPr lang="pt-BR" sz="1200" i="0">
                          <a:latin typeface="Arial Nova Cond Light"/>
                        </a:rPr>
                        <a:t>.</a:t>
                      </a:r>
                      <a:endParaRPr lang="pt-BR" sz="1200" b="0" i="0" u="none" strike="noStrike">
                        <a:solidFill>
                          <a:srgbClr val="595959"/>
                        </a:solidFill>
                        <a:effectLst/>
                        <a:latin typeface="Arial Nova Cond Light"/>
                      </a:endParaRP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LÍDER DA COMUNIDADE DE ENTREGA 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MEMBROS DA COMUNIDADE DE ENTREGA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PMO DA COMUNIDADE DE ENTREGA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Gestão de Portifólio da Comunidade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AO FINAL DE CADA MÊS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780578"/>
                  </a:ext>
                </a:extLst>
              </a:tr>
            </a:tbl>
          </a:graphicData>
        </a:graphic>
      </p:graphicFrame>
      <p:sp>
        <p:nvSpPr>
          <p:cNvPr id="83" name="Espaço Reservado para Texto 82">
            <a:extLst>
              <a:ext uri="{FF2B5EF4-FFF2-40B4-BE49-F238E27FC236}">
                <a16:creationId xmlns:a16="http://schemas.microsoft.com/office/drawing/2014/main" id="{8AFC25D3-523B-F3DB-065D-90FBD5DDA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Modelo comum de governança para o setup, a ser reavaliado nos próximos dois meses à luz das necessidades identificadas pelas Gerências e Comunidades.</a:t>
            </a:r>
          </a:p>
        </p:txBody>
      </p:sp>
      <p:sp>
        <p:nvSpPr>
          <p:cNvPr id="84" name="Espaço Reservado para Texto 83">
            <a:extLst>
              <a:ext uri="{FF2B5EF4-FFF2-40B4-BE49-F238E27FC236}">
                <a16:creationId xmlns:a16="http://schemas.microsoft.com/office/drawing/2014/main" id="{CFFB3924-62C2-191B-4367-A98993BD84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96F8CBBC-5B21-11B6-A771-457535DADA46}"/>
              </a:ext>
            </a:extLst>
          </p:cNvPr>
          <p:cNvSpPr/>
          <p:nvPr/>
        </p:nvSpPr>
        <p:spPr bwMode="auto">
          <a:xfrm>
            <a:off x="4855226" y="6552889"/>
            <a:ext cx="963675" cy="182880"/>
          </a:xfrm>
          <a:prstGeom prst="roundRect">
            <a:avLst/>
          </a:prstGeom>
          <a:solidFill>
            <a:srgbClr val="DFE8F0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87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ova Cond" panose="020B0506020202020204" pitchFamily="34" charset="0"/>
              </a:rPr>
              <a:t>TÁTICO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8D68998-8CF0-154A-F208-33CEE673A06B}"/>
              </a:ext>
            </a:extLst>
          </p:cNvPr>
          <p:cNvSpPr/>
          <p:nvPr/>
        </p:nvSpPr>
        <p:spPr bwMode="auto">
          <a:xfrm>
            <a:off x="5898086" y="6552889"/>
            <a:ext cx="963675" cy="182880"/>
          </a:xfrm>
          <a:prstGeom prst="roundRect">
            <a:avLst/>
          </a:prstGeom>
          <a:solidFill>
            <a:srgbClr val="9EB9D1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</a:rPr>
              <a:t>OPERACIONAL</a:t>
            </a:r>
          </a:p>
        </p:txBody>
      </p:sp>
    </p:spTree>
    <p:extLst>
      <p:ext uri="{BB962C8B-B14F-4D97-AF65-F5344CB8AC3E}">
        <p14:creationId xmlns:p14="http://schemas.microsoft.com/office/powerpoint/2010/main" val="2713476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B8B25B-2675-8139-E993-55B6161B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539C93-2982-9E64-8A18-5B1804476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A4A75A-82B3-7F4B-B4EA-AD1D685CA36E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37B1C-A58C-D356-2A83-3919F083F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Cronograma</a:t>
            </a:r>
            <a:r>
              <a:rPr lang="en-US"/>
              <a:t> de </a:t>
            </a:r>
            <a:r>
              <a:rPr lang="en-US" err="1"/>
              <a:t>Treinamentos</a:t>
            </a:r>
            <a:r>
              <a:rPr lang="en-US"/>
              <a:t> </a:t>
            </a:r>
            <a:r>
              <a:rPr lang="en-US" err="1"/>
              <a:t>sugerido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B4B3B-CDBE-34CD-F21D-297C43A871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ela 5">
            <a:extLst>
              <a:ext uri="{FF2B5EF4-FFF2-40B4-BE49-F238E27FC236}">
                <a16:creationId xmlns:a16="http://schemas.microsoft.com/office/drawing/2014/main" id="{EEE8F8B9-C227-141B-A0E5-9B9D39A81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642628"/>
              </p:ext>
            </p:extLst>
          </p:nvPr>
        </p:nvGraphicFramePr>
        <p:xfrm>
          <a:off x="486659" y="915871"/>
          <a:ext cx="11494780" cy="522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78">
                  <a:extLst>
                    <a:ext uri="{9D8B030D-6E8A-4147-A177-3AD203B41FA5}">
                      <a16:colId xmlns:a16="http://schemas.microsoft.com/office/drawing/2014/main" val="335983377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940128852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154925737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2485160431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3560977444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3389572733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3318072629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2171651000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1084852494"/>
                    </a:ext>
                  </a:extLst>
                </a:gridCol>
                <a:gridCol w="1149478">
                  <a:extLst>
                    <a:ext uri="{9D8B030D-6E8A-4147-A177-3AD203B41FA5}">
                      <a16:colId xmlns:a16="http://schemas.microsoft.com/office/drawing/2014/main" val="345330754"/>
                    </a:ext>
                  </a:extLst>
                </a:gridCol>
              </a:tblGrid>
              <a:tr h="248436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marL="0" marR="0" marT="0" marB="0"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9644"/>
                  </a:ext>
                </a:extLst>
              </a:tr>
              <a:tr h="5216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17/ago</a:t>
                      </a:r>
                    </a:p>
                  </a:txBody>
                  <a:tcPr marL="0" marR="0" marT="0" marB="0"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24/ago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31/</a:t>
                      </a:r>
                      <a:r>
                        <a:rPr lang="pt-BR" sz="1400" b="0" i="0" u="none" strike="noStrike" err="1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ago</a:t>
                      </a: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08/set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14/set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21/set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28/set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05/out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13/out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19/out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738524"/>
                  </a:ext>
                </a:extLst>
              </a:tr>
              <a:tr h="4360852">
                <a:tc>
                  <a:txBody>
                    <a:bodyPr/>
                    <a:lstStyle/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Formalização dos papeis e responsabilidades do time das comunidades de entrega</a:t>
                      </a: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Modelo de Operação Matricial, Papeis e Responsabilidades</a:t>
                      </a: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Mapeamento prévio dos participantes das comunidades técnicas (FE)</a:t>
                      </a:r>
                    </a:p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Backlog prévio de iniciativas aderentes às CT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Modelo de Operação Matricial, Papeis e Responsabilidades</a:t>
                      </a: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1">
                          <a:latin typeface="Arial Nova Cond Light" panose="020B0306020202020204" pitchFamily="34" charset="0"/>
                        </a:rPr>
                        <a:t>“Education” </a:t>
                      </a:r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modelo operacional com gerentes clientes (DOP e DPL)</a:t>
                      </a: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Definição dos pontos focais nas áreas usuárias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Metodologias de Gestão de Projetos</a:t>
                      </a: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i="0">
                          <a:latin typeface="Arial Nova Cond Light" panose="020B0306020202020204" pitchFamily="34" charset="0"/>
                        </a:rPr>
                        <a:t>Workshop FEG e Comunidades Técnicas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100" i="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r>
                        <a:rPr lang="pt-BR" sz="1100" i="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Gestão de Portfólio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i="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>
                          <a:latin typeface="Arial Nova Cond Light" panose="020B0306020202020204" pitchFamily="34" charset="0"/>
                        </a:rPr>
                        <a:t>Arquitetura de Modelos Eletroenergéticos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latin typeface="Arial Nova Cond Light" panose="020B0306020202020204" pitchFamily="34" charset="0"/>
                        </a:rPr>
                        <a:t>Nivelamento e atualização sobre as ferramentas eletroenergéticas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>
                          <a:latin typeface="Arial Nova Cond Light" panose="020B0306020202020204" pitchFamily="34" charset="0"/>
                        </a:rPr>
                        <a:t>Inteligência Artificial​ Aplicada aos Modelos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1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>
                          <a:latin typeface="Arial Nova Cond Light" panose="020B0306020202020204" pitchFamily="34" charset="0"/>
                        </a:rPr>
                        <a:t>Gestão de Mudanças e Cultura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285883"/>
                  </a:ext>
                </a:extLst>
              </a:tr>
            </a:tbl>
          </a:graphicData>
        </a:graphic>
      </p:graphicFrame>
      <p:sp>
        <p:nvSpPr>
          <p:cNvPr id="9" name="Elipse 6">
            <a:extLst>
              <a:ext uri="{FF2B5EF4-FFF2-40B4-BE49-F238E27FC236}">
                <a16:creationId xmlns:a16="http://schemas.microsoft.com/office/drawing/2014/main" id="{7EE62721-BC65-43D6-F9D3-D10D9E5F875A}"/>
              </a:ext>
            </a:extLst>
          </p:cNvPr>
          <p:cNvSpPr/>
          <p:nvPr/>
        </p:nvSpPr>
        <p:spPr bwMode="auto">
          <a:xfrm>
            <a:off x="1982582" y="1799097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1</a:t>
            </a:r>
          </a:p>
        </p:txBody>
      </p:sp>
      <p:sp>
        <p:nvSpPr>
          <p:cNvPr id="11" name="Elipse 9">
            <a:extLst>
              <a:ext uri="{FF2B5EF4-FFF2-40B4-BE49-F238E27FC236}">
                <a16:creationId xmlns:a16="http://schemas.microsoft.com/office/drawing/2014/main" id="{D0139E87-241E-CB2B-F1AB-E4AA5A923D11}"/>
              </a:ext>
            </a:extLst>
          </p:cNvPr>
          <p:cNvSpPr/>
          <p:nvPr/>
        </p:nvSpPr>
        <p:spPr bwMode="auto">
          <a:xfrm>
            <a:off x="7759379" y="1799097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spc="87">
                <a:solidFill>
                  <a:schemeClr val="bg1"/>
                </a:solidFill>
                <a:latin typeface="Arial Nova Cond" panose="020B0506020202020204" pitchFamily="34" charset="0"/>
              </a:rPr>
              <a:t>5</a:t>
            </a:r>
          </a:p>
        </p:txBody>
      </p:sp>
      <p:sp>
        <p:nvSpPr>
          <p:cNvPr id="12" name="Elipse 12">
            <a:extLst>
              <a:ext uri="{FF2B5EF4-FFF2-40B4-BE49-F238E27FC236}">
                <a16:creationId xmlns:a16="http://schemas.microsoft.com/office/drawing/2014/main" id="{023DED82-460C-3EFB-EE2D-F3CDCAB421E4}"/>
              </a:ext>
            </a:extLst>
          </p:cNvPr>
          <p:cNvSpPr/>
          <p:nvPr/>
        </p:nvSpPr>
        <p:spPr bwMode="auto">
          <a:xfrm>
            <a:off x="5432088" y="1799097"/>
            <a:ext cx="391325" cy="368032"/>
          </a:xfrm>
          <a:prstGeom prst="ellipse">
            <a:avLst/>
          </a:prstGeom>
          <a:solidFill>
            <a:schemeClr val="tx1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4</a:t>
            </a:r>
          </a:p>
        </p:txBody>
      </p:sp>
      <p:sp>
        <p:nvSpPr>
          <p:cNvPr id="14" name="Elipse 14">
            <a:extLst>
              <a:ext uri="{FF2B5EF4-FFF2-40B4-BE49-F238E27FC236}">
                <a16:creationId xmlns:a16="http://schemas.microsoft.com/office/drawing/2014/main" id="{90589A71-D84E-D58A-85E8-00BEEA3AC219}"/>
              </a:ext>
            </a:extLst>
          </p:cNvPr>
          <p:cNvSpPr/>
          <p:nvPr/>
        </p:nvSpPr>
        <p:spPr bwMode="auto">
          <a:xfrm>
            <a:off x="10032052" y="1799097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spc="87">
                <a:solidFill>
                  <a:schemeClr val="bg1"/>
                </a:solidFill>
                <a:latin typeface="Arial Nova Cond" panose="020B0506020202020204" pitchFamily="34" charset="0"/>
              </a:rPr>
              <a:t>7</a:t>
            </a:r>
          </a:p>
        </p:txBody>
      </p:sp>
      <p:sp>
        <p:nvSpPr>
          <p:cNvPr id="16" name="Elipse 16">
            <a:extLst>
              <a:ext uri="{FF2B5EF4-FFF2-40B4-BE49-F238E27FC236}">
                <a16:creationId xmlns:a16="http://schemas.microsoft.com/office/drawing/2014/main" id="{219CB800-1229-BD58-B979-D61A6E297F7F}"/>
              </a:ext>
            </a:extLst>
          </p:cNvPr>
          <p:cNvSpPr/>
          <p:nvPr/>
        </p:nvSpPr>
        <p:spPr bwMode="auto">
          <a:xfrm>
            <a:off x="11193872" y="1799097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8</a:t>
            </a:r>
          </a:p>
        </p:txBody>
      </p:sp>
      <p:sp>
        <p:nvSpPr>
          <p:cNvPr id="18" name="Elipse 18">
            <a:extLst>
              <a:ext uri="{FF2B5EF4-FFF2-40B4-BE49-F238E27FC236}">
                <a16:creationId xmlns:a16="http://schemas.microsoft.com/office/drawing/2014/main" id="{10B3666F-5A9B-191B-15C3-08B1FD6B9488}"/>
              </a:ext>
            </a:extLst>
          </p:cNvPr>
          <p:cNvSpPr/>
          <p:nvPr/>
        </p:nvSpPr>
        <p:spPr bwMode="auto">
          <a:xfrm>
            <a:off x="3165780" y="1799097"/>
            <a:ext cx="391325" cy="368032"/>
          </a:xfrm>
          <a:prstGeom prst="ellipse">
            <a:avLst/>
          </a:prstGeom>
          <a:solidFill>
            <a:srgbClr val="00B0F0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1</a:t>
            </a:r>
          </a:p>
        </p:txBody>
      </p:sp>
      <p:sp>
        <p:nvSpPr>
          <p:cNvPr id="20" name="Elipse 24">
            <a:extLst>
              <a:ext uri="{FF2B5EF4-FFF2-40B4-BE49-F238E27FC236}">
                <a16:creationId xmlns:a16="http://schemas.microsoft.com/office/drawing/2014/main" id="{90E84689-B8DD-099B-7DAE-D33373FE71C6}"/>
              </a:ext>
            </a:extLst>
          </p:cNvPr>
          <p:cNvSpPr/>
          <p:nvPr/>
        </p:nvSpPr>
        <p:spPr bwMode="auto">
          <a:xfrm>
            <a:off x="4283407" y="1799097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3</a:t>
            </a:r>
          </a:p>
        </p:txBody>
      </p:sp>
      <p:grpSp>
        <p:nvGrpSpPr>
          <p:cNvPr id="21" name="Agrupar 46">
            <a:extLst>
              <a:ext uri="{FF2B5EF4-FFF2-40B4-BE49-F238E27FC236}">
                <a16:creationId xmlns:a16="http://schemas.microsoft.com/office/drawing/2014/main" id="{CB31983E-C641-CD85-32E5-89B023DA50D3}"/>
              </a:ext>
            </a:extLst>
          </p:cNvPr>
          <p:cNvGrpSpPr/>
          <p:nvPr/>
        </p:nvGrpSpPr>
        <p:grpSpPr>
          <a:xfrm>
            <a:off x="1537642" y="6419024"/>
            <a:ext cx="4366668" cy="310190"/>
            <a:chOff x="762550" y="5945598"/>
            <a:chExt cx="4366668" cy="310190"/>
          </a:xfrm>
        </p:grpSpPr>
        <p:sp>
          <p:nvSpPr>
            <p:cNvPr id="22" name="Elipse 28">
              <a:extLst>
                <a:ext uri="{FF2B5EF4-FFF2-40B4-BE49-F238E27FC236}">
                  <a16:creationId xmlns:a16="http://schemas.microsoft.com/office/drawing/2014/main" id="{F12B0D20-C431-FCD8-C750-02B450362186}"/>
                </a:ext>
              </a:extLst>
            </p:cNvPr>
            <p:cNvSpPr/>
            <p:nvPr/>
          </p:nvSpPr>
          <p:spPr bwMode="auto">
            <a:xfrm>
              <a:off x="762550" y="5945598"/>
              <a:ext cx="329822" cy="310190"/>
            </a:xfrm>
            <a:prstGeom prst="ellipse">
              <a:avLst/>
            </a:prstGeom>
            <a:solidFill>
              <a:schemeClr val="tx1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  <p:sp>
          <p:nvSpPr>
            <p:cNvPr id="23" name="Elipse 30">
              <a:extLst>
                <a:ext uri="{FF2B5EF4-FFF2-40B4-BE49-F238E27FC236}">
                  <a16:creationId xmlns:a16="http://schemas.microsoft.com/office/drawing/2014/main" id="{E351FF76-24A0-F175-0050-4FAFAFE9A940}"/>
                </a:ext>
              </a:extLst>
            </p:cNvPr>
            <p:cNvSpPr/>
            <p:nvPr/>
          </p:nvSpPr>
          <p:spPr bwMode="auto">
            <a:xfrm>
              <a:off x="2138555" y="5945598"/>
              <a:ext cx="329822" cy="31019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  <p:sp>
          <p:nvSpPr>
            <p:cNvPr id="24" name="Retângulo 31">
              <a:extLst>
                <a:ext uri="{FF2B5EF4-FFF2-40B4-BE49-F238E27FC236}">
                  <a16:creationId xmlns:a16="http://schemas.microsoft.com/office/drawing/2014/main" id="{6E0AB99C-BB4E-EFB5-4566-B5D4DB150C0A}"/>
                </a:ext>
              </a:extLst>
            </p:cNvPr>
            <p:cNvSpPr/>
            <p:nvPr/>
          </p:nvSpPr>
          <p:spPr bwMode="auto">
            <a:xfrm>
              <a:off x="1184791" y="5988649"/>
              <a:ext cx="709436" cy="224088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000" b="0" i="0" u="none" strike="noStrike" kern="1200" cap="none" spc="87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 Light" panose="020B0306020202020204" pitchFamily="34" charset="0"/>
                  <a:ea typeface="+mn-ea"/>
                  <a:cs typeface="+mn-cs"/>
                </a:rPr>
                <a:t>INTERNO FE</a:t>
              </a:r>
            </a:p>
          </p:txBody>
        </p:sp>
        <p:sp>
          <p:nvSpPr>
            <p:cNvPr id="26" name="Retângulo 33">
              <a:extLst>
                <a:ext uri="{FF2B5EF4-FFF2-40B4-BE49-F238E27FC236}">
                  <a16:creationId xmlns:a16="http://schemas.microsoft.com/office/drawing/2014/main" id="{5A3D4AA9-675C-3BD9-C37A-1F87D658020E}"/>
                </a:ext>
              </a:extLst>
            </p:cNvPr>
            <p:cNvSpPr/>
            <p:nvPr/>
          </p:nvSpPr>
          <p:spPr bwMode="auto">
            <a:xfrm>
              <a:off x="2244316" y="5992751"/>
              <a:ext cx="1351229" cy="215885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000" b="0" i="0" u="none" strike="noStrike" kern="1200" cap="none" spc="87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 Light" panose="020B0306020202020204" pitchFamily="34" charset="0"/>
                  <a:ea typeface="+mn-ea"/>
                  <a:cs typeface="+mn-cs"/>
                </a:rPr>
                <a:t> FE + DTA/FE</a:t>
              </a:r>
            </a:p>
          </p:txBody>
        </p:sp>
        <p:sp>
          <p:nvSpPr>
            <p:cNvPr id="28" name="Retângulo 41">
              <a:extLst>
                <a:ext uri="{FF2B5EF4-FFF2-40B4-BE49-F238E27FC236}">
                  <a16:creationId xmlns:a16="http://schemas.microsoft.com/office/drawing/2014/main" id="{2D3DB1A4-8604-B5D9-0431-508033BB75F2}"/>
                </a:ext>
              </a:extLst>
            </p:cNvPr>
            <p:cNvSpPr/>
            <p:nvPr/>
          </p:nvSpPr>
          <p:spPr bwMode="auto">
            <a:xfrm>
              <a:off x="3777989" y="5992751"/>
              <a:ext cx="1351229" cy="215885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000" b="0" i="0" u="none" strike="noStrike" kern="1200" cap="none" spc="87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 Light" panose="020B0306020202020204" pitchFamily="34" charset="0"/>
                  <a:ea typeface="+mn-ea"/>
                  <a:cs typeface="+mn-cs"/>
                </a:rPr>
                <a:t>ÁREAS USUÁRIAS</a:t>
              </a:r>
            </a:p>
          </p:txBody>
        </p:sp>
        <p:sp>
          <p:nvSpPr>
            <p:cNvPr id="30" name="Elipse 45">
              <a:extLst>
                <a:ext uri="{FF2B5EF4-FFF2-40B4-BE49-F238E27FC236}">
                  <a16:creationId xmlns:a16="http://schemas.microsoft.com/office/drawing/2014/main" id="{89B7C662-945F-CE2F-9ADB-741E013BFDC5}"/>
                </a:ext>
              </a:extLst>
            </p:cNvPr>
            <p:cNvSpPr/>
            <p:nvPr/>
          </p:nvSpPr>
          <p:spPr bwMode="auto">
            <a:xfrm>
              <a:off x="3506070" y="5945598"/>
              <a:ext cx="329822" cy="31019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</p:grpSp>
      <p:sp>
        <p:nvSpPr>
          <p:cNvPr id="33" name="CaixaDeTexto 47">
            <a:extLst>
              <a:ext uri="{FF2B5EF4-FFF2-40B4-BE49-F238E27FC236}">
                <a16:creationId xmlns:a16="http://schemas.microsoft.com/office/drawing/2014/main" id="{12C6312B-8931-6A56-2259-80C3F4E62A8E}"/>
              </a:ext>
            </a:extLst>
          </p:cNvPr>
          <p:cNvSpPr txBox="1"/>
          <p:nvPr/>
        </p:nvSpPr>
        <p:spPr>
          <a:xfrm>
            <a:off x="585823" y="6435620"/>
            <a:ext cx="1058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Arial Nova Cond" panose="020B0506020202020204" pitchFamily="34" charset="0"/>
              </a:rPr>
              <a:t>Legenda:</a:t>
            </a:r>
          </a:p>
        </p:txBody>
      </p:sp>
      <p:cxnSp>
        <p:nvCxnSpPr>
          <p:cNvPr id="35" name="Conector reto 52">
            <a:extLst>
              <a:ext uri="{FF2B5EF4-FFF2-40B4-BE49-F238E27FC236}">
                <a16:creationId xmlns:a16="http://schemas.microsoft.com/office/drawing/2014/main" id="{ACFAB0AC-D5DF-C35B-767B-B28FD4603B3B}"/>
              </a:ext>
            </a:extLst>
          </p:cNvPr>
          <p:cNvCxnSpPr/>
          <p:nvPr/>
        </p:nvCxnSpPr>
        <p:spPr>
          <a:xfrm>
            <a:off x="210312" y="4032504"/>
            <a:ext cx="1164031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ângulo 53">
            <a:extLst>
              <a:ext uri="{FF2B5EF4-FFF2-40B4-BE49-F238E27FC236}">
                <a16:creationId xmlns:a16="http://schemas.microsoft.com/office/drawing/2014/main" id="{A2705F21-76B7-973C-A47E-BAA203CC8AFC}"/>
              </a:ext>
            </a:extLst>
          </p:cNvPr>
          <p:cNvSpPr/>
          <p:nvPr/>
        </p:nvSpPr>
        <p:spPr bwMode="auto">
          <a:xfrm>
            <a:off x="152614" y="1869834"/>
            <a:ext cx="331895" cy="1573723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kern="1200" cap="none" spc="87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TREINAMENTO</a:t>
            </a:r>
          </a:p>
        </p:txBody>
      </p:sp>
      <p:sp>
        <p:nvSpPr>
          <p:cNvPr id="37" name="Elipse 57">
            <a:extLst>
              <a:ext uri="{FF2B5EF4-FFF2-40B4-BE49-F238E27FC236}">
                <a16:creationId xmlns:a16="http://schemas.microsoft.com/office/drawing/2014/main" id="{9B96EE11-277D-1F8B-98AE-B6B0DBB60271}"/>
              </a:ext>
            </a:extLst>
          </p:cNvPr>
          <p:cNvSpPr/>
          <p:nvPr/>
        </p:nvSpPr>
        <p:spPr bwMode="auto">
          <a:xfrm>
            <a:off x="4283407" y="2792051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2</a:t>
            </a:r>
          </a:p>
        </p:txBody>
      </p:sp>
      <p:sp>
        <p:nvSpPr>
          <p:cNvPr id="38" name="Elipse 62">
            <a:extLst>
              <a:ext uri="{FF2B5EF4-FFF2-40B4-BE49-F238E27FC236}">
                <a16:creationId xmlns:a16="http://schemas.microsoft.com/office/drawing/2014/main" id="{DD94843B-19CF-DA64-84EB-F16B8CCD5D08}"/>
              </a:ext>
            </a:extLst>
          </p:cNvPr>
          <p:cNvSpPr/>
          <p:nvPr/>
        </p:nvSpPr>
        <p:spPr bwMode="auto">
          <a:xfrm>
            <a:off x="894446" y="4111070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spc="87">
                <a:solidFill>
                  <a:schemeClr val="bg1"/>
                </a:solidFill>
                <a:latin typeface="Arial Nova Cond" panose="020B0506020202020204" pitchFamily="34" charset="0"/>
              </a:rPr>
              <a:t>1</a:t>
            </a:r>
          </a:p>
        </p:txBody>
      </p:sp>
      <p:sp>
        <p:nvSpPr>
          <p:cNvPr id="39" name="Elipse 64">
            <a:extLst>
              <a:ext uri="{FF2B5EF4-FFF2-40B4-BE49-F238E27FC236}">
                <a16:creationId xmlns:a16="http://schemas.microsoft.com/office/drawing/2014/main" id="{267750E6-E879-3031-B07D-21B87ED3B002}"/>
              </a:ext>
            </a:extLst>
          </p:cNvPr>
          <p:cNvSpPr/>
          <p:nvPr/>
        </p:nvSpPr>
        <p:spPr bwMode="auto">
          <a:xfrm>
            <a:off x="3157215" y="4111070"/>
            <a:ext cx="391325" cy="368032"/>
          </a:xfrm>
          <a:prstGeom prst="ellipse">
            <a:avLst/>
          </a:prstGeom>
          <a:solidFill>
            <a:srgbClr val="00B0F0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1</a:t>
            </a:r>
          </a:p>
        </p:txBody>
      </p:sp>
      <p:sp>
        <p:nvSpPr>
          <p:cNvPr id="40" name="Retângulo 68">
            <a:extLst>
              <a:ext uri="{FF2B5EF4-FFF2-40B4-BE49-F238E27FC236}">
                <a16:creationId xmlns:a16="http://schemas.microsoft.com/office/drawing/2014/main" id="{310E31DA-EC98-65A1-929E-5A67BD1E6E6D}"/>
              </a:ext>
            </a:extLst>
          </p:cNvPr>
          <p:cNvSpPr/>
          <p:nvPr/>
        </p:nvSpPr>
        <p:spPr bwMode="auto">
          <a:xfrm>
            <a:off x="152614" y="4312364"/>
            <a:ext cx="331895" cy="1573723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kern="1200" cap="none" spc="87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PRÉ REQUISITO</a:t>
            </a:r>
          </a:p>
        </p:txBody>
      </p:sp>
      <p:sp>
        <p:nvSpPr>
          <p:cNvPr id="41" name="Elipse 72">
            <a:extLst>
              <a:ext uri="{FF2B5EF4-FFF2-40B4-BE49-F238E27FC236}">
                <a16:creationId xmlns:a16="http://schemas.microsoft.com/office/drawing/2014/main" id="{C996D463-7225-A1B2-CABC-96155625D05A}"/>
              </a:ext>
            </a:extLst>
          </p:cNvPr>
          <p:cNvSpPr/>
          <p:nvPr/>
        </p:nvSpPr>
        <p:spPr bwMode="auto">
          <a:xfrm>
            <a:off x="1982582" y="4111070"/>
            <a:ext cx="391325" cy="368032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spc="87">
                <a:solidFill>
                  <a:schemeClr val="bg1"/>
                </a:solidFill>
                <a:latin typeface="Arial Nova Cond" panose="020B0506020202020204" pitchFamily="34" charset="0"/>
              </a:rPr>
              <a:t>2</a:t>
            </a:r>
          </a:p>
        </p:txBody>
      </p:sp>
      <p:sp>
        <p:nvSpPr>
          <p:cNvPr id="43" name="Elipse 13">
            <a:extLst>
              <a:ext uri="{FF2B5EF4-FFF2-40B4-BE49-F238E27FC236}">
                <a16:creationId xmlns:a16="http://schemas.microsoft.com/office/drawing/2014/main" id="{94171111-06A2-86AC-F641-443F351EA642}"/>
              </a:ext>
            </a:extLst>
          </p:cNvPr>
          <p:cNvSpPr/>
          <p:nvPr/>
        </p:nvSpPr>
        <p:spPr bwMode="auto">
          <a:xfrm>
            <a:off x="8932291" y="1799097"/>
            <a:ext cx="391325" cy="368032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spc="87">
                <a:solidFill>
                  <a:schemeClr val="bg1"/>
                </a:solidFill>
                <a:latin typeface="Arial Nova Cond" panose="020B0506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277588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A15E0C-E1CB-AF27-BB7F-573773FC7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5D396475-2DAA-0A92-9FAC-6E124022A0A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396475-2DAA-0A92-9FAC-6E124022A0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7AE2B8-86CF-4968-E49F-89092A246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4A3F37-8095-56E4-A0A9-0BCBF192A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Gestão de Mudanças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F4C8BD6-47F9-BEC1-C15E-C8215C84D5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180329-6623-2601-7BFF-F8D374CDA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83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551554-254B-0978-B8B4-F3135D58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BA832-71D5-019E-3EF1-A4C7E0317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Medir o alcance real do projeto entre o portal Maestro e os Comunicados, identificando o que de fato leva as pessoas até o site.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C2E6C-608F-51B2-5456-C378CE8FB5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noProof="0"/>
              <a:t>Estatísticas de Alcance da Comunicação - Maestro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FBBDB7F-61A7-73C8-9F45-03A00E7D7DBF}"/>
              </a:ext>
            </a:extLst>
          </p:cNvPr>
          <p:cNvSpPr/>
          <p:nvPr/>
        </p:nvSpPr>
        <p:spPr>
          <a:xfrm>
            <a:off x="469564" y="158254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000" b="1" kern="0" spc="160">
                <a:solidFill>
                  <a:srgbClr val="E8791E"/>
                </a:solidFill>
                <a:latin typeface="Arial Nova" panose="020B0504020202020204" pitchFamily="34" charset="0"/>
                <a:cs typeface="Arial" pitchFamily="34" charset="-120"/>
              </a:rPr>
              <a:t>CANAIS MEDIDOS</a:t>
            </a: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83031035-4603-BF88-DA26-B5C37138BB16}"/>
              </a:ext>
            </a:extLst>
          </p:cNvPr>
          <p:cNvSpPr/>
          <p:nvPr/>
        </p:nvSpPr>
        <p:spPr>
          <a:xfrm>
            <a:off x="457200" y="1847088"/>
            <a:ext cx="5806440" cy="18288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88D6BCD0-DD19-823B-4A4E-4A23966A7A45}"/>
              </a:ext>
            </a:extLst>
          </p:cNvPr>
          <p:cNvSpPr/>
          <p:nvPr/>
        </p:nvSpPr>
        <p:spPr>
          <a:xfrm>
            <a:off x="685800" y="2029968"/>
            <a:ext cx="329184" cy="329184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BC8AA295-B40B-0697-B252-66ECE50EF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8" y="2115556"/>
            <a:ext cx="158008" cy="158008"/>
          </a:xfrm>
          <a:prstGeom prst="rect">
            <a:avLst/>
          </a:prstGeom>
        </p:spPr>
      </p:pic>
      <p:sp>
        <p:nvSpPr>
          <p:cNvPr id="36" name="Text 6">
            <a:extLst>
              <a:ext uri="{FF2B5EF4-FFF2-40B4-BE49-F238E27FC236}">
                <a16:creationId xmlns:a16="http://schemas.microsoft.com/office/drawing/2014/main" id="{15325FAF-B46B-8CDA-7A08-2F76A71ACB82}"/>
              </a:ext>
            </a:extLst>
          </p:cNvPr>
          <p:cNvSpPr/>
          <p:nvPr/>
        </p:nvSpPr>
        <p:spPr>
          <a:xfrm>
            <a:off x="114300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SITE MAESTRO</a:t>
            </a:r>
            <a:endParaRPr lang="en-US" sz="1100">
              <a:latin typeface="Arial Nova" panose="020B0504020202020204" pitchFamily="34" charset="0"/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5BCCC0BE-D457-A19E-FC0E-89ABBA5F341F}"/>
              </a:ext>
            </a:extLst>
          </p:cNvPr>
          <p:cNvSpPr/>
          <p:nvPr/>
        </p:nvSpPr>
        <p:spPr>
          <a:xfrm>
            <a:off x="1143000" y="21854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Portal do projeto</a:t>
            </a:r>
            <a:endParaRPr lang="en-US" sz="850">
              <a:latin typeface="Arial Nova" panose="020B0504020202020204" pitchFamily="34" charset="0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A0F09688-AAEF-7F28-F666-16DF45B91EE2}"/>
              </a:ext>
            </a:extLst>
          </p:cNvPr>
          <p:cNvSpPr/>
          <p:nvPr/>
        </p:nvSpPr>
        <p:spPr>
          <a:xfrm>
            <a:off x="3127248" y="20391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>
              <a:latin typeface="Arial Nova" panose="020B0504020202020204" pitchFamily="34" charset="0"/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2FF0963F-41D2-AB3E-3261-BF41A6F34D2A}"/>
              </a:ext>
            </a:extLst>
          </p:cNvPr>
          <p:cNvSpPr/>
          <p:nvPr/>
        </p:nvSpPr>
        <p:spPr>
          <a:xfrm>
            <a:off x="3456432" y="19751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Quantas pessoas entram no portal e com que frequência voltam.</a:t>
            </a:r>
            <a:endParaRPr lang="en-US" sz="950">
              <a:latin typeface="Arial Nova" panose="020B0504020202020204" pitchFamily="34" charset="0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3A47E365-72FF-D89A-5B09-3F319EA84A5B}"/>
              </a:ext>
            </a:extLst>
          </p:cNvPr>
          <p:cNvSpPr/>
          <p:nvPr/>
        </p:nvSpPr>
        <p:spPr>
          <a:xfrm>
            <a:off x="3456432" y="226771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série diária 17/mai – 14/ago/2026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D15546BF-49A5-B4B6-0113-44B0AFC13EBB}"/>
              </a:ext>
            </a:extLst>
          </p:cNvPr>
          <p:cNvSpPr/>
          <p:nvPr/>
        </p:nvSpPr>
        <p:spPr>
          <a:xfrm>
            <a:off x="685800" y="2596896"/>
            <a:ext cx="329184" cy="329184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pic>
        <p:nvPicPr>
          <p:cNvPr id="42" name="Image 1" descr="preencoded.png">
            <a:extLst>
              <a:ext uri="{FF2B5EF4-FFF2-40B4-BE49-F238E27FC236}">
                <a16:creationId xmlns:a16="http://schemas.microsoft.com/office/drawing/2014/main" id="{A0477ECB-8B87-8C61-13E4-1967AEFA9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88" y="2682484"/>
            <a:ext cx="158008" cy="158008"/>
          </a:xfrm>
          <a:prstGeom prst="rect">
            <a:avLst/>
          </a:prstGeom>
        </p:spPr>
      </p:pic>
      <p:sp>
        <p:nvSpPr>
          <p:cNvPr id="43" name="Text 12">
            <a:extLst>
              <a:ext uri="{FF2B5EF4-FFF2-40B4-BE49-F238E27FC236}">
                <a16:creationId xmlns:a16="http://schemas.microsoft.com/office/drawing/2014/main" id="{F77E042B-762C-2AEC-9F13-549E32B546A0}"/>
              </a:ext>
            </a:extLst>
          </p:cNvPr>
          <p:cNvSpPr/>
          <p:nvPr/>
        </p:nvSpPr>
        <p:spPr>
          <a:xfrm>
            <a:off x="1143000" y="2560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BOLETIM MAESTRO</a:t>
            </a:r>
            <a:endParaRPr lang="en-US" sz="1100">
              <a:latin typeface="Arial Nova" panose="020B0504020202020204" pitchFamily="34" charset="0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7186FA06-7E1A-D96C-416D-F01C0DF8F3B9}"/>
              </a:ext>
            </a:extLst>
          </p:cNvPr>
          <p:cNvSpPr/>
          <p:nvPr/>
        </p:nvSpPr>
        <p:spPr>
          <a:xfrm>
            <a:off x="1143000" y="27523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Comunicados às áreas</a:t>
            </a:r>
            <a:endParaRPr lang="en-US" sz="850">
              <a:latin typeface="Arial Nova" panose="020B0504020202020204" pitchFamily="34" charset="0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CC755437-7E52-F759-EB4B-2D1104F785A5}"/>
              </a:ext>
            </a:extLst>
          </p:cNvPr>
          <p:cNvSpPr/>
          <p:nvPr/>
        </p:nvSpPr>
        <p:spPr>
          <a:xfrm>
            <a:off x="3127248" y="26060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>
              <a:latin typeface="Arial Nova" panose="020B0504020202020204" pitchFamily="34" charset="0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F8231A29-EA0C-A133-8041-2A1908DFF9C6}"/>
              </a:ext>
            </a:extLst>
          </p:cNvPr>
          <p:cNvSpPr/>
          <p:nvPr/>
        </p:nvSpPr>
        <p:spPr>
          <a:xfrm>
            <a:off x="3456432" y="254203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Quantas pessoas abrem cada edição.</a:t>
            </a:r>
            <a:endParaRPr lang="en-US" sz="950">
              <a:latin typeface="Arial Nova" panose="020B0504020202020204" pitchFamily="34" charset="0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DEDBEB47-4831-D3B9-D0B9-0D3B3BA2B5CF}"/>
              </a:ext>
            </a:extLst>
          </p:cNvPr>
          <p:cNvSpPr/>
          <p:nvPr/>
        </p:nvSpPr>
        <p:spPr>
          <a:xfrm>
            <a:off x="3456432" y="28346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acessos de 01/jul – 14/ago/2026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B51E41EA-AA43-05AF-57B6-89294E0FD9E7}"/>
              </a:ext>
            </a:extLst>
          </p:cNvPr>
          <p:cNvSpPr/>
          <p:nvPr/>
        </p:nvSpPr>
        <p:spPr>
          <a:xfrm>
            <a:off x="685800" y="3163824"/>
            <a:ext cx="329184" cy="329184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60B4B272-989D-7177-E34A-1D7B7B511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88" y="3249412"/>
            <a:ext cx="158008" cy="158008"/>
          </a:xfrm>
          <a:prstGeom prst="rect">
            <a:avLst/>
          </a:prstGeom>
        </p:spPr>
      </p:pic>
      <p:sp>
        <p:nvSpPr>
          <p:cNvPr id="50" name="Text 18">
            <a:extLst>
              <a:ext uri="{FF2B5EF4-FFF2-40B4-BE49-F238E27FC236}">
                <a16:creationId xmlns:a16="http://schemas.microsoft.com/office/drawing/2014/main" id="{4D1C892A-0912-1470-34B5-EBD5E940A5E7}"/>
              </a:ext>
            </a:extLst>
          </p:cNvPr>
          <p:cNvSpPr/>
          <p:nvPr/>
        </p:nvSpPr>
        <p:spPr>
          <a:xfrm>
            <a:off x="1143000" y="3127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RELAÇÃO ENTRE OS DOIS</a:t>
            </a:r>
            <a:endParaRPr lang="en-US" sz="1100">
              <a:latin typeface="Arial Nova" panose="020B0504020202020204" pitchFamily="34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152715E6-8835-908F-D599-B7760C1651DB}"/>
              </a:ext>
            </a:extLst>
          </p:cNvPr>
          <p:cNvSpPr/>
          <p:nvPr/>
        </p:nvSpPr>
        <p:spPr>
          <a:xfrm>
            <a:off x="1143000" y="33192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Comunicação → acesso</a:t>
            </a:r>
            <a:endParaRPr lang="en-US" sz="850">
              <a:latin typeface="Arial Nova" panose="020B0504020202020204" pitchFamily="34" charset="0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76924065-8633-A157-5950-60D5E740D08C}"/>
              </a:ext>
            </a:extLst>
          </p:cNvPr>
          <p:cNvSpPr/>
          <p:nvPr/>
        </p:nvSpPr>
        <p:spPr>
          <a:xfrm>
            <a:off x="3127248" y="31729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>
              <a:latin typeface="Arial Nova" panose="020B0504020202020204" pitchFamily="34" charset="0"/>
            </a:endParaRPr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56C39C17-0BFB-C182-1104-D8750330CBE5}"/>
              </a:ext>
            </a:extLst>
          </p:cNvPr>
          <p:cNvSpPr/>
          <p:nvPr/>
        </p:nvSpPr>
        <p:spPr>
          <a:xfrm>
            <a:off x="3456432" y="31089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O quanto o comunicado puxa tráfego para o portal.</a:t>
            </a:r>
            <a:endParaRPr lang="en-US" sz="950">
              <a:latin typeface="Arial Nova" panose="020B0504020202020204" pitchFamily="34" charset="0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6CDB4799-077A-AAAB-953F-407C7324EA1E}"/>
              </a:ext>
            </a:extLst>
          </p:cNvPr>
          <p:cNvSpPr/>
          <p:nvPr/>
        </p:nvSpPr>
        <p:spPr>
          <a:xfrm>
            <a:off x="3456432" y="3401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 envio no período: 10–14/ago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7EA15F9A-7ECD-6669-FCFA-488332DDC59C}"/>
              </a:ext>
            </a:extLst>
          </p:cNvPr>
          <p:cNvSpPr/>
          <p:nvPr/>
        </p:nvSpPr>
        <p:spPr>
          <a:xfrm>
            <a:off x="6492240" y="15727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  <a:defRPr/>
            </a:pPr>
            <a:r>
              <a:rPr lang="en-US" sz="1000" b="1" kern="0" spc="160">
                <a:solidFill>
                  <a:srgbClr val="E8791E"/>
                </a:solidFill>
                <a:latin typeface="Arial Nova" panose="020B0504020202020204" pitchFamily="34" charset="0"/>
                <a:cs typeface="Arial" pitchFamily="34" charset="-120"/>
              </a:rPr>
              <a:t>INDICADORES DE ALCANCE</a:t>
            </a:r>
          </a:p>
        </p:txBody>
      </p:sp>
      <p:sp>
        <p:nvSpPr>
          <p:cNvPr id="56" name="Shape 24">
            <a:extLst>
              <a:ext uri="{FF2B5EF4-FFF2-40B4-BE49-F238E27FC236}">
                <a16:creationId xmlns:a16="http://schemas.microsoft.com/office/drawing/2014/main" id="{9C8C9B41-8C8C-9BBA-D552-8DF6F46ACFDF}"/>
              </a:ext>
            </a:extLst>
          </p:cNvPr>
          <p:cNvSpPr/>
          <p:nvPr/>
        </p:nvSpPr>
        <p:spPr>
          <a:xfrm>
            <a:off x="6492240" y="1847088"/>
            <a:ext cx="5239512" cy="18288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C11B5991-6190-635E-E760-6A2EB37F5CA1}"/>
              </a:ext>
            </a:extLst>
          </p:cNvPr>
          <p:cNvSpPr/>
          <p:nvPr/>
        </p:nvSpPr>
        <p:spPr>
          <a:xfrm>
            <a:off x="6766560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PORTAL MAESTRO</a:t>
            </a:r>
            <a:r>
              <a:rPr lang="en-US" sz="1300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  — audiência acumulada</a:t>
            </a:r>
            <a:endParaRPr lang="en-US" sz="1300">
              <a:latin typeface="Arial Nova" panose="020B0504020202020204" pitchFamily="34" charset="0"/>
            </a:endParaRPr>
          </a:p>
        </p:txBody>
      </p:sp>
      <p:sp>
        <p:nvSpPr>
          <p:cNvPr id="58" name="Text 31">
            <a:extLst>
              <a:ext uri="{FF2B5EF4-FFF2-40B4-BE49-F238E27FC236}">
                <a16:creationId xmlns:a16="http://schemas.microsoft.com/office/drawing/2014/main" id="{85A04CCD-00E2-083C-C4FA-10FE3F4E06C5}"/>
              </a:ext>
            </a:extLst>
          </p:cNvPr>
          <p:cNvSpPr/>
          <p:nvPr/>
        </p:nvSpPr>
        <p:spPr>
          <a:xfrm>
            <a:off x="6766560" y="267004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425</a:t>
            </a:r>
            <a:endParaRPr lang="en-US" sz="4400">
              <a:latin typeface="Arial Nova" panose="020B0504020202020204" pitchFamily="34" charset="0"/>
            </a:endParaRPr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F2A5042C-6B7B-4554-2BF6-F17C36E14D9F}"/>
              </a:ext>
            </a:extLst>
          </p:cNvPr>
          <p:cNvSpPr/>
          <p:nvPr/>
        </p:nvSpPr>
        <p:spPr>
          <a:xfrm>
            <a:off x="7781544" y="2962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pessoas diferentes</a:t>
            </a:r>
            <a:endParaRPr lang="en-US" sz="1100">
              <a:latin typeface="Arial Nova" panose="020B0504020202020204" pitchFamily="34" charset="0"/>
            </a:endParaRPr>
          </a:p>
        </p:txBody>
      </p:sp>
      <p:sp>
        <p:nvSpPr>
          <p:cNvPr id="60" name="Shape 33">
            <a:extLst>
              <a:ext uri="{FF2B5EF4-FFF2-40B4-BE49-F238E27FC236}">
                <a16:creationId xmlns:a16="http://schemas.microsoft.com/office/drawing/2014/main" id="{935CB156-4BA8-B354-EC8C-E903ACA128E1}"/>
              </a:ext>
            </a:extLst>
          </p:cNvPr>
          <p:cNvSpPr/>
          <p:nvPr/>
        </p:nvSpPr>
        <p:spPr>
          <a:xfrm>
            <a:off x="9701784" y="263347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002A46"/>
              </a:solidFill>
              <a:latin typeface="Arial Nova" panose="020B0504020202020204" pitchFamily="34" charset="0"/>
            </a:endParaRPr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D0D527B5-45BF-7BE7-E3C3-0898B0929D15}"/>
              </a:ext>
            </a:extLst>
          </p:cNvPr>
          <p:cNvSpPr/>
          <p:nvPr/>
        </p:nvSpPr>
        <p:spPr>
          <a:xfrm>
            <a:off x="9601200" y="2697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VISITAS TOTAIS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FAE74A90-F546-D684-4A47-2B9252BF5D48}"/>
              </a:ext>
            </a:extLst>
          </p:cNvPr>
          <p:cNvSpPr/>
          <p:nvPr/>
        </p:nvSpPr>
        <p:spPr>
          <a:xfrm>
            <a:off x="9601200" y="2862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6.810</a:t>
            </a:r>
            <a:endParaRPr lang="en-US" sz="2200">
              <a:latin typeface="Arial Nova" panose="020B0504020202020204" pitchFamily="34" charset="0"/>
            </a:endParaRPr>
          </a:p>
        </p:txBody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14E4C817-57B3-01B7-6183-F69AA9BFBF1B}"/>
              </a:ext>
            </a:extLst>
          </p:cNvPr>
          <p:cNvSpPr/>
          <p:nvPr/>
        </p:nvSpPr>
        <p:spPr>
          <a:xfrm>
            <a:off x="6766560" y="33192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Cada pessoa acessou o portal, em média, 16 vezes.</a:t>
            </a:r>
            <a:endParaRPr lang="en-US" sz="900">
              <a:latin typeface="Arial Nova" panose="020B0504020202020204" pitchFamily="34" charset="0"/>
            </a:endParaRPr>
          </a:p>
        </p:txBody>
      </p:sp>
      <p:sp>
        <p:nvSpPr>
          <p:cNvPr id="192" name="Text 37">
            <a:extLst>
              <a:ext uri="{FF2B5EF4-FFF2-40B4-BE49-F238E27FC236}">
                <a16:creationId xmlns:a16="http://schemas.microsoft.com/office/drawing/2014/main" id="{451F2349-4DE0-3094-945A-8C255A6E8CEF}"/>
              </a:ext>
            </a:extLst>
          </p:cNvPr>
          <p:cNvSpPr/>
          <p:nvPr/>
        </p:nvSpPr>
        <p:spPr>
          <a:xfrm>
            <a:off x="469564" y="383499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000" b="1" kern="0" spc="160">
                <a:solidFill>
                  <a:srgbClr val="E8791E"/>
                </a:solidFill>
                <a:latin typeface="Arial Nova" panose="020B0504020202020204" pitchFamily="34" charset="0"/>
                <a:cs typeface="Arial" pitchFamily="34" charset="-120"/>
              </a:rPr>
              <a:t>RESULTADOS POR CANAL</a:t>
            </a:r>
          </a:p>
        </p:txBody>
      </p:sp>
      <p:sp>
        <p:nvSpPr>
          <p:cNvPr id="193" name="Shape 38">
            <a:extLst>
              <a:ext uri="{FF2B5EF4-FFF2-40B4-BE49-F238E27FC236}">
                <a16:creationId xmlns:a16="http://schemas.microsoft.com/office/drawing/2014/main" id="{9D9CB285-23F8-E424-67FE-BF948086F0DE}"/>
              </a:ext>
            </a:extLst>
          </p:cNvPr>
          <p:cNvSpPr/>
          <p:nvPr/>
        </p:nvSpPr>
        <p:spPr>
          <a:xfrm>
            <a:off x="457200" y="4096512"/>
            <a:ext cx="5806440" cy="2084832"/>
          </a:xfrm>
          <a:prstGeom prst="roundRect">
            <a:avLst>
              <a:gd name="adj" fmla="val 43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194" name="Shape 39">
            <a:extLst>
              <a:ext uri="{FF2B5EF4-FFF2-40B4-BE49-F238E27FC236}">
                <a16:creationId xmlns:a16="http://schemas.microsoft.com/office/drawing/2014/main" id="{AE9012A1-7DAF-9873-B42C-CF1D51A1A009}"/>
              </a:ext>
            </a:extLst>
          </p:cNvPr>
          <p:cNvSpPr/>
          <p:nvPr/>
        </p:nvSpPr>
        <p:spPr>
          <a:xfrm>
            <a:off x="658368" y="4233672"/>
            <a:ext cx="274320" cy="274320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pic>
        <p:nvPicPr>
          <p:cNvPr id="195" name="Image 3" descr="preencoded.png">
            <a:extLst>
              <a:ext uri="{FF2B5EF4-FFF2-40B4-BE49-F238E27FC236}">
                <a16:creationId xmlns:a16="http://schemas.microsoft.com/office/drawing/2014/main" id="{6646697C-6BE0-7AC4-3987-CCB4A13C5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" y="4304995"/>
            <a:ext cx="131674" cy="131674"/>
          </a:xfrm>
          <a:prstGeom prst="rect">
            <a:avLst/>
          </a:prstGeom>
        </p:spPr>
      </p:pic>
      <p:sp>
        <p:nvSpPr>
          <p:cNvPr id="196" name="Text 40">
            <a:extLst>
              <a:ext uri="{FF2B5EF4-FFF2-40B4-BE49-F238E27FC236}">
                <a16:creationId xmlns:a16="http://schemas.microsoft.com/office/drawing/2014/main" id="{672EFE31-F9AC-DA19-5171-0F4CF10372B4}"/>
              </a:ext>
            </a:extLst>
          </p:cNvPr>
          <p:cNvSpPr/>
          <p:nvPr/>
        </p:nvSpPr>
        <p:spPr>
          <a:xfrm>
            <a:off x="100584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COMUNICADOS · acessos por edição</a:t>
            </a:r>
            <a:endParaRPr lang="en-US" sz="1100">
              <a:latin typeface="Arial Nova" panose="020B0504020202020204" pitchFamily="34" charset="0"/>
            </a:endParaRPr>
          </a:p>
        </p:txBody>
      </p:sp>
      <p:sp>
        <p:nvSpPr>
          <p:cNvPr id="198" name="Text 43">
            <a:extLst>
              <a:ext uri="{FF2B5EF4-FFF2-40B4-BE49-F238E27FC236}">
                <a16:creationId xmlns:a16="http://schemas.microsoft.com/office/drawing/2014/main" id="{08CB74F9-D963-C51E-BA0E-5796627E626F}"/>
              </a:ext>
            </a:extLst>
          </p:cNvPr>
          <p:cNvSpPr/>
          <p:nvPr/>
        </p:nvSpPr>
        <p:spPr>
          <a:xfrm>
            <a:off x="5349240" y="440808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8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LEITORES</a:t>
            </a:r>
            <a:endParaRPr lang="en-US" sz="750">
              <a:latin typeface="Arial Nova" panose="020B0504020202020204" pitchFamily="34" charset="0"/>
            </a:endParaRPr>
          </a:p>
        </p:txBody>
      </p:sp>
      <p:grpSp>
        <p:nvGrpSpPr>
          <p:cNvPr id="350" name="Agrupar 349">
            <a:extLst>
              <a:ext uri="{FF2B5EF4-FFF2-40B4-BE49-F238E27FC236}">
                <a16:creationId xmlns:a16="http://schemas.microsoft.com/office/drawing/2014/main" id="{39A650E3-D912-9F00-1CE3-6276F1CF1549}"/>
              </a:ext>
            </a:extLst>
          </p:cNvPr>
          <p:cNvGrpSpPr/>
          <p:nvPr/>
        </p:nvGrpSpPr>
        <p:grpSpPr>
          <a:xfrm>
            <a:off x="685304" y="4808220"/>
            <a:ext cx="5440680" cy="187452"/>
            <a:chOff x="685800" y="4585716"/>
            <a:chExt cx="5440680" cy="187452"/>
          </a:xfrm>
        </p:grpSpPr>
        <p:sp>
          <p:nvSpPr>
            <p:cNvPr id="199" name="Text 44">
              <a:extLst>
                <a:ext uri="{FF2B5EF4-FFF2-40B4-BE49-F238E27FC236}">
                  <a16:creationId xmlns:a16="http://schemas.microsoft.com/office/drawing/2014/main" id="{B8D1F347-425F-CA83-7AFB-40230C144360}"/>
                </a:ext>
              </a:extLst>
            </p:cNvPr>
            <p:cNvSpPr/>
            <p:nvPr/>
          </p:nvSpPr>
          <p:spPr>
            <a:xfrm>
              <a:off x="685800" y="4590288"/>
              <a:ext cx="2468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>
                  <a:solidFill>
                    <a:srgbClr val="17456B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Semana 01 a 07 de agosto</a:t>
              </a:r>
              <a:endParaRPr lang="en-US" sz="900">
                <a:latin typeface="Arial Nova" panose="020B0504020202020204" pitchFamily="34" charset="0"/>
              </a:endParaRPr>
            </a:p>
          </p:txBody>
        </p:sp>
        <p:sp>
          <p:nvSpPr>
            <p:cNvPr id="200" name="Shape 45">
              <a:extLst>
                <a:ext uri="{FF2B5EF4-FFF2-40B4-BE49-F238E27FC236}">
                  <a16:creationId xmlns:a16="http://schemas.microsoft.com/office/drawing/2014/main" id="{BE6BC748-9FFB-7752-0232-6C788FF3BF8A}"/>
                </a:ext>
              </a:extLst>
            </p:cNvPr>
            <p:cNvSpPr/>
            <p:nvPr/>
          </p:nvSpPr>
          <p:spPr>
            <a:xfrm>
              <a:off x="3246120" y="4622292"/>
              <a:ext cx="1965960" cy="123444"/>
            </a:xfrm>
            <a:prstGeom prst="rect">
              <a:avLst/>
            </a:prstGeom>
            <a:solidFill>
              <a:srgbClr val="E8791E"/>
            </a:solidFill>
            <a:ln w="12700">
              <a:solidFill>
                <a:srgbClr val="E8791E"/>
              </a:solidFill>
              <a:prstDash val="solid"/>
            </a:ln>
          </p:spPr>
          <p:txBody>
            <a:bodyPr/>
            <a:lstStyle/>
            <a:p>
              <a:endParaRPr lang="pt-BR">
                <a:latin typeface="Arial Nova" panose="020B0504020202020204" pitchFamily="34" charset="0"/>
              </a:endParaRPr>
            </a:p>
          </p:txBody>
        </p:sp>
        <p:sp>
          <p:nvSpPr>
            <p:cNvPr id="201" name="Text 46">
              <a:extLst>
                <a:ext uri="{FF2B5EF4-FFF2-40B4-BE49-F238E27FC236}">
                  <a16:creationId xmlns:a16="http://schemas.microsoft.com/office/drawing/2014/main" id="{C498504F-10AD-A9FC-C99D-8D54AD0BB8FE}"/>
                </a:ext>
              </a:extLst>
            </p:cNvPr>
            <p:cNvSpPr/>
            <p:nvPr/>
          </p:nvSpPr>
          <p:spPr>
            <a:xfrm>
              <a:off x="5266944" y="4585716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0F3557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123</a:t>
              </a:r>
              <a:endParaRPr lang="en-US" sz="850">
                <a:latin typeface="Arial Nova" panose="020B0504020202020204" pitchFamily="34" charset="0"/>
              </a:endParaRPr>
            </a:p>
          </p:txBody>
        </p:sp>
        <p:sp>
          <p:nvSpPr>
            <p:cNvPr id="202" name="Text 47">
              <a:extLst>
                <a:ext uri="{FF2B5EF4-FFF2-40B4-BE49-F238E27FC236}">
                  <a16:creationId xmlns:a16="http://schemas.microsoft.com/office/drawing/2014/main" id="{0054A49B-E777-0133-9D35-5EAFB2767348}"/>
                </a:ext>
              </a:extLst>
            </p:cNvPr>
            <p:cNvSpPr/>
            <p:nvPr/>
          </p:nvSpPr>
          <p:spPr>
            <a:xfrm>
              <a:off x="5349240" y="4590288"/>
              <a:ext cx="777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>
                  <a:solidFill>
                    <a:srgbClr val="1F7BC1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111</a:t>
              </a:r>
              <a:endParaRPr lang="en-US" sz="900">
                <a:latin typeface="Arial Nova" panose="020B0504020202020204" pitchFamily="34" charset="0"/>
              </a:endParaRPr>
            </a:p>
          </p:txBody>
        </p:sp>
      </p:grpSp>
      <p:grpSp>
        <p:nvGrpSpPr>
          <p:cNvPr id="352" name="Agrupar 351">
            <a:extLst>
              <a:ext uri="{FF2B5EF4-FFF2-40B4-BE49-F238E27FC236}">
                <a16:creationId xmlns:a16="http://schemas.microsoft.com/office/drawing/2014/main" id="{B2298D72-9D87-2185-1EE8-DE9771598B80}"/>
              </a:ext>
            </a:extLst>
          </p:cNvPr>
          <p:cNvGrpSpPr/>
          <p:nvPr/>
        </p:nvGrpSpPr>
        <p:grpSpPr>
          <a:xfrm>
            <a:off x="685800" y="4583991"/>
            <a:ext cx="5440680" cy="187452"/>
            <a:chOff x="685800" y="4825289"/>
            <a:chExt cx="5440680" cy="187452"/>
          </a:xfrm>
        </p:grpSpPr>
        <p:sp>
          <p:nvSpPr>
            <p:cNvPr id="203" name="Text 48">
              <a:extLst>
                <a:ext uri="{FF2B5EF4-FFF2-40B4-BE49-F238E27FC236}">
                  <a16:creationId xmlns:a16="http://schemas.microsoft.com/office/drawing/2014/main" id="{E6B37126-7690-262F-B9EB-39AF2A1573F8}"/>
                </a:ext>
              </a:extLst>
            </p:cNvPr>
            <p:cNvSpPr/>
            <p:nvPr/>
          </p:nvSpPr>
          <p:spPr>
            <a:xfrm>
              <a:off x="685800" y="4829861"/>
              <a:ext cx="2468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>
                  <a:solidFill>
                    <a:srgbClr val="17456B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Semana 10 a 14 de agosto</a:t>
              </a:r>
              <a:endParaRPr lang="en-US" sz="900">
                <a:latin typeface="Arial Nova" panose="020B0504020202020204" pitchFamily="34" charset="0"/>
              </a:endParaRPr>
            </a:p>
          </p:txBody>
        </p:sp>
        <p:sp>
          <p:nvSpPr>
            <p:cNvPr id="204" name="Shape 49">
              <a:extLst>
                <a:ext uri="{FF2B5EF4-FFF2-40B4-BE49-F238E27FC236}">
                  <a16:creationId xmlns:a16="http://schemas.microsoft.com/office/drawing/2014/main" id="{97902319-0DB2-811F-0AA1-7A42B785EAA1}"/>
                </a:ext>
              </a:extLst>
            </p:cNvPr>
            <p:cNvSpPr/>
            <p:nvPr/>
          </p:nvSpPr>
          <p:spPr>
            <a:xfrm>
              <a:off x="3246120" y="4861865"/>
              <a:ext cx="527453" cy="123444"/>
            </a:xfrm>
            <a:prstGeom prst="rect">
              <a:avLst/>
            </a:prstGeom>
            <a:solidFill>
              <a:srgbClr val="E8791E"/>
            </a:solidFill>
            <a:ln w="12700">
              <a:solidFill>
                <a:srgbClr val="E8791E"/>
              </a:solidFill>
              <a:prstDash val="solid"/>
            </a:ln>
          </p:spPr>
          <p:txBody>
            <a:bodyPr/>
            <a:lstStyle/>
            <a:p>
              <a:endParaRPr lang="pt-BR">
                <a:latin typeface="Arial Nova" panose="020B0504020202020204" pitchFamily="34" charset="0"/>
              </a:endParaRPr>
            </a:p>
          </p:txBody>
        </p:sp>
        <p:sp>
          <p:nvSpPr>
            <p:cNvPr id="205" name="Text 50">
              <a:extLst>
                <a:ext uri="{FF2B5EF4-FFF2-40B4-BE49-F238E27FC236}">
                  <a16:creationId xmlns:a16="http://schemas.microsoft.com/office/drawing/2014/main" id="{6A4F8AD0-1080-9FA0-11B1-993F20262370}"/>
                </a:ext>
              </a:extLst>
            </p:cNvPr>
            <p:cNvSpPr/>
            <p:nvPr/>
          </p:nvSpPr>
          <p:spPr>
            <a:xfrm>
              <a:off x="3828437" y="4825289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0F3557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33</a:t>
              </a:r>
              <a:endParaRPr lang="en-US" sz="850">
                <a:latin typeface="Arial Nova" panose="020B0504020202020204" pitchFamily="34" charset="0"/>
              </a:endParaRPr>
            </a:p>
          </p:txBody>
        </p:sp>
        <p:sp>
          <p:nvSpPr>
            <p:cNvPr id="206" name="Text 51">
              <a:extLst>
                <a:ext uri="{FF2B5EF4-FFF2-40B4-BE49-F238E27FC236}">
                  <a16:creationId xmlns:a16="http://schemas.microsoft.com/office/drawing/2014/main" id="{93F922BD-7F80-5F6A-7745-385FEF47F758}"/>
                </a:ext>
              </a:extLst>
            </p:cNvPr>
            <p:cNvSpPr/>
            <p:nvPr/>
          </p:nvSpPr>
          <p:spPr>
            <a:xfrm>
              <a:off x="5349240" y="4829861"/>
              <a:ext cx="777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>
                  <a:solidFill>
                    <a:srgbClr val="1F7BC1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27</a:t>
              </a:r>
              <a:endParaRPr lang="en-US" sz="900">
                <a:latin typeface="Arial Nova" panose="020B0504020202020204" pitchFamily="34" charset="0"/>
              </a:endParaRPr>
            </a:p>
          </p:txBody>
        </p:sp>
      </p:grpSp>
      <p:grpSp>
        <p:nvGrpSpPr>
          <p:cNvPr id="207" name="Agrupar 206">
            <a:extLst>
              <a:ext uri="{FF2B5EF4-FFF2-40B4-BE49-F238E27FC236}">
                <a16:creationId xmlns:a16="http://schemas.microsoft.com/office/drawing/2014/main" id="{03687D8C-84BC-6240-0857-CC75DF77DE4B}"/>
              </a:ext>
            </a:extLst>
          </p:cNvPr>
          <p:cNvGrpSpPr/>
          <p:nvPr/>
        </p:nvGrpSpPr>
        <p:grpSpPr>
          <a:xfrm>
            <a:off x="694131" y="5313070"/>
            <a:ext cx="5440680" cy="187452"/>
            <a:chOff x="685800" y="5064862"/>
            <a:chExt cx="5440680" cy="187452"/>
          </a:xfrm>
        </p:grpSpPr>
        <p:sp>
          <p:nvSpPr>
            <p:cNvPr id="208" name="Text 52">
              <a:extLst>
                <a:ext uri="{FF2B5EF4-FFF2-40B4-BE49-F238E27FC236}">
                  <a16:creationId xmlns:a16="http://schemas.microsoft.com/office/drawing/2014/main" id="{EB7B1302-6C24-BB79-C147-CAE741E8E79A}"/>
                </a:ext>
              </a:extLst>
            </p:cNvPr>
            <p:cNvSpPr/>
            <p:nvPr/>
          </p:nvSpPr>
          <p:spPr>
            <a:xfrm>
              <a:off x="685800" y="5069434"/>
              <a:ext cx="2468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>
                  <a:solidFill>
                    <a:srgbClr val="17456B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Boletim de Junho/2026</a:t>
              </a:r>
              <a:endParaRPr lang="en-US" sz="900">
                <a:latin typeface="Arial Nova" panose="020B0504020202020204" pitchFamily="34" charset="0"/>
              </a:endParaRPr>
            </a:p>
          </p:txBody>
        </p:sp>
        <p:sp>
          <p:nvSpPr>
            <p:cNvPr id="209" name="Shape 53">
              <a:extLst>
                <a:ext uri="{FF2B5EF4-FFF2-40B4-BE49-F238E27FC236}">
                  <a16:creationId xmlns:a16="http://schemas.microsoft.com/office/drawing/2014/main" id="{2A6486A5-CC63-41BB-6929-5D55E418F23D}"/>
                </a:ext>
              </a:extLst>
            </p:cNvPr>
            <p:cNvSpPr/>
            <p:nvPr/>
          </p:nvSpPr>
          <p:spPr>
            <a:xfrm>
              <a:off x="3246120" y="5101438"/>
              <a:ext cx="111884" cy="123444"/>
            </a:xfrm>
            <a:prstGeom prst="rect">
              <a:avLst/>
            </a:prstGeom>
            <a:solidFill>
              <a:srgbClr val="0F3557"/>
            </a:solidFill>
            <a:ln w="12700">
              <a:solidFill>
                <a:srgbClr val="0F3557"/>
              </a:solidFill>
              <a:prstDash val="solid"/>
            </a:ln>
          </p:spPr>
          <p:txBody>
            <a:bodyPr/>
            <a:lstStyle/>
            <a:p>
              <a:endParaRPr lang="pt-BR">
                <a:latin typeface="Arial Nova" panose="020B0504020202020204" pitchFamily="34" charset="0"/>
              </a:endParaRPr>
            </a:p>
          </p:txBody>
        </p:sp>
        <p:sp>
          <p:nvSpPr>
            <p:cNvPr id="210" name="Text 54">
              <a:extLst>
                <a:ext uri="{FF2B5EF4-FFF2-40B4-BE49-F238E27FC236}">
                  <a16:creationId xmlns:a16="http://schemas.microsoft.com/office/drawing/2014/main" id="{6BBB4B17-B0EE-5B4B-FA4C-2CBD75345857}"/>
                </a:ext>
              </a:extLst>
            </p:cNvPr>
            <p:cNvSpPr/>
            <p:nvPr/>
          </p:nvSpPr>
          <p:spPr>
            <a:xfrm>
              <a:off x="3412868" y="5064862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0F3557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7</a:t>
              </a:r>
              <a:endParaRPr lang="en-US" sz="850">
                <a:latin typeface="Arial Nova" panose="020B0504020202020204" pitchFamily="34" charset="0"/>
              </a:endParaRPr>
            </a:p>
          </p:txBody>
        </p:sp>
        <p:sp>
          <p:nvSpPr>
            <p:cNvPr id="211" name="Text 55">
              <a:extLst>
                <a:ext uri="{FF2B5EF4-FFF2-40B4-BE49-F238E27FC236}">
                  <a16:creationId xmlns:a16="http://schemas.microsoft.com/office/drawing/2014/main" id="{A34B6DF5-2CB4-E71C-2553-3C9533F50252}"/>
                </a:ext>
              </a:extLst>
            </p:cNvPr>
            <p:cNvSpPr/>
            <p:nvPr/>
          </p:nvSpPr>
          <p:spPr>
            <a:xfrm>
              <a:off x="5349240" y="5069434"/>
              <a:ext cx="777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>
                  <a:solidFill>
                    <a:srgbClr val="1F7BC1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900">
                <a:latin typeface="Arial Nova" panose="020B0504020202020204" pitchFamily="34" charset="0"/>
              </a:endParaRPr>
            </a:p>
          </p:txBody>
        </p:sp>
      </p:grpSp>
      <p:grpSp>
        <p:nvGrpSpPr>
          <p:cNvPr id="212" name="Agrupar 211">
            <a:extLst>
              <a:ext uri="{FF2B5EF4-FFF2-40B4-BE49-F238E27FC236}">
                <a16:creationId xmlns:a16="http://schemas.microsoft.com/office/drawing/2014/main" id="{D51F47A7-D71E-25B1-0B02-19870198207E}"/>
              </a:ext>
            </a:extLst>
          </p:cNvPr>
          <p:cNvGrpSpPr/>
          <p:nvPr/>
        </p:nvGrpSpPr>
        <p:grpSpPr>
          <a:xfrm>
            <a:off x="685800" y="5055514"/>
            <a:ext cx="5440680" cy="187452"/>
            <a:chOff x="685800" y="5304434"/>
            <a:chExt cx="5440680" cy="187452"/>
          </a:xfrm>
        </p:grpSpPr>
        <p:sp>
          <p:nvSpPr>
            <p:cNvPr id="213" name="Text 56">
              <a:extLst>
                <a:ext uri="{FF2B5EF4-FFF2-40B4-BE49-F238E27FC236}">
                  <a16:creationId xmlns:a16="http://schemas.microsoft.com/office/drawing/2014/main" id="{F346C0FC-2547-102E-EFC0-3A009D592577}"/>
                </a:ext>
              </a:extLst>
            </p:cNvPr>
            <p:cNvSpPr/>
            <p:nvPr/>
          </p:nvSpPr>
          <p:spPr>
            <a:xfrm>
              <a:off x="685800" y="5309006"/>
              <a:ext cx="2468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>
                  <a:solidFill>
                    <a:srgbClr val="17456B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Boletim de Julho/2026</a:t>
              </a:r>
              <a:endParaRPr lang="en-US" sz="900">
                <a:latin typeface="Arial Nova" panose="020B0504020202020204" pitchFamily="34" charset="0"/>
              </a:endParaRPr>
            </a:p>
          </p:txBody>
        </p:sp>
        <p:sp>
          <p:nvSpPr>
            <p:cNvPr id="214" name="Shape 57">
              <a:extLst>
                <a:ext uri="{FF2B5EF4-FFF2-40B4-BE49-F238E27FC236}">
                  <a16:creationId xmlns:a16="http://schemas.microsoft.com/office/drawing/2014/main" id="{9ED752B4-6626-8954-8921-5526115E6C5D}"/>
                </a:ext>
              </a:extLst>
            </p:cNvPr>
            <p:cNvSpPr/>
            <p:nvPr/>
          </p:nvSpPr>
          <p:spPr>
            <a:xfrm>
              <a:off x="3246120" y="5341010"/>
              <a:ext cx="109728" cy="123444"/>
            </a:xfrm>
            <a:prstGeom prst="rect">
              <a:avLst/>
            </a:prstGeom>
            <a:solidFill>
              <a:srgbClr val="0F3557"/>
            </a:solidFill>
            <a:ln w="12700">
              <a:solidFill>
                <a:srgbClr val="0F3557"/>
              </a:solidFill>
              <a:prstDash val="solid"/>
            </a:ln>
          </p:spPr>
          <p:txBody>
            <a:bodyPr/>
            <a:lstStyle/>
            <a:p>
              <a:endParaRPr lang="pt-BR">
                <a:latin typeface="Arial Nova" panose="020B0504020202020204" pitchFamily="34" charset="0"/>
              </a:endParaRPr>
            </a:p>
          </p:txBody>
        </p:sp>
        <p:sp>
          <p:nvSpPr>
            <p:cNvPr id="215" name="Text 58">
              <a:extLst>
                <a:ext uri="{FF2B5EF4-FFF2-40B4-BE49-F238E27FC236}">
                  <a16:creationId xmlns:a16="http://schemas.microsoft.com/office/drawing/2014/main" id="{FFB9465C-43CD-CA26-0129-EB22FBE364BE}"/>
                </a:ext>
              </a:extLst>
            </p:cNvPr>
            <p:cNvSpPr/>
            <p:nvPr/>
          </p:nvSpPr>
          <p:spPr>
            <a:xfrm>
              <a:off x="3410712" y="5304434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0F3557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850">
                <a:latin typeface="Arial Nova" panose="020B0504020202020204" pitchFamily="34" charset="0"/>
              </a:endParaRPr>
            </a:p>
          </p:txBody>
        </p:sp>
        <p:sp>
          <p:nvSpPr>
            <p:cNvPr id="216" name="Text 59">
              <a:extLst>
                <a:ext uri="{FF2B5EF4-FFF2-40B4-BE49-F238E27FC236}">
                  <a16:creationId xmlns:a16="http://schemas.microsoft.com/office/drawing/2014/main" id="{AEB436B5-A458-FB23-A7AC-03063E869138}"/>
                </a:ext>
              </a:extLst>
            </p:cNvPr>
            <p:cNvSpPr/>
            <p:nvPr/>
          </p:nvSpPr>
          <p:spPr>
            <a:xfrm>
              <a:off x="5349240" y="5309006"/>
              <a:ext cx="777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>
                  <a:solidFill>
                    <a:srgbClr val="1F7BC1"/>
                  </a:solidFill>
                  <a:latin typeface="Arial Nova" panose="020B0504020202020204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900">
                <a:latin typeface="Arial Nova" panose="020B0504020202020204" pitchFamily="34" charset="0"/>
              </a:endParaRPr>
            </a:p>
          </p:txBody>
        </p:sp>
      </p:grpSp>
      <p:sp>
        <p:nvSpPr>
          <p:cNvPr id="218" name="Text 60">
            <a:extLst>
              <a:ext uri="{FF2B5EF4-FFF2-40B4-BE49-F238E27FC236}">
                <a16:creationId xmlns:a16="http://schemas.microsoft.com/office/drawing/2014/main" id="{7C879928-2875-E7AC-D70D-0199A0F10D3B}"/>
              </a:ext>
            </a:extLst>
          </p:cNvPr>
          <p:cNvSpPr/>
          <p:nvPr/>
        </p:nvSpPr>
        <p:spPr>
          <a:xfrm>
            <a:off x="685800" y="5548579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Semana 30/03 a 10/abril</a:t>
            </a:r>
            <a:endParaRPr lang="en-US" sz="900">
              <a:latin typeface="Arial Nova" panose="020B0504020202020204" pitchFamily="34" charset="0"/>
            </a:endParaRPr>
          </a:p>
        </p:txBody>
      </p:sp>
      <p:sp>
        <p:nvSpPr>
          <p:cNvPr id="220" name="Shape 61">
            <a:extLst>
              <a:ext uri="{FF2B5EF4-FFF2-40B4-BE49-F238E27FC236}">
                <a16:creationId xmlns:a16="http://schemas.microsoft.com/office/drawing/2014/main" id="{88FA15E1-6331-8467-9E0C-ABB91472F760}"/>
              </a:ext>
            </a:extLst>
          </p:cNvPr>
          <p:cNvSpPr/>
          <p:nvPr/>
        </p:nvSpPr>
        <p:spPr>
          <a:xfrm>
            <a:off x="3246120" y="5580583"/>
            <a:ext cx="109728" cy="123444"/>
          </a:xfrm>
          <a:prstGeom prst="rect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22" name="Text 62">
            <a:extLst>
              <a:ext uri="{FF2B5EF4-FFF2-40B4-BE49-F238E27FC236}">
                <a16:creationId xmlns:a16="http://schemas.microsoft.com/office/drawing/2014/main" id="{0E2707C4-C743-7FD2-40E7-00135135A0EB}"/>
              </a:ext>
            </a:extLst>
          </p:cNvPr>
          <p:cNvSpPr/>
          <p:nvPr/>
        </p:nvSpPr>
        <p:spPr>
          <a:xfrm>
            <a:off x="3410712" y="5544007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>
              <a:latin typeface="Arial Nova" panose="020B0504020202020204" pitchFamily="34" charset="0"/>
            </a:endParaRPr>
          </a:p>
        </p:txBody>
      </p:sp>
      <p:sp>
        <p:nvSpPr>
          <p:cNvPr id="224" name="Text 63">
            <a:extLst>
              <a:ext uri="{FF2B5EF4-FFF2-40B4-BE49-F238E27FC236}">
                <a16:creationId xmlns:a16="http://schemas.microsoft.com/office/drawing/2014/main" id="{C525329A-E547-9DF3-1E55-5B1CE07F1D82}"/>
              </a:ext>
            </a:extLst>
          </p:cNvPr>
          <p:cNvSpPr/>
          <p:nvPr/>
        </p:nvSpPr>
        <p:spPr>
          <a:xfrm>
            <a:off x="5349240" y="5548579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1F7BC1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>
              <a:latin typeface="Arial Nova" panose="020B0504020202020204" pitchFamily="34" charset="0"/>
            </a:endParaRPr>
          </a:p>
        </p:txBody>
      </p:sp>
      <p:sp>
        <p:nvSpPr>
          <p:cNvPr id="226" name="Text 64">
            <a:extLst>
              <a:ext uri="{FF2B5EF4-FFF2-40B4-BE49-F238E27FC236}">
                <a16:creationId xmlns:a16="http://schemas.microsoft.com/office/drawing/2014/main" id="{19510A69-E4C8-8D0D-0971-D2B7BE0F5237}"/>
              </a:ext>
            </a:extLst>
          </p:cNvPr>
          <p:cNvSpPr/>
          <p:nvPr/>
        </p:nvSpPr>
        <p:spPr>
          <a:xfrm>
            <a:off x="685800" y="5777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Outras 8 edições, somadas</a:t>
            </a:r>
            <a:endParaRPr lang="en-US" sz="900">
              <a:latin typeface="Arial Nova" panose="020B0504020202020204" pitchFamily="34" charset="0"/>
            </a:endParaRPr>
          </a:p>
        </p:txBody>
      </p:sp>
      <p:sp>
        <p:nvSpPr>
          <p:cNvPr id="228" name="Shape 65">
            <a:extLst>
              <a:ext uri="{FF2B5EF4-FFF2-40B4-BE49-F238E27FC236}">
                <a16:creationId xmlns:a16="http://schemas.microsoft.com/office/drawing/2014/main" id="{561CEBE5-9E21-0A29-47BF-F05A575AABD4}"/>
              </a:ext>
            </a:extLst>
          </p:cNvPr>
          <p:cNvSpPr/>
          <p:nvPr/>
        </p:nvSpPr>
        <p:spPr>
          <a:xfrm>
            <a:off x="3246120" y="5809996"/>
            <a:ext cx="207784" cy="123444"/>
          </a:xfrm>
          <a:prstGeom prst="rect">
            <a:avLst/>
          </a:prstGeom>
          <a:solidFill>
            <a:srgbClr val="B9CBD9"/>
          </a:solidFill>
          <a:ln w="12700">
            <a:solidFill>
              <a:srgbClr val="B9CBD9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30" name="Text 66">
            <a:extLst>
              <a:ext uri="{FF2B5EF4-FFF2-40B4-BE49-F238E27FC236}">
                <a16:creationId xmlns:a16="http://schemas.microsoft.com/office/drawing/2014/main" id="{ADF1B811-B06C-48E1-2911-938BC8AE6B20}"/>
              </a:ext>
            </a:extLst>
          </p:cNvPr>
          <p:cNvSpPr/>
          <p:nvPr/>
        </p:nvSpPr>
        <p:spPr>
          <a:xfrm>
            <a:off x="3508768" y="57734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>
              <a:latin typeface="Arial Nova" panose="020B0504020202020204" pitchFamily="34" charset="0"/>
            </a:endParaRPr>
          </a:p>
        </p:txBody>
      </p:sp>
      <p:sp>
        <p:nvSpPr>
          <p:cNvPr id="232" name="Text 67">
            <a:extLst>
              <a:ext uri="{FF2B5EF4-FFF2-40B4-BE49-F238E27FC236}">
                <a16:creationId xmlns:a16="http://schemas.microsoft.com/office/drawing/2014/main" id="{04B9BC73-0DD2-9F17-B231-21F0F95104B2}"/>
              </a:ext>
            </a:extLst>
          </p:cNvPr>
          <p:cNvSpPr/>
          <p:nvPr/>
        </p:nvSpPr>
        <p:spPr>
          <a:xfrm>
            <a:off x="5349240" y="57881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E8399"/>
                </a:solidFill>
                <a:latin typeface="Arial Nova" panose="020B0504020202020204" pitchFamily="34" charset="0"/>
                <a:cs typeface="Arial" pitchFamily="34" charset="-120"/>
              </a:rPr>
              <a:t>-</a:t>
            </a:r>
            <a:endParaRPr lang="en-US" sz="900">
              <a:latin typeface="Arial Nova" panose="020B0504020202020204" pitchFamily="34" charset="0"/>
            </a:endParaRPr>
          </a:p>
        </p:txBody>
      </p:sp>
      <p:sp>
        <p:nvSpPr>
          <p:cNvPr id="234" name="Text 68">
            <a:extLst>
              <a:ext uri="{FF2B5EF4-FFF2-40B4-BE49-F238E27FC236}">
                <a16:creationId xmlns:a16="http://schemas.microsoft.com/office/drawing/2014/main" id="{6DFDCB05-B8A1-85FE-A16F-1B6B8F7B5779}"/>
              </a:ext>
            </a:extLst>
          </p:cNvPr>
          <p:cNvSpPr/>
          <p:nvPr/>
        </p:nvSpPr>
        <p:spPr>
          <a:xfrm>
            <a:off x="685800" y="599008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i="1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Em laranja, as edições em circulação na semana do envio. Leitores não somam entre edições: 138 pessoas no total.</a:t>
            </a:r>
            <a:endParaRPr lang="en-US" sz="750" b="1" i="1">
              <a:latin typeface="Arial Nova" panose="020B0504020202020204" pitchFamily="34" charset="0"/>
            </a:endParaRPr>
          </a:p>
        </p:txBody>
      </p:sp>
      <p:sp>
        <p:nvSpPr>
          <p:cNvPr id="236" name="Shape 69">
            <a:extLst>
              <a:ext uri="{FF2B5EF4-FFF2-40B4-BE49-F238E27FC236}">
                <a16:creationId xmlns:a16="http://schemas.microsoft.com/office/drawing/2014/main" id="{2B501E38-688F-7375-D681-F196E1599836}"/>
              </a:ext>
            </a:extLst>
          </p:cNvPr>
          <p:cNvSpPr/>
          <p:nvPr/>
        </p:nvSpPr>
        <p:spPr>
          <a:xfrm>
            <a:off x="6492240" y="4096512"/>
            <a:ext cx="2487168" cy="2084832"/>
          </a:xfrm>
          <a:prstGeom prst="roundRect">
            <a:avLst>
              <a:gd name="adj" fmla="val 43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38" name="Shape 70">
            <a:extLst>
              <a:ext uri="{FF2B5EF4-FFF2-40B4-BE49-F238E27FC236}">
                <a16:creationId xmlns:a16="http://schemas.microsoft.com/office/drawing/2014/main" id="{BF0DA474-E2B2-E5D5-A97E-9554B764E3D3}"/>
              </a:ext>
            </a:extLst>
          </p:cNvPr>
          <p:cNvSpPr/>
          <p:nvPr/>
        </p:nvSpPr>
        <p:spPr>
          <a:xfrm>
            <a:off x="6675120" y="4233672"/>
            <a:ext cx="274320" cy="274320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pic>
        <p:nvPicPr>
          <p:cNvPr id="240" name="Image 4" descr="preencoded.png">
            <a:extLst>
              <a:ext uri="{FF2B5EF4-FFF2-40B4-BE49-F238E27FC236}">
                <a16:creationId xmlns:a16="http://schemas.microsoft.com/office/drawing/2014/main" id="{84448912-E369-D18D-E805-2DAC65213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443" y="4304995"/>
            <a:ext cx="131674" cy="131674"/>
          </a:xfrm>
          <a:prstGeom prst="rect">
            <a:avLst/>
          </a:prstGeom>
        </p:spPr>
      </p:pic>
      <p:sp>
        <p:nvSpPr>
          <p:cNvPr id="242" name="Text 72">
            <a:extLst>
              <a:ext uri="{FF2B5EF4-FFF2-40B4-BE49-F238E27FC236}">
                <a16:creationId xmlns:a16="http://schemas.microsoft.com/office/drawing/2014/main" id="{EE8031CF-A868-75ED-4C8F-0994C29C47C2}"/>
              </a:ext>
            </a:extLst>
          </p:cNvPr>
          <p:cNvSpPr/>
          <p:nvPr/>
        </p:nvSpPr>
        <p:spPr>
          <a:xfrm>
            <a:off x="7022592" y="4389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Visitas por semana</a:t>
            </a:r>
            <a:endParaRPr lang="en-US" sz="850">
              <a:latin typeface="Arial Nova" panose="020B0504020202020204" pitchFamily="34" charset="0"/>
            </a:endParaRPr>
          </a:p>
        </p:txBody>
      </p:sp>
      <p:sp>
        <p:nvSpPr>
          <p:cNvPr id="244" name="Text 73">
            <a:extLst>
              <a:ext uri="{FF2B5EF4-FFF2-40B4-BE49-F238E27FC236}">
                <a16:creationId xmlns:a16="http://schemas.microsoft.com/office/drawing/2014/main" id="{5E50EE77-6894-2526-96F6-90F7C88A1936}"/>
              </a:ext>
            </a:extLst>
          </p:cNvPr>
          <p:cNvSpPr/>
          <p:nvPr/>
        </p:nvSpPr>
        <p:spPr>
          <a:xfrm>
            <a:off x="667512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Semana do comunicado</a:t>
            </a:r>
            <a:endParaRPr lang="en-US" sz="950">
              <a:latin typeface="Arial Nova" panose="020B0504020202020204" pitchFamily="34" charset="0"/>
            </a:endParaRPr>
          </a:p>
        </p:txBody>
      </p:sp>
      <p:sp>
        <p:nvSpPr>
          <p:cNvPr id="246" name="Text 74">
            <a:extLst>
              <a:ext uri="{FF2B5EF4-FFF2-40B4-BE49-F238E27FC236}">
                <a16:creationId xmlns:a16="http://schemas.microsoft.com/office/drawing/2014/main" id="{EE4C962D-27FB-F66C-986C-4EF9D6158A0B}"/>
              </a:ext>
            </a:extLst>
          </p:cNvPr>
          <p:cNvSpPr/>
          <p:nvPr/>
        </p:nvSpPr>
        <p:spPr>
          <a:xfrm>
            <a:off x="8183880" y="46360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E8791E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500">
              <a:latin typeface="Arial Nova" panose="020B0504020202020204" pitchFamily="34" charset="0"/>
            </a:endParaRPr>
          </a:p>
        </p:txBody>
      </p:sp>
      <p:sp>
        <p:nvSpPr>
          <p:cNvPr id="248" name="Text 75">
            <a:extLst>
              <a:ext uri="{FF2B5EF4-FFF2-40B4-BE49-F238E27FC236}">
                <a16:creationId xmlns:a16="http://schemas.microsoft.com/office/drawing/2014/main" id="{45174D85-6DEF-960D-ACD9-AB8EF6BD44D2}"/>
              </a:ext>
            </a:extLst>
          </p:cNvPr>
          <p:cNvSpPr/>
          <p:nvPr/>
        </p:nvSpPr>
        <p:spPr>
          <a:xfrm>
            <a:off x="6675120" y="48371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10 – 14/ago</a:t>
            </a:r>
            <a:endParaRPr lang="en-US" sz="750">
              <a:latin typeface="Arial Nova" panose="020B0504020202020204" pitchFamily="34" charset="0"/>
            </a:endParaRPr>
          </a:p>
        </p:txBody>
      </p:sp>
      <p:sp>
        <p:nvSpPr>
          <p:cNvPr id="250" name="Text 76">
            <a:extLst>
              <a:ext uri="{FF2B5EF4-FFF2-40B4-BE49-F238E27FC236}">
                <a16:creationId xmlns:a16="http://schemas.microsoft.com/office/drawing/2014/main" id="{4E2C1A44-1364-A4F8-6300-CE735725C5C3}"/>
              </a:ext>
            </a:extLst>
          </p:cNvPr>
          <p:cNvSpPr/>
          <p:nvPr/>
        </p:nvSpPr>
        <p:spPr>
          <a:xfrm>
            <a:off x="6675120" y="50932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Semana do workshop</a:t>
            </a:r>
            <a:endParaRPr lang="en-US" sz="950">
              <a:latin typeface="Arial Nova" panose="020B0504020202020204" pitchFamily="34" charset="0"/>
            </a:endParaRPr>
          </a:p>
        </p:txBody>
      </p:sp>
      <p:sp>
        <p:nvSpPr>
          <p:cNvPr id="252" name="Text 77">
            <a:extLst>
              <a:ext uri="{FF2B5EF4-FFF2-40B4-BE49-F238E27FC236}">
                <a16:creationId xmlns:a16="http://schemas.microsoft.com/office/drawing/2014/main" id="{790A7C75-8235-508F-06B3-25ECEE17505B}"/>
              </a:ext>
            </a:extLst>
          </p:cNvPr>
          <p:cNvSpPr/>
          <p:nvPr/>
        </p:nvSpPr>
        <p:spPr>
          <a:xfrm>
            <a:off x="8183880" y="50657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5A7E9E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500">
              <a:latin typeface="Arial Nova" panose="020B0504020202020204" pitchFamily="34" charset="0"/>
            </a:endParaRPr>
          </a:p>
        </p:txBody>
      </p:sp>
      <p:sp>
        <p:nvSpPr>
          <p:cNvPr id="254" name="Text 78">
            <a:extLst>
              <a:ext uri="{FF2B5EF4-FFF2-40B4-BE49-F238E27FC236}">
                <a16:creationId xmlns:a16="http://schemas.microsoft.com/office/drawing/2014/main" id="{54D6DE35-B2F6-DA12-9EBD-669260C83EAC}"/>
              </a:ext>
            </a:extLst>
          </p:cNvPr>
          <p:cNvSpPr/>
          <p:nvPr/>
        </p:nvSpPr>
        <p:spPr>
          <a:xfrm>
            <a:off x="6675120" y="52669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03 – 07/ago</a:t>
            </a:r>
            <a:endParaRPr lang="en-US" sz="750">
              <a:latin typeface="Arial Nova" panose="020B0504020202020204" pitchFamily="34" charset="0"/>
            </a:endParaRPr>
          </a:p>
        </p:txBody>
      </p:sp>
      <p:sp>
        <p:nvSpPr>
          <p:cNvPr id="256" name="Text 79">
            <a:extLst>
              <a:ext uri="{FF2B5EF4-FFF2-40B4-BE49-F238E27FC236}">
                <a16:creationId xmlns:a16="http://schemas.microsoft.com/office/drawing/2014/main" id="{B8049D7F-D6F3-7966-A67F-535A8E556331}"/>
              </a:ext>
            </a:extLst>
          </p:cNvPr>
          <p:cNvSpPr/>
          <p:nvPr/>
        </p:nvSpPr>
        <p:spPr>
          <a:xfrm>
            <a:off x="6675120" y="55229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Semanas sem estímulo</a:t>
            </a:r>
            <a:endParaRPr lang="en-US" sz="950">
              <a:latin typeface="Arial Nova" panose="020B0504020202020204" pitchFamily="34" charset="0"/>
            </a:endParaRPr>
          </a:p>
        </p:txBody>
      </p:sp>
      <p:sp>
        <p:nvSpPr>
          <p:cNvPr id="258" name="Text 80">
            <a:extLst>
              <a:ext uri="{FF2B5EF4-FFF2-40B4-BE49-F238E27FC236}">
                <a16:creationId xmlns:a16="http://schemas.microsoft.com/office/drawing/2014/main" id="{B977733A-F8F0-1FF0-D82F-F7540BCCFC62}"/>
              </a:ext>
            </a:extLst>
          </p:cNvPr>
          <p:cNvSpPr/>
          <p:nvPr/>
        </p:nvSpPr>
        <p:spPr>
          <a:xfrm>
            <a:off x="8183880" y="5495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500">
              <a:latin typeface="Arial Nova" panose="020B0504020202020204" pitchFamily="34" charset="0"/>
            </a:endParaRPr>
          </a:p>
        </p:txBody>
      </p:sp>
      <p:sp>
        <p:nvSpPr>
          <p:cNvPr id="260" name="Text 81">
            <a:extLst>
              <a:ext uri="{FF2B5EF4-FFF2-40B4-BE49-F238E27FC236}">
                <a16:creationId xmlns:a16="http://schemas.microsoft.com/office/drawing/2014/main" id="{D5715382-09A6-4898-5EDF-B3F0023A9255}"/>
              </a:ext>
            </a:extLst>
          </p:cNvPr>
          <p:cNvSpPr/>
          <p:nvPr/>
        </p:nvSpPr>
        <p:spPr>
          <a:xfrm>
            <a:off x="6675120" y="56967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média de 9 semanas · jun–jul</a:t>
            </a:r>
            <a:endParaRPr lang="en-US" sz="750">
              <a:latin typeface="Arial Nova" panose="020B0504020202020204" pitchFamily="34" charset="0"/>
            </a:endParaRPr>
          </a:p>
        </p:txBody>
      </p:sp>
      <p:sp>
        <p:nvSpPr>
          <p:cNvPr id="262" name="Shape 82">
            <a:extLst>
              <a:ext uri="{FF2B5EF4-FFF2-40B4-BE49-F238E27FC236}">
                <a16:creationId xmlns:a16="http://schemas.microsoft.com/office/drawing/2014/main" id="{5C97BB67-EB8F-8163-36E4-A3976F070A34}"/>
              </a:ext>
            </a:extLst>
          </p:cNvPr>
          <p:cNvSpPr/>
          <p:nvPr/>
        </p:nvSpPr>
        <p:spPr>
          <a:xfrm>
            <a:off x="6675120" y="5888736"/>
            <a:ext cx="2121408" cy="0"/>
          </a:xfrm>
          <a:prstGeom prst="line">
            <a:avLst/>
          </a:prstGeom>
          <a:noFill/>
          <a:ln w="12700">
            <a:solidFill>
              <a:srgbClr val="CFDCE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64" name="Text 83">
            <a:extLst>
              <a:ext uri="{FF2B5EF4-FFF2-40B4-BE49-F238E27FC236}">
                <a16:creationId xmlns:a16="http://schemas.microsoft.com/office/drawing/2014/main" id="{CCB47534-E6AA-493C-4B61-BC52CB4BCF43}"/>
              </a:ext>
            </a:extLst>
          </p:cNvPr>
          <p:cNvSpPr/>
          <p:nvPr/>
        </p:nvSpPr>
        <p:spPr>
          <a:xfrm>
            <a:off x="6675120" y="593902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787 visitas nos últimos 90 dias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266" name="Shape 84">
            <a:extLst>
              <a:ext uri="{FF2B5EF4-FFF2-40B4-BE49-F238E27FC236}">
                <a16:creationId xmlns:a16="http://schemas.microsoft.com/office/drawing/2014/main" id="{91BE7E52-D89E-8383-16BB-3E3B2F4BBC86}"/>
              </a:ext>
            </a:extLst>
          </p:cNvPr>
          <p:cNvSpPr/>
          <p:nvPr/>
        </p:nvSpPr>
        <p:spPr>
          <a:xfrm>
            <a:off x="9244584" y="4096512"/>
            <a:ext cx="2487168" cy="2084832"/>
          </a:xfrm>
          <a:prstGeom prst="roundRect">
            <a:avLst>
              <a:gd name="adj" fmla="val 43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68" name="Shape 85">
            <a:extLst>
              <a:ext uri="{FF2B5EF4-FFF2-40B4-BE49-F238E27FC236}">
                <a16:creationId xmlns:a16="http://schemas.microsoft.com/office/drawing/2014/main" id="{ED72F85F-24D7-5432-9DDB-320FCB0695A4}"/>
              </a:ext>
            </a:extLst>
          </p:cNvPr>
          <p:cNvSpPr/>
          <p:nvPr/>
        </p:nvSpPr>
        <p:spPr>
          <a:xfrm>
            <a:off x="9427464" y="4233672"/>
            <a:ext cx="274320" cy="274320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pic>
        <p:nvPicPr>
          <p:cNvPr id="270" name="Image 5" descr="preencoded.png">
            <a:extLst>
              <a:ext uri="{FF2B5EF4-FFF2-40B4-BE49-F238E27FC236}">
                <a16:creationId xmlns:a16="http://schemas.microsoft.com/office/drawing/2014/main" id="{EC97455F-2EFA-B7FE-C2D7-941A2FCBF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787" y="4304995"/>
            <a:ext cx="131674" cy="131674"/>
          </a:xfrm>
          <a:prstGeom prst="rect">
            <a:avLst/>
          </a:prstGeom>
        </p:spPr>
      </p:pic>
      <p:sp>
        <p:nvSpPr>
          <p:cNvPr id="272" name="Text 86">
            <a:extLst>
              <a:ext uri="{FF2B5EF4-FFF2-40B4-BE49-F238E27FC236}">
                <a16:creationId xmlns:a16="http://schemas.microsoft.com/office/drawing/2014/main" id="{A0B7C95B-8CFF-E12A-2D22-88FECD860904}"/>
              </a:ext>
            </a:extLst>
          </p:cNvPr>
          <p:cNvSpPr/>
          <p:nvPr/>
        </p:nvSpPr>
        <p:spPr>
          <a:xfrm>
            <a:off x="9774936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100">
              <a:latin typeface="Arial Nova" panose="020B0504020202020204" pitchFamily="34" charset="0"/>
            </a:endParaRPr>
          </a:p>
        </p:txBody>
      </p:sp>
      <p:sp>
        <p:nvSpPr>
          <p:cNvPr id="274" name="Text 87">
            <a:extLst>
              <a:ext uri="{FF2B5EF4-FFF2-40B4-BE49-F238E27FC236}">
                <a16:creationId xmlns:a16="http://schemas.microsoft.com/office/drawing/2014/main" id="{F19783CA-644D-785D-1C99-C64BB3214314}"/>
              </a:ext>
            </a:extLst>
          </p:cNvPr>
          <p:cNvSpPr/>
          <p:nvPr/>
        </p:nvSpPr>
        <p:spPr>
          <a:xfrm>
            <a:off x="9774936" y="4389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O que os dados sustentam</a:t>
            </a:r>
            <a:endParaRPr lang="en-US" sz="850">
              <a:latin typeface="Arial Nova" panose="020B0504020202020204" pitchFamily="34" charset="0"/>
            </a:endParaRPr>
          </a:p>
        </p:txBody>
      </p:sp>
      <p:sp>
        <p:nvSpPr>
          <p:cNvPr id="276" name="Text 88">
            <a:extLst>
              <a:ext uri="{FF2B5EF4-FFF2-40B4-BE49-F238E27FC236}">
                <a16:creationId xmlns:a16="http://schemas.microsoft.com/office/drawing/2014/main" id="{D1278A41-200A-B973-C0E9-BDC8A606979A}"/>
              </a:ext>
            </a:extLst>
          </p:cNvPr>
          <p:cNvSpPr/>
          <p:nvPr/>
        </p:nvSpPr>
        <p:spPr>
          <a:xfrm>
            <a:off x="9427464" y="45902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791E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5,7x</a:t>
            </a:r>
            <a:endParaRPr lang="en-US" sz="2600">
              <a:latin typeface="Arial Nova" panose="020B0504020202020204" pitchFamily="34" charset="0"/>
            </a:endParaRPr>
          </a:p>
        </p:txBody>
      </p:sp>
      <p:sp>
        <p:nvSpPr>
          <p:cNvPr id="278" name="Text 89">
            <a:extLst>
              <a:ext uri="{FF2B5EF4-FFF2-40B4-BE49-F238E27FC236}">
                <a16:creationId xmlns:a16="http://schemas.microsoft.com/office/drawing/2014/main" id="{C3429DAE-E2AC-42A0-5ABF-587FCDF1866A}"/>
              </a:ext>
            </a:extLst>
          </p:cNvPr>
          <p:cNvSpPr/>
          <p:nvPr/>
        </p:nvSpPr>
        <p:spPr>
          <a:xfrm>
            <a:off x="10442448" y="459028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a média das semanas sem estímulo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280" name="Shape 90">
            <a:extLst>
              <a:ext uri="{FF2B5EF4-FFF2-40B4-BE49-F238E27FC236}">
                <a16:creationId xmlns:a16="http://schemas.microsoft.com/office/drawing/2014/main" id="{023C1BC6-18DD-0127-D7D7-063F9F7882F4}"/>
              </a:ext>
            </a:extLst>
          </p:cNvPr>
          <p:cNvSpPr/>
          <p:nvPr/>
        </p:nvSpPr>
        <p:spPr>
          <a:xfrm>
            <a:off x="9427464" y="5074920"/>
            <a:ext cx="2121408" cy="0"/>
          </a:xfrm>
          <a:prstGeom prst="line">
            <a:avLst/>
          </a:prstGeom>
          <a:noFill/>
          <a:ln w="12700">
            <a:solidFill>
              <a:srgbClr val="CFDCE7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82" name="Shape 91">
            <a:extLst>
              <a:ext uri="{FF2B5EF4-FFF2-40B4-BE49-F238E27FC236}">
                <a16:creationId xmlns:a16="http://schemas.microsoft.com/office/drawing/2014/main" id="{BD80ABF6-FFEC-F195-0E23-FB8F10F1AD88}"/>
              </a:ext>
            </a:extLst>
          </p:cNvPr>
          <p:cNvSpPr/>
          <p:nvPr/>
        </p:nvSpPr>
        <p:spPr>
          <a:xfrm>
            <a:off x="9445752" y="5221224"/>
            <a:ext cx="82296" cy="82296"/>
          </a:xfrm>
          <a:prstGeom prst="ellipse">
            <a:avLst/>
          </a:prstGeom>
          <a:solidFill>
            <a:srgbClr val="E8791E"/>
          </a:solidFill>
          <a:ln w="12700">
            <a:solidFill>
              <a:srgbClr val="E8791E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84" name="Text 92">
            <a:extLst>
              <a:ext uri="{FF2B5EF4-FFF2-40B4-BE49-F238E27FC236}">
                <a16:creationId xmlns:a16="http://schemas.microsoft.com/office/drawing/2014/main" id="{D0DAD26E-8429-D761-6E45-EA5BBB3D4D2F}"/>
              </a:ext>
            </a:extLst>
          </p:cNvPr>
          <p:cNvSpPr/>
          <p:nvPr/>
        </p:nvSpPr>
        <p:spPr>
          <a:xfrm>
            <a:off x="9601200" y="514807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Maior semana do período jun–ago.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286" name="Shape 93">
            <a:extLst>
              <a:ext uri="{FF2B5EF4-FFF2-40B4-BE49-F238E27FC236}">
                <a16:creationId xmlns:a16="http://schemas.microsoft.com/office/drawing/2014/main" id="{C312BA18-8109-A066-CBD4-031444339BC8}"/>
              </a:ext>
            </a:extLst>
          </p:cNvPr>
          <p:cNvSpPr/>
          <p:nvPr/>
        </p:nvSpPr>
        <p:spPr>
          <a:xfrm>
            <a:off x="9445752" y="5477256"/>
            <a:ext cx="82296" cy="82296"/>
          </a:xfrm>
          <a:prstGeom prst="ellipse">
            <a:avLst/>
          </a:prstGeom>
          <a:solidFill>
            <a:srgbClr val="E8791E"/>
          </a:solidFill>
          <a:ln w="12700">
            <a:solidFill>
              <a:srgbClr val="E8791E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88" name="Text 94">
            <a:extLst>
              <a:ext uri="{FF2B5EF4-FFF2-40B4-BE49-F238E27FC236}">
                <a16:creationId xmlns:a16="http://schemas.microsoft.com/office/drawing/2014/main" id="{C2B1243E-E835-957A-311A-B39D74E8F2B3}"/>
              </a:ext>
            </a:extLst>
          </p:cNvPr>
          <p:cNvSpPr/>
          <p:nvPr/>
        </p:nvSpPr>
        <p:spPr>
          <a:xfrm>
            <a:off x="9601200" y="540410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111 leitores na edição de maior alcance.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290" name="Shape 95">
            <a:extLst>
              <a:ext uri="{FF2B5EF4-FFF2-40B4-BE49-F238E27FC236}">
                <a16:creationId xmlns:a16="http://schemas.microsoft.com/office/drawing/2014/main" id="{A7D1AB52-E9B5-F2EF-39B7-604BC909BF24}"/>
              </a:ext>
            </a:extLst>
          </p:cNvPr>
          <p:cNvSpPr/>
          <p:nvPr/>
        </p:nvSpPr>
        <p:spPr>
          <a:xfrm>
            <a:off x="9445752" y="5733288"/>
            <a:ext cx="82296" cy="82296"/>
          </a:xfrm>
          <a:prstGeom prst="ellipse">
            <a:avLst/>
          </a:prstGeom>
          <a:solidFill>
            <a:srgbClr val="6E8399"/>
          </a:solidFill>
          <a:ln w="12700">
            <a:solidFill>
              <a:srgbClr val="6E8399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292" name="Text 96">
            <a:extLst>
              <a:ext uri="{FF2B5EF4-FFF2-40B4-BE49-F238E27FC236}">
                <a16:creationId xmlns:a16="http://schemas.microsoft.com/office/drawing/2014/main" id="{B296005B-F833-8E30-8E71-63843446FB19}"/>
              </a:ext>
            </a:extLst>
          </p:cNvPr>
          <p:cNvSpPr/>
          <p:nvPr/>
        </p:nvSpPr>
        <p:spPr>
          <a:xfrm>
            <a:off x="9601200" y="5660136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Com eventos internos.</a:t>
            </a:r>
            <a:endParaRPr lang="en-US" sz="800">
              <a:latin typeface="Arial Nova" panose="020B0504020202020204" pitchFamily="34" charset="0"/>
            </a:endParaRPr>
          </a:p>
        </p:txBody>
      </p:sp>
      <p:sp>
        <p:nvSpPr>
          <p:cNvPr id="298" name="Shape 99">
            <a:extLst>
              <a:ext uri="{FF2B5EF4-FFF2-40B4-BE49-F238E27FC236}">
                <a16:creationId xmlns:a16="http://schemas.microsoft.com/office/drawing/2014/main" id="{BFD010DB-C984-BF7C-29C4-BD9E41671F4B}"/>
              </a:ext>
            </a:extLst>
          </p:cNvPr>
          <p:cNvSpPr/>
          <p:nvPr/>
        </p:nvSpPr>
        <p:spPr>
          <a:xfrm>
            <a:off x="457200" y="6327648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E4EDF5"/>
          </a:solidFill>
          <a:ln w="12700">
            <a:solidFill>
              <a:srgbClr val="E4EDF5"/>
            </a:solidFill>
            <a:prstDash val="solid"/>
          </a:ln>
        </p:spPr>
        <p:txBody>
          <a:bodyPr/>
          <a:lstStyle/>
          <a:p>
            <a:endParaRPr lang="pt-BR">
              <a:latin typeface="Arial Nova" panose="020B0504020202020204" pitchFamily="34" charset="0"/>
            </a:endParaRPr>
          </a:p>
        </p:txBody>
      </p:sp>
      <p:sp>
        <p:nvSpPr>
          <p:cNvPr id="300" name="Text 100">
            <a:extLst>
              <a:ext uri="{FF2B5EF4-FFF2-40B4-BE49-F238E27FC236}">
                <a16:creationId xmlns:a16="http://schemas.microsoft.com/office/drawing/2014/main" id="{AAF65C03-B3A9-E0E9-8FF7-F64DEA84B4CA}"/>
              </a:ext>
            </a:extLst>
          </p:cNvPr>
          <p:cNvSpPr/>
          <p:nvPr/>
        </p:nvSpPr>
        <p:spPr>
          <a:xfrm>
            <a:off x="640080" y="632764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7456B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O portal tem audiência fiel — 425 pessoas e 16 visitas cada — mas ela só se ativa quando o projeto fala.  </a:t>
            </a:r>
            <a:r>
              <a:rPr lang="en-US" sz="1050" b="1">
                <a:solidFill>
                  <a:schemeClr val="tx2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Quando não temos comunicado ou eventos, a semana cai para em torno de 23 visitas.</a:t>
            </a:r>
            <a:endParaRPr lang="en-US" sz="1050" b="1">
              <a:solidFill>
                <a:schemeClr val="tx2"/>
              </a:solidFill>
              <a:latin typeface="Arial Nova" panose="020B0504020202020204" pitchFamily="34" charset="0"/>
            </a:endParaRPr>
          </a:p>
        </p:txBody>
      </p:sp>
      <p:sp>
        <p:nvSpPr>
          <p:cNvPr id="302" name="Shape 5">
            <a:extLst>
              <a:ext uri="{FF2B5EF4-FFF2-40B4-BE49-F238E27FC236}">
                <a16:creationId xmlns:a16="http://schemas.microsoft.com/office/drawing/2014/main" id="{84C1592A-003D-D39C-8474-AE7434B0249B}"/>
              </a:ext>
            </a:extLst>
          </p:cNvPr>
          <p:cNvSpPr/>
          <p:nvPr/>
        </p:nvSpPr>
        <p:spPr>
          <a:xfrm>
            <a:off x="685800" y="2029968"/>
            <a:ext cx="329184" cy="329184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04" name="Shape 11">
            <a:extLst>
              <a:ext uri="{FF2B5EF4-FFF2-40B4-BE49-F238E27FC236}">
                <a16:creationId xmlns:a16="http://schemas.microsoft.com/office/drawing/2014/main" id="{F4867F06-A715-49EF-CF85-67E36C879FDF}"/>
              </a:ext>
            </a:extLst>
          </p:cNvPr>
          <p:cNvSpPr/>
          <p:nvPr/>
        </p:nvSpPr>
        <p:spPr>
          <a:xfrm>
            <a:off x="685800" y="2596896"/>
            <a:ext cx="329184" cy="329184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06" name="Shape 17">
            <a:extLst>
              <a:ext uri="{FF2B5EF4-FFF2-40B4-BE49-F238E27FC236}">
                <a16:creationId xmlns:a16="http://schemas.microsoft.com/office/drawing/2014/main" id="{8397267E-61F4-70F1-4061-F8229D866F09}"/>
              </a:ext>
            </a:extLst>
          </p:cNvPr>
          <p:cNvSpPr/>
          <p:nvPr/>
        </p:nvSpPr>
        <p:spPr>
          <a:xfrm>
            <a:off x="685800" y="3163824"/>
            <a:ext cx="329184" cy="329184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pic>
        <p:nvPicPr>
          <p:cNvPr id="308" name="Gráfico 307" descr="Internet com preenchimento sólido">
            <a:extLst>
              <a:ext uri="{FF2B5EF4-FFF2-40B4-BE49-F238E27FC236}">
                <a16:creationId xmlns:a16="http://schemas.microsoft.com/office/drawing/2014/main" id="{7F00787B-9D7B-DA5B-9F3F-35E48E600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728" y="2061752"/>
            <a:ext cx="247327" cy="247327"/>
          </a:xfrm>
          <a:prstGeom prst="rect">
            <a:avLst/>
          </a:prstGeom>
        </p:spPr>
      </p:pic>
      <p:pic>
        <p:nvPicPr>
          <p:cNvPr id="310" name="Gráfico 309" descr="Jornal com preenchimento sólido">
            <a:extLst>
              <a:ext uri="{FF2B5EF4-FFF2-40B4-BE49-F238E27FC236}">
                <a16:creationId xmlns:a16="http://schemas.microsoft.com/office/drawing/2014/main" id="{B8E7E08E-3EBE-C21A-1623-4407A2A221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342" y="2645849"/>
            <a:ext cx="221455" cy="221455"/>
          </a:xfrm>
          <a:prstGeom prst="rect">
            <a:avLst/>
          </a:prstGeom>
        </p:spPr>
      </p:pic>
      <p:pic>
        <p:nvPicPr>
          <p:cNvPr id="312" name="Gráfico 311" descr="Ciclo com pessoas com preenchimento sólido">
            <a:extLst>
              <a:ext uri="{FF2B5EF4-FFF2-40B4-BE49-F238E27FC236}">
                <a16:creationId xmlns:a16="http://schemas.microsoft.com/office/drawing/2014/main" id="{084817A4-9900-3EDD-D98D-594ADBA42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7294" y="3178968"/>
            <a:ext cx="286195" cy="286195"/>
          </a:xfrm>
          <a:prstGeom prst="rect">
            <a:avLst/>
          </a:prstGeom>
        </p:spPr>
      </p:pic>
      <p:sp>
        <p:nvSpPr>
          <p:cNvPr id="316" name="Shape 39">
            <a:extLst>
              <a:ext uri="{FF2B5EF4-FFF2-40B4-BE49-F238E27FC236}">
                <a16:creationId xmlns:a16="http://schemas.microsoft.com/office/drawing/2014/main" id="{146D05B8-07A6-4C3E-9E1C-3BFC46BAE9D3}"/>
              </a:ext>
            </a:extLst>
          </p:cNvPr>
          <p:cNvSpPr/>
          <p:nvPr/>
        </p:nvSpPr>
        <p:spPr>
          <a:xfrm>
            <a:off x="658368" y="4233672"/>
            <a:ext cx="274320" cy="274320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20" name="Text 42">
            <a:extLst>
              <a:ext uri="{FF2B5EF4-FFF2-40B4-BE49-F238E27FC236}">
                <a16:creationId xmlns:a16="http://schemas.microsoft.com/office/drawing/2014/main" id="{A370C024-8435-C7E6-1D71-8028AE097092}"/>
              </a:ext>
            </a:extLst>
          </p:cNvPr>
          <p:cNvSpPr/>
          <p:nvPr/>
        </p:nvSpPr>
        <p:spPr>
          <a:xfrm>
            <a:off x="3246120" y="442637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750" b="1" kern="0" spc="8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VISUALIZAÇÕES</a:t>
            </a:r>
            <a:endParaRPr lang="en-US" sz="75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22" name="Shape 69">
            <a:extLst>
              <a:ext uri="{FF2B5EF4-FFF2-40B4-BE49-F238E27FC236}">
                <a16:creationId xmlns:a16="http://schemas.microsoft.com/office/drawing/2014/main" id="{C93F950A-E7AD-F351-BBBD-8F39CD78213C}"/>
              </a:ext>
            </a:extLst>
          </p:cNvPr>
          <p:cNvSpPr/>
          <p:nvPr/>
        </p:nvSpPr>
        <p:spPr>
          <a:xfrm>
            <a:off x="6675120" y="4233672"/>
            <a:ext cx="274320" cy="274320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24" name="Text 70">
            <a:extLst>
              <a:ext uri="{FF2B5EF4-FFF2-40B4-BE49-F238E27FC236}">
                <a16:creationId xmlns:a16="http://schemas.microsoft.com/office/drawing/2014/main" id="{F0A48811-76D9-5BDE-37D0-0E4AF14467AE}"/>
              </a:ext>
            </a:extLst>
          </p:cNvPr>
          <p:cNvSpPr/>
          <p:nvPr/>
        </p:nvSpPr>
        <p:spPr>
          <a:xfrm>
            <a:off x="7022592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1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SITE MAESTRO</a:t>
            </a:r>
            <a:endParaRPr lang="en-US" sz="110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26" name="Text 71">
            <a:extLst>
              <a:ext uri="{FF2B5EF4-FFF2-40B4-BE49-F238E27FC236}">
                <a16:creationId xmlns:a16="http://schemas.microsoft.com/office/drawing/2014/main" id="{65636ABD-4A0F-5744-3402-B4C881EDA8EE}"/>
              </a:ext>
            </a:extLst>
          </p:cNvPr>
          <p:cNvSpPr/>
          <p:nvPr/>
        </p:nvSpPr>
        <p:spPr>
          <a:xfrm>
            <a:off x="7022592" y="4389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8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Visitas por semana</a:t>
            </a:r>
            <a:endParaRPr lang="en-US" sz="85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28" name="Shape 81">
            <a:extLst>
              <a:ext uri="{FF2B5EF4-FFF2-40B4-BE49-F238E27FC236}">
                <a16:creationId xmlns:a16="http://schemas.microsoft.com/office/drawing/2014/main" id="{A0DA1FBC-1753-9622-F932-086B3706D72E}"/>
              </a:ext>
            </a:extLst>
          </p:cNvPr>
          <p:cNvSpPr/>
          <p:nvPr/>
        </p:nvSpPr>
        <p:spPr>
          <a:xfrm>
            <a:off x="9427464" y="4233672"/>
            <a:ext cx="274320" cy="274320"/>
          </a:xfrm>
          <a:prstGeom prst="ellipse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pic>
        <p:nvPicPr>
          <p:cNvPr id="332" name="Gráfico 331" descr="Jornal com preenchimento sólido">
            <a:extLst>
              <a:ext uri="{FF2B5EF4-FFF2-40B4-BE49-F238E27FC236}">
                <a16:creationId xmlns:a16="http://schemas.microsoft.com/office/drawing/2014/main" id="{5705D467-63E5-4935-0EDD-2328445E3F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" y="4274312"/>
            <a:ext cx="193040" cy="193040"/>
          </a:xfrm>
          <a:prstGeom prst="rect">
            <a:avLst/>
          </a:prstGeom>
        </p:spPr>
      </p:pic>
      <p:pic>
        <p:nvPicPr>
          <p:cNvPr id="334" name="Gráfico 333" descr="Internet com preenchimento sólido">
            <a:extLst>
              <a:ext uri="{FF2B5EF4-FFF2-40B4-BE49-F238E27FC236}">
                <a16:creationId xmlns:a16="http://schemas.microsoft.com/office/drawing/2014/main" id="{7F613FA2-6D26-E83A-1480-AD46F65F2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2203" y="4261104"/>
            <a:ext cx="201168" cy="201168"/>
          </a:xfrm>
          <a:prstGeom prst="rect">
            <a:avLst/>
          </a:prstGeom>
        </p:spPr>
      </p:pic>
      <p:pic>
        <p:nvPicPr>
          <p:cNvPr id="336" name="Gráfico 335" descr="Ciclo com pessoas com preenchimento sólido">
            <a:extLst>
              <a:ext uri="{FF2B5EF4-FFF2-40B4-BE49-F238E27FC236}">
                <a16:creationId xmlns:a16="http://schemas.microsoft.com/office/drawing/2014/main" id="{C2C200F1-C401-A23F-ED84-AF981EB7B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6629" y="4264507"/>
            <a:ext cx="203099" cy="203099"/>
          </a:xfrm>
          <a:prstGeom prst="rect">
            <a:avLst/>
          </a:prstGeom>
        </p:spPr>
      </p:pic>
      <p:sp>
        <p:nvSpPr>
          <p:cNvPr id="338" name="Text 26">
            <a:extLst>
              <a:ext uri="{FF2B5EF4-FFF2-40B4-BE49-F238E27FC236}">
                <a16:creationId xmlns:a16="http://schemas.microsoft.com/office/drawing/2014/main" id="{25035C60-F936-75FF-DFFD-59686F9E5897}"/>
              </a:ext>
            </a:extLst>
          </p:cNvPr>
          <p:cNvSpPr/>
          <p:nvPr/>
        </p:nvSpPr>
        <p:spPr>
          <a:xfrm>
            <a:off x="6766560" y="23042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8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Criação do site -  início</a:t>
            </a:r>
            <a:endParaRPr lang="en-US" sz="80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40" name="Text 27">
            <a:extLst>
              <a:ext uri="{FF2B5EF4-FFF2-40B4-BE49-F238E27FC236}">
                <a16:creationId xmlns:a16="http://schemas.microsoft.com/office/drawing/2014/main" id="{866CD6EC-1D1A-BFA0-8D8A-5CD52292CB88}"/>
              </a:ext>
            </a:extLst>
          </p:cNvPr>
          <p:cNvSpPr/>
          <p:nvPr/>
        </p:nvSpPr>
        <p:spPr>
          <a:xfrm>
            <a:off x="8037815" y="23134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750">
                <a:solidFill>
                  <a:srgbClr val="6E8399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90 dias</a:t>
            </a:r>
            <a:endParaRPr lang="en-US" sz="75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42" name="Text 28">
            <a:extLst>
              <a:ext uri="{FF2B5EF4-FFF2-40B4-BE49-F238E27FC236}">
                <a16:creationId xmlns:a16="http://schemas.microsoft.com/office/drawing/2014/main" id="{B5375148-EBFC-1B98-80DE-927A102D9124}"/>
              </a:ext>
            </a:extLst>
          </p:cNvPr>
          <p:cNvSpPr/>
          <p:nvPr/>
        </p:nvSpPr>
        <p:spPr>
          <a:xfrm>
            <a:off x="9784080" y="23042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10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14/</a:t>
            </a:r>
            <a:r>
              <a:rPr lang="en-US" sz="8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ago</a:t>
            </a:r>
            <a:r>
              <a:rPr lang="en-US" sz="1000" b="1">
                <a:solidFill>
                  <a:srgbClr val="0F3557"/>
                </a:solidFill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/2026 · extração</a:t>
            </a:r>
            <a:endParaRPr lang="en-US" sz="100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44" name="Shape 29">
            <a:extLst>
              <a:ext uri="{FF2B5EF4-FFF2-40B4-BE49-F238E27FC236}">
                <a16:creationId xmlns:a16="http://schemas.microsoft.com/office/drawing/2014/main" id="{4A430427-16FC-6A69-C048-C105CFBE6370}"/>
              </a:ext>
            </a:extLst>
          </p:cNvPr>
          <p:cNvSpPr/>
          <p:nvPr/>
        </p:nvSpPr>
        <p:spPr>
          <a:xfrm>
            <a:off x="6766560" y="2542032"/>
            <a:ext cx="4754880" cy="0"/>
          </a:xfrm>
          <a:prstGeom prst="line">
            <a:avLst/>
          </a:prstGeom>
          <a:noFill/>
          <a:ln w="15875">
            <a:solidFill>
              <a:srgbClr val="0F3557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346" name="Shape 30">
            <a:extLst>
              <a:ext uri="{FF2B5EF4-FFF2-40B4-BE49-F238E27FC236}">
                <a16:creationId xmlns:a16="http://schemas.microsoft.com/office/drawing/2014/main" id="{BADF345A-DF21-FF54-C21E-A6C020B54941}"/>
              </a:ext>
            </a:extLst>
          </p:cNvPr>
          <p:cNvSpPr/>
          <p:nvPr/>
        </p:nvSpPr>
        <p:spPr>
          <a:xfrm>
            <a:off x="8815055" y="2450592"/>
            <a:ext cx="182880" cy="182880"/>
          </a:xfrm>
          <a:prstGeom prst="ellipse">
            <a:avLst/>
          </a:prstGeom>
          <a:solidFill>
            <a:srgbClr val="0F355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pic>
        <p:nvPicPr>
          <p:cNvPr id="348" name="Gráfico 347" descr="Relógio com preenchimento sólido">
            <a:extLst>
              <a:ext uri="{FF2B5EF4-FFF2-40B4-BE49-F238E27FC236}">
                <a16:creationId xmlns:a16="http://schemas.microsoft.com/office/drawing/2014/main" id="{4516F573-4ADD-8E4F-E6D0-0893CC0C9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40459" y="2474595"/>
            <a:ext cx="136525" cy="1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138E42-A685-A353-851B-7BB1C024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Rounded Rectangle 122">
            <a:extLst>
              <a:ext uri="{FF2B5EF4-FFF2-40B4-BE49-F238E27FC236}">
                <a16:creationId xmlns:a16="http://schemas.microsoft.com/office/drawing/2014/main" id="{4E8D2152-EBFB-3F0E-B7B4-7BE7AE42B47E}"/>
              </a:ext>
            </a:extLst>
          </p:cNvPr>
          <p:cNvSpPr/>
          <p:nvPr/>
        </p:nvSpPr>
        <p:spPr>
          <a:xfrm>
            <a:off x="336002" y="3969245"/>
            <a:ext cx="6015644" cy="27232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75" name="Rounded Rectangle 122">
            <a:extLst>
              <a:ext uri="{FF2B5EF4-FFF2-40B4-BE49-F238E27FC236}">
                <a16:creationId xmlns:a16="http://schemas.microsoft.com/office/drawing/2014/main" id="{05D57B48-F249-7516-BB1B-013A7F6FC1D3}"/>
              </a:ext>
            </a:extLst>
          </p:cNvPr>
          <p:cNvSpPr/>
          <p:nvPr/>
        </p:nvSpPr>
        <p:spPr>
          <a:xfrm>
            <a:off x="6511299" y="3958532"/>
            <a:ext cx="2610158" cy="20561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9D8BF-1F65-442B-F96D-EBD997463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899"/>
            <a:ext cx="11316038" cy="531128"/>
          </a:xfrm>
        </p:spPr>
        <p:txBody>
          <a:bodyPr/>
          <a:lstStyle/>
          <a:p>
            <a:r>
              <a:rPr lang="pt-BR"/>
              <a:t>Identificar os principais gaps entre compreensão e aplicação do Modelo de Atuação, direcionando ações para fortalecer sua adoção e sustentação.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6E28B-9E69-7699-6E2D-F12D8D2A4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Pesquisa do Workshop – Apropriação do Modelo de Atuação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2066EB8-40B9-028B-639B-FB1E5488B1F8}"/>
              </a:ext>
            </a:extLst>
          </p:cNvPr>
          <p:cNvSpPr/>
          <p:nvPr/>
        </p:nvSpPr>
        <p:spPr>
          <a:xfrm>
            <a:off x="51068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6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DIMENSÕES AVALIADAS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B631A38-2C0B-5E9F-A440-F08459CEEA10}"/>
              </a:ext>
            </a:extLst>
          </p:cNvPr>
          <p:cNvSpPr/>
          <p:nvPr/>
        </p:nvSpPr>
        <p:spPr>
          <a:xfrm>
            <a:off x="457200" y="1572768"/>
            <a:ext cx="6629400" cy="1773936"/>
          </a:xfrm>
          <a:prstGeom prst="roundRect">
            <a:avLst>
              <a:gd name="adj" fmla="val 2577"/>
            </a:avLst>
          </a:prstGeom>
          <a:solidFill>
            <a:srgbClr val="F2F5F8"/>
          </a:solidFill>
          <a:ln w="9525">
            <a:solidFill>
              <a:srgbClr val="F2F5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D4ABBF0E-8630-C5D0-8093-93F298A27F50}"/>
              </a:ext>
            </a:extLst>
          </p:cNvPr>
          <p:cNvSpPr/>
          <p:nvPr/>
        </p:nvSpPr>
        <p:spPr>
          <a:xfrm rot="16200000">
            <a:off x="26048" y="5364173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12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EIXOS DE ANÁLISE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23E1C840-4838-8869-7EF2-8174A531D8FE}"/>
              </a:ext>
            </a:extLst>
          </p:cNvPr>
          <p:cNvSpPr/>
          <p:nvPr/>
        </p:nvSpPr>
        <p:spPr>
          <a:xfrm>
            <a:off x="749808" y="1773936"/>
            <a:ext cx="310896" cy="310896"/>
          </a:xfrm>
          <a:prstGeom prst="ellipse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F8D15FB-EFEA-D045-4972-6BC6EF743C24}"/>
              </a:ext>
            </a:extLst>
          </p:cNvPr>
          <p:cNvSpPr/>
          <p:nvPr/>
        </p:nvSpPr>
        <p:spPr>
          <a:xfrm>
            <a:off x="1170432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PRONTIDÃO PARA A MUDANÇA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1AB0C33E-2275-4B4B-F011-D5C8551488F1}"/>
              </a:ext>
            </a:extLst>
          </p:cNvPr>
          <p:cNvSpPr/>
          <p:nvPr/>
        </p:nvSpPr>
        <p:spPr>
          <a:xfrm>
            <a:off x="1170432" y="1920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Compreender &amp; apropriar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47CC3237-0402-3E7B-3D55-7A1EF89158D0}"/>
              </a:ext>
            </a:extLst>
          </p:cNvPr>
          <p:cNvSpPr/>
          <p:nvPr/>
        </p:nvSpPr>
        <p:spPr>
          <a:xfrm>
            <a:off x="3529584" y="173736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4C7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8231493F-130B-D958-315E-A702741D17CE}"/>
              </a:ext>
            </a:extLst>
          </p:cNvPr>
          <p:cNvSpPr/>
          <p:nvPr/>
        </p:nvSpPr>
        <p:spPr>
          <a:xfrm>
            <a:off x="3931920" y="171907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Percepção sobre compreensão, clareza, apropriação e capacidade de aplicação do Modelo de Atuação.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CEF16C28-2DFF-5131-F28B-E08A586DDE58}"/>
              </a:ext>
            </a:extLst>
          </p:cNvPr>
          <p:cNvSpPr/>
          <p:nvPr/>
        </p:nvSpPr>
        <p:spPr>
          <a:xfrm>
            <a:off x="749808" y="2176272"/>
            <a:ext cx="6181344" cy="0"/>
          </a:xfrm>
          <a:prstGeom prst="line">
            <a:avLst/>
          </a:prstGeom>
          <a:noFill/>
          <a:ln w="6350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541BE841-3F71-866E-37BE-F65E61E46E46}"/>
              </a:ext>
            </a:extLst>
          </p:cNvPr>
          <p:cNvSpPr/>
          <p:nvPr/>
        </p:nvSpPr>
        <p:spPr>
          <a:xfrm>
            <a:off x="749808" y="2322576"/>
            <a:ext cx="310896" cy="310896"/>
          </a:xfrm>
          <a:prstGeom prst="ellipse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2E11BC92-9279-A1AA-B773-4B698FDEF43F}"/>
              </a:ext>
            </a:extLst>
          </p:cNvPr>
          <p:cNvSpPr/>
          <p:nvPr/>
        </p:nvSpPr>
        <p:spPr>
          <a:xfrm>
            <a:off x="1170432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DINÂMICAS DO WORKSHOP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4C24D72E-AA4A-819D-1F80-CF0DFFC080BE}"/>
              </a:ext>
            </a:extLst>
          </p:cNvPr>
          <p:cNvSpPr/>
          <p:nvPr/>
        </p:nvSpPr>
        <p:spPr>
          <a:xfrm>
            <a:off x="1170432" y="2468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Construir &amp; testar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59FED2D1-DE9C-CC5A-76D5-AD2F3016E9EA}"/>
              </a:ext>
            </a:extLst>
          </p:cNvPr>
          <p:cNvSpPr/>
          <p:nvPr/>
        </p:nvSpPr>
        <p:spPr>
          <a:xfrm>
            <a:off x="3529584" y="228600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4C7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69" name="Text 18">
            <a:extLst>
              <a:ext uri="{FF2B5EF4-FFF2-40B4-BE49-F238E27FC236}">
                <a16:creationId xmlns:a16="http://schemas.microsoft.com/office/drawing/2014/main" id="{D2D030AB-1100-EDF7-57CF-125D353BAAD1}"/>
              </a:ext>
            </a:extLst>
          </p:cNvPr>
          <p:cNvSpPr/>
          <p:nvPr/>
        </p:nvSpPr>
        <p:spPr>
          <a:xfrm>
            <a:off x="3931920" y="226771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Efetividade das dinâmicas para apoiar o entendimento e a construção do modelo.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A4E7E8C6-2BC4-06EB-278D-EDCD8F5725A7}"/>
              </a:ext>
            </a:extLst>
          </p:cNvPr>
          <p:cNvSpPr/>
          <p:nvPr/>
        </p:nvSpPr>
        <p:spPr>
          <a:xfrm>
            <a:off x="749808" y="2724912"/>
            <a:ext cx="6181344" cy="0"/>
          </a:xfrm>
          <a:prstGeom prst="line">
            <a:avLst/>
          </a:prstGeom>
          <a:noFill/>
          <a:ln w="6350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DAE6E961-EC1A-197A-FAF3-769EE5AAE78F}"/>
              </a:ext>
            </a:extLst>
          </p:cNvPr>
          <p:cNvSpPr/>
          <p:nvPr/>
        </p:nvSpPr>
        <p:spPr>
          <a:xfrm>
            <a:off x="749808" y="2871216"/>
            <a:ext cx="310896" cy="310896"/>
          </a:xfrm>
          <a:prstGeom prst="ellipse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43639F8E-E98C-EE0A-B1C5-DFF392517552}"/>
              </a:ext>
            </a:extLst>
          </p:cNvPr>
          <p:cNvSpPr/>
          <p:nvPr/>
        </p:nvSpPr>
        <p:spPr>
          <a:xfrm>
            <a:off x="1170432" y="2834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EXPERIÊNCIA E SATISFAÇÃO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6BAFD534-513C-6ABE-5720-D185C109F6D4}"/>
              </a:ext>
            </a:extLst>
          </p:cNvPr>
          <p:cNvSpPr/>
          <p:nvPr/>
        </p:nvSpPr>
        <p:spPr>
          <a:xfrm>
            <a:off x="1170432" y="3017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Perceber &amp; avaliar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440BBA88-40C4-40DE-2775-3ADDD0A45C08}"/>
              </a:ext>
            </a:extLst>
          </p:cNvPr>
          <p:cNvSpPr/>
          <p:nvPr/>
        </p:nvSpPr>
        <p:spPr>
          <a:xfrm>
            <a:off x="3529584" y="283464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4C7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96" name="Text 25">
            <a:extLst>
              <a:ext uri="{FF2B5EF4-FFF2-40B4-BE49-F238E27FC236}">
                <a16:creationId xmlns:a16="http://schemas.microsoft.com/office/drawing/2014/main" id="{DBC22D30-E85A-9CFD-BE6B-6299B3D845F5}"/>
              </a:ext>
            </a:extLst>
          </p:cNvPr>
          <p:cNvSpPr/>
          <p:nvPr/>
        </p:nvSpPr>
        <p:spPr>
          <a:xfrm>
            <a:off x="3931920" y="281635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Percepção geral da experiência do Workshop, medida por CSAT.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883832B2-9BAB-0E01-8482-950E492242B6}"/>
              </a:ext>
            </a:extLst>
          </p:cNvPr>
          <p:cNvSpPr/>
          <p:nvPr/>
        </p:nvSpPr>
        <p:spPr>
          <a:xfrm>
            <a:off x="7292340" y="12984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6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INDICADORES DE RETORNO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2" name="Shape 27">
            <a:extLst>
              <a:ext uri="{FF2B5EF4-FFF2-40B4-BE49-F238E27FC236}">
                <a16:creationId xmlns:a16="http://schemas.microsoft.com/office/drawing/2014/main" id="{5C9717E3-C24B-7B4B-5732-160899084504}"/>
              </a:ext>
            </a:extLst>
          </p:cNvPr>
          <p:cNvSpPr/>
          <p:nvPr/>
        </p:nvSpPr>
        <p:spPr>
          <a:xfrm>
            <a:off x="7296912" y="1572768"/>
            <a:ext cx="4434840" cy="1773936"/>
          </a:xfrm>
          <a:prstGeom prst="roundRect">
            <a:avLst>
              <a:gd name="adj" fmla="val 2577"/>
            </a:avLst>
          </a:prstGeom>
          <a:solidFill>
            <a:srgbClr val="E9F0F7"/>
          </a:solidFill>
          <a:ln w="9525">
            <a:solidFill>
              <a:srgbClr val="E9F0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4" name="Text 28">
            <a:extLst>
              <a:ext uri="{FF2B5EF4-FFF2-40B4-BE49-F238E27FC236}">
                <a16:creationId xmlns:a16="http://schemas.microsoft.com/office/drawing/2014/main" id="{DABA1835-CC5E-05C8-5C42-615961CC3FF5}"/>
              </a:ext>
            </a:extLst>
          </p:cNvPr>
          <p:cNvSpPr/>
          <p:nvPr/>
        </p:nvSpPr>
        <p:spPr>
          <a:xfrm>
            <a:off x="7498080" y="16824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PESQUISA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  — Apropriação dos modelos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30F843EF-ECC2-1473-A086-89F66F040165}"/>
              </a:ext>
            </a:extLst>
          </p:cNvPr>
          <p:cNvSpPr/>
          <p:nvPr/>
        </p:nvSpPr>
        <p:spPr>
          <a:xfrm>
            <a:off x="7498080" y="1975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07/08 · Início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9" name="Text 30">
            <a:extLst>
              <a:ext uri="{FF2B5EF4-FFF2-40B4-BE49-F238E27FC236}">
                <a16:creationId xmlns:a16="http://schemas.microsoft.com/office/drawing/2014/main" id="{1E5A3C1D-ABD4-38DA-5003-B382720E48F4}"/>
              </a:ext>
            </a:extLst>
          </p:cNvPr>
          <p:cNvSpPr/>
          <p:nvPr/>
        </p:nvSpPr>
        <p:spPr>
          <a:xfrm>
            <a:off x="9007471" y="195411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08 dias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2" name="Text 31">
            <a:extLst>
              <a:ext uri="{FF2B5EF4-FFF2-40B4-BE49-F238E27FC236}">
                <a16:creationId xmlns:a16="http://schemas.microsoft.com/office/drawing/2014/main" id="{2A0401BE-9C2E-96AA-FF5E-A9BA63451353}"/>
              </a:ext>
            </a:extLst>
          </p:cNvPr>
          <p:cNvSpPr/>
          <p:nvPr/>
        </p:nvSpPr>
        <p:spPr>
          <a:xfrm>
            <a:off x="10332720" y="19751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14/08 · Término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4" name="Shape 32">
            <a:extLst>
              <a:ext uri="{FF2B5EF4-FFF2-40B4-BE49-F238E27FC236}">
                <a16:creationId xmlns:a16="http://schemas.microsoft.com/office/drawing/2014/main" id="{F9ABF4E2-CC22-B202-7615-76C8E458A6A0}"/>
              </a:ext>
            </a:extLst>
          </p:cNvPr>
          <p:cNvSpPr/>
          <p:nvPr/>
        </p:nvSpPr>
        <p:spPr>
          <a:xfrm>
            <a:off x="7498080" y="2167128"/>
            <a:ext cx="4023360" cy="0"/>
          </a:xfrm>
          <a:prstGeom prst="line">
            <a:avLst/>
          </a:prstGeom>
          <a:noFill/>
          <a:ln w="15875">
            <a:solidFill>
              <a:srgbClr val="0B3A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6" name="Shape 33">
            <a:extLst>
              <a:ext uri="{FF2B5EF4-FFF2-40B4-BE49-F238E27FC236}">
                <a16:creationId xmlns:a16="http://schemas.microsoft.com/office/drawing/2014/main" id="{4082A0B3-8735-5243-6937-378E60DAFB7A}"/>
              </a:ext>
            </a:extLst>
          </p:cNvPr>
          <p:cNvSpPr/>
          <p:nvPr/>
        </p:nvSpPr>
        <p:spPr>
          <a:xfrm>
            <a:off x="9336854" y="2105067"/>
            <a:ext cx="128016" cy="128016"/>
          </a:xfrm>
          <a:prstGeom prst="ellipse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9" name="Text 34">
            <a:extLst>
              <a:ext uri="{FF2B5EF4-FFF2-40B4-BE49-F238E27FC236}">
                <a16:creationId xmlns:a16="http://schemas.microsoft.com/office/drawing/2014/main" id="{CF47BCD6-DC82-BDDB-F876-6BD2C1D91436}"/>
              </a:ext>
            </a:extLst>
          </p:cNvPr>
          <p:cNvSpPr/>
          <p:nvPr/>
        </p:nvSpPr>
        <p:spPr>
          <a:xfrm>
            <a:off x="749808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 respondentes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2" name="Shape 35">
            <a:extLst>
              <a:ext uri="{FF2B5EF4-FFF2-40B4-BE49-F238E27FC236}">
                <a16:creationId xmlns:a16="http://schemas.microsoft.com/office/drawing/2014/main" id="{BC613A49-0AE7-0921-48B8-FFC767F41B4C}"/>
              </a:ext>
            </a:extLst>
          </p:cNvPr>
          <p:cNvSpPr/>
          <p:nvPr/>
        </p:nvSpPr>
        <p:spPr>
          <a:xfrm>
            <a:off x="9994392" y="2249424"/>
            <a:ext cx="152704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5" name="Text 36">
            <a:extLst>
              <a:ext uri="{FF2B5EF4-FFF2-40B4-BE49-F238E27FC236}">
                <a16:creationId xmlns:a16="http://schemas.microsoft.com/office/drawing/2014/main" id="{61482F18-4529-DE74-1E74-DDC436C3BF7C}"/>
              </a:ext>
            </a:extLst>
          </p:cNvPr>
          <p:cNvSpPr/>
          <p:nvPr/>
        </p:nvSpPr>
        <p:spPr>
          <a:xfrm>
            <a:off x="9966960" y="228600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4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PARTICIPAÇÃO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05DD7CB-7AC5-57DE-3CE5-A6DD0342AE86}"/>
              </a:ext>
            </a:extLst>
          </p:cNvPr>
          <p:cNvSpPr/>
          <p:nvPr/>
        </p:nvSpPr>
        <p:spPr>
          <a:xfrm>
            <a:off x="9966960" y="2423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88,2%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13" name="Text 38">
            <a:extLst>
              <a:ext uri="{FF2B5EF4-FFF2-40B4-BE49-F238E27FC236}">
                <a16:creationId xmlns:a16="http://schemas.microsoft.com/office/drawing/2014/main" id="{5E5B745C-B963-5C63-6EA8-BC15F1BCBA60}"/>
              </a:ext>
            </a:extLst>
          </p:cNvPr>
          <p:cNvSpPr/>
          <p:nvPr/>
        </p:nvSpPr>
        <p:spPr>
          <a:xfrm>
            <a:off x="9938137" y="277193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15 de 17 convidados</a:t>
            </a:r>
            <a:endParaRPr kumimoji="0" lang="en-US" sz="65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16" name="Text 39">
            <a:extLst>
              <a:ext uri="{FF2B5EF4-FFF2-40B4-BE49-F238E27FC236}">
                <a16:creationId xmlns:a16="http://schemas.microsoft.com/office/drawing/2014/main" id="{23D4DAD6-C700-4615-6471-322273799D3F}"/>
              </a:ext>
            </a:extLst>
          </p:cNvPr>
          <p:cNvSpPr/>
          <p:nvPr/>
        </p:nvSpPr>
        <p:spPr>
          <a:xfrm>
            <a:off x="7498080" y="2798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Gerências: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FE (Geral) 13  |  DTA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19" name="Text 40">
            <a:extLst>
              <a:ext uri="{FF2B5EF4-FFF2-40B4-BE49-F238E27FC236}">
                <a16:creationId xmlns:a16="http://schemas.microsoft.com/office/drawing/2014/main" id="{AC4ECFDF-8E1C-F218-74D9-86F4611CC953}"/>
              </a:ext>
            </a:extLst>
          </p:cNvPr>
          <p:cNvSpPr/>
          <p:nvPr/>
        </p:nvSpPr>
        <p:spPr>
          <a:xfrm>
            <a:off x="7498080" y="29809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Aplicada a todos os participantes do Workshop.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pic>
        <p:nvPicPr>
          <p:cNvPr id="357" name="Gráfico 356" descr="Relógio com preenchimento sólido">
            <a:extLst>
              <a:ext uri="{FF2B5EF4-FFF2-40B4-BE49-F238E27FC236}">
                <a16:creationId xmlns:a16="http://schemas.microsoft.com/office/drawing/2014/main" id="{08BA7D07-246F-2786-23FA-FE802A330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2599" y="2101638"/>
            <a:ext cx="136525" cy="136525"/>
          </a:xfrm>
          <a:prstGeom prst="rect">
            <a:avLst/>
          </a:prstGeom>
        </p:spPr>
      </p:pic>
      <p:sp>
        <p:nvSpPr>
          <p:cNvPr id="364" name="TextBox 43">
            <a:extLst>
              <a:ext uri="{FF2B5EF4-FFF2-40B4-BE49-F238E27FC236}">
                <a16:creationId xmlns:a16="http://schemas.microsoft.com/office/drawing/2014/main" id="{E1804327-9649-1410-340A-CA87D159B6AC}"/>
              </a:ext>
            </a:extLst>
          </p:cNvPr>
          <p:cNvSpPr txBox="1"/>
          <p:nvPr/>
        </p:nvSpPr>
        <p:spPr>
          <a:xfrm>
            <a:off x="512261" y="3629462"/>
            <a:ext cx="273443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RESULTADOS POR DIMENSÃO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Arial" pitchFamily="34" charset="-120"/>
            </a:endParaRPr>
          </a:p>
        </p:txBody>
      </p:sp>
      <p:sp>
        <p:nvSpPr>
          <p:cNvPr id="736" name="Rounded Rectangle 122">
            <a:extLst>
              <a:ext uri="{FF2B5EF4-FFF2-40B4-BE49-F238E27FC236}">
                <a16:creationId xmlns:a16="http://schemas.microsoft.com/office/drawing/2014/main" id="{3668A29A-4188-A619-CC52-FDD4FABC8A43}"/>
              </a:ext>
            </a:extLst>
          </p:cNvPr>
          <p:cNvSpPr/>
          <p:nvPr/>
        </p:nvSpPr>
        <p:spPr>
          <a:xfrm>
            <a:off x="9307728" y="3958532"/>
            <a:ext cx="2477872" cy="20561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grpSp>
        <p:nvGrpSpPr>
          <p:cNvPr id="737" name="Agrupar 736">
            <a:extLst>
              <a:ext uri="{FF2B5EF4-FFF2-40B4-BE49-F238E27FC236}">
                <a16:creationId xmlns:a16="http://schemas.microsoft.com/office/drawing/2014/main" id="{77CF3F0D-F5B7-DFCA-3B50-E7E9075561CE}"/>
              </a:ext>
            </a:extLst>
          </p:cNvPr>
          <p:cNvGrpSpPr/>
          <p:nvPr/>
        </p:nvGrpSpPr>
        <p:grpSpPr>
          <a:xfrm>
            <a:off x="9353833" y="4016498"/>
            <a:ext cx="365760" cy="269175"/>
            <a:chOff x="9256466" y="4030833"/>
            <a:chExt cx="365760" cy="269175"/>
          </a:xfrm>
        </p:grpSpPr>
        <p:sp>
          <p:nvSpPr>
            <p:cNvPr id="738" name="Oval 123">
              <a:extLst>
                <a:ext uri="{FF2B5EF4-FFF2-40B4-BE49-F238E27FC236}">
                  <a16:creationId xmlns:a16="http://schemas.microsoft.com/office/drawing/2014/main" id="{CD4F919E-C669-2919-D278-E43B288973C9}"/>
                </a:ext>
              </a:extLst>
            </p:cNvPr>
            <p:cNvSpPr/>
            <p:nvPr/>
          </p:nvSpPr>
          <p:spPr>
            <a:xfrm>
              <a:off x="9303033" y="4030833"/>
              <a:ext cx="277000" cy="269175"/>
            </a:xfrm>
            <a:prstGeom prst="ellipse">
              <a:avLst/>
            </a:prstGeom>
            <a:solidFill>
              <a:srgbClr val="00304E"/>
            </a:solidFill>
            <a:ln>
              <a:solidFill>
                <a:srgbClr val="0030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9" name="TextBox 124">
              <a:extLst>
                <a:ext uri="{FF2B5EF4-FFF2-40B4-BE49-F238E27FC236}">
                  <a16:creationId xmlns:a16="http://schemas.microsoft.com/office/drawing/2014/main" id="{CA49390B-BDD9-3328-48C6-2C96E748CAD3}"/>
                </a:ext>
              </a:extLst>
            </p:cNvPr>
            <p:cNvSpPr txBox="1"/>
            <p:nvPr/>
          </p:nvSpPr>
          <p:spPr>
            <a:xfrm>
              <a:off x="9256466" y="4058393"/>
              <a:ext cx="36576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" panose="020B0504020202020204" pitchFamily="34" charset="0"/>
                  <a:ea typeface="+mn-ea"/>
                  <a:cs typeface="+mn-cs"/>
                </a:rPr>
                <a:t>♡</a:t>
              </a:r>
            </a:p>
          </p:txBody>
        </p:sp>
      </p:grpSp>
      <p:sp>
        <p:nvSpPr>
          <p:cNvPr id="740" name="TextBox 125">
            <a:extLst>
              <a:ext uri="{FF2B5EF4-FFF2-40B4-BE49-F238E27FC236}">
                <a16:creationId xmlns:a16="http://schemas.microsoft.com/office/drawing/2014/main" id="{EE67EFA0-68A9-0276-107B-92A2FCE52E91}"/>
              </a:ext>
            </a:extLst>
          </p:cNvPr>
          <p:cNvSpPr txBox="1"/>
          <p:nvPr/>
        </p:nvSpPr>
        <p:spPr>
          <a:xfrm>
            <a:off x="9761080" y="4046659"/>
            <a:ext cx="1874519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EXPERIÊNCIA E SATISFAÇÃO</a:t>
            </a:r>
          </a:p>
        </p:txBody>
      </p:sp>
      <p:sp>
        <p:nvSpPr>
          <p:cNvPr id="741" name="TextBox 127">
            <a:extLst>
              <a:ext uri="{FF2B5EF4-FFF2-40B4-BE49-F238E27FC236}">
                <a16:creationId xmlns:a16="http://schemas.microsoft.com/office/drawing/2014/main" id="{979AFF5A-AC58-7CD0-2F5C-9826593D9061}"/>
              </a:ext>
            </a:extLst>
          </p:cNvPr>
          <p:cNvSpPr txBox="1"/>
          <p:nvPr/>
        </p:nvSpPr>
        <p:spPr>
          <a:xfrm>
            <a:off x="9428043" y="4498663"/>
            <a:ext cx="822960" cy="96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CSAT</a:t>
            </a:r>
          </a:p>
        </p:txBody>
      </p:sp>
      <p:sp>
        <p:nvSpPr>
          <p:cNvPr id="742" name="TextBox 129">
            <a:extLst>
              <a:ext uri="{FF2B5EF4-FFF2-40B4-BE49-F238E27FC236}">
                <a16:creationId xmlns:a16="http://schemas.microsoft.com/office/drawing/2014/main" id="{2EBDB922-DB0D-FE0B-3DEB-04579B481892}"/>
              </a:ext>
            </a:extLst>
          </p:cNvPr>
          <p:cNvSpPr txBox="1"/>
          <p:nvPr/>
        </p:nvSpPr>
        <p:spPr>
          <a:xfrm>
            <a:off x="9418951" y="4595499"/>
            <a:ext cx="102412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86,7</a:t>
            </a: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43" name="Rectangle 131">
            <a:extLst>
              <a:ext uri="{FF2B5EF4-FFF2-40B4-BE49-F238E27FC236}">
                <a16:creationId xmlns:a16="http://schemas.microsoft.com/office/drawing/2014/main" id="{811E1E58-7F56-3D7F-9E77-6674733B24E6}"/>
              </a:ext>
            </a:extLst>
          </p:cNvPr>
          <p:cNvSpPr/>
          <p:nvPr/>
        </p:nvSpPr>
        <p:spPr>
          <a:xfrm>
            <a:off x="9377032" y="5165930"/>
            <a:ext cx="2304288" cy="7315"/>
          </a:xfrm>
          <a:prstGeom prst="rect">
            <a:avLst/>
          </a:prstGeom>
          <a:solidFill>
            <a:srgbClr val="CDD8E2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44" name="TextBox 132">
            <a:extLst>
              <a:ext uri="{FF2B5EF4-FFF2-40B4-BE49-F238E27FC236}">
                <a16:creationId xmlns:a16="http://schemas.microsoft.com/office/drawing/2014/main" id="{E6B0405D-93AB-4834-6A5E-E2F575ED8DB9}"/>
              </a:ext>
            </a:extLst>
          </p:cNvPr>
          <p:cNvSpPr txBox="1"/>
          <p:nvPr/>
        </p:nvSpPr>
        <p:spPr>
          <a:xfrm>
            <a:off x="9450184" y="5360540"/>
            <a:ext cx="749808" cy="954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2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NOTA MÉDIA</a:t>
            </a:r>
          </a:p>
        </p:txBody>
      </p:sp>
      <p:sp>
        <p:nvSpPr>
          <p:cNvPr id="745" name="TextBox 133">
            <a:extLst>
              <a:ext uri="{FF2B5EF4-FFF2-40B4-BE49-F238E27FC236}">
                <a16:creationId xmlns:a16="http://schemas.microsoft.com/office/drawing/2014/main" id="{E5809787-AE33-2CA6-3753-4B5B048AAE71}"/>
              </a:ext>
            </a:extLst>
          </p:cNvPr>
          <p:cNvSpPr txBox="1"/>
          <p:nvPr/>
        </p:nvSpPr>
        <p:spPr>
          <a:xfrm>
            <a:off x="9395320" y="5583765"/>
            <a:ext cx="86868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8,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73</a:t>
            </a:r>
            <a:endParaRPr kumimoji="0" sz="1700" b="1" i="0" u="none" strike="noStrike" kern="1200" cap="none" spc="0" normalizeH="0" baseline="0" noProof="0">
              <a:ln>
                <a:noFill/>
              </a:ln>
              <a:solidFill>
                <a:srgbClr val="2D66A4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46" name="TextBox 134">
            <a:extLst>
              <a:ext uri="{FF2B5EF4-FFF2-40B4-BE49-F238E27FC236}">
                <a16:creationId xmlns:a16="http://schemas.microsoft.com/office/drawing/2014/main" id="{31B49C88-D4E6-33A4-A681-22F47CBE5398}"/>
              </a:ext>
            </a:extLst>
          </p:cNvPr>
          <p:cNvSpPr txBox="1"/>
          <p:nvPr/>
        </p:nvSpPr>
        <p:spPr>
          <a:xfrm>
            <a:off x="10108552" y="5692713"/>
            <a:ext cx="3108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/ 10</a:t>
            </a:r>
          </a:p>
        </p:txBody>
      </p:sp>
      <p:sp>
        <p:nvSpPr>
          <p:cNvPr id="747" name="TextBox 135">
            <a:extLst>
              <a:ext uri="{FF2B5EF4-FFF2-40B4-BE49-F238E27FC236}">
                <a16:creationId xmlns:a16="http://schemas.microsoft.com/office/drawing/2014/main" id="{35DDD054-BB92-6629-4D5F-F7F68167AED8}"/>
              </a:ext>
            </a:extLst>
          </p:cNvPr>
          <p:cNvSpPr txBox="1"/>
          <p:nvPr/>
        </p:nvSpPr>
        <p:spPr>
          <a:xfrm>
            <a:off x="10453976" y="5349857"/>
            <a:ext cx="742712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ALTO VALOR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48" name="TextBox 136">
            <a:extLst>
              <a:ext uri="{FF2B5EF4-FFF2-40B4-BE49-F238E27FC236}">
                <a16:creationId xmlns:a16="http://schemas.microsoft.com/office/drawing/2014/main" id="{092692FB-9542-EC04-D519-03C00B7BF6D6}"/>
              </a:ext>
            </a:extLst>
          </p:cNvPr>
          <p:cNvSpPr txBox="1"/>
          <p:nvPr/>
        </p:nvSpPr>
        <p:spPr>
          <a:xfrm>
            <a:off x="11160112" y="5329127"/>
            <a:ext cx="41148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6</a:t>
            </a: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0</a:t>
            </a: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49" name="TextBox 137">
            <a:extLst>
              <a:ext uri="{FF2B5EF4-FFF2-40B4-BE49-F238E27FC236}">
                <a16:creationId xmlns:a16="http://schemas.microsoft.com/office/drawing/2014/main" id="{3714343B-26CA-ECD1-7E59-1F1D5044D759}"/>
              </a:ext>
            </a:extLst>
          </p:cNvPr>
          <p:cNvSpPr txBox="1"/>
          <p:nvPr/>
        </p:nvSpPr>
        <p:spPr>
          <a:xfrm>
            <a:off x="10466917" y="5608967"/>
            <a:ext cx="729771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VALOR MODERADO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50" name="TextBox 138">
            <a:extLst>
              <a:ext uri="{FF2B5EF4-FFF2-40B4-BE49-F238E27FC236}">
                <a16:creationId xmlns:a16="http://schemas.microsoft.com/office/drawing/2014/main" id="{392F3282-4094-F810-EC5B-A63E1E2C430C}"/>
              </a:ext>
            </a:extLst>
          </p:cNvPr>
          <p:cNvSpPr txBox="1"/>
          <p:nvPr/>
        </p:nvSpPr>
        <p:spPr>
          <a:xfrm>
            <a:off x="11160112" y="5585159"/>
            <a:ext cx="41148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40%</a:t>
            </a:r>
            <a:endParaRPr kumimoji="0" sz="850" b="1" i="0" u="none" strike="noStrike" kern="1200" cap="none" spc="0" normalizeH="0" baseline="0" noProof="0">
              <a:ln>
                <a:noFill/>
              </a:ln>
              <a:solidFill>
                <a:srgbClr val="2D66A4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51" name="TextBox 139">
            <a:extLst>
              <a:ext uri="{FF2B5EF4-FFF2-40B4-BE49-F238E27FC236}">
                <a16:creationId xmlns:a16="http://schemas.microsoft.com/office/drawing/2014/main" id="{EA152651-14DF-5CF6-8D4D-CC54C03BD2D6}"/>
              </a:ext>
            </a:extLst>
          </p:cNvPr>
          <p:cNvSpPr txBox="1"/>
          <p:nvPr/>
        </p:nvSpPr>
        <p:spPr>
          <a:xfrm>
            <a:off x="10470092" y="5849970"/>
            <a:ext cx="726596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BAIXO VALOR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52" name="TextBox 140">
            <a:extLst>
              <a:ext uri="{FF2B5EF4-FFF2-40B4-BE49-F238E27FC236}">
                <a16:creationId xmlns:a16="http://schemas.microsoft.com/office/drawing/2014/main" id="{232B4FA4-8110-AD96-8D00-969E798FAACE}"/>
              </a:ext>
            </a:extLst>
          </p:cNvPr>
          <p:cNvSpPr txBox="1"/>
          <p:nvPr/>
        </p:nvSpPr>
        <p:spPr>
          <a:xfrm>
            <a:off x="11160112" y="5841191"/>
            <a:ext cx="41148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E63722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0%</a:t>
            </a:r>
          </a:p>
        </p:txBody>
      </p:sp>
      <p:sp>
        <p:nvSpPr>
          <p:cNvPr id="363" name="Oval 123">
            <a:extLst>
              <a:ext uri="{FF2B5EF4-FFF2-40B4-BE49-F238E27FC236}">
                <a16:creationId xmlns:a16="http://schemas.microsoft.com/office/drawing/2014/main" id="{B9CE9198-6213-B252-734D-A4B47F549A60}"/>
              </a:ext>
            </a:extLst>
          </p:cNvPr>
          <p:cNvSpPr/>
          <p:nvPr/>
        </p:nvSpPr>
        <p:spPr>
          <a:xfrm>
            <a:off x="6646178" y="4075282"/>
            <a:ext cx="266753" cy="263906"/>
          </a:xfrm>
          <a:prstGeom prst="ellipse">
            <a:avLst/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23" name="TextBox 103">
            <a:extLst>
              <a:ext uri="{FF2B5EF4-FFF2-40B4-BE49-F238E27FC236}">
                <a16:creationId xmlns:a16="http://schemas.microsoft.com/office/drawing/2014/main" id="{9245BA7B-CEAC-C67C-0BA8-F2AFD0BCF7E9}"/>
              </a:ext>
            </a:extLst>
          </p:cNvPr>
          <p:cNvSpPr txBox="1"/>
          <p:nvPr/>
        </p:nvSpPr>
        <p:spPr>
          <a:xfrm>
            <a:off x="6965287" y="4066144"/>
            <a:ext cx="2052908" cy="13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DINÂMICAS DO WORKSHOP</a:t>
            </a:r>
          </a:p>
        </p:txBody>
      </p:sp>
      <p:sp>
        <p:nvSpPr>
          <p:cNvPr id="724" name="TextBox 104">
            <a:extLst>
              <a:ext uri="{FF2B5EF4-FFF2-40B4-BE49-F238E27FC236}">
                <a16:creationId xmlns:a16="http://schemas.microsoft.com/office/drawing/2014/main" id="{F4EC99CA-674D-998B-8683-75B373EF2287}"/>
              </a:ext>
            </a:extLst>
          </p:cNvPr>
          <p:cNvSpPr txBox="1"/>
          <p:nvPr/>
        </p:nvSpPr>
        <p:spPr>
          <a:xfrm>
            <a:off x="6967271" y="4209269"/>
            <a:ext cx="2014178" cy="108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Efetividade</a:t>
            </a:r>
            <a:r>
              <a:rPr kumimoji="0" lang="en-US" sz="72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do workshop</a:t>
            </a:r>
            <a:endParaRPr kumimoji="0" sz="72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25" name="TextBox 105">
            <a:extLst>
              <a:ext uri="{FF2B5EF4-FFF2-40B4-BE49-F238E27FC236}">
                <a16:creationId xmlns:a16="http://schemas.microsoft.com/office/drawing/2014/main" id="{9ED0A7F1-981F-3A76-1FCF-CFD0919AFF15}"/>
              </a:ext>
            </a:extLst>
          </p:cNvPr>
          <p:cNvSpPr txBox="1"/>
          <p:nvPr/>
        </p:nvSpPr>
        <p:spPr>
          <a:xfrm>
            <a:off x="8470570" y="4532463"/>
            <a:ext cx="348607" cy="980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MÉDIA</a:t>
            </a:r>
          </a:p>
        </p:txBody>
      </p:sp>
      <p:sp>
        <p:nvSpPr>
          <p:cNvPr id="726" name="TextBox 107">
            <a:extLst>
              <a:ext uri="{FF2B5EF4-FFF2-40B4-BE49-F238E27FC236}">
                <a16:creationId xmlns:a16="http://schemas.microsoft.com/office/drawing/2014/main" id="{E2C286CE-8B95-C4D5-2238-41A33576CBBE}"/>
              </a:ext>
            </a:extLst>
          </p:cNvPr>
          <p:cNvSpPr txBox="1"/>
          <p:nvPr/>
        </p:nvSpPr>
        <p:spPr>
          <a:xfrm>
            <a:off x="6704294" y="4757815"/>
            <a:ext cx="1719796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D1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-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err="1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Missão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 </a:t>
            </a:r>
            <a:r>
              <a:rPr kumimoji="0" sz="800" b="0" i="0" u="none" strike="noStrike" kern="1200" cap="none" spc="0" normalizeH="0" baseline="0" noProof="0" err="1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Escopo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e </a:t>
            </a:r>
            <a:r>
              <a:rPr kumimoji="0" sz="800" b="0" i="0" u="none" strike="noStrike" kern="1200" cap="none" spc="0" normalizeH="0" baseline="0" noProof="0" err="1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Entregas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27" name="TextBox 108">
            <a:extLst>
              <a:ext uri="{FF2B5EF4-FFF2-40B4-BE49-F238E27FC236}">
                <a16:creationId xmlns:a16="http://schemas.microsoft.com/office/drawing/2014/main" id="{78AF2820-37D8-9B76-9C4F-4D2FADAB9A1C}"/>
              </a:ext>
            </a:extLst>
          </p:cNvPr>
          <p:cNvSpPr txBox="1"/>
          <p:nvPr/>
        </p:nvSpPr>
        <p:spPr>
          <a:xfrm>
            <a:off x="8455077" y="4759021"/>
            <a:ext cx="371848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4,2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0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/ 5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28" name="TextBox 110">
            <a:extLst>
              <a:ext uri="{FF2B5EF4-FFF2-40B4-BE49-F238E27FC236}">
                <a16:creationId xmlns:a16="http://schemas.microsoft.com/office/drawing/2014/main" id="{3DBD7468-4DCF-E30A-1247-2E192A80D13D}"/>
              </a:ext>
            </a:extLst>
          </p:cNvPr>
          <p:cNvSpPr txBox="1"/>
          <p:nvPr/>
        </p:nvSpPr>
        <p:spPr>
          <a:xfrm>
            <a:off x="6704294" y="5080556"/>
            <a:ext cx="1719796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D2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-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err="1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Papéis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e </a:t>
            </a:r>
            <a:r>
              <a:rPr kumimoji="0" sz="800" b="0" i="0" u="none" strike="noStrike" kern="1200" cap="none" spc="0" normalizeH="0" baseline="0" noProof="0" err="1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Responsabilidades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29" name="TextBox 111">
            <a:extLst>
              <a:ext uri="{FF2B5EF4-FFF2-40B4-BE49-F238E27FC236}">
                <a16:creationId xmlns:a16="http://schemas.microsoft.com/office/drawing/2014/main" id="{FE011336-E4BC-CF64-A5E6-B05C5635695C}"/>
              </a:ext>
            </a:extLst>
          </p:cNvPr>
          <p:cNvSpPr txBox="1"/>
          <p:nvPr/>
        </p:nvSpPr>
        <p:spPr>
          <a:xfrm>
            <a:off x="8455077" y="5081762"/>
            <a:ext cx="371848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4,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07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/ 5</a:t>
            </a:r>
          </a:p>
        </p:txBody>
      </p:sp>
      <p:sp>
        <p:nvSpPr>
          <p:cNvPr id="730" name="TextBox 113">
            <a:extLst>
              <a:ext uri="{FF2B5EF4-FFF2-40B4-BE49-F238E27FC236}">
                <a16:creationId xmlns:a16="http://schemas.microsoft.com/office/drawing/2014/main" id="{9E965BF2-EEC7-D0A0-5250-0570B3893F15}"/>
              </a:ext>
            </a:extLst>
          </p:cNvPr>
          <p:cNvSpPr txBox="1"/>
          <p:nvPr/>
        </p:nvSpPr>
        <p:spPr>
          <a:xfrm>
            <a:off x="6704294" y="5403297"/>
            <a:ext cx="1719796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D3 </a:t>
            </a:r>
            <a:r>
              <a:rPr kumimoji="0" lang="pt-BR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-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Processos e Interfaces</a:t>
            </a:r>
          </a:p>
        </p:txBody>
      </p:sp>
      <p:sp>
        <p:nvSpPr>
          <p:cNvPr id="731" name="TextBox 114">
            <a:extLst>
              <a:ext uri="{FF2B5EF4-FFF2-40B4-BE49-F238E27FC236}">
                <a16:creationId xmlns:a16="http://schemas.microsoft.com/office/drawing/2014/main" id="{DFFF73D2-19E0-819E-616C-E19FD852F69F}"/>
              </a:ext>
            </a:extLst>
          </p:cNvPr>
          <p:cNvSpPr txBox="1"/>
          <p:nvPr/>
        </p:nvSpPr>
        <p:spPr>
          <a:xfrm>
            <a:off x="8455077" y="5404503"/>
            <a:ext cx="371848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3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93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/ 5</a:t>
            </a:r>
          </a:p>
        </p:txBody>
      </p:sp>
      <p:sp>
        <p:nvSpPr>
          <p:cNvPr id="732" name="TextBox 116">
            <a:extLst>
              <a:ext uri="{FF2B5EF4-FFF2-40B4-BE49-F238E27FC236}">
                <a16:creationId xmlns:a16="http://schemas.microsoft.com/office/drawing/2014/main" id="{D1421BFE-278D-3536-3090-EAC1B3DD80A4}"/>
              </a:ext>
            </a:extLst>
          </p:cNvPr>
          <p:cNvSpPr txBox="1"/>
          <p:nvPr/>
        </p:nvSpPr>
        <p:spPr>
          <a:xfrm>
            <a:off x="6704294" y="5726038"/>
            <a:ext cx="1719796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D4 </a:t>
            </a:r>
            <a:r>
              <a:rPr kumimoji="0" lang="pt-BR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-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</a:t>
            </a:r>
            <a:r>
              <a:rPr kumimoji="0" lang="pt-BR" sz="800" b="1" i="0" u="none" strike="noStrike" kern="1200" cap="none" spc="0" normalizeH="0" baseline="0" noProof="0" err="1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Fóruns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e </a:t>
            </a:r>
            <a:r>
              <a:rPr kumimoji="0" lang="pt-BR" sz="800" b="1" i="0" u="none" strike="noStrike" kern="1200" cap="none" spc="0" normalizeH="0" baseline="0" noProof="0" err="1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Rotinas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33" name="TextBox 117">
            <a:extLst>
              <a:ext uri="{FF2B5EF4-FFF2-40B4-BE49-F238E27FC236}">
                <a16:creationId xmlns:a16="http://schemas.microsoft.com/office/drawing/2014/main" id="{4ED3B679-ECBD-EAF5-A69D-4E94708FE43F}"/>
              </a:ext>
            </a:extLst>
          </p:cNvPr>
          <p:cNvSpPr txBox="1"/>
          <p:nvPr/>
        </p:nvSpPr>
        <p:spPr>
          <a:xfrm>
            <a:off x="8455077" y="5727244"/>
            <a:ext cx="371848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4,00 / 5</a:t>
            </a:r>
          </a:p>
        </p:txBody>
      </p:sp>
      <p:sp>
        <p:nvSpPr>
          <p:cNvPr id="755" name="TextBox 102">
            <a:extLst>
              <a:ext uri="{FF2B5EF4-FFF2-40B4-BE49-F238E27FC236}">
                <a16:creationId xmlns:a16="http://schemas.microsoft.com/office/drawing/2014/main" id="{49773E10-6CE9-F904-D3CB-B762A6620B02}"/>
              </a:ext>
            </a:extLst>
          </p:cNvPr>
          <p:cNvSpPr txBox="1"/>
          <p:nvPr/>
        </p:nvSpPr>
        <p:spPr>
          <a:xfrm>
            <a:off x="6621279" y="4083733"/>
            <a:ext cx="309873" cy="2112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▣</a:t>
            </a:r>
          </a:p>
        </p:txBody>
      </p:sp>
      <p:sp>
        <p:nvSpPr>
          <p:cNvPr id="757" name="TextBox 125">
            <a:extLst>
              <a:ext uri="{FF2B5EF4-FFF2-40B4-BE49-F238E27FC236}">
                <a16:creationId xmlns:a16="http://schemas.microsoft.com/office/drawing/2014/main" id="{1A6096D3-7D8C-6699-2D8A-5002CC226BE1}"/>
              </a:ext>
            </a:extLst>
          </p:cNvPr>
          <p:cNvSpPr txBox="1"/>
          <p:nvPr/>
        </p:nvSpPr>
        <p:spPr>
          <a:xfrm>
            <a:off x="9772152" y="4165809"/>
            <a:ext cx="1874519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I</a:t>
            </a:r>
            <a:r>
              <a:rPr kumimoji="0" lang="pt-BR" sz="72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mportância percebida</a:t>
            </a:r>
          </a:p>
        </p:txBody>
      </p:sp>
      <p:sp>
        <p:nvSpPr>
          <p:cNvPr id="767" name="TextBox 139">
            <a:extLst>
              <a:ext uri="{FF2B5EF4-FFF2-40B4-BE49-F238E27FC236}">
                <a16:creationId xmlns:a16="http://schemas.microsoft.com/office/drawing/2014/main" id="{87146E7C-7915-5B2D-99A1-D29E4A1A1B0B}"/>
              </a:ext>
            </a:extLst>
          </p:cNvPr>
          <p:cNvSpPr txBox="1"/>
          <p:nvPr/>
        </p:nvSpPr>
        <p:spPr>
          <a:xfrm>
            <a:off x="10456225" y="4794398"/>
            <a:ext cx="1134641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13 de 15 deram nota 8 ou mais.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65" name="TextBox 47">
            <a:extLst>
              <a:ext uri="{FF2B5EF4-FFF2-40B4-BE49-F238E27FC236}">
                <a16:creationId xmlns:a16="http://schemas.microsoft.com/office/drawing/2014/main" id="{31DE3618-15B0-5E16-30A9-15B5D6A0587C}"/>
              </a:ext>
            </a:extLst>
          </p:cNvPr>
          <p:cNvSpPr txBox="1"/>
          <p:nvPr/>
        </p:nvSpPr>
        <p:spPr>
          <a:xfrm>
            <a:off x="763563" y="4059755"/>
            <a:ext cx="3124388" cy="147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PRONTIDÃO PARA A MUDANÇA</a:t>
            </a:r>
          </a:p>
        </p:txBody>
      </p:sp>
      <p:sp>
        <p:nvSpPr>
          <p:cNvPr id="367" name="TextBox 50">
            <a:extLst>
              <a:ext uri="{FF2B5EF4-FFF2-40B4-BE49-F238E27FC236}">
                <a16:creationId xmlns:a16="http://schemas.microsoft.com/office/drawing/2014/main" id="{78DA183B-C430-6E0E-17F0-5B641E356375}"/>
              </a:ext>
            </a:extLst>
          </p:cNvPr>
          <p:cNvSpPr txBox="1"/>
          <p:nvPr/>
        </p:nvSpPr>
        <p:spPr>
          <a:xfrm>
            <a:off x="3234261" y="4358299"/>
            <a:ext cx="1007867" cy="100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>
                <a:ln>
                  <a:noFill/>
                </a:ln>
                <a:solidFill>
                  <a:srgbClr val="56A63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CONCORDAM</a:t>
            </a:r>
            <a:endParaRPr kumimoji="0" sz="650" b="1" i="0" u="none" strike="noStrike" kern="1200" cap="none" spc="0" normalizeH="0" baseline="0" noProof="0">
              <a:ln>
                <a:noFill/>
              </a:ln>
              <a:solidFill>
                <a:srgbClr val="56A634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68" name="TextBox 51">
            <a:extLst>
              <a:ext uri="{FF2B5EF4-FFF2-40B4-BE49-F238E27FC236}">
                <a16:creationId xmlns:a16="http://schemas.microsoft.com/office/drawing/2014/main" id="{ABED3AA2-158C-090D-61FF-42D5DB5C61E8}"/>
              </a:ext>
            </a:extLst>
          </p:cNvPr>
          <p:cNvSpPr txBox="1"/>
          <p:nvPr/>
        </p:nvSpPr>
        <p:spPr>
          <a:xfrm>
            <a:off x="4473937" y="4358299"/>
            <a:ext cx="655114" cy="100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AB82A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NEUTRO</a:t>
            </a:r>
          </a:p>
        </p:txBody>
      </p:sp>
      <p:sp>
        <p:nvSpPr>
          <p:cNvPr id="369" name="TextBox 52">
            <a:extLst>
              <a:ext uri="{FF2B5EF4-FFF2-40B4-BE49-F238E27FC236}">
                <a16:creationId xmlns:a16="http://schemas.microsoft.com/office/drawing/2014/main" id="{808333FF-1242-6F1B-5F4C-FF7C6B65A512}"/>
              </a:ext>
            </a:extLst>
          </p:cNvPr>
          <p:cNvSpPr txBox="1"/>
          <p:nvPr/>
        </p:nvSpPr>
        <p:spPr>
          <a:xfrm>
            <a:off x="5179444" y="4360625"/>
            <a:ext cx="755900" cy="961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0" b="1" i="0" u="none" strike="noStrike" kern="1200" cap="none" spc="0" normalizeH="0" baseline="0" noProof="0">
                <a:ln>
                  <a:noFill/>
                </a:ln>
                <a:solidFill>
                  <a:srgbClr val="E63722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DISCORDAM</a:t>
            </a:r>
            <a:endParaRPr kumimoji="0" sz="620" b="1" i="0" u="none" strike="noStrike" kern="1200" cap="none" spc="0" normalizeH="0" baseline="0" noProof="0">
              <a:ln>
                <a:noFill/>
              </a:ln>
              <a:solidFill>
                <a:srgbClr val="E63722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0" name="TextBox 53">
            <a:extLst>
              <a:ext uri="{FF2B5EF4-FFF2-40B4-BE49-F238E27FC236}">
                <a16:creationId xmlns:a16="http://schemas.microsoft.com/office/drawing/2014/main" id="{68AA8D23-7D5E-8B7E-0B69-7259F5A7F394}"/>
              </a:ext>
            </a:extLst>
          </p:cNvPr>
          <p:cNvSpPr txBox="1"/>
          <p:nvPr/>
        </p:nvSpPr>
        <p:spPr>
          <a:xfrm>
            <a:off x="780664" y="4595537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Engajamento e Apropriação</a:t>
            </a:r>
          </a:p>
        </p:txBody>
      </p:sp>
      <p:sp>
        <p:nvSpPr>
          <p:cNvPr id="371" name="Rectangle 55">
            <a:extLst>
              <a:ext uri="{FF2B5EF4-FFF2-40B4-BE49-F238E27FC236}">
                <a16:creationId xmlns:a16="http://schemas.microsoft.com/office/drawing/2014/main" id="{D9FC91A9-D71B-20FE-DE4C-1EEFAF73F545}"/>
              </a:ext>
            </a:extLst>
          </p:cNvPr>
          <p:cNvSpPr/>
          <p:nvPr/>
        </p:nvSpPr>
        <p:spPr>
          <a:xfrm>
            <a:off x="3062923" y="4613854"/>
            <a:ext cx="2859479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2" name="TextBox 57">
            <a:extLst>
              <a:ext uri="{FF2B5EF4-FFF2-40B4-BE49-F238E27FC236}">
                <a16:creationId xmlns:a16="http://schemas.microsoft.com/office/drawing/2014/main" id="{9F70B02E-8D7D-0ABF-40CE-60529A0BD7C1}"/>
              </a:ext>
            </a:extLst>
          </p:cNvPr>
          <p:cNvSpPr txBox="1"/>
          <p:nvPr/>
        </p:nvSpPr>
        <p:spPr>
          <a:xfrm>
            <a:off x="3211562" y="4628693"/>
            <a:ext cx="2453027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100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73" name="TextBox 59">
            <a:extLst>
              <a:ext uri="{FF2B5EF4-FFF2-40B4-BE49-F238E27FC236}">
                <a16:creationId xmlns:a16="http://schemas.microsoft.com/office/drawing/2014/main" id="{3F4E55DD-4C9F-35C2-AE5A-8FC01F215AFC}"/>
              </a:ext>
            </a:extLst>
          </p:cNvPr>
          <p:cNvSpPr txBox="1"/>
          <p:nvPr/>
        </p:nvSpPr>
        <p:spPr>
          <a:xfrm>
            <a:off x="780664" y="4915528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Clareza de Papéis e Processos</a:t>
            </a:r>
          </a:p>
        </p:txBody>
      </p:sp>
      <p:sp>
        <p:nvSpPr>
          <p:cNvPr id="374" name="Rectangle 61">
            <a:extLst>
              <a:ext uri="{FF2B5EF4-FFF2-40B4-BE49-F238E27FC236}">
                <a16:creationId xmlns:a16="http://schemas.microsoft.com/office/drawing/2014/main" id="{42E79AA9-1EAD-42D2-7D24-97FECD20359E}"/>
              </a:ext>
            </a:extLst>
          </p:cNvPr>
          <p:cNvSpPr/>
          <p:nvPr/>
        </p:nvSpPr>
        <p:spPr>
          <a:xfrm>
            <a:off x="3062923" y="4938077"/>
            <a:ext cx="2563892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5" name="Rectangle 62">
            <a:extLst>
              <a:ext uri="{FF2B5EF4-FFF2-40B4-BE49-F238E27FC236}">
                <a16:creationId xmlns:a16="http://schemas.microsoft.com/office/drawing/2014/main" id="{FA7A6A32-EC3A-AB52-C73F-3C969FCD6D60}"/>
              </a:ext>
            </a:extLst>
          </p:cNvPr>
          <p:cNvSpPr/>
          <p:nvPr/>
        </p:nvSpPr>
        <p:spPr>
          <a:xfrm>
            <a:off x="5626815" y="4938077"/>
            <a:ext cx="298449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6" name="TextBox 63">
            <a:extLst>
              <a:ext uri="{FF2B5EF4-FFF2-40B4-BE49-F238E27FC236}">
                <a16:creationId xmlns:a16="http://schemas.microsoft.com/office/drawing/2014/main" id="{15E436C0-A845-F073-69DC-7FAAB8987543}"/>
              </a:ext>
            </a:extLst>
          </p:cNvPr>
          <p:cNvSpPr txBox="1"/>
          <p:nvPr/>
        </p:nvSpPr>
        <p:spPr>
          <a:xfrm>
            <a:off x="3062923" y="4957523"/>
            <a:ext cx="2453027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93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3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77" name="TextBox 64">
            <a:extLst>
              <a:ext uri="{FF2B5EF4-FFF2-40B4-BE49-F238E27FC236}">
                <a16:creationId xmlns:a16="http://schemas.microsoft.com/office/drawing/2014/main" id="{BFCAB876-74DF-FF91-44F4-218D2381A995}"/>
              </a:ext>
            </a:extLst>
          </p:cNvPr>
          <p:cNvSpPr txBox="1"/>
          <p:nvPr/>
        </p:nvSpPr>
        <p:spPr>
          <a:xfrm>
            <a:off x="5571383" y="4966010"/>
            <a:ext cx="409315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6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7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78" name="TextBox 65">
            <a:extLst>
              <a:ext uri="{FF2B5EF4-FFF2-40B4-BE49-F238E27FC236}">
                <a16:creationId xmlns:a16="http://schemas.microsoft.com/office/drawing/2014/main" id="{BE900A1C-F915-BF6C-36E6-900327450105}"/>
              </a:ext>
            </a:extLst>
          </p:cNvPr>
          <p:cNvSpPr txBox="1"/>
          <p:nvPr/>
        </p:nvSpPr>
        <p:spPr>
          <a:xfrm>
            <a:off x="780664" y="5251606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Compreensão do Modelo</a:t>
            </a:r>
          </a:p>
        </p:txBody>
      </p:sp>
      <p:sp>
        <p:nvSpPr>
          <p:cNvPr id="379" name="Rectangle 67">
            <a:extLst>
              <a:ext uri="{FF2B5EF4-FFF2-40B4-BE49-F238E27FC236}">
                <a16:creationId xmlns:a16="http://schemas.microsoft.com/office/drawing/2014/main" id="{3CF6F27D-3406-8F31-4511-77D8A440E37C}"/>
              </a:ext>
            </a:extLst>
          </p:cNvPr>
          <p:cNvSpPr/>
          <p:nvPr/>
        </p:nvSpPr>
        <p:spPr>
          <a:xfrm>
            <a:off x="3062923" y="5295322"/>
            <a:ext cx="2417128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80" name="Rectangle 68">
            <a:extLst>
              <a:ext uri="{FF2B5EF4-FFF2-40B4-BE49-F238E27FC236}">
                <a16:creationId xmlns:a16="http://schemas.microsoft.com/office/drawing/2014/main" id="{300CB7B9-73FB-36D8-47D4-5E536C6D23C0}"/>
              </a:ext>
            </a:extLst>
          </p:cNvPr>
          <p:cNvSpPr/>
          <p:nvPr/>
        </p:nvSpPr>
        <p:spPr>
          <a:xfrm>
            <a:off x="5480050" y="5295322"/>
            <a:ext cx="448771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81" name="TextBox 70">
            <a:extLst>
              <a:ext uri="{FF2B5EF4-FFF2-40B4-BE49-F238E27FC236}">
                <a16:creationId xmlns:a16="http://schemas.microsoft.com/office/drawing/2014/main" id="{0BADD16B-BBEC-5CBC-C021-44D841199DB7}"/>
              </a:ext>
            </a:extLst>
          </p:cNvPr>
          <p:cNvSpPr txBox="1"/>
          <p:nvPr/>
        </p:nvSpPr>
        <p:spPr>
          <a:xfrm>
            <a:off x="3062923" y="5314768"/>
            <a:ext cx="2043712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86,7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82" name="TextBox 71">
            <a:extLst>
              <a:ext uri="{FF2B5EF4-FFF2-40B4-BE49-F238E27FC236}">
                <a16:creationId xmlns:a16="http://schemas.microsoft.com/office/drawing/2014/main" id="{B5725B13-A6E8-B42D-8465-10A0246BE590}"/>
              </a:ext>
            </a:extLst>
          </p:cNvPr>
          <p:cNvSpPr txBox="1"/>
          <p:nvPr/>
        </p:nvSpPr>
        <p:spPr>
          <a:xfrm>
            <a:off x="5412347" y="5320784"/>
            <a:ext cx="612541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13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3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83" name="TextBox 73">
            <a:extLst>
              <a:ext uri="{FF2B5EF4-FFF2-40B4-BE49-F238E27FC236}">
                <a16:creationId xmlns:a16="http://schemas.microsoft.com/office/drawing/2014/main" id="{EF2E74B4-651A-139F-D9B7-3E55D9823CE5}"/>
              </a:ext>
            </a:extLst>
          </p:cNvPr>
          <p:cNvSpPr txBox="1"/>
          <p:nvPr/>
        </p:nvSpPr>
        <p:spPr>
          <a:xfrm>
            <a:off x="780664" y="5597849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Sustentação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04" name="Rectangle 75">
            <a:extLst>
              <a:ext uri="{FF2B5EF4-FFF2-40B4-BE49-F238E27FC236}">
                <a16:creationId xmlns:a16="http://schemas.microsoft.com/office/drawing/2014/main" id="{20720D83-0C1C-DC41-FFCF-ED6C82086903}"/>
              </a:ext>
            </a:extLst>
          </p:cNvPr>
          <p:cNvSpPr/>
          <p:nvPr/>
        </p:nvSpPr>
        <p:spPr>
          <a:xfrm>
            <a:off x="3066993" y="5623384"/>
            <a:ext cx="2417128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05" name="Rectangle 76">
            <a:extLst>
              <a:ext uri="{FF2B5EF4-FFF2-40B4-BE49-F238E27FC236}">
                <a16:creationId xmlns:a16="http://schemas.microsoft.com/office/drawing/2014/main" id="{069871D5-9EB3-284E-C709-1659E3D19342}"/>
              </a:ext>
            </a:extLst>
          </p:cNvPr>
          <p:cNvSpPr/>
          <p:nvPr/>
        </p:nvSpPr>
        <p:spPr>
          <a:xfrm>
            <a:off x="5484122" y="5623384"/>
            <a:ext cx="448771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06" name="TextBox 78">
            <a:extLst>
              <a:ext uri="{FF2B5EF4-FFF2-40B4-BE49-F238E27FC236}">
                <a16:creationId xmlns:a16="http://schemas.microsoft.com/office/drawing/2014/main" id="{5F0619E5-559A-E1B0-1556-04DEEFFBB148}"/>
              </a:ext>
            </a:extLst>
          </p:cNvPr>
          <p:cNvSpPr txBox="1"/>
          <p:nvPr/>
        </p:nvSpPr>
        <p:spPr>
          <a:xfrm>
            <a:off x="3162912" y="5645978"/>
            <a:ext cx="1840486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86,7%</a:t>
            </a:r>
          </a:p>
        </p:txBody>
      </p:sp>
      <p:sp>
        <p:nvSpPr>
          <p:cNvPr id="707" name="TextBox 81">
            <a:extLst>
              <a:ext uri="{FF2B5EF4-FFF2-40B4-BE49-F238E27FC236}">
                <a16:creationId xmlns:a16="http://schemas.microsoft.com/office/drawing/2014/main" id="{DB440A4A-3639-238A-8E5D-1B21EE79C07E}"/>
              </a:ext>
            </a:extLst>
          </p:cNvPr>
          <p:cNvSpPr txBox="1"/>
          <p:nvPr/>
        </p:nvSpPr>
        <p:spPr>
          <a:xfrm>
            <a:off x="790743" y="5898799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Aplicação Prática</a:t>
            </a:r>
          </a:p>
        </p:txBody>
      </p:sp>
      <p:sp>
        <p:nvSpPr>
          <p:cNvPr id="708" name="Rectangle 83">
            <a:extLst>
              <a:ext uri="{FF2B5EF4-FFF2-40B4-BE49-F238E27FC236}">
                <a16:creationId xmlns:a16="http://schemas.microsoft.com/office/drawing/2014/main" id="{DB886DA4-79CD-900E-0F5C-AA9E7AFDBEA7}"/>
              </a:ext>
            </a:extLst>
          </p:cNvPr>
          <p:cNvSpPr/>
          <p:nvPr/>
        </p:nvSpPr>
        <p:spPr>
          <a:xfrm>
            <a:off x="3062923" y="5959862"/>
            <a:ext cx="2162173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09" name="Rectangle 84">
            <a:extLst>
              <a:ext uri="{FF2B5EF4-FFF2-40B4-BE49-F238E27FC236}">
                <a16:creationId xmlns:a16="http://schemas.microsoft.com/office/drawing/2014/main" id="{85C472CC-F3F3-1E24-EE34-5B8EF88A86D0}"/>
              </a:ext>
            </a:extLst>
          </p:cNvPr>
          <p:cNvSpPr/>
          <p:nvPr/>
        </p:nvSpPr>
        <p:spPr>
          <a:xfrm>
            <a:off x="5225097" y="5959862"/>
            <a:ext cx="439490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0" name="Rectangle 85">
            <a:extLst>
              <a:ext uri="{FF2B5EF4-FFF2-40B4-BE49-F238E27FC236}">
                <a16:creationId xmlns:a16="http://schemas.microsoft.com/office/drawing/2014/main" id="{A9395F8B-3CE6-34AD-0AAA-ECC9D95A8E0D}"/>
              </a:ext>
            </a:extLst>
          </p:cNvPr>
          <p:cNvSpPr/>
          <p:nvPr/>
        </p:nvSpPr>
        <p:spPr>
          <a:xfrm>
            <a:off x="5664588" y="5959862"/>
            <a:ext cx="260677" cy="147480"/>
          </a:xfrm>
          <a:prstGeom prst="rect">
            <a:avLst/>
          </a:prstGeom>
          <a:solidFill>
            <a:srgbClr val="E63722"/>
          </a:solidFill>
          <a:ln>
            <a:solidFill>
              <a:srgbClr val="E63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1" name="TextBox 86">
            <a:extLst>
              <a:ext uri="{FF2B5EF4-FFF2-40B4-BE49-F238E27FC236}">
                <a16:creationId xmlns:a16="http://schemas.microsoft.com/office/drawing/2014/main" id="{0A06B568-FE43-FB07-8CB7-6BD65A176B98}"/>
              </a:ext>
            </a:extLst>
          </p:cNvPr>
          <p:cNvSpPr txBox="1"/>
          <p:nvPr/>
        </p:nvSpPr>
        <p:spPr>
          <a:xfrm>
            <a:off x="3203852" y="5974699"/>
            <a:ext cx="1634397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80,0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12" name="TextBox 87">
            <a:extLst>
              <a:ext uri="{FF2B5EF4-FFF2-40B4-BE49-F238E27FC236}">
                <a16:creationId xmlns:a16="http://schemas.microsoft.com/office/drawing/2014/main" id="{594C877D-676C-CCD6-534B-5D6A6CCE8822}"/>
              </a:ext>
            </a:extLst>
          </p:cNvPr>
          <p:cNvSpPr txBox="1"/>
          <p:nvPr/>
        </p:nvSpPr>
        <p:spPr>
          <a:xfrm>
            <a:off x="5019010" y="5984007"/>
            <a:ext cx="818630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13,3%</a:t>
            </a:r>
          </a:p>
        </p:txBody>
      </p:sp>
      <p:sp>
        <p:nvSpPr>
          <p:cNvPr id="713" name="TextBox 89">
            <a:extLst>
              <a:ext uri="{FF2B5EF4-FFF2-40B4-BE49-F238E27FC236}">
                <a16:creationId xmlns:a16="http://schemas.microsoft.com/office/drawing/2014/main" id="{3842F524-B54F-ABED-27C9-AF39E1B99263}"/>
              </a:ext>
            </a:extLst>
          </p:cNvPr>
          <p:cNvSpPr txBox="1"/>
          <p:nvPr/>
        </p:nvSpPr>
        <p:spPr>
          <a:xfrm>
            <a:off x="780664" y="6220896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304E"/>
                </a:solidFill>
                <a:latin typeface="Arial Nova" panose="020B0504020202020204" pitchFamily="34" charset="0"/>
              </a:rPr>
              <a:t>Meu papel como líder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*</a:t>
            </a:r>
          </a:p>
        </p:txBody>
      </p:sp>
      <p:sp>
        <p:nvSpPr>
          <p:cNvPr id="714" name="Rectangle 91">
            <a:extLst>
              <a:ext uri="{FF2B5EF4-FFF2-40B4-BE49-F238E27FC236}">
                <a16:creationId xmlns:a16="http://schemas.microsoft.com/office/drawing/2014/main" id="{7730E64B-9205-090E-AA84-B3FF94DE9204}"/>
              </a:ext>
            </a:extLst>
          </p:cNvPr>
          <p:cNvSpPr/>
          <p:nvPr/>
        </p:nvSpPr>
        <p:spPr>
          <a:xfrm>
            <a:off x="3062923" y="6274774"/>
            <a:ext cx="2195233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5" name="Rectangle 92">
            <a:extLst>
              <a:ext uri="{FF2B5EF4-FFF2-40B4-BE49-F238E27FC236}">
                <a16:creationId xmlns:a16="http://schemas.microsoft.com/office/drawing/2014/main" id="{41AE6109-061D-66B3-D932-997548C45A65}"/>
              </a:ext>
            </a:extLst>
          </p:cNvPr>
          <p:cNvSpPr/>
          <p:nvPr/>
        </p:nvSpPr>
        <p:spPr>
          <a:xfrm>
            <a:off x="5127983" y="6274774"/>
            <a:ext cx="439490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6" name="Rectangle 93">
            <a:extLst>
              <a:ext uri="{FF2B5EF4-FFF2-40B4-BE49-F238E27FC236}">
                <a16:creationId xmlns:a16="http://schemas.microsoft.com/office/drawing/2014/main" id="{BF08848E-F326-B928-3FE0-35545702CA79}"/>
              </a:ext>
            </a:extLst>
          </p:cNvPr>
          <p:cNvSpPr/>
          <p:nvPr/>
        </p:nvSpPr>
        <p:spPr>
          <a:xfrm>
            <a:off x="5567473" y="6274774"/>
            <a:ext cx="357793" cy="147480"/>
          </a:xfrm>
          <a:prstGeom prst="rect">
            <a:avLst/>
          </a:prstGeom>
          <a:solidFill>
            <a:srgbClr val="E63722"/>
          </a:solidFill>
          <a:ln>
            <a:solidFill>
              <a:srgbClr val="E63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7" name="TextBox 94">
            <a:extLst>
              <a:ext uri="{FF2B5EF4-FFF2-40B4-BE49-F238E27FC236}">
                <a16:creationId xmlns:a16="http://schemas.microsoft.com/office/drawing/2014/main" id="{4A9E244C-046C-937C-76F4-8442FDA58698}"/>
              </a:ext>
            </a:extLst>
          </p:cNvPr>
          <p:cNvSpPr txBox="1"/>
          <p:nvPr/>
        </p:nvSpPr>
        <p:spPr>
          <a:xfrm>
            <a:off x="3062923" y="6294220"/>
            <a:ext cx="1788964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77,8%</a:t>
            </a:r>
            <a:endParaRPr kumimoji="0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8" name="TextBox 95">
            <a:extLst>
              <a:ext uri="{FF2B5EF4-FFF2-40B4-BE49-F238E27FC236}">
                <a16:creationId xmlns:a16="http://schemas.microsoft.com/office/drawing/2014/main" id="{955FCEE2-6DDD-4B39-EEFF-903622C75924}"/>
              </a:ext>
            </a:extLst>
          </p:cNvPr>
          <p:cNvSpPr txBox="1"/>
          <p:nvPr/>
        </p:nvSpPr>
        <p:spPr>
          <a:xfrm>
            <a:off x="4967156" y="6304861"/>
            <a:ext cx="715586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11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19" name="TextBox 96">
            <a:extLst>
              <a:ext uri="{FF2B5EF4-FFF2-40B4-BE49-F238E27FC236}">
                <a16:creationId xmlns:a16="http://schemas.microsoft.com/office/drawing/2014/main" id="{80568ACB-E40E-539A-2008-E11FCFE0F36F}"/>
              </a:ext>
            </a:extLst>
          </p:cNvPr>
          <p:cNvSpPr txBox="1"/>
          <p:nvPr/>
        </p:nvSpPr>
        <p:spPr>
          <a:xfrm>
            <a:off x="5567473" y="6305079"/>
            <a:ext cx="357793" cy="868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11,1</a:t>
            </a:r>
            <a:r>
              <a:rPr kumimoji="0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58" name="TextBox 71">
            <a:extLst>
              <a:ext uri="{FF2B5EF4-FFF2-40B4-BE49-F238E27FC236}">
                <a16:creationId xmlns:a16="http://schemas.microsoft.com/office/drawing/2014/main" id="{10B142E4-903C-10EC-F4D1-04BD81E684E0}"/>
              </a:ext>
            </a:extLst>
          </p:cNvPr>
          <p:cNvSpPr txBox="1"/>
          <p:nvPr/>
        </p:nvSpPr>
        <p:spPr>
          <a:xfrm>
            <a:off x="5429047" y="5642830"/>
            <a:ext cx="612541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13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3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59" name="TextBox 96">
            <a:extLst>
              <a:ext uri="{FF2B5EF4-FFF2-40B4-BE49-F238E27FC236}">
                <a16:creationId xmlns:a16="http://schemas.microsoft.com/office/drawing/2014/main" id="{63E0C045-07A8-5893-B383-C0E51033F388}"/>
              </a:ext>
            </a:extLst>
          </p:cNvPr>
          <p:cNvSpPr txBox="1"/>
          <p:nvPr/>
        </p:nvSpPr>
        <p:spPr>
          <a:xfrm>
            <a:off x="5613609" y="5997389"/>
            <a:ext cx="357793" cy="868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6</a:t>
            </a:r>
            <a:r>
              <a:rPr kumimoji="0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7</a:t>
            </a:r>
            <a:r>
              <a:rPr kumimoji="0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60" name="Text 72">
            <a:extLst>
              <a:ext uri="{FF2B5EF4-FFF2-40B4-BE49-F238E27FC236}">
                <a16:creationId xmlns:a16="http://schemas.microsoft.com/office/drawing/2014/main" id="{B11DBE4A-DDB0-BDA8-B2F7-92338857BEEC}"/>
              </a:ext>
            </a:extLst>
          </p:cNvPr>
          <p:cNvSpPr/>
          <p:nvPr/>
        </p:nvSpPr>
        <p:spPr>
          <a:xfrm>
            <a:off x="2874084" y="6010249"/>
            <a:ext cx="3397190" cy="130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1" name="Text 73">
            <a:extLst>
              <a:ext uri="{FF2B5EF4-FFF2-40B4-BE49-F238E27FC236}">
                <a16:creationId xmlns:a16="http://schemas.microsoft.com/office/drawing/2014/main" id="{C013CE8D-73E4-83C5-2E2A-3C4086FB4FA2}"/>
              </a:ext>
            </a:extLst>
          </p:cNvPr>
          <p:cNvSpPr/>
          <p:nvPr/>
        </p:nvSpPr>
        <p:spPr>
          <a:xfrm>
            <a:off x="2736904" y="5984007"/>
            <a:ext cx="3397190" cy="10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1/15</a:t>
            </a:r>
          </a:p>
        </p:txBody>
      </p:sp>
      <p:sp>
        <p:nvSpPr>
          <p:cNvPr id="762" name="Text 88">
            <a:extLst>
              <a:ext uri="{FF2B5EF4-FFF2-40B4-BE49-F238E27FC236}">
                <a16:creationId xmlns:a16="http://schemas.microsoft.com/office/drawing/2014/main" id="{387BD2B6-9BE5-BB4A-A81F-B66C4C2551DC}"/>
              </a:ext>
            </a:extLst>
          </p:cNvPr>
          <p:cNvSpPr/>
          <p:nvPr/>
        </p:nvSpPr>
        <p:spPr>
          <a:xfrm>
            <a:off x="5770870" y="6298919"/>
            <a:ext cx="326984" cy="112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1/9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3" name="Text 59">
            <a:extLst>
              <a:ext uri="{FF2B5EF4-FFF2-40B4-BE49-F238E27FC236}">
                <a16:creationId xmlns:a16="http://schemas.microsoft.com/office/drawing/2014/main" id="{9AAE0BC0-14E4-42FF-3BDF-AFEFE92AED06}"/>
              </a:ext>
            </a:extLst>
          </p:cNvPr>
          <p:cNvSpPr/>
          <p:nvPr/>
        </p:nvSpPr>
        <p:spPr>
          <a:xfrm>
            <a:off x="4665269" y="4588589"/>
            <a:ext cx="1461407" cy="18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C6D0D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0/15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4" name="Text 59">
            <a:extLst>
              <a:ext uri="{FF2B5EF4-FFF2-40B4-BE49-F238E27FC236}">
                <a16:creationId xmlns:a16="http://schemas.microsoft.com/office/drawing/2014/main" id="{04BE32CA-EE68-F344-DB42-E4AE807A944A}"/>
              </a:ext>
            </a:extLst>
          </p:cNvPr>
          <p:cNvSpPr/>
          <p:nvPr/>
        </p:nvSpPr>
        <p:spPr>
          <a:xfrm>
            <a:off x="4673271" y="4915034"/>
            <a:ext cx="1461407" cy="18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C6D0D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0/15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5" name="Text 59">
            <a:extLst>
              <a:ext uri="{FF2B5EF4-FFF2-40B4-BE49-F238E27FC236}">
                <a16:creationId xmlns:a16="http://schemas.microsoft.com/office/drawing/2014/main" id="{26F52AB8-2665-2A95-85DE-007A36F8CEE1}"/>
              </a:ext>
            </a:extLst>
          </p:cNvPr>
          <p:cNvSpPr/>
          <p:nvPr/>
        </p:nvSpPr>
        <p:spPr>
          <a:xfrm>
            <a:off x="4680214" y="5265114"/>
            <a:ext cx="1461407" cy="18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C6D0D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0/15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6" name="Text 59">
            <a:extLst>
              <a:ext uri="{FF2B5EF4-FFF2-40B4-BE49-F238E27FC236}">
                <a16:creationId xmlns:a16="http://schemas.microsoft.com/office/drawing/2014/main" id="{9E2F4269-F3EE-D2A0-0156-119624D39E18}"/>
              </a:ext>
            </a:extLst>
          </p:cNvPr>
          <p:cNvSpPr/>
          <p:nvPr/>
        </p:nvSpPr>
        <p:spPr>
          <a:xfrm>
            <a:off x="4686649" y="5564340"/>
            <a:ext cx="1461407" cy="18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C6D0D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0/15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8" name="Shape 60">
            <a:extLst>
              <a:ext uri="{FF2B5EF4-FFF2-40B4-BE49-F238E27FC236}">
                <a16:creationId xmlns:a16="http://schemas.microsoft.com/office/drawing/2014/main" id="{24F14FF7-B312-C92D-0084-718BA74F7235}"/>
              </a:ext>
            </a:extLst>
          </p:cNvPr>
          <p:cNvSpPr/>
          <p:nvPr/>
        </p:nvSpPr>
        <p:spPr>
          <a:xfrm>
            <a:off x="780664" y="4856637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69" name="Shape 60">
            <a:extLst>
              <a:ext uri="{FF2B5EF4-FFF2-40B4-BE49-F238E27FC236}">
                <a16:creationId xmlns:a16="http://schemas.microsoft.com/office/drawing/2014/main" id="{0087851F-C212-E609-8C57-F16AA667A35F}"/>
              </a:ext>
            </a:extLst>
          </p:cNvPr>
          <p:cNvSpPr/>
          <p:nvPr/>
        </p:nvSpPr>
        <p:spPr>
          <a:xfrm>
            <a:off x="788699" y="5200458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70" name="Shape 60">
            <a:extLst>
              <a:ext uri="{FF2B5EF4-FFF2-40B4-BE49-F238E27FC236}">
                <a16:creationId xmlns:a16="http://schemas.microsoft.com/office/drawing/2014/main" id="{C6D61031-5266-7C14-7677-6C4B388E542A}"/>
              </a:ext>
            </a:extLst>
          </p:cNvPr>
          <p:cNvSpPr/>
          <p:nvPr/>
        </p:nvSpPr>
        <p:spPr>
          <a:xfrm>
            <a:off x="788699" y="5547275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71" name="Shape 60">
            <a:extLst>
              <a:ext uri="{FF2B5EF4-FFF2-40B4-BE49-F238E27FC236}">
                <a16:creationId xmlns:a16="http://schemas.microsoft.com/office/drawing/2014/main" id="{D3DB16D0-AB2C-8F20-2218-77323759FF7F}"/>
              </a:ext>
            </a:extLst>
          </p:cNvPr>
          <p:cNvSpPr/>
          <p:nvPr/>
        </p:nvSpPr>
        <p:spPr>
          <a:xfrm>
            <a:off x="795222" y="5871418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72" name="Shape 60">
            <a:extLst>
              <a:ext uri="{FF2B5EF4-FFF2-40B4-BE49-F238E27FC236}">
                <a16:creationId xmlns:a16="http://schemas.microsoft.com/office/drawing/2014/main" id="{95C0D7CB-14FF-989F-6E95-6E9D13ED3BD5}"/>
              </a:ext>
            </a:extLst>
          </p:cNvPr>
          <p:cNvSpPr/>
          <p:nvPr/>
        </p:nvSpPr>
        <p:spPr>
          <a:xfrm>
            <a:off x="790743" y="6192457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80" name="Oval 123">
            <a:extLst>
              <a:ext uri="{FF2B5EF4-FFF2-40B4-BE49-F238E27FC236}">
                <a16:creationId xmlns:a16="http://schemas.microsoft.com/office/drawing/2014/main" id="{B75B0F96-681D-160C-C43E-3A452AB3B712}"/>
              </a:ext>
            </a:extLst>
          </p:cNvPr>
          <p:cNvSpPr/>
          <p:nvPr/>
        </p:nvSpPr>
        <p:spPr>
          <a:xfrm>
            <a:off x="429493" y="4052865"/>
            <a:ext cx="277000" cy="269175"/>
          </a:xfrm>
          <a:prstGeom prst="ellipse">
            <a:avLst/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82" name="TextBox 46">
            <a:extLst>
              <a:ext uri="{FF2B5EF4-FFF2-40B4-BE49-F238E27FC236}">
                <a16:creationId xmlns:a16="http://schemas.microsoft.com/office/drawing/2014/main" id="{69190520-ECD0-76B7-6521-CA990C1D11A7}"/>
              </a:ext>
            </a:extLst>
          </p:cNvPr>
          <p:cNvSpPr txBox="1"/>
          <p:nvPr/>
        </p:nvSpPr>
        <p:spPr>
          <a:xfrm>
            <a:off x="391993" y="4072036"/>
            <a:ext cx="33813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♙</a:t>
            </a:r>
          </a:p>
        </p:txBody>
      </p:sp>
      <p:sp>
        <p:nvSpPr>
          <p:cNvPr id="784" name="Oval 123">
            <a:extLst>
              <a:ext uri="{FF2B5EF4-FFF2-40B4-BE49-F238E27FC236}">
                <a16:creationId xmlns:a16="http://schemas.microsoft.com/office/drawing/2014/main" id="{721EB8AD-DECE-58D7-4A7F-A8D7AE5AE7B0}"/>
              </a:ext>
            </a:extLst>
          </p:cNvPr>
          <p:cNvSpPr/>
          <p:nvPr/>
        </p:nvSpPr>
        <p:spPr>
          <a:xfrm>
            <a:off x="760070" y="1785653"/>
            <a:ext cx="277000" cy="269175"/>
          </a:xfrm>
          <a:prstGeom prst="ellipse">
            <a:avLst/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86" name="TextBox 46">
            <a:extLst>
              <a:ext uri="{FF2B5EF4-FFF2-40B4-BE49-F238E27FC236}">
                <a16:creationId xmlns:a16="http://schemas.microsoft.com/office/drawing/2014/main" id="{F6F35E4B-C80C-FFEC-E677-27FC6E758703}"/>
              </a:ext>
            </a:extLst>
          </p:cNvPr>
          <p:cNvSpPr txBox="1"/>
          <p:nvPr/>
        </p:nvSpPr>
        <p:spPr>
          <a:xfrm>
            <a:off x="722570" y="1804824"/>
            <a:ext cx="33813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♙</a:t>
            </a:r>
          </a:p>
        </p:txBody>
      </p:sp>
      <p:sp>
        <p:nvSpPr>
          <p:cNvPr id="788" name="Oval 123">
            <a:extLst>
              <a:ext uri="{FF2B5EF4-FFF2-40B4-BE49-F238E27FC236}">
                <a16:creationId xmlns:a16="http://schemas.microsoft.com/office/drawing/2014/main" id="{F26579AC-F807-54A4-EB33-4BA091E8A4C4}"/>
              </a:ext>
            </a:extLst>
          </p:cNvPr>
          <p:cNvSpPr/>
          <p:nvPr/>
        </p:nvSpPr>
        <p:spPr>
          <a:xfrm>
            <a:off x="775730" y="2359139"/>
            <a:ext cx="266753" cy="263906"/>
          </a:xfrm>
          <a:prstGeom prst="ellipse">
            <a:avLst/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90" name="TextBox 102">
            <a:extLst>
              <a:ext uri="{FF2B5EF4-FFF2-40B4-BE49-F238E27FC236}">
                <a16:creationId xmlns:a16="http://schemas.microsoft.com/office/drawing/2014/main" id="{BD53D556-CDD2-BD7C-E2CD-31415D9B82E6}"/>
              </a:ext>
            </a:extLst>
          </p:cNvPr>
          <p:cNvSpPr txBox="1"/>
          <p:nvPr/>
        </p:nvSpPr>
        <p:spPr>
          <a:xfrm>
            <a:off x="749808" y="2367367"/>
            <a:ext cx="309873" cy="2112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▣</a:t>
            </a:r>
          </a:p>
        </p:txBody>
      </p:sp>
      <p:grpSp>
        <p:nvGrpSpPr>
          <p:cNvPr id="794" name="Agrupar 793">
            <a:extLst>
              <a:ext uri="{FF2B5EF4-FFF2-40B4-BE49-F238E27FC236}">
                <a16:creationId xmlns:a16="http://schemas.microsoft.com/office/drawing/2014/main" id="{B9EEF4E4-A544-1875-9559-89F0E85DB826}"/>
              </a:ext>
            </a:extLst>
          </p:cNvPr>
          <p:cNvGrpSpPr/>
          <p:nvPr/>
        </p:nvGrpSpPr>
        <p:grpSpPr>
          <a:xfrm>
            <a:off x="717635" y="2890607"/>
            <a:ext cx="365760" cy="269175"/>
            <a:chOff x="9256466" y="4030833"/>
            <a:chExt cx="365760" cy="269175"/>
          </a:xfrm>
        </p:grpSpPr>
        <p:sp>
          <p:nvSpPr>
            <p:cNvPr id="795" name="Oval 123">
              <a:extLst>
                <a:ext uri="{FF2B5EF4-FFF2-40B4-BE49-F238E27FC236}">
                  <a16:creationId xmlns:a16="http://schemas.microsoft.com/office/drawing/2014/main" id="{B3946F26-7595-3E56-F77B-AB5011109E78}"/>
                </a:ext>
              </a:extLst>
            </p:cNvPr>
            <p:cNvSpPr/>
            <p:nvPr/>
          </p:nvSpPr>
          <p:spPr>
            <a:xfrm>
              <a:off x="9303033" y="4030833"/>
              <a:ext cx="277000" cy="269175"/>
            </a:xfrm>
            <a:prstGeom prst="ellipse">
              <a:avLst/>
            </a:prstGeom>
            <a:solidFill>
              <a:srgbClr val="00304E"/>
            </a:solidFill>
            <a:ln>
              <a:solidFill>
                <a:srgbClr val="0030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6" name="TextBox 124">
              <a:extLst>
                <a:ext uri="{FF2B5EF4-FFF2-40B4-BE49-F238E27FC236}">
                  <a16:creationId xmlns:a16="http://schemas.microsoft.com/office/drawing/2014/main" id="{750B4267-567A-BB05-115E-AB310238985E}"/>
                </a:ext>
              </a:extLst>
            </p:cNvPr>
            <p:cNvSpPr txBox="1"/>
            <p:nvPr/>
          </p:nvSpPr>
          <p:spPr>
            <a:xfrm>
              <a:off x="9256466" y="4058393"/>
              <a:ext cx="36576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" panose="020B0504020202020204" pitchFamily="34" charset="0"/>
                  <a:ea typeface="+mn-ea"/>
                  <a:cs typeface="+mn-cs"/>
                </a:rPr>
                <a:t>♡</a:t>
              </a:r>
            </a:p>
          </p:txBody>
        </p:sp>
      </p:grpSp>
      <p:sp>
        <p:nvSpPr>
          <p:cNvPr id="798" name="TextBox 97">
            <a:extLst>
              <a:ext uri="{FF2B5EF4-FFF2-40B4-BE49-F238E27FC236}">
                <a16:creationId xmlns:a16="http://schemas.microsoft.com/office/drawing/2014/main" id="{976AC199-7E73-3FDA-7217-7A7DF0837F28}"/>
              </a:ext>
            </a:extLst>
          </p:cNvPr>
          <p:cNvSpPr txBox="1"/>
          <p:nvPr/>
        </p:nvSpPr>
        <p:spPr>
          <a:xfrm>
            <a:off x="790743" y="4715468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Sinto-me comprometimento com a implementação.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00" name="TextBox 97">
            <a:extLst>
              <a:ext uri="{FF2B5EF4-FFF2-40B4-BE49-F238E27FC236}">
                <a16:creationId xmlns:a16="http://schemas.microsoft.com/office/drawing/2014/main" id="{EFF0B221-642E-6F85-5470-56A579C37E43}"/>
              </a:ext>
            </a:extLst>
          </p:cNvPr>
          <p:cNvSpPr txBox="1"/>
          <p:nvPr/>
        </p:nvSpPr>
        <p:spPr>
          <a:xfrm>
            <a:off x="790743" y="5040453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Tenho clareza sobre papéis e processos.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04" name="TextBox 97">
            <a:extLst>
              <a:ext uri="{FF2B5EF4-FFF2-40B4-BE49-F238E27FC236}">
                <a16:creationId xmlns:a16="http://schemas.microsoft.com/office/drawing/2014/main" id="{34D4B372-AD66-7DF5-4F2C-621ECC220361}"/>
              </a:ext>
            </a:extLst>
          </p:cNvPr>
          <p:cNvSpPr txBox="1"/>
          <p:nvPr/>
        </p:nvSpPr>
        <p:spPr>
          <a:xfrm>
            <a:off x="790743" y="5387456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Consegui compreender o próposito da nova estrutura.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06" name="TextBox 97">
            <a:extLst>
              <a:ext uri="{FF2B5EF4-FFF2-40B4-BE49-F238E27FC236}">
                <a16:creationId xmlns:a16="http://schemas.microsoft.com/office/drawing/2014/main" id="{7F9EDCF1-5393-F8F3-E428-51651465F0A0}"/>
              </a:ext>
            </a:extLst>
          </p:cNvPr>
          <p:cNvSpPr txBox="1"/>
          <p:nvPr/>
        </p:nvSpPr>
        <p:spPr>
          <a:xfrm>
            <a:off x="785713" y="5727635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Tenho entendimento sobre como assumir a nova estrutura.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08" name="TextBox 97">
            <a:extLst>
              <a:ext uri="{FF2B5EF4-FFF2-40B4-BE49-F238E27FC236}">
                <a16:creationId xmlns:a16="http://schemas.microsoft.com/office/drawing/2014/main" id="{33940F81-9E78-FB83-8CEE-A470320EB656}"/>
              </a:ext>
            </a:extLst>
          </p:cNvPr>
          <p:cNvSpPr txBox="1"/>
          <p:nvPr/>
        </p:nvSpPr>
        <p:spPr>
          <a:xfrm>
            <a:off x="785541" y="6044277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Sinto-me mais preparado para aplicar o novo modelo.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10" name="TextBox 97">
            <a:extLst>
              <a:ext uri="{FF2B5EF4-FFF2-40B4-BE49-F238E27FC236}">
                <a16:creationId xmlns:a16="http://schemas.microsoft.com/office/drawing/2014/main" id="{DB86D773-BFDA-45A8-08A0-20FA27E63F79}"/>
              </a:ext>
            </a:extLst>
          </p:cNvPr>
          <p:cNvSpPr txBox="1"/>
          <p:nvPr/>
        </p:nvSpPr>
        <p:spPr>
          <a:xfrm>
            <a:off x="759968" y="6340518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Tenho clareza sobre minha atuação como Lider no novo modelo.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cxnSp>
        <p:nvCxnSpPr>
          <p:cNvPr id="818" name="Conector: Angulado 817">
            <a:extLst>
              <a:ext uri="{FF2B5EF4-FFF2-40B4-BE49-F238E27FC236}">
                <a16:creationId xmlns:a16="http://schemas.microsoft.com/office/drawing/2014/main" id="{BA8AD8D7-E448-6E35-0DA9-53AB566C45E1}"/>
              </a:ext>
            </a:extLst>
          </p:cNvPr>
          <p:cNvCxnSpPr>
            <a:stCxn id="15" idx="1"/>
            <a:endCxn id="364" idx="1"/>
          </p:cNvCxnSpPr>
          <p:nvPr/>
        </p:nvCxnSpPr>
        <p:spPr>
          <a:xfrm rot="10800000" flipH="1" flipV="1">
            <a:off x="457199" y="2459735"/>
            <a:ext cx="55061" cy="1292837"/>
          </a:xfrm>
          <a:prstGeom prst="bentConnector3">
            <a:avLst>
              <a:gd name="adj1" fmla="val -193749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2" name="Rounded Rectangle 119">
            <a:extLst>
              <a:ext uri="{FF2B5EF4-FFF2-40B4-BE49-F238E27FC236}">
                <a16:creationId xmlns:a16="http://schemas.microsoft.com/office/drawing/2014/main" id="{4B02CD6C-515D-C5F1-0ABE-C1A0FF497240}"/>
              </a:ext>
            </a:extLst>
          </p:cNvPr>
          <p:cNvSpPr/>
          <p:nvPr/>
        </p:nvSpPr>
        <p:spPr>
          <a:xfrm>
            <a:off x="6519672" y="6111555"/>
            <a:ext cx="5265928" cy="580899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 w="8890"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50" b="0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Os resultados apontam oportunidades para reforçar a </a:t>
            </a:r>
            <a:r>
              <a:rPr kumimoji="0" lang="pt-BR" sz="1150" b="1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clareza da atuação das lideranças das Comunidades </a:t>
            </a:r>
            <a:r>
              <a:rPr kumimoji="0" lang="pt-BR" sz="1150" b="0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</a:t>
            </a:r>
            <a:r>
              <a:rPr kumimoji="0" lang="pt-BR" sz="1150" b="1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acelerar a aplicação prática do modelo pelas gerências.</a:t>
            </a:r>
            <a:endParaRPr kumimoji="0" sz="1150" b="1" i="0" u="none" strike="noStrike" kern="120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24" name="TextBox 104">
            <a:extLst>
              <a:ext uri="{FF2B5EF4-FFF2-40B4-BE49-F238E27FC236}">
                <a16:creationId xmlns:a16="http://schemas.microsoft.com/office/drawing/2014/main" id="{5C196EEB-A5F3-C0F8-342A-4D4CAB8B4568}"/>
              </a:ext>
            </a:extLst>
          </p:cNvPr>
          <p:cNvSpPr txBox="1"/>
          <p:nvPr/>
        </p:nvSpPr>
        <p:spPr>
          <a:xfrm>
            <a:off x="780664" y="4226511"/>
            <a:ext cx="2014178" cy="11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Percepções</a:t>
            </a:r>
            <a:endParaRPr kumimoji="0" sz="72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162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026F23-7C54-3BE8-3D46-0EF127A99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CFAEFC16-4F3B-B35F-E85F-3F4BD22275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AEFC16-4F3B-B35F-E85F-3F4BD22275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2A0BFA-8CE0-355C-E049-1FE82CFA1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4A077A-B4FC-ACA7-0E75-FB915A56B2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95A8820-5248-B7B9-DDAF-2C5238B368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BB524F-ABA0-B50C-76C1-B635D568B1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55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B613EA-D93A-C831-50BA-B0E7FF47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AA6E630-BAE7-9D69-B16F-896F1B9C3E0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A6E630-BAE7-9D69-B16F-896F1B9C3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FD906B-FF41-1602-6064-29799E7F30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2B1B8D-5F92-2042-0230-15FCC610A1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4C922B07-4ED4-EEB3-EA4E-23BECFDD93D9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825680"/>
          <a:ext cx="11685471" cy="361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28/08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0AF14DB-AB3B-75ED-1C72-065C212AF641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22969860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976C6A-076D-062F-1756-D0C2916C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78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B911D910-A192-6A55-638B-117B6974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041FD094-87CD-8D06-9835-7DCA112C4A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1FD094-87CD-8D06-9835-7DCA112C4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1DC3323C-264B-1F74-68FF-73ADBF0EC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3116D2-2979-84D4-BA55-159B983EA3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F8CAA-AA33-24E2-A306-1CF8B4DDDC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10 de Agosto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C5828BB5-741D-38EF-BDAA-1C64D21178E5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F5305A29-38B0-9E13-C99D-000CBB1675AB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2AD2152D-4079-133A-24F6-8A5619B0FD9D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1B61F-B23C-99A3-88F3-A2CB90344D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47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646FF9A0-8994-B84B-2ECB-7E506B3A8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DF7EF4E2-B403-4400-39DD-9FDE1567E37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E71175B-D9F2-6483-E7FE-D8E890DD3E84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Executivo</a:t>
            </a:r>
          </a:p>
        </p:txBody>
      </p:sp>
    </p:spTree>
    <p:extLst>
      <p:ext uri="{BB962C8B-B14F-4D97-AF65-F5344CB8AC3E}">
        <p14:creationId xmlns:p14="http://schemas.microsoft.com/office/powerpoint/2010/main" val="3316098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33555C-0FB2-C86D-F466-C7A9FB57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A188576A-C52A-7759-C6DB-FFC78D70DEB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88576A-C52A-7759-C6DB-FFC78D70DE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F001DB-A93F-F6B1-33D0-561BBDFA7A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733C717-10DA-BA4E-2CC1-8EC4C17181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-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3AE014D2-5F67-BB19-9D6D-08BDA4E824CD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EA2AE9-C226-EE79-D106-EA76F4C37E59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EA496284-9542-E2C3-B000-7ED97B1C42C4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DED88332-2565-50FC-1922-E2A559036BFA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4EA0AEC1-2596-EB01-9D14-EB2118785B30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B33DB9FE-DFFE-D4E8-DF29-E50052DA413F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078FBCEC-291C-A844-696D-1C25824B5EE0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9B5BD3E1-95F8-29D4-F7DD-27AE70BD67CA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AC7318F5-3C5F-0FAD-1311-33F630AF56CC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87C679F-B31A-A176-9C1A-88927DA4899D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D65DC3B9-2781-CBE2-0C97-154D5BB6DEE3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B47BF6D4-ACE1-F575-656C-079F1A96C955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FCC5AEA9-C370-34E2-ACB1-282D66DCDBB2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A3FC1A98-C95F-DA0E-96A7-BCC4A8474AB2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178999E2-E302-95C0-132A-053C80DC985A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088F4023-5DE4-9195-CE80-6A396CBCCBA7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DB0491DE-0DBC-2197-3107-E1BC07137BDF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A16B6B66-38DB-4297-64A0-AEFDC1E30D5D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80FC59EF-3318-114C-E74C-3587F7867E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AE62EB3F-8F08-2C30-ED20-8132847AB8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A001856F-6516-3B8F-5CB8-7E6822E6F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4C06B65F-819A-85A7-FB3C-EAA117EC28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BA377916-A979-4A90-51C4-05DDD4B7B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D9040C2B-FA6B-A2E6-2167-5709935AAB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86E1C925-E057-96B2-F0A8-AAFA8A7431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59B9FCA8-202B-6BCC-DBD4-C5075EDEB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DA0A3CE9-43C7-086E-76C1-629849053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356AE892-234D-3997-7C88-5DAE9F430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171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EFE7B5-0015-9507-3D14-18C6DBC2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3476C99F-13CD-7DE0-D28A-3430F6FFE5F6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75E3ACA3-59EA-F6D0-0134-46846A0CD6F2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F075CC30-AA6D-5B7B-C0F1-BB1E46B6E10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5CC30-AA6D-5B7B-C0F1-BB1E46B6E1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810B6-026D-5DAA-967B-5765406FE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7288D2-7E3D-941E-AD42-D7F1151C27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33EF2B-F845-6BEA-4911-C54ED63D51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F26502-0B13-5B08-8C57-30E14A1041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48F136-8937-C59B-7CB7-E517FB26B34B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300E09-A17F-D0CA-B98A-F61BC1BC59EE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A18435-FB26-63C9-DABD-BFDDBDA1AF09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C5949E55-489B-8FCA-D733-01D28434C4DD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A188317F-EA94-CA3D-0F59-F1B23B3B97B3}"/>
              </a:ext>
            </a:extLst>
          </p:cNvPr>
          <p:cNvSpPr/>
          <p:nvPr/>
        </p:nvSpPr>
        <p:spPr bwMode="auto">
          <a:xfrm>
            <a:off x="6460964" y="4540967"/>
            <a:ext cx="81359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526224EE-FA7A-3B79-7F93-2756931C9086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9788D00D-2974-AD99-E460-A5BB9C98E478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BFF5FCB9-179C-5348-D520-7D09C9404845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5199E58-7399-E249-6556-9F16181C0BDF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2CF80DF8-6BB7-C745-6E1B-7C4E61FDB347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AF548F33-D532-4ED6-C38B-F7680393A903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4A2778F5-EA83-15B6-530A-416ED16C2ED4}"/>
              </a:ext>
            </a:extLst>
          </p:cNvPr>
          <p:cNvGrpSpPr/>
          <p:nvPr/>
        </p:nvGrpSpPr>
        <p:grpSpPr>
          <a:xfrm>
            <a:off x="5802690" y="1693945"/>
            <a:ext cx="883575" cy="5096827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F607702D-B501-A5CF-DA2B-D92FCA7D7841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FECA5BEA-68BD-4030-CE38-5BCB392C8C31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9437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A47C60-F6D2-9A58-01AA-37E580BBE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6D8E11FC-4152-E24C-8E9C-01EE40C27B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8E11FC-4152-E24C-8E9C-01EE40C27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02248A-EB88-910A-7AC4-5A58824F0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95667" y="6250033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380907E-9EF4-6CD8-F4A3-CF30DF6C90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4F21A7-ADD6-D1AE-C4DD-274F0EED05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B76639-7F7B-A51B-8754-268AADC93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818755"/>
              </p:ext>
            </p:extLst>
          </p:nvPr>
        </p:nvGraphicFramePr>
        <p:xfrm>
          <a:off x="469562" y="1150630"/>
          <a:ext cx="11251288" cy="502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das demandas que estão sendo direcionadas para as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Data </a:t>
                      </a:r>
                      <a:r>
                        <a:rPr lang="pt-BR" sz="1100" b="0" i="1" kern="1200" noProof="0" err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Request</a:t>
                      </a:r>
                      <a:r>
                        <a:rPr lang="pt-BR" sz="1100" b="0" i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via Teams em 17/07 com retorno até dia o 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Construção do material do </a:t>
                      </a: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workshop para </a:t>
                      </a:r>
                      <a:r>
                        <a:rPr lang="pt-BR" sz="1100" b="0" kern="1200" noProof="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das Gerências e Comunidades</a:t>
                      </a: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31/07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43050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e plano de ação preliminar para as demandas que estão sendo direcionadas para as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31/07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Alinhamento com a FEG sobre ações prioritárias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31335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Realização do </a:t>
                      </a: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workshop de </a:t>
                      </a:r>
                      <a:r>
                        <a:rPr lang="pt-BR" sz="1100" b="0" kern="1200" noProof="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e apropriação do escopo, processos e integrações das Gerencias e Comunidades</a:t>
                      </a: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 e 05/08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Realizado com os gerentes, líderes e pontos focais FE e DTA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 noProof="0" err="1">
                          <a:solidFill>
                            <a:schemeClr val="tx1"/>
                          </a:solidFill>
                          <a:latin typeface="Arial Nova Cond"/>
                        </a:rPr>
                        <a:t>Instanciamento</a:t>
                      </a: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 do grupo de trabalho para definição das diretrizes de ferramentas de suporte à governança e de desenvolvimento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10/08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Definição dos representantes da FEG e DTA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do plano de realocação dos processos herdados de outras áreas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das adequações capturadas no workshop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95870"/>
                  </a:ext>
                </a:extLst>
              </a:tr>
              <a:tr h="432000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Reestruturação da rede de influenciadores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30/07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Alinhamento com as gerências sobre os indicados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Proposta de readequação do Plano de Comunicação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31/07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Estruturação do cronograma e trilha de capacitação (Agenda, Conteúdo, Atividade de Fixação, Indicadores)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Setup e ativação da rede de influenciadores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EE64F65-4778-52AD-236F-1180289BF7B7}"/>
              </a:ext>
            </a:extLst>
          </p:cNvPr>
          <p:cNvSpPr/>
          <p:nvPr/>
        </p:nvSpPr>
        <p:spPr>
          <a:xfrm>
            <a:off x="6946901" y="6188112"/>
            <a:ext cx="4799706" cy="4699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84D0ECB-7EA4-F4EC-271A-B144C366C12E}"/>
              </a:ext>
            </a:extLst>
          </p:cNvPr>
          <p:cNvGrpSpPr/>
          <p:nvPr/>
        </p:nvGrpSpPr>
        <p:grpSpPr>
          <a:xfrm>
            <a:off x="8838310" y="6299284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0FEFC42-6595-E672-6E39-B123B493A869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91CA48B-8AE1-922A-381A-80A0FC27DCD0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036AE95F-0010-4D99-33A0-019E8C57EF52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C3CB43E-DCEE-14C9-1479-671292FEB6E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706621-DE80-65D5-CFA9-2E96C89EFEBA}"/>
              </a:ext>
            </a:extLst>
          </p:cNvPr>
          <p:cNvGrpSpPr/>
          <p:nvPr/>
        </p:nvGrpSpPr>
        <p:grpSpPr>
          <a:xfrm>
            <a:off x="10900663" y="6299284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E5E9728-386F-A2C5-1007-D4404A5F6D3A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49FE7A6-CFD7-6064-596A-73591A7EF7DB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697194-3D1D-FCBC-65C5-1B628B0876C2}"/>
              </a:ext>
            </a:extLst>
          </p:cNvPr>
          <p:cNvGrpSpPr/>
          <p:nvPr/>
        </p:nvGrpSpPr>
        <p:grpSpPr>
          <a:xfrm>
            <a:off x="9990683" y="6299284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EDFB2C1-AF12-DB39-2791-99657DDD4243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900AB41-8B1D-ADF2-16F4-195758DD6665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E50C0051-4DA9-0154-8283-4A24EA40C10E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F8D0E4-3E93-1008-437C-34D5D75858FE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5D74E4D6-3705-38C9-5728-327073BDE1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851" y="6299999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685A72-45B8-E745-4FD5-A54453B90DF5}"/>
              </a:ext>
            </a:extLst>
          </p:cNvPr>
          <p:cNvGrpSpPr/>
          <p:nvPr/>
        </p:nvGrpSpPr>
        <p:grpSpPr>
          <a:xfrm>
            <a:off x="8062186" y="3255621"/>
            <a:ext cx="183822" cy="187325"/>
            <a:chOff x="2336800" y="6319552"/>
            <a:chExt cx="187325" cy="1873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1C3CDA9-CA7E-FF89-D78D-54343FF76321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9F22D9BC-70CE-AD19-C2A1-F93197A377F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4E04CFEF-7BE7-B3B6-B7D0-98D53BBD0CF1}"/>
              </a:ext>
            </a:extLst>
          </p:cNvPr>
          <p:cNvSpPr/>
          <p:nvPr/>
        </p:nvSpPr>
        <p:spPr bwMode="auto">
          <a:xfrm>
            <a:off x="8060435" y="153639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63A44E3-55B0-1999-DA59-A50892B0F908}"/>
              </a:ext>
            </a:extLst>
          </p:cNvPr>
          <p:cNvGrpSpPr/>
          <p:nvPr/>
        </p:nvGrpSpPr>
        <p:grpSpPr>
          <a:xfrm>
            <a:off x="7758578" y="6299284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47FA702-1AED-825A-6FA8-6FEE0301C399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3F22EE1-0650-59E4-371A-DD8E023BCE5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31" name="Oval 34">
            <a:extLst>
              <a:ext uri="{FF2B5EF4-FFF2-40B4-BE49-F238E27FC236}">
                <a16:creationId xmlns:a16="http://schemas.microsoft.com/office/drawing/2014/main" id="{30BAD7F8-78C8-7DF7-E3E2-87A0A1AD5160}"/>
              </a:ext>
            </a:extLst>
          </p:cNvPr>
          <p:cNvSpPr/>
          <p:nvPr/>
        </p:nvSpPr>
        <p:spPr bwMode="auto">
          <a:xfrm>
            <a:off x="8060435" y="195136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25132EDB-7E09-2F7B-DF49-8D59DE6CFE43}"/>
              </a:ext>
            </a:extLst>
          </p:cNvPr>
          <p:cNvSpPr/>
          <p:nvPr/>
        </p:nvSpPr>
        <p:spPr bwMode="auto">
          <a:xfrm>
            <a:off x="8060435" y="240701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Oval 34">
            <a:extLst>
              <a:ext uri="{FF2B5EF4-FFF2-40B4-BE49-F238E27FC236}">
                <a16:creationId xmlns:a16="http://schemas.microsoft.com/office/drawing/2014/main" id="{10CE2CED-5BD6-EF65-E0BD-287A9E5EE334}"/>
              </a:ext>
            </a:extLst>
          </p:cNvPr>
          <p:cNvSpPr/>
          <p:nvPr/>
        </p:nvSpPr>
        <p:spPr bwMode="auto">
          <a:xfrm>
            <a:off x="8060435" y="283446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F4899D6D-FFEA-BAEF-E317-6AC6372EAFAF}"/>
              </a:ext>
            </a:extLst>
          </p:cNvPr>
          <p:cNvGrpSpPr/>
          <p:nvPr/>
        </p:nvGrpSpPr>
        <p:grpSpPr>
          <a:xfrm>
            <a:off x="8062186" y="3720793"/>
            <a:ext cx="183822" cy="187325"/>
            <a:chOff x="2336800" y="6319552"/>
            <a:chExt cx="187325" cy="187325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7D690780-BCC1-7569-C137-8FD926EA7045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26107E9A-F318-788E-97CA-B67A7ADF1036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6" name="Group 3">
            <a:extLst>
              <a:ext uri="{FF2B5EF4-FFF2-40B4-BE49-F238E27FC236}">
                <a16:creationId xmlns:a16="http://schemas.microsoft.com/office/drawing/2014/main" id="{DD01B35A-2A3B-3169-8E91-134943D56F68}"/>
              </a:ext>
            </a:extLst>
          </p:cNvPr>
          <p:cNvGrpSpPr/>
          <p:nvPr/>
        </p:nvGrpSpPr>
        <p:grpSpPr>
          <a:xfrm>
            <a:off x="8062186" y="4142322"/>
            <a:ext cx="183822" cy="187325"/>
            <a:chOff x="2336800" y="6319552"/>
            <a:chExt cx="187325" cy="187325"/>
          </a:xfrm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5183FC2F-94CB-49EB-06B4-33CEB1995F16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0" name="Arc 6">
              <a:extLst>
                <a:ext uri="{FF2B5EF4-FFF2-40B4-BE49-F238E27FC236}">
                  <a16:creationId xmlns:a16="http://schemas.microsoft.com/office/drawing/2014/main" id="{C220CC9B-8199-E9FD-7BE7-26F95E37F37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4" name="Oval 34">
            <a:extLst>
              <a:ext uri="{FF2B5EF4-FFF2-40B4-BE49-F238E27FC236}">
                <a16:creationId xmlns:a16="http://schemas.microsoft.com/office/drawing/2014/main" id="{D414E608-DE32-8E89-1DB6-57D19649F032}"/>
              </a:ext>
            </a:extLst>
          </p:cNvPr>
          <p:cNvSpPr/>
          <p:nvPr/>
        </p:nvSpPr>
        <p:spPr bwMode="auto">
          <a:xfrm>
            <a:off x="8060435" y="457511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Oval 34">
            <a:extLst>
              <a:ext uri="{FF2B5EF4-FFF2-40B4-BE49-F238E27FC236}">
                <a16:creationId xmlns:a16="http://schemas.microsoft.com/office/drawing/2014/main" id="{5CCE51FA-81AE-2E84-B129-3D763D0540E4}"/>
              </a:ext>
            </a:extLst>
          </p:cNvPr>
          <p:cNvSpPr/>
          <p:nvPr/>
        </p:nvSpPr>
        <p:spPr bwMode="auto">
          <a:xfrm>
            <a:off x="8060435" y="500578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0" name="Group 3">
            <a:extLst>
              <a:ext uri="{FF2B5EF4-FFF2-40B4-BE49-F238E27FC236}">
                <a16:creationId xmlns:a16="http://schemas.microsoft.com/office/drawing/2014/main" id="{4051B827-0895-23A9-593E-4C972F245925}"/>
              </a:ext>
            </a:extLst>
          </p:cNvPr>
          <p:cNvGrpSpPr/>
          <p:nvPr/>
        </p:nvGrpSpPr>
        <p:grpSpPr>
          <a:xfrm>
            <a:off x="8062186" y="5429427"/>
            <a:ext cx="183822" cy="187325"/>
            <a:chOff x="2336800" y="6319552"/>
            <a:chExt cx="187325" cy="187325"/>
          </a:xfrm>
        </p:grpSpPr>
        <p:sp>
          <p:nvSpPr>
            <p:cNvPr id="42" name="Oval 5">
              <a:extLst>
                <a:ext uri="{FF2B5EF4-FFF2-40B4-BE49-F238E27FC236}">
                  <a16:creationId xmlns:a16="http://schemas.microsoft.com/office/drawing/2014/main" id="{785206E5-E513-79A2-B4EE-10FF435E4041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Arc 6">
              <a:extLst>
                <a:ext uri="{FF2B5EF4-FFF2-40B4-BE49-F238E27FC236}">
                  <a16:creationId xmlns:a16="http://schemas.microsoft.com/office/drawing/2014/main" id="{F09133F1-6D3B-4BB0-71C4-D2033EA38DF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4" name="Group 3">
            <a:extLst>
              <a:ext uri="{FF2B5EF4-FFF2-40B4-BE49-F238E27FC236}">
                <a16:creationId xmlns:a16="http://schemas.microsoft.com/office/drawing/2014/main" id="{DBB7664D-554E-0DDF-377A-5F9CC8D204C0}"/>
              </a:ext>
            </a:extLst>
          </p:cNvPr>
          <p:cNvGrpSpPr/>
          <p:nvPr/>
        </p:nvGrpSpPr>
        <p:grpSpPr>
          <a:xfrm>
            <a:off x="8062186" y="5846974"/>
            <a:ext cx="183822" cy="187325"/>
            <a:chOff x="2336800" y="6319552"/>
            <a:chExt cx="187325" cy="187325"/>
          </a:xfrm>
        </p:grpSpPr>
        <p:sp>
          <p:nvSpPr>
            <p:cNvPr id="50" name="Oval 5">
              <a:extLst>
                <a:ext uri="{FF2B5EF4-FFF2-40B4-BE49-F238E27FC236}">
                  <a16:creationId xmlns:a16="http://schemas.microsoft.com/office/drawing/2014/main" id="{6ABC20F5-FCF4-D1E7-BAC2-61AB720CE9D6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1" name="Arc 6">
              <a:extLst>
                <a:ext uri="{FF2B5EF4-FFF2-40B4-BE49-F238E27FC236}">
                  <a16:creationId xmlns:a16="http://schemas.microsoft.com/office/drawing/2014/main" id="{73EBE189-4B67-94F6-5090-09CBCD8FFCB7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607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F368DF-218D-A9AB-5181-1D414331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DAECA87D-5E2A-753C-B78A-B93C7373F31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ECA87D-5E2A-753C-B78A-B93C7373F3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8A2AC5-18D3-E506-A27F-19EBEFB78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B3A7C53-336A-0D48-ECFB-05AF0ADC84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Gestão de Mudanças</a:t>
            </a:r>
          </a:p>
          <a:p>
            <a:r>
              <a:rPr lang="pt-BR" sz="4000"/>
              <a:t>Plano de Comunicação e Rede de influenciadores</a:t>
            </a:r>
            <a:endParaRPr lang="pt-BR" sz="4000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428D17-FEC0-59F0-9761-8DFFFC6014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C33F755-CDB2-A744-E7A0-E53DF2A997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957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EEACF9-19BF-D3F5-9074-56E91CA3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62C8DB-EB33-525B-8013-2594991B7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370">
              <a:buClr>
                <a:srgbClr val="000000"/>
              </a:buClr>
            </a:pPr>
            <a:fld id="{C8A4A75A-82B3-7F4B-B4EA-AD1D685CA36E}" type="slidenum">
              <a:rPr lang="pt-BR" kern="0">
                <a:solidFill>
                  <a:srgbClr val="002A46"/>
                </a:solidFill>
                <a:cs typeface="Arial"/>
                <a:sym typeface="Arial"/>
              </a:rPr>
              <a:pPr defTabSz="914370">
                <a:buClr>
                  <a:srgbClr val="000000"/>
                </a:buClr>
              </a:pPr>
              <a:t>52</a:t>
            </a:fld>
            <a:endParaRPr lang="pt-BR" kern="0">
              <a:solidFill>
                <a:srgbClr val="002A46"/>
              </a:solidFill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7CF68-5360-E8F8-FB28-9393E8D433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0"/>
              <a:t>Plano de Comunicação – Operação Assistida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CC43F-431C-FAC1-CE7E-59EF868AA5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noProof="0"/>
              <a:t>Gestão de Mudanças | Abordagem A&amp;M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D7925-3B8B-4465-9D3E-29A2A4DC38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702" y="824402"/>
            <a:ext cx="11255637" cy="373665"/>
          </a:xfrm>
        </p:spPr>
        <p:txBody>
          <a:bodyPr/>
          <a:lstStyle/>
          <a:p>
            <a:pPr>
              <a:defRPr/>
            </a:pPr>
            <a:r>
              <a:rPr lang="pt-BR" sz="1330">
                <a:solidFill>
                  <a:srgbClr val="5E8AB3"/>
                </a:solidFill>
              </a:rPr>
              <a:t>Com a Operação Assistida em curso, o foco sai do anúncio e da conscientização e passa para a passagem de conhecimento técnico, o entendimento dos novos modelos e a evolução contínua das ferramentas, com os Influenciadores da Mudança como elo entre a FE e as áreas usuárias.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8BAEB06-EBE1-5C8F-FCA9-9C5A566EDEF2}"/>
              </a:ext>
            </a:extLst>
          </p:cNvPr>
          <p:cNvGraphicFramePr>
            <a:graphicFrameLocks noGrp="1"/>
          </p:cNvGraphicFramePr>
          <p:nvPr/>
        </p:nvGraphicFramePr>
        <p:xfrm>
          <a:off x="2702529" y="1431758"/>
          <a:ext cx="9022807" cy="4369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069">
                  <a:extLst>
                    <a:ext uri="{9D8B030D-6E8A-4147-A177-3AD203B41FA5}">
                      <a16:colId xmlns:a16="http://schemas.microsoft.com/office/drawing/2014/main" val="983059678"/>
                    </a:ext>
                  </a:extLst>
                </a:gridCol>
                <a:gridCol w="1907730">
                  <a:extLst>
                    <a:ext uri="{9D8B030D-6E8A-4147-A177-3AD203B41FA5}">
                      <a16:colId xmlns:a16="http://schemas.microsoft.com/office/drawing/2014/main" val="3787916587"/>
                    </a:ext>
                  </a:extLst>
                </a:gridCol>
                <a:gridCol w="1775367">
                  <a:extLst>
                    <a:ext uri="{9D8B030D-6E8A-4147-A177-3AD203B41FA5}">
                      <a16:colId xmlns:a16="http://schemas.microsoft.com/office/drawing/2014/main" val="2384844594"/>
                    </a:ext>
                  </a:extLst>
                </a:gridCol>
                <a:gridCol w="1923224">
                  <a:extLst>
                    <a:ext uri="{9D8B030D-6E8A-4147-A177-3AD203B41FA5}">
                      <a16:colId xmlns:a16="http://schemas.microsoft.com/office/drawing/2014/main" val="1613079136"/>
                    </a:ext>
                  </a:extLst>
                </a:gridCol>
                <a:gridCol w="1717417">
                  <a:extLst>
                    <a:ext uri="{9D8B030D-6E8A-4147-A177-3AD203B41FA5}">
                      <a16:colId xmlns:a16="http://schemas.microsoft.com/office/drawing/2014/main" val="2391973105"/>
                    </a:ext>
                  </a:extLst>
                </a:gridCol>
              </a:tblGrid>
              <a:tr h="1066603">
                <a:tc>
                  <a:txBody>
                    <a:bodyPr/>
                    <a:lstStyle/>
                    <a:p>
                      <a:pPr marL="0" algn="l" defTabSz="1371417" rtl="0" eaLnBrk="1" fontAlgn="ctr" latinLnBrk="0" hangingPunct="1">
                        <a:buNone/>
                      </a:pPr>
                      <a:r>
                        <a:rPr lang="pt-BR" sz="14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Diretorias </a:t>
                      </a:r>
                    </a:p>
                    <a:p>
                      <a:pPr marL="0" algn="l" defTabSz="1371417" rtl="0" eaLnBrk="1" fontAlgn="ctr" latinLnBrk="0" hangingPunct="1">
                        <a:buNone/>
                      </a:pPr>
                      <a:r>
                        <a:rPr lang="pt-BR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(Geral ONS)</a:t>
                      </a:r>
                    </a:p>
                  </a:txBody>
                  <a:tcPr marL="60960" marR="60026" marT="30013" marB="300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kern="1200" noProof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FE </a:t>
                      </a:r>
                    </a:p>
                    <a:p>
                      <a:pPr algn="l" fontAlgn="ctr"/>
                      <a:r>
                        <a:rPr lang="en-US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(Todos)</a:t>
                      </a:r>
                      <a:endParaRPr lang="pt-BR" sz="1000" b="1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Time do Projeto</a:t>
                      </a:r>
                    </a:p>
                    <a:p>
                      <a:pPr algn="l" fontAlgn="ctr"/>
                      <a:r>
                        <a:rPr lang="pt-BR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(Governança + A&amp;M)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Times Impactados</a:t>
                      </a:r>
                    </a:p>
                    <a:p>
                      <a:pPr algn="l" fontAlgn="ctr"/>
                      <a:r>
                        <a:rPr lang="pt-BR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(DPL, DOP, DTA)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Conselho</a:t>
                      </a:r>
                    </a:p>
                    <a:p>
                      <a:pPr algn="l" fontAlgn="ctr"/>
                      <a:r>
                        <a:rPr lang="pt-BR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(Comitê do Conselho e  Conselho de Administração)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167484"/>
                  </a:ext>
                </a:extLst>
              </a:tr>
              <a:tr h="1125875">
                <a:tc>
                  <a:txBody>
                    <a:bodyPr/>
                    <a:lstStyle/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Comunicados de marcos estratégicos</a:t>
                      </a:r>
                    </a:p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Demonstração Resultados CM</a:t>
                      </a:r>
                    </a:p>
                  </a:txBody>
                  <a:tcPr marL="60960" marR="60026" marT="30013" marB="300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Atualizações de status</a:t>
                      </a:r>
                      <a:b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</a:b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Pauta de apoio ao programa </a:t>
                      </a:r>
                    </a:p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 buddy/mentor</a:t>
                      </a:r>
                    </a:p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Boletim técnico de melhorias, IA aplicada e novidades das ferramentas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de status</a:t>
                      </a:r>
                    </a:p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Materiais de suporte (FAQs, templates) 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Pesquisa de prontidão (conclusão)</a:t>
                      </a:r>
                    </a:p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Gamificação e Integração Maestro, pílula de conhecimento</a:t>
                      </a:r>
                      <a:endParaRPr lang="pt-BR" sz="900" b="1" kern="1200" noProof="0">
                        <a:solidFill>
                          <a:srgbClr val="F78B15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de alinhamento com o comitê do Conselho</a:t>
                      </a:r>
                    </a:p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mensal com o Conselho Administrativo para apresentação dos marcos da operação assistida 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13210"/>
                  </a:ext>
                </a:extLst>
              </a:tr>
              <a:tr h="1066312"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executivas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E-mail institucional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Newsletter de projeto </a:t>
                      </a:r>
                    </a:p>
                  </a:txBody>
                  <a:tcPr marL="60960" marR="60960" marT="30480" marB="304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Teams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E-mail e intranet Solmais</a:t>
                      </a:r>
                    </a:p>
                    <a:p>
                      <a:pPr marL="173038" marR="0" lvl="0" indent="-173038" algn="l" defTabSz="137148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de Programa Buddy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semanais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Teams / Intranet Solmais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E-mail e Intranet Solmais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com gestores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Campanhas internas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Gamificação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Site institucional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Comunicados formais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Boletim informativo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89199"/>
                  </a:ext>
                </a:extLst>
              </a:tr>
              <a:tr h="1110744">
                <a:tc>
                  <a:txBody>
                    <a:bodyPr/>
                    <a:lstStyle/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Sob demanda (por marco)</a:t>
                      </a:r>
                    </a:p>
                  </a:txBody>
                  <a:tcPr marL="60960" marR="60026" marT="30013" marB="300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Quinzenal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Semanal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Quinzenal / conforme avanços do projeto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Sob demanda (por entregável relevante)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440012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25D53E07-EA53-7C6E-006E-7C798A3831AB}"/>
              </a:ext>
            </a:extLst>
          </p:cNvPr>
          <p:cNvGrpSpPr/>
          <p:nvPr/>
        </p:nvGrpSpPr>
        <p:grpSpPr>
          <a:xfrm>
            <a:off x="466664" y="2539834"/>
            <a:ext cx="2115639" cy="975360"/>
            <a:chOff x="699994" y="4060960"/>
            <a:chExt cx="3173458" cy="146304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9A3AFDE-EF75-6D51-23A0-20713F882223}"/>
                </a:ext>
              </a:extLst>
            </p:cNvPr>
            <p:cNvSpPr/>
            <p:nvPr/>
          </p:nvSpPr>
          <p:spPr>
            <a:xfrm>
              <a:off x="699994" y="4060960"/>
              <a:ext cx="3173458" cy="1463040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0">
                <a:buClr>
                  <a:srgbClr val="000000"/>
                </a:buClr>
              </a:pPr>
              <a:r>
                <a:rPr lang="pt-BR" sz="1600" kern="0">
                  <a:solidFill>
                    <a:srgbClr val="FFFFFF"/>
                  </a:solidFill>
                  <a:latin typeface="Arial Nova Cond"/>
                  <a:sym typeface="Arial"/>
                </a:rPr>
                <a:t>Comunicados</a:t>
              </a:r>
            </a:p>
          </p:txBody>
        </p:sp>
        <p:pic>
          <p:nvPicPr>
            <p:cNvPr id="22" name="Graphic 21" descr="Megaphone outline">
              <a:extLst>
                <a:ext uri="{FF2B5EF4-FFF2-40B4-BE49-F238E27FC236}">
                  <a16:creationId xmlns:a16="http://schemas.microsoft.com/office/drawing/2014/main" id="{6C4F1C5C-D0D1-6117-CC80-C361BD11BE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91812" y="4500954"/>
              <a:ext cx="507426" cy="507426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060FCD0-9294-CCF8-CB6B-5D220CC1980A}"/>
              </a:ext>
            </a:extLst>
          </p:cNvPr>
          <p:cNvGrpSpPr/>
          <p:nvPr/>
        </p:nvGrpSpPr>
        <p:grpSpPr>
          <a:xfrm>
            <a:off x="466664" y="3647909"/>
            <a:ext cx="2111149" cy="975360"/>
            <a:chOff x="703361" y="5711581"/>
            <a:chExt cx="3166724" cy="146304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F77A40-E1D3-73AE-4F69-DF2B1FA2227F}"/>
                </a:ext>
              </a:extLst>
            </p:cNvPr>
            <p:cNvSpPr/>
            <p:nvPr/>
          </p:nvSpPr>
          <p:spPr>
            <a:xfrm>
              <a:off x="703361" y="5711581"/>
              <a:ext cx="3166724" cy="14630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0">
                <a:buClr>
                  <a:srgbClr val="000000"/>
                </a:buClr>
              </a:pPr>
              <a:r>
                <a:rPr lang="pt-BR" sz="1600" kern="0">
                  <a:solidFill>
                    <a:srgbClr val="FFFFFF"/>
                  </a:solidFill>
                  <a:latin typeface="Arial Nova Cond"/>
                  <a:sym typeface="Arial"/>
                </a:rPr>
                <a:t>Canal</a:t>
              </a:r>
            </a:p>
          </p:txBody>
        </p:sp>
        <p:pic>
          <p:nvPicPr>
            <p:cNvPr id="24" name="Graphic 23" descr="Radio microphone outline">
              <a:extLst>
                <a:ext uri="{FF2B5EF4-FFF2-40B4-BE49-F238E27FC236}">
                  <a16:creationId xmlns:a16="http://schemas.microsoft.com/office/drawing/2014/main" id="{451CCCCD-93F6-ECBD-201B-B34130D65B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90845" y="6195558"/>
              <a:ext cx="507426" cy="50742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7D723C-D60F-9007-1A01-21CB81182736}"/>
              </a:ext>
            </a:extLst>
          </p:cNvPr>
          <p:cNvGrpSpPr/>
          <p:nvPr/>
        </p:nvGrpSpPr>
        <p:grpSpPr>
          <a:xfrm>
            <a:off x="466664" y="1431758"/>
            <a:ext cx="2115639" cy="975360"/>
            <a:chOff x="699994" y="2459924"/>
            <a:chExt cx="3173458" cy="146304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093C33-4C13-F1C4-E258-4A586414783B}"/>
                </a:ext>
              </a:extLst>
            </p:cNvPr>
            <p:cNvSpPr/>
            <p:nvPr/>
          </p:nvSpPr>
          <p:spPr>
            <a:xfrm>
              <a:off x="699994" y="2459924"/>
              <a:ext cx="3173458" cy="14630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0">
                <a:buClr>
                  <a:srgbClr val="000000"/>
                </a:buClr>
              </a:pPr>
              <a:r>
                <a:rPr lang="pt-BR" sz="1600" kern="0">
                  <a:solidFill>
                    <a:srgbClr val="FFFFFF"/>
                  </a:solidFill>
                  <a:latin typeface="Arial Nova Cond"/>
                  <a:sym typeface="Arial"/>
                </a:rPr>
                <a:t>Público</a:t>
              </a:r>
            </a:p>
          </p:txBody>
        </p:sp>
        <p:pic>
          <p:nvPicPr>
            <p:cNvPr id="26" name="Graphic 25" descr="Users outline">
              <a:extLst>
                <a:ext uri="{FF2B5EF4-FFF2-40B4-BE49-F238E27FC236}">
                  <a16:creationId xmlns:a16="http://schemas.microsoft.com/office/drawing/2014/main" id="{B3464741-5FDB-BEBA-D6A9-8C5346A105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0845" y="2937885"/>
              <a:ext cx="507426" cy="50742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3077FB-9BBF-7D64-6246-92991AB8ADC1}"/>
              </a:ext>
            </a:extLst>
          </p:cNvPr>
          <p:cNvGrpSpPr/>
          <p:nvPr/>
        </p:nvGrpSpPr>
        <p:grpSpPr>
          <a:xfrm>
            <a:off x="466664" y="4755985"/>
            <a:ext cx="2115639" cy="975360"/>
            <a:chOff x="699994" y="7446264"/>
            <a:chExt cx="3173458" cy="146304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763FFD-E776-B268-55B6-FA90B3F0DDB6}"/>
                </a:ext>
              </a:extLst>
            </p:cNvPr>
            <p:cNvSpPr/>
            <p:nvPr/>
          </p:nvSpPr>
          <p:spPr>
            <a:xfrm>
              <a:off x="699994" y="7446264"/>
              <a:ext cx="3173458" cy="146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0">
                <a:buClr>
                  <a:srgbClr val="000000"/>
                </a:buClr>
              </a:pPr>
              <a:r>
                <a:rPr lang="pt-BR" sz="1600" kern="0">
                  <a:solidFill>
                    <a:srgbClr val="FFFFFF"/>
                  </a:solidFill>
                  <a:latin typeface="Arial Nova Cond"/>
                  <a:sym typeface="Arial"/>
                </a:rPr>
                <a:t>Frequência</a:t>
              </a:r>
            </a:p>
          </p:txBody>
        </p:sp>
        <p:pic>
          <p:nvPicPr>
            <p:cNvPr id="28" name="Graphic 27" descr="Daily calendar outline">
              <a:extLst>
                <a:ext uri="{FF2B5EF4-FFF2-40B4-BE49-F238E27FC236}">
                  <a16:creationId xmlns:a16="http://schemas.microsoft.com/office/drawing/2014/main" id="{73FCF3B1-6B6F-D066-83F3-D77738E340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97080" y="7930460"/>
              <a:ext cx="501191" cy="501191"/>
            </a:xfrm>
            <a:prstGeom prst="rect">
              <a:avLst/>
            </a:prstGeom>
          </p:spPr>
        </p:pic>
      </p:grpSp>
      <p:sp>
        <p:nvSpPr>
          <p:cNvPr id="8" name="TextBox 289">
            <a:extLst>
              <a:ext uri="{FF2B5EF4-FFF2-40B4-BE49-F238E27FC236}">
                <a16:creationId xmlns:a16="http://schemas.microsoft.com/office/drawing/2014/main" id="{6B5D661A-05F0-E56B-6A3C-ED1A40AB1221}"/>
              </a:ext>
            </a:extLst>
          </p:cNvPr>
          <p:cNvSpPr txBox="1"/>
          <p:nvPr/>
        </p:nvSpPr>
        <p:spPr>
          <a:xfrm>
            <a:off x="-100100" y="5823421"/>
            <a:ext cx="1642967" cy="16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 defTabSz="946077">
              <a:defRPr/>
            </a:pPr>
            <a:r>
              <a:rPr lang="pt-BR" sz="1067" b="1">
                <a:solidFill>
                  <a:srgbClr val="0B3040"/>
                </a:solidFill>
                <a:latin typeface="Arial Nova Cond" panose="020B0506020202020204" pitchFamily="34" charset="0"/>
                <a:sym typeface="Arial Nova Cond" panose="020B0506020202020204" pitchFamily="34" charset="0"/>
              </a:rPr>
              <a:t>Legenda  </a:t>
            </a:r>
          </a:p>
        </p:txBody>
      </p:sp>
      <p:sp>
        <p:nvSpPr>
          <p:cNvPr id="10" name="Rectangle 276">
            <a:extLst>
              <a:ext uri="{FF2B5EF4-FFF2-40B4-BE49-F238E27FC236}">
                <a16:creationId xmlns:a16="http://schemas.microsoft.com/office/drawing/2014/main" id="{54B3CA0D-9523-C500-A85D-D67E3E00E10B}"/>
              </a:ext>
            </a:extLst>
          </p:cNvPr>
          <p:cNvSpPr/>
          <p:nvPr/>
        </p:nvSpPr>
        <p:spPr>
          <a:xfrm>
            <a:off x="1029070" y="5870574"/>
            <a:ext cx="283497" cy="94278"/>
          </a:xfrm>
          <a:prstGeom prst="rect">
            <a:avLst/>
          </a:prstGeom>
          <a:solidFill>
            <a:srgbClr val="F78B15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ctr" defTabSz="914492">
              <a:lnSpc>
                <a:spcPct val="120000"/>
              </a:lnSpc>
              <a:defRPr/>
            </a:pPr>
            <a:endParaRPr lang="pt-BR" sz="933" b="1" spc="67">
              <a:solidFill>
                <a:srgbClr val="33546D">
                  <a:lumMod val="60000"/>
                  <a:lumOff val="40000"/>
                </a:srgbClr>
              </a:solidFill>
              <a:latin typeface="Arial Nova Cond" panose="020B0506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0AD80CAD-1C75-7729-2583-9CCD36ADCE10}"/>
              </a:ext>
            </a:extLst>
          </p:cNvPr>
          <p:cNvSpPr txBox="1">
            <a:spLocks/>
          </p:cNvSpPr>
          <p:nvPr/>
        </p:nvSpPr>
        <p:spPr>
          <a:xfrm>
            <a:off x="1347260" y="5854016"/>
            <a:ext cx="1094477" cy="1544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2000" rIns="0" bIns="12000" rtlCol="0" anchor="ctr" anchorCtr="0">
            <a:noAutofit/>
          </a:bodyPr>
          <a:lstStyle>
            <a:lvl1pPr marL="0" indent="0" algn="l" defTabSz="1371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pt-BR" sz="1800" b="0" kern="1200" cap="all" spc="100" baseline="0" dirty="0" smtClean="0">
                <a:solidFill>
                  <a:srgbClr val="5E8AB4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0" indent="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285750" indent="-285750" algn="l" defTabSz="13716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447675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717550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8AB4"/>
              </a:buClr>
              <a:buFont typeface="Arial" panose="020B0604020202020204" pitchFamily="34" charset="0"/>
              <a:buChar char="•"/>
              <a:tabLst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987425" indent="-180975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8AB4"/>
              </a:buClr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marL="1257300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8AB4"/>
              </a:buClr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marL="1524000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FD0E1"/>
              </a:buClr>
              <a:buFont typeface="Arial" panose="020B0604020202020204" pitchFamily="34" charset="0"/>
              <a:buChar char="•"/>
              <a:tabLst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marL="1793875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FD0E1"/>
              </a:buClr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700" b="1" spc="67">
                <a:solidFill>
                  <a:srgbClr val="F78B15"/>
                </a:solidFill>
                <a:sym typeface="Arial Nova Cond" panose="020B0506020202020204" pitchFamily="34" charset="0"/>
              </a:rPr>
              <a:t>Proposta ADICIONAL</a:t>
            </a: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1FA33DEB-EEDB-BB72-E30C-8814C569BDA6}"/>
              </a:ext>
            </a:extLst>
          </p:cNvPr>
          <p:cNvSpPr txBox="1"/>
          <p:nvPr/>
        </p:nvSpPr>
        <p:spPr>
          <a:xfrm>
            <a:off x="398929" y="6143215"/>
            <a:ext cx="116120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20" indent="-190520" defTabSz="914446">
              <a:buFont typeface="Arial" panose="020B0604020202020204" pitchFamily="34" charset="0"/>
              <a:buChar char="•"/>
            </a:pPr>
            <a:r>
              <a:rPr lang="pt-BR" sz="1300">
                <a:solidFill>
                  <a:srgbClr val="002A46"/>
                </a:solidFill>
                <a:latin typeface="Arial Nova Cond" panose="020B0506020202020204" pitchFamily="34" charset="0"/>
              </a:rPr>
              <a:t>Nesta etapa, os comunicados foram modelados para </a:t>
            </a:r>
            <a:r>
              <a:rPr lang="pt-BR" sz="1300" b="1">
                <a:solidFill>
                  <a:srgbClr val="002A46"/>
                </a:solidFill>
                <a:latin typeface="Arial Nova Cond" panose="020B0506020202020204" pitchFamily="34" charset="0"/>
              </a:rPr>
              <a:t>orientar a operação</a:t>
            </a:r>
            <a:r>
              <a:rPr lang="pt-BR" sz="1300">
                <a:solidFill>
                  <a:srgbClr val="002A46"/>
                </a:solidFill>
                <a:latin typeface="Arial Nova Cond" panose="020B0506020202020204" pitchFamily="34" charset="0"/>
              </a:rPr>
              <a:t>, </a:t>
            </a:r>
            <a:r>
              <a:rPr lang="pt-BR" sz="1300" b="1">
                <a:solidFill>
                  <a:srgbClr val="002A46"/>
                </a:solidFill>
                <a:latin typeface="Arial Nova Cond" panose="020B0506020202020204" pitchFamily="34" charset="0"/>
              </a:rPr>
              <a:t>compartilhar boas práticas</a:t>
            </a:r>
            <a:r>
              <a:rPr lang="pt-BR" sz="1300">
                <a:solidFill>
                  <a:srgbClr val="002A46"/>
                </a:solidFill>
                <a:latin typeface="Arial Nova Cond" panose="020B0506020202020204" pitchFamily="34" charset="0"/>
              </a:rPr>
              <a:t> e </a:t>
            </a:r>
            <a:r>
              <a:rPr lang="pt-BR" sz="1300" b="1">
                <a:solidFill>
                  <a:srgbClr val="002A46"/>
                </a:solidFill>
                <a:latin typeface="Arial Nova Cond" panose="020B0506020202020204" pitchFamily="34" charset="0"/>
              </a:rPr>
              <a:t>apoiar a evolução das entregas das comunidades.</a:t>
            </a:r>
          </a:p>
        </p:txBody>
      </p:sp>
    </p:spTree>
    <p:extLst>
      <p:ext uri="{BB962C8B-B14F-4D97-AF65-F5344CB8AC3E}">
        <p14:creationId xmlns:p14="http://schemas.microsoft.com/office/powerpoint/2010/main" val="126583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782703-1C6F-85D9-EE64-4A123D65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tângulo: Cantos Arredondados 180">
            <a:extLst>
              <a:ext uri="{FF2B5EF4-FFF2-40B4-BE49-F238E27FC236}">
                <a16:creationId xmlns:a16="http://schemas.microsoft.com/office/drawing/2014/main" id="{AAB619A2-91EB-0D03-C6CC-8813840216B2}"/>
              </a:ext>
            </a:extLst>
          </p:cNvPr>
          <p:cNvSpPr/>
          <p:nvPr/>
        </p:nvSpPr>
        <p:spPr>
          <a:xfrm>
            <a:off x="8675637" y="3157534"/>
            <a:ext cx="3194900" cy="3736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lnSpc>
                <a:spcPct val="250000"/>
              </a:lnSpc>
              <a:defRPr/>
            </a:pPr>
            <a:endParaRPr lang="pt-BR" sz="1467" b="1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1A351-D8B5-E286-F405-59CDB37F06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0"/>
              <a:t>Sugestão da Rede de Influenciadores - DPL, DOP e DTA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2A407-AB85-46E8-37E0-D319F7BA2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noProof="0"/>
              <a:t>Gestão de Mudanças | Abordagem A&amp;M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26194-0733-8860-E1A4-50FB4B886C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702" y="824402"/>
            <a:ext cx="11255637" cy="373665"/>
          </a:xfrm>
        </p:spPr>
        <p:txBody>
          <a:bodyPr/>
          <a:lstStyle/>
          <a:p>
            <a:pPr>
              <a:defRPr/>
            </a:pPr>
            <a:r>
              <a:rPr lang="pt-BR" sz="1330">
                <a:solidFill>
                  <a:srgbClr val="5E8AB3"/>
                </a:solidFill>
              </a:rPr>
              <a:t>Durante a Operação Assistida, a Rede de Influenciadores das áreas clientes e parceiras </a:t>
            </a:r>
            <a:r>
              <a:rPr lang="pt-BR" sz="1330" b="1">
                <a:solidFill>
                  <a:srgbClr val="5E8AB3"/>
                </a:solidFill>
              </a:rPr>
              <a:t>atuarão como facilitadora da adoção, apoiando a gestão de impedimentos e a evolução contínua da operação.</a:t>
            </a:r>
          </a:p>
        </p:txBody>
      </p:sp>
      <p:sp>
        <p:nvSpPr>
          <p:cNvPr id="56" name="Retângulo: Cantos Arredondados 180">
            <a:extLst>
              <a:ext uri="{FF2B5EF4-FFF2-40B4-BE49-F238E27FC236}">
                <a16:creationId xmlns:a16="http://schemas.microsoft.com/office/drawing/2014/main" id="{8164CFE6-7B72-BFCA-99B6-6E08FF765760}"/>
              </a:ext>
            </a:extLst>
          </p:cNvPr>
          <p:cNvSpPr/>
          <p:nvPr/>
        </p:nvSpPr>
        <p:spPr>
          <a:xfrm>
            <a:off x="123718" y="1549812"/>
            <a:ext cx="1617225" cy="751365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58" name="CaixaDeTexto 65">
            <a:extLst>
              <a:ext uri="{FF2B5EF4-FFF2-40B4-BE49-F238E27FC236}">
                <a16:creationId xmlns:a16="http://schemas.microsoft.com/office/drawing/2014/main" id="{E7D5C443-3AC3-1418-33CB-980C6DBB5EB1}"/>
              </a:ext>
            </a:extLst>
          </p:cNvPr>
          <p:cNvSpPr txBox="1"/>
          <p:nvPr/>
        </p:nvSpPr>
        <p:spPr>
          <a:xfrm>
            <a:off x="304814" y="2627085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Raquel Alves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EGE</a:t>
            </a:r>
          </a:p>
        </p:txBody>
      </p:sp>
      <p:pic>
        <p:nvPicPr>
          <p:cNvPr id="60" name="Picture 2">
            <a:extLst>
              <a:ext uri="{FF2B5EF4-FFF2-40B4-BE49-F238E27FC236}">
                <a16:creationId xmlns:a16="http://schemas.microsoft.com/office/drawing/2014/main" id="{7C7727FD-4B34-EAF2-8821-84AEAB8E6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01" y="2062086"/>
            <a:ext cx="635656" cy="594827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62" name="CaixaDeTexto 65">
            <a:extLst>
              <a:ext uri="{FF2B5EF4-FFF2-40B4-BE49-F238E27FC236}">
                <a16:creationId xmlns:a16="http://schemas.microsoft.com/office/drawing/2014/main" id="{C5D63A41-A8A9-661E-9A22-CC29A72C8C4D}"/>
              </a:ext>
            </a:extLst>
          </p:cNvPr>
          <p:cNvSpPr txBox="1"/>
          <p:nvPr/>
        </p:nvSpPr>
        <p:spPr>
          <a:xfrm>
            <a:off x="285187" y="3599594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João Henrique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EGI</a:t>
            </a:r>
          </a:p>
        </p:txBody>
      </p:sp>
      <p:pic>
        <p:nvPicPr>
          <p:cNvPr id="64" name="Imagem 63">
            <a:extLst>
              <a:ext uri="{FF2B5EF4-FFF2-40B4-BE49-F238E27FC236}">
                <a16:creationId xmlns:a16="http://schemas.microsoft.com/office/drawing/2014/main" id="{4712520E-CFEB-1BAD-44E3-B8BCDD861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5" y="3005615"/>
            <a:ext cx="656211" cy="612251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67" name="CaixaDeTexto 65">
            <a:extLst>
              <a:ext uri="{FF2B5EF4-FFF2-40B4-BE49-F238E27FC236}">
                <a16:creationId xmlns:a16="http://schemas.microsoft.com/office/drawing/2014/main" id="{E433E8F2-56DC-04DE-1220-3C2AB59A97A7}"/>
              </a:ext>
            </a:extLst>
          </p:cNvPr>
          <p:cNvSpPr txBox="1"/>
          <p:nvPr/>
        </p:nvSpPr>
        <p:spPr>
          <a:xfrm>
            <a:off x="285041" y="4545989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Antônio Samuel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EGN</a:t>
            </a:r>
          </a:p>
        </p:txBody>
      </p:sp>
      <p:pic>
        <p:nvPicPr>
          <p:cNvPr id="69" name="Picture 6">
            <a:extLst>
              <a:ext uri="{FF2B5EF4-FFF2-40B4-BE49-F238E27FC236}">
                <a16:creationId xmlns:a16="http://schemas.microsoft.com/office/drawing/2014/main" id="{F30ABCF3-D826-5908-A4E8-577B883EC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30" y="4000229"/>
            <a:ext cx="607321" cy="555717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71" name="CaixaDeTexto 65">
            <a:extLst>
              <a:ext uri="{FF2B5EF4-FFF2-40B4-BE49-F238E27FC236}">
                <a16:creationId xmlns:a16="http://schemas.microsoft.com/office/drawing/2014/main" id="{62107F26-9054-4E56-B212-B191D1BD38BF}"/>
              </a:ext>
            </a:extLst>
          </p:cNvPr>
          <p:cNvSpPr txBox="1"/>
          <p:nvPr/>
        </p:nvSpPr>
        <p:spPr>
          <a:xfrm>
            <a:off x="290999" y="5471127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Igor de Siqueira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EGP</a:t>
            </a:r>
          </a:p>
        </p:txBody>
      </p:sp>
      <p:pic>
        <p:nvPicPr>
          <p:cNvPr id="73" name="Picture 7">
            <a:extLst>
              <a:ext uri="{FF2B5EF4-FFF2-40B4-BE49-F238E27FC236}">
                <a16:creationId xmlns:a16="http://schemas.microsoft.com/office/drawing/2014/main" id="{827A1F2D-261F-0D2A-3942-3E876B428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65" y="4924418"/>
            <a:ext cx="635372" cy="581385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75" name="CaixaDeTexto 65">
            <a:extLst>
              <a:ext uri="{FF2B5EF4-FFF2-40B4-BE49-F238E27FC236}">
                <a16:creationId xmlns:a16="http://schemas.microsoft.com/office/drawing/2014/main" id="{2FAB6B96-21BC-A95D-BD2E-D1E226734C7B}"/>
              </a:ext>
            </a:extLst>
          </p:cNvPr>
          <p:cNvSpPr txBox="1"/>
          <p:nvPr/>
        </p:nvSpPr>
        <p:spPr>
          <a:xfrm>
            <a:off x="317538" y="6395355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André Nascimento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EGS</a:t>
            </a:r>
          </a:p>
        </p:txBody>
      </p:sp>
      <p:pic>
        <p:nvPicPr>
          <p:cNvPr id="77" name="Picture 8">
            <a:extLst>
              <a:ext uri="{FF2B5EF4-FFF2-40B4-BE49-F238E27FC236}">
                <a16:creationId xmlns:a16="http://schemas.microsoft.com/office/drawing/2014/main" id="{9D356381-C3A9-0BAB-9EC7-CC68318B7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001" y="5866100"/>
            <a:ext cx="601835" cy="550697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79" name="Retângulo: Cantos Arredondados 180">
            <a:extLst>
              <a:ext uri="{FF2B5EF4-FFF2-40B4-BE49-F238E27FC236}">
                <a16:creationId xmlns:a16="http://schemas.microsoft.com/office/drawing/2014/main" id="{6D563519-A83A-69C3-DCC6-D2F3F097078F}"/>
              </a:ext>
            </a:extLst>
          </p:cNvPr>
          <p:cNvSpPr/>
          <p:nvPr/>
        </p:nvSpPr>
        <p:spPr>
          <a:xfrm>
            <a:off x="1760573" y="1549811"/>
            <a:ext cx="1615440" cy="749808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en-US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F7422A53-AD45-94D4-CFA8-900F3708EDC7}"/>
              </a:ext>
            </a:extLst>
          </p:cNvPr>
          <p:cNvGrpSpPr/>
          <p:nvPr/>
        </p:nvGrpSpPr>
        <p:grpSpPr>
          <a:xfrm>
            <a:off x="2030046" y="2170037"/>
            <a:ext cx="1207818" cy="4240938"/>
            <a:chOff x="2930613" y="2970402"/>
            <a:chExt cx="1920684" cy="7097383"/>
          </a:xfrm>
        </p:grpSpPr>
        <p:sp>
          <p:nvSpPr>
            <p:cNvPr id="110" name="CaixaDeTexto 65">
              <a:extLst>
                <a:ext uri="{FF2B5EF4-FFF2-40B4-BE49-F238E27FC236}">
                  <a16:creationId xmlns:a16="http://schemas.microsoft.com/office/drawing/2014/main" id="{B2BF14F5-6325-832A-2F90-6F387C270A1B}"/>
                </a:ext>
              </a:extLst>
            </p:cNvPr>
            <p:cNvSpPr txBox="1"/>
            <p:nvPr/>
          </p:nvSpPr>
          <p:spPr>
            <a:xfrm>
              <a:off x="2930613" y="7497524"/>
              <a:ext cx="1848420" cy="66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Alexandre Rodrigues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PLC</a:t>
              </a:r>
            </a:p>
          </p:txBody>
        </p:sp>
        <p:sp>
          <p:nvSpPr>
            <p:cNvPr id="112" name="CaixaDeTexto 65">
              <a:extLst>
                <a:ext uri="{FF2B5EF4-FFF2-40B4-BE49-F238E27FC236}">
                  <a16:creationId xmlns:a16="http://schemas.microsoft.com/office/drawing/2014/main" id="{1F4FFA46-A91E-F783-E939-7163F422087C}"/>
                </a:ext>
              </a:extLst>
            </p:cNvPr>
            <p:cNvSpPr txBox="1"/>
            <p:nvPr/>
          </p:nvSpPr>
          <p:spPr>
            <a:xfrm>
              <a:off x="2986311" y="3950468"/>
              <a:ext cx="1848420" cy="66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Vinícius Gualter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PLM</a:t>
              </a:r>
            </a:p>
          </p:txBody>
        </p:sp>
        <p:sp>
          <p:nvSpPr>
            <p:cNvPr id="114" name="CaixaDeTexto 65">
              <a:extLst>
                <a:ext uri="{FF2B5EF4-FFF2-40B4-BE49-F238E27FC236}">
                  <a16:creationId xmlns:a16="http://schemas.microsoft.com/office/drawing/2014/main" id="{EAC8854E-3114-42AB-5C6E-B6CF25965216}"/>
                </a:ext>
              </a:extLst>
            </p:cNvPr>
            <p:cNvSpPr txBox="1"/>
            <p:nvPr/>
          </p:nvSpPr>
          <p:spPr>
            <a:xfrm>
              <a:off x="3002877" y="5611016"/>
              <a:ext cx="1848420" cy="66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Mohamad Salem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PLN</a:t>
              </a:r>
            </a:p>
          </p:txBody>
        </p:sp>
        <p:sp>
          <p:nvSpPr>
            <p:cNvPr id="116" name="CaixaDeTexto 65">
              <a:extLst>
                <a:ext uri="{FF2B5EF4-FFF2-40B4-BE49-F238E27FC236}">
                  <a16:creationId xmlns:a16="http://schemas.microsoft.com/office/drawing/2014/main" id="{810C3418-C58D-98F9-7508-0703882A8346}"/>
                </a:ext>
              </a:extLst>
            </p:cNvPr>
            <p:cNvSpPr txBox="1"/>
            <p:nvPr/>
          </p:nvSpPr>
          <p:spPr>
            <a:xfrm>
              <a:off x="2930613" y="9398185"/>
              <a:ext cx="1848420" cy="66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Ana Claudia Batista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PLS</a:t>
              </a:r>
            </a:p>
          </p:txBody>
        </p:sp>
        <p:pic>
          <p:nvPicPr>
            <p:cNvPr id="118" name="Picture 9">
              <a:extLst>
                <a:ext uri="{FF2B5EF4-FFF2-40B4-BE49-F238E27FC236}">
                  <a16:creationId xmlns:a16="http://schemas.microsoft.com/office/drawing/2014/main" id="{EF29FFDF-C2E6-77DC-B030-77E7209FC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76188" y="6436571"/>
              <a:ext cx="1042417" cy="1042417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120" name="Picture 10">
              <a:extLst>
                <a:ext uri="{FF2B5EF4-FFF2-40B4-BE49-F238E27FC236}">
                  <a16:creationId xmlns:a16="http://schemas.microsoft.com/office/drawing/2014/main" id="{845F59AB-0F25-5E34-9ADE-DCAC10543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29115" y="2970402"/>
              <a:ext cx="1042418" cy="1042417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122" name="Picture 1">
              <a:extLst>
                <a:ext uri="{FF2B5EF4-FFF2-40B4-BE49-F238E27FC236}">
                  <a16:creationId xmlns:a16="http://schemas.microsoft.com/office/drawing/2014/main" id="{A7E25ECC-33BA-8491-DCB3-CA01C1380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16742" y="4622292"/>
              <a:ext cx="1042417" cy="1042416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3D2AE08A-AC02-7E4F-6865-31E62D230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78698" y="8297153"/>
              <a:ext cx="1042417" cy="1042416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</p:grpSp>
      <p:sp>
        <p:nvSpPr>
          <p:cNvPr id="126" name="Retângulo: Cantos Arredondados 180">
            <a:extLst>
              <a:ext uri="{FF2B5EF4-FFF2-40B4-BE49-F238E27FC236}">
                <a16:creationId xmlns:a16="http://schemas.microsoft.com/office/drawing/2014/main" id="{1E06166C-8FCB-01DA-A577-D96CDFC921E9}"/>
              </a:ext>
            </a:extLst>
          </p:cNvPr>
          <p:cNvSpPr/>
          <p:nvPr/>
        </p:nvSpPr>
        <p:spPr>
          <a:xfrm>
            <a:off x="3396747" y="1549811"/>
            <a:ext cx="1615440" cy="749808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6" name="CaixaDeTexto 65">
            <a:extLst>
              <a:ext uri="{FF2B5EF4-FFF2-40B4-BE49-F238E27FC236}">
                <a16:creationId xmlns:a16="http://schemas.microsoft.com/office/drawing/2014/main" id="{A760DB68-0E87-04FA-0FF2-6D11235DA986}"/>
              </a:ext>
            </a:extLst>
          </p:cNvPr>
          <p:cNvSpPr txBox="1"/>
          <p:nvPr/>
        </p:nvSpPr>
        <p:spPr>
          <a:xfrm>
            <a:off x="73681" y="1578685"/>
            <a:ext cx="1679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EG</a:t>
            </a:r>
          </a:p>
          <a:p>
            <a:pPr algn="ctr" defTabSz="304815">
              <a:defRPr/>
            </a:pPr>
            <a:r>
              <a:rPr lang="en-US" sz="800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de Engenharia</a:t>
            </a: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8" name="CaixaDeTexto 65">
            <a:extLst>
              <a:ext uri="{FF2B5EF4-FFF2-40B4-BE49-F238E27FC236}">
                <a16:creationId xmlns:a16="http://schemas.microsoft.com/office/drawing/2014/main" id="{2B5B88F5-3370-4447-5CD5-7F51619E1287}"/>
              </a:ext>
            </a:extLst>
          </p:cNvPr>
          <p:cNvSpPr txBox="1"/>
          <p:nvPr/>
        </p:nvSpPr>
        <p:spPr>
          <a:xfrm>
            <a:off x="1778112" y="1572225"/>
            <a:ext cx="1661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PL</a:t>
            </a:r>
          </a:p>
          <a:p>
            <a:pPr algn="ctr" defTabSz="304815">
              <a:defRPr/>
            </a:pPr>
            <a:r>
              <a:rPr lang="en-US" sz="800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de Planejamento Elétrico</a:t>
            </a: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0" name="CaixaDeTexto 65">
            <a:extLst>
              <a:ext uri="{FF2B5EF4-FFF2-40B4-BE49-F238E27FC236}">
                <a16:creationId xmlns:a16="http://schemas.microsoft.com/office/drawing/2014/main" id="{880512FE-4602-9C60-5979-5ABE9C2DBD54}"/>
              </a:ext>
            </a:extLst>
          </p:cNvPr>
          <p:cNvSpPr txBox="1"/>
          <p:nvPr/>
        </p:nvSpPr>
        <p:spPr>
          <a:xfrm>
            <a:off x="3320346" y="1576525"/>
            <a:ext cx="1811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PE</a:t>
            </a:r>
          </a:p>
          <a:p>
            <a:pPr algn="ctr" defTabSz="304815">
              <a:defRPr/>
            </a:pPr>
            <a:r>
              <a:rPr lang="en-US" sz="800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</a:t>
            </a:r>
          </a:p>
          <a:p>
            <a:pPr algn="ctr" defTabSz="304815">
              <a:defRPr/>
            </a:pPr>
            <a:r>
              <a:rPr lang="en-US" sz="800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de Planejamento Enegético</a:t>
            </a: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0" name="Retângulo: Cantos Arredondados 180">
            <a:extLst>
              <a:ext uri="{FF2B5EF4-FFF2-40B4-BE49-F238E27FC236}">
                <a16:creationId xmlns:a16="http://schemas.microsoft.com/office/drawing/2014/main" id="{DC8C4147-4FC3-AB6B-E167-CBBA31FC5AF7}"/>
              </a:ext>
            </a:extLst>
          </p:cNvPr>
          <p:cNvSpPr/>
          <p:nvPr/>
        </p:nvSpPr>
        <p:spPr>
          <a:xfrm>
            <a:off x="131823" y="1323031"/>
            <a:ext cx="4842344" cy="260994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endParaRPr lang="pt-BR" sz="933" b="1" kern="0" spc="3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171" name="Retângulo: Cantos Arredondados 180">
            <a:extLst>
              <a:ext uri="{FF2B5EF4-FFF2-40B4-BE49-F238E27FC236}">
                <a16:creationId xmlns:a16="http://schemas.microsoft.com/office/drawing/2014/main" id="{4C2D3685-C3F7-F22C-49CE-7EF18B7C624E}"/>
              </a:ext>
            </a:extLst>
          </p:cNvPr>
          <p:cNvSpPr/>
          <p:nvPr/>
        </p:nvSpPr>
        <p:spPr>
          <a:xfrm>
            <a:off x="5125990" y="1576525"/>
            <a:ext cx="1575541" cy="723094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2" name="Retângulo: Cantos Arredondados 180">
            <a:extLst>
              <a:ext uri="{FF2B5EF4-FFF2-40B4-BE49-F238E27FC236}">
                <a16:creationId xmlns:a16="http://schemas.microsoft.com/office/drawing/2014/main" id="{C4DD652C-1358-822C-E3B9-B7B784C7EC6A}"/>
              </a:ext>
            </a:extLst>
          </p:cNvPr>
          <p:cNvSpPr/>
          <p:nvPr/>
        </p:nvSpPr>
        <p:spPr>
          <a:xfrm>
            <a:off x="6741369" y="1576525"/>
            <a:ext cx="1575541" cy="723094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/>
            <a:endParaRPr lang="en-US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6" name="CaixaDeTexto 65">
            <a:extLst>
              <a:ext uri="{FF2B5EF4-FFF2-40B4-BE49-F238E27FC236}">
                <a16:creationId xmlns:a16="http://schemas.microsoft.com/office/drawing/2014/main" id="{A1C30871-081D-9F7E-9A14-5FAC2AA8D5E7}"/>
              </a:ext>
            </a:extLst>
          </p:cNvPr>
          <p:cNvSpPr txBox="1"/>
          <p:nvPr/>
        </p:nvSpPr>
        <p:spPr>
          <a:xfrm>
            <a:off x="5036827" y="1567209"/>
            <a:ext cx="1736343" cy="56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PR</a:t>
            </a:r>
          </a:p>
          <a:p>
            <a:pPr algn="ctr" defTabSz="304815">
              <a:defRPr/>
            </a:pPr>
            <a:r>
              <a:rPr lang="en-US" sz="767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de Programação da Operação</a:t>
            </a:r>
            <a:endParaRPr lang="pt-BR" sz="767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7" name="CaixaDeTexto 65">
            <a:extLst>
              <a:ext uri="{FF2B5EF4-FFF2-40B4-BE49-F238E27FC236}">
                <a16:creationId xmlns:a16="http://schemas.microsoft.com/office/drawing/2014/main" id="{86D44ECD-FDC8-A83F-398C-7EBED431CE9C}"/>
              </a:ext>
            </a:extLst>
          </p:cNvPr>
          <p:cNvSpPr txBox="1"/>
          <p:nvPr/>
        </p:nvSpPr>
        <p:spPr>
          <a:xfrm>
            <a:off x="6676809" y="1592299"/>
            <a:ext cx="1719153" cy="553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PD</a:t>
            </a:r>
          </a:p>
          <a:p>
            <a:pPr algn="ctr" defTabSz="304815">
              <a:defRPr/>
            </a:pPr>
            <a:r>
              <a:rPr lang="en-US" sz="733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de Procedimentos e Desenvolvimentos OP</a:t>
            </a:r>
            <a:endParaRPr lang="pt-BR" sz="733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9" name="Retângulo: Cantos Arredondados 180">
            <a:extLst>
              <a:ext uri="{FF2B5EF4-FFF2-40B4-BE49-F238E27FC236}">
                <a16:creationId xmlns:a16="http://schemas.microsoft.com/office/drawing/2014/main" id="{0F4B0CF7-D5EA-1A00-60B1-07C7E06012DB}"/>
              </a:ext>
            </a:extLst>
          </p:cNvPr>
          <p:cNvSpPr/>
          <p:nvPr/>
        </p:nvSpPr>
        <p:spPr>
          <a:xfrm>
            <a:off x="5155798" y="1349744"/>
            <a:ext cx="3161111" cy="260994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endParaRPr lang="pt-BR" sz="933" b="1" kern="0" spc="3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221" name="CaixaDeTexto 65">
            <a:extLst>
              <a:ext uri="{FF2B5EF4-FFF2-40B4-BE49-F238E27FC236}">
                <a16:creationId xmlns:a16="http://schemas.microsoft.com/office/drawing/2014/main" id="{DA7F3B98-9206-C599-C7CA-A8E760DF91FB}"/>
              </a:ext>
            </a:extLst>
          </p:cNvPr>
          <p:cNvSpPr txBox="1"/>
          <p:nvPr/>
        </p:nvSpPr>
        <p:spPr>
          <a:xfrm>
            <a:off x="6920042" y="2771644"/>
            <a:ext cx="1232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Fabio Leite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PDT</a:t>
            </a:r>
          </a:p>
        </p:txBody>
      </p:sp>
      <p:pic>
        <p:nvPicPr>
          <p:cNvPr id="227" name="Picture 6">
            <a:extLst>
              <a:ext uri="{FF2B5EF4-FFF2-40B4-BE49-F238E27FC236}">
                <a16:creationId xmlns:a16="http://schemas.microsoft.com/office/drawing/2014/main" id="{6E276EBB-D497-1C1F-ECBD-FED7DD94B7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4388" y="3195781"/>
            <a:ext cx="637080" cy="63708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233" name="Picture 9">
            <a:extLst>
              <a:ext uri="{FF2B5EF4-FFF2-40B4-BE49-F238E27FC236}">
                <a16:creationId xmlns:a16="http://schemas.microsoft.com/office/drawing/2014/main" id="{80F87654-F781-15AF-C919-32779F3C97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3726" y="2157236"/>
            <a:ext cx="637080" cy="63708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7F70799A-1B05-C8F4-5A44-AC5608BD3BEB}"/>
              </a:ext>
            </a:extLst>
          </p:cNvPr>
          <p:cNvGrpSpPr/>
          <p:nvPr/>
        </p:nvGrpSpPr>
        <p:grpSpPr>
          <a:xfrm>
            <a:off x="6982672" y="4324350"/>
            <a:ext cx="1188196" cy="997894"/>
            <a:chOff x="13314278" y="6626358"/>
            <a:chExt cx="1848420" cy="1553669"/>
          </a:xfrm>
        </p:grpSpPr>
        <p:sp>
          <p:nvSpPr>
            <p:cNvPr id="217" name="CaixaDeTexto 65">
              <a:extLst>
                <a:ext uri="{FF2B5EF4-FFF2-40B4-BE49-F238E27FC236}">
                  <a16:creationId xmlns:a16="http://schemas.microsoft.com/office/drawing/2014/main" id="{5EAD1363-3BEC-5E83-EBBF-10A28610735A}"/>
                </a:ext>
              </a:extLst>
            </p:cNvPr>
            <p:cNvSpPr txBox="1"/>
            <p:nvPr/>
          </p:nvSpPr>
          <p:spPr>
            <a:xfrm>
              <a:off x="13314278" y="7579862"/>
              <a:ext cx="1848420" cy="600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Vinnicius Pinto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DOP - PDR</a:t>
              </a:r>
            </a:p>
          </p:txBody>
        </p:sp>
        <p:pic>
          <p:nvPicPr>
            <p:cNvPr id="239" name="Imagem 238">
              <a:extLst>
                <a:ext uri="{FF2B5EF4-FFF2-40B4-BE49-F238E27FC236}">
                  <a16:creationId xmlns:a16="http://schemas.microsoft.com/office/drawing/2014/main" id="{7B6F13F7-5E74-EB93-D600-2B215BC13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58987" y="6626358"/>
              <a:ext cx="953504" cy="953504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</p:grpSp>
      <p:sp>
        <p:nvSpPr>
          <p:cNvPr id="243" name="CaixaDeTexto 65">
            <a:extLst>
              <a:ext uri="{FF2B5EF4-FFF2-40B4-BE49-F238E27FC236}">
                <a16:creationId xmlns:a16="http://schemas.microsoft.com/office/drawing/2014/main" id="{A43E543B-2E63-BACA-5C4F-516E3DF72AB6}"/>
              </a:ext>
            </a:extLst>
          </p:cNvPr>
          <p:cNvSpPr txBox="1"/>
          <p:nvPr/>
        </p:nvSpPr>
        <p:spPr>
          <a:xfrm>
            <a:off x="5269528" y="6488668"/>
            <a:ext cx="1239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Christiane Osorio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PRA</a:t>
            </a:r>
          </a:p>
        </p:txBody>
      </p:sp>
      <p:sp>
        <p:nvSpPr>
          <p:cNvPr id="215" name="CaixaDeTexto 65">
            <a:extLst>
              <a:ext uri="{FF2B5EF4-FFF2-40B4-BE49-F238E27FC236}">
                <a16:creationId xmlns:a16="http://schemas.microsoft.com/office/drawing/2014/main" id="{567DD89F-50C3-7925-BFB1-DDE01387B6FF}"/>
              </a:ext>
            </a:extLst>
          </p:cNvPr>
          <p:cNvSpPr txBox="1"/>
          <p:nvPr/>
        </p:nvSpPr>
        <p:spPr>
          <a:xfrm>
            <a:off x="5231299" y="5563313"/>
            <a:ext cx="1264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Ciro Jose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PRD</a:t>
            </a:r>
          </a:p>
        </p:txBody>
      </p:sp>
      <p:sp>
        <p:nvSpPr>
          <p:cNvPr id="209" name="CaixaDeTexto 65">
            <a:extLst>
              <a:ext uri="{FF2B5EF4-FFF2-40B4-BE49-F238E27FC236}">
                <a16:creationId xmlns:a16="http://schemas.microsoft.com/office/drawing/2014/main" id="{A57A5E43-3356-B5FE-7009-A774CB6DAF3C}"/>
              </a:ext>
            </a:extLst>
          </p:cNvPr>
          <p:cNvSpPr txBox="1"/>
          <p:nvPr/>
        </p:nvSpPr>
        <p:spPr>
          <a:xfrm>
            <a:off x="5318863" y="2688035"/>
            <a:ext cx="118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Hugo Torraca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PRR</a:t>
            </a:r>
          </a:p>
        </p:txBody>
      </p:sp>
      <p:sp>
        <p:nvSpPr>
          <p:cNvPr id="213" name="CaixaDeTexto 65">
            <a:extLst>
              <a:ext uri="{FF2B5EF4-FFF2-40B4-BE49-F238E27FC236}">
                <a16:creationId xmlns:a16="http://schemas.microsoft.com/office/drawing/2014/main" id="{9500E992-D38F-E262-C0BC-717230C9D532}"/>
              </a:ext>
            </a:extLst>
          </p:cNvPr>
          <p:cNvSpPr txBox="1"/>
          <p:nvPr/>
        </p:nvSpPr>
        <p:spPr>
          <a:xfrm>
            <a:off x="5289651" y="4578899"/>
            <a:ext cx="118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João Pedro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PRM</a:t>
            </a:r>
          </a:p>
        </p:txBody>
      </p:sp>
      <p:sp>
        <p:nvSpPr>
          <p:cNvPr id="219" name="CaixaDeTexto 65">
            <a:extLst>
              <a:ext uri="{FF2B5EF4-FFF2-40B4-BE49-F238E27FC236}">
                <a16:creationId xmlns:a16="http://schemas.microsoft.com/office/drawing/2014/main" id="{47608BB8-E42E-9240-59C2-A6B21FD3F8C3}"/>
              </a:ext>
            </a:extLst>
          </p:cNvPr>
          <p:cNvSpPr txBox="1"/>
          <p:nvPr/>
        </p:nvSpPr>
        <p:spPr>
          <a:xfrm>
            <a:off x="5289651" y="3624014"/>
            <a:ext cx="118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Karla Antunes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PRI</a:t>
            </a:r>
          </a:p>
        </p:txBody>
      </p:sp>
      <p:pic>
        <p:nvPicPr>
          <p:cNvPr id="225" name="Picture 5">
            <a:extLst>
              <a:ext uri="{FF2B5EF4-FFF2-40B4-BE49-F238E27FC236}">
                <a16:creationId xmlns:a16="http://schemas.microsoft.com/office/drawing/2014/main" id="{AF50D2BA-E794-1329-F366-BE7EBC450C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1928" y="2112701"/>
            <a:ext cx="649567" cy="614344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229" name="Picture 7">
            <a:extLst>
              <a:ext uri="{FF2B5EF4-FFF2-40B4-BE49-F238E27FC236}">
                <a16:creationId xmlns:a16="http://schemas.microsoft.com/office/drawing/2014/main" id="{A3B28416-963E-E6C0-3D50-87E39D1F3F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66713" y="4000229"/>
            <a:ext cx="635669" cy="606775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231" name="Picture 8">
            <a:extLst>
              <a:ext uri="{FF2B5EF4-FFF2-40B4-BE49-F238E27FC236}">
                <a16:creationId xmlns:a16="http://schemas.microsoft.com/office/drawing/2014/main" id="{C86B5304-03C7-6DCE-5C47-23FC4D83E92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56324" y="4958578"/>
            <a:ext cx="635372" cy="622881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237" name="Picture 1">
            <a:extLst>
              <a:ext uri="{FF2B5EF4-FFF2-40B4-BE49-F238E27FC236}">
                <a16:creationId xmlns:a16="http://schemas.microsoft.com/office/drawing/2014/main" id="{85F89592-FB89-7A88-25E4-9BB1487B407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56324" y="3069030"/>
            <a:ext cx="640813" cy="582786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250" name="CaixaDeTexto 65">
            <a:extLst>
              <a:ext uri="{FF2B5EF4-FFF2-40B4-BE49-F238E27FC236}">
                <a16:creationId xmlns:a16="http://schemas.microsoft.com/office/drawing/2014/main" id="{89E27181-FF45-8419-A8B7-B1A917462C22}"/>
              </a:ext>
            </a:extLst>
          </p:cNvPr>
          <p:cNvSpPr txBox="1"/>
          <p:nvPr/>
        </p:nvSpPr>
        <p:spPr>
          <a:xfrm>
            <a:off x="6945943" y="3850831"/>
            <a:ext cx="118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Karla Queiroz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PDP</a:t>
            </a:r>
          </a:p>
        </p:txBody>
      </p:sp>
      <p:sp>
        <p:nvSpPr>
          <p:cNvPr id="286" name="Retângulo: Cantos Arredondados 180">
            <a:extLst>
              <a:ext uri="{FF2B5EF4-FFF2-40B4-BE49-F238E27FC236}">
                <a16:creationId xmlns:a16="http://schemas.microsoft.com/office/drawing/2014/main" id="{CC60CF67-0DCD-ADEE-75A3-88D2DF8D7967}"/>
              </a:ext>
            </a:extLst>
          </p:cNvPr>
          <p:cNvSpPr/>
          <p:nvPr/>
        </p:nvSpPr>
        <p:spPr>
          <a:xfrm>
            <a:off x="8675637" y="1319421"/>
            <a:ext cx="3194900" cy="62626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88" name="CaixaDeTexto 65">
            <a:extLst>
              <a:ext uri="{FF2B5EF4-FFF2-40B4-BE49-F238E27FC236}">
                <a16:creationId xmlns:a16="http://schemas.microsoft.com/office/drawing/2014/main" id="{C08B52C5-4EF3-8C18-259A-9B6A3FECC956}"/>
              </a:ext>
            </a:extLst>
          </p:cNvPr>
          <p:cNvSpPr txBox="1"/>
          <p:nvPr/>
        </p:nvSpPr>
        <p:spPr>
          <a:xfrm>
            <a:off x="8605270" y="1367478"/>
            <a:ext cx="3335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DTA</a:t>
            </a:r>
          </a:p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Diretoria de Tecnologia</a:t>
            </a:r>
            <a:endParaRPr lang="pt-BR" sz="1200" b="1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90" name="CaixaDeTexto 65">
            <a:extLst>
              <a:ext uri="{FF2B5EF4-FFF2-40B4-BE49-F238E27FC236}">
                <a16:creationId xmlns:a16="http://schemas.microsoft.com/office/drawing/2014/main" id="{3ACDFB8C-F048-CCEC-B894-8ACBB6AF6332}"/>
              </a:ext>
            </a:extLst>
          </p:cNvPr>
          <p:cNvSpPr txBox="1"/>
          <p:nvPr/>
        </p:nvSpPr>
        <p:spPr>
          <a:xfrm>
            <a:off x="8613548" y="2525785"/>
            <a:ext cx="106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Julia Herz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DTA - AGD</a:t>
            </a:r>
          </a:p>
        </p:txBody>
      </p:sp>
      <p:sp>
        <p:nvSpPr>
          <p:cNvPr id="292" name="CaixaDeTexto 65">
            <a:extLst>
              <a:ext uri="{FF2B5EF4-FFF2-40B4-BE49-F238E27FC236}">
                <a16:creationId xmlns:a16="http://schemas.microsoft.com/office/drawing/2014/main" id="{7605C477-79EA-C99C-6375-E4A83668C5C2}"/>
              </a:ext>
            </a:extLst>
          </p:cNvPr>
          <p:cNvSpPr txBox="1"/>
          <p:nvPr/>
        </p:nvSpPr>
        <p:spPr>
          <a:xfrm>
            <a:off x="9356177" y="2522282"/>
            <a:ext cx="106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Leandro Faulhaber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DTA - RSG</a:t>
            </a:r>
          </a:p>
        </p:txBody>
      </p:sp>
      <p:sp>
        <p:nvSpPr>
          <p:cNvPr id="294" name="CaixaDeTexto 65">
            <a:extLst>
              <a:ext uri="{FF2B5EF4-FFF2-40B4-BE49-F238E27FC236}">
                <a16:creationId xmlns:a16="http://schemas.microsoft.com/office/drawing/2014/main" id="{32B044A3-8358-CB1C-565F-08A27CB498CA}"/>
              </a:ext>
            </a:extLst>
          </p:cNvPr>
          <p:cNvSpPr txBox="1"/>
          <p:nvPr/>
        </p:nvSpPr>
        <p:spPr>
          <a:xfrm>
            <a:off x="10170602" y="2510375"/>
            <a:ext cx="106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Everton Batista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DTA - RSG</a:t>
            </a:r>
          </a:p>
        </p:txBody>
      </p:sp>
      <p:pic>
        <p:nvPicPr>
          <p:cNvPr id="298" name="Picture 2">
            <a:extLst>
              <a:ext uri="{FF2B5EF4-FFF2-40B4-BE49-F238E27FC236}">
                <a16:creationId xmlns:a16="http://schemas.microsoft.com/office/drawing/2014/main" id="{E6AF2B57-9A43-01B8-B9C5-38DA9F0D671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43562" y="1894073"/>
            <a:ext cx="599262" cy="62626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300" name="Picture 3">
            <a:extLst>
              <a:ext uri="{FF2B5EF4-FFF2-40B4-BE49-F238E27FC236}">
                <a16:creationId xmlns:a16="http://schemas.microsoft.com/office/drawing/2014/main" id="{420D2D6E-B04C-BE2E-0978-EE26F2A7E1D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60242" y="1921127"/>
            <a:ext cx="599262" cy="62626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302" name="Picture 4">
            <a:extLst>
              <a:ext uri="{FF2B5EF4-FFF2-40B4-BE49-F238E27FC236}">
                <a16:creationId xmlns:a16="http://schemas.microsoft.com/office/drawing/2014/main" id="{69777793-E762-7D06-2F0D-74AF58681A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97728" y="1906405"/>
            <a:ext cx="599262" cy="62626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308" name="TextBox 6">
            <a:extLst>
              <a:ext uri="{FF2B5EF4-FFF2-40B4-BE49-F238E27FC236}">
                <a16:creationId xmlns:a16="http://schemas.microsoft.com/office/drawing/2014/main" id="{2328B905-BF48-F59A-904A-6C1216BB602D}"/>
              </a:ext>
            </a:extLst>
          </p:cNvPr>
          <p:cNvSpPr txBox="1"/>
          <p:nvPr/>
        </p:nvSpPr>
        <p:spPr>
          <a:xfrm>
            <a:off x="8522434" y="4215672"/>
            <a:ext cx="36175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Apoiar o entendimento e a adoção do novo modelo pela área.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Atuar como ponto focal para esclarecimento de dúvidas e direcionamentos.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Identificar e comunicar riscos, impactos e pontos de atenção.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Coletar feedbacks e oportunidades de melhoria da operação.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Conectar as necessidades da área cliente com a equipe de governança.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Contribuir para a sustentação e evolução contínua do modelo implementado.</a:t>
            </a:r>
          </a:p>
        </p:txBody>
      </p:sp>
      <p:sp>
        <p:nvSpPr>
          <p:cNvPr id="310" name="CaixaDeTexto 65">
            <a:extLst>
              <a:ext uri="{FF2B5EF4-FFF2-40B4-BE49-F238E27FC236}">
                <a16:creationId xmlns:a16="http://schemas.microsoft.com/office/drawing/2014/main" id="{2B29B438-920F-9516-873C-F9C2899A276F}"/>
              </a:ext>
            </a:extLst>
          </p:cNvPr>
          <p:cNvSpPr txBox="1"/>
          <p:nvPr/>
        </p:nvSpPr>
        <p:spPr>
          <a:xfrm>
            <a:off x="8699758" y="3207920"/>
            <a:ext cx="3059978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067" b="1" kern="0" spc="300">
                <a:solidFill>
                  <a:srgbClr val="002060"/>
                </a:solidFill>
                <a:latin typeface="Arial Nova Cond" panose="020B0506020202020204" pitchFamily="34" charset="0"/>
              </a:rPr>
              <a:t>PAPÉIS E RESPONSABILIDADES</a:t>
            </a:r>
            <a:endParaRPr lang="pt-BR" sz="1067" b="1" kern="0" spc="300">
              <a:solidFill>
                <a:srgbClr val="002060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E6968F-9B13-B702-B390-FAE2B7CA1F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891" y="5942415"/>
            <a:ext cx="591312" cy="5913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8" name="CaixaDeTexto 65">
            <a:extLst>
              <a:ext uri="{FF2B5EF4-FFF2-40B4-BE49-F238E27FC236}">
                <a16:creationId xmlns:a16="http://schemas.microsoft.com/office/drawing/2014/main" id="{E0489AD1-B775-C41F-9881-1E8AF641D2D3}"/>
              </a:ext>
            </a:extLst>
          </p:cNvPr>
          <p:cNvSpPr txBox="1"/>
          <p:nvPr/>
        </p:nvSpPr>
        <p:spPr>
          <a:xfrm>
            <a:off x="317538" y="1317858"/>
            <a:ext cx="4550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DPL – Diretoria de Planejamento</a:t>
            </a: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" name="CaixaDeTexto 65">
            <a:extLst>
              <a:ext uri="{FF2B5EF4-FFF2-40B4-BE49-F238E27FC236}">
                <a16:creationId xmlns:a16="http://schemas.microsoft.com/office/drawing/2014/main" id="{8D8A0C5C-B152-B6A1-BDB2-095DE7CC158C}"/>
              </a:ext>
            </a:extLst>
          </p:cNvPr>
          <p:cNvSpPr txBox="1"/>
          <p:nvPr/>
        </p:nvSpPr>
        <p:spPr>
          <a:xfrm>
            <a:off x="4443880" y="1329208"/>
            <a:ext cx="4505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DOP- Diretoria de Operaçãoes</a:t>
            </a: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7C910E30-935D-BC9E-A5E9-65CB5A8EBDCF}"/>
              </a:ext>
            </a:extLst>
          </p:cNvPr>
          <p:cNvSpPr txBox="1"/>
          <p:nvPr/>
        </p:nvSpPr>
        <p:spPr>
          <a:xfrm>
            <a:off x="8699758" y="3818413"/>
            <a:ext cx="3382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04815"/>
            <a:r>
              <a:rPr lang="pt-BR" sz="1200" b="1">
                <a:solidFill>
                  <a:srgbClr val="002A46"/>
                </a:solidFill>
                <a:latin typeface="Arial Nova Cond" panose="020B0506020202020204" pitchFamily="34" charset="0"/>
              </a:rPr>
              <a:t>Traduz, apoia, direciona e dissemina.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0B1B0A-43CE-6E1A-8801-198F9BDD227D}"/>
              </a:ext>
            </a:extLst>
          </p:cNvPr>
          <p:cNvGrpSpPr/>
          <p:nvPr/>
        </p:nvGrpSpPr>
        <p:grpSpPr>
          <a:xfrm>
            <a:off x="3659305" y="2157236"/>
            <a:ext cx="1151818" cy="3015527"/>
            <a:chOff x="3659305" y="2157236"/>
            <a:chExt cx="1151818" cy="3015527"/>
          </a:xfrm>
        </p:grpSpPr>
        <p:sp>
          <p:nvSpPr>
            <p:cNvPr id="137" name="CaixaDeTexto 65">
              <a:extLst>
                <a:ext uri="{FF2B5EF4-FFF2-40B4-BE49-F238E27FC236}">
                  <a16:creationId xmlns:a16="http://schemas.microsoft.com/office/drawing/2014/main" id="{03499F77-3AB2-AD8E-615D-A323DD0DD8B4}"/>
                </a:ext>
              </a:extLst>
            </p:cNvPr>
            <p:cNvSpPr txBox="1"/>
            <p:nvPr/>
          </p:nvSpPr>
          <p:spPr>
            <a:xfrm>
              <a:off x="3659305" y="4772653"/>
              <a:ext cx="1151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William Farias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PER</a:t>
              </a:r>
            </a:p>
          </p:txBody>
        </p:sp>
        <p:sp>
          <p:nvSpPr>
            <p:cNvPr id="139" name="CaixaDeTexto 65">
              <a:extLst>
                <a:ext uri="{FF2B5EF4-FFF2-40B4-BE49-F238E27FC236}">
                  <a16:creationId xmlns:a16="http://schemas.microsoft.com/office/drawing/2014/main" id="{F51FE163-A0DD-BC1E-6441-EA2CFE5BAB40}"/>
                </a:ext>
              </a:extLst>
            </p:cNvPr>
            <p:cNvSpPr txBox="1"/>
            <p:nvPr/>
          </p:nvSpPr>
          <p:spPr>
            <a:xfrm>
              <a:off x="3659305" y="2751154"/>
              <a:ext cx="1151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Douglas Aranil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PED</a:t>
              </a:r>
            </a:p>
          </p:txBody>
        </p:sp>
        <p:sp>
          <p:nvSpPr>
            <p:cNvPr id="141" name="CaixaDeTexto 65">
              <a:extLst>
                <a:ext uri="{FF2B5EF4-FFF2-40B4-BE49-F238E27FC236}">
                  <a16:creationId xmlns:a16="http://schemas.microsoft.com/office/drawing/2014/main" id="{8FC2EEF5-6009-DA6A-25D3-680D615FF669}"/>
                </a:ext>
              </a:extLst>
            </p:cNvPr>
            <p:cNvSpPr txBox="1"/>
            <p:nvPr/>
          </p:nvSpPr>
          <p:spPr>
            <a:xfrm>
              <a:off x="3659305" y="3815562"/>
              <a:ext cx="1151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Renan Gomes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PEE</a:t>
              </a:r>
            </a:p>
          </p:txBody>
        </p:sp>
        <p:pic>
          <p:nvPicPr>
            <p:cNvPr id="143" name="Picture 3">
              <a:extLst>
                <a:ext uri="{FF2B5EF4-FFF2-40B4-BE49-F238E27FC236}">
                  <a16:creationId xmlns:a16="http://schemas.microsoft.com/office/drawing/2014/main" id="{9CCFA936-86E2-7874-3B11-36726FED5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910430" y="2157236"/>
              <a:ext cx="649568" cy="624932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E6FB558-743A-8A9C-F374-EFAB36B3E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3156" y="4195573"/>
              <a:ext cx="604117" cy="591963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A016729-2CC1-5229-5F9A-09D102282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6614" y="3170969"/>
              <a:ext cx="637200" cy="637200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</p:grpSp>
      <p:sp>
        <p:nvSpPr>
          <p:cNvPr id="19" name="CaixaDeTexto 65">
            <a:extLst>
              <a:ext uri="{FF2B5EF4-FFF2-40B4-BE49-F238E27FC236}">
                <a16:creationId xmlns:a16="http://schemas.microsoft.com/office/drawing/2014/main" id="{E3865E7E-5422-7D83-46A0-6B82C1987275}"/>
              </a:ext>
            </a:extLst>
          </p:cNvPr>
          <p:cNvSpPr txBox="1"/>
          <p:nvPr/>
        </p:nvSpPr>
        <p:spPr>
          <a:xfrm>
            <a:off x="10925338" y="2517385"/>
            <a:ext cx="106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Anna Carolina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DTA - AGG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08D9C08-0F13-A2B8-8E38-9CAD192FC50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408" y="1870252"/>
            <a:ext cx="630936" cy="630936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96371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7A4E60-8978-B4A1-41A1-F9620453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B6ED49A2-17D7-7D8E-9258-0D8B48578F9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ED49A2-17D7-7D8E-9258-0D8B48578F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AF6BF2-B05E-5C13-C88D-10D8FBE15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FD8A8C-3673-6E2C-6EF2-90ECA65905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Detalhamento workshops</a:t>
            </a:r>
            <a:endParaRPr lang="pt-BR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7CD2563-6577-E809-79E8-D9A45D1145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DAD81D7-7ACD-37C2-5EFF-0C7040FED9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43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86312F-3AA6-9BBE-9236-F6AD7F16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72D95559-99E9-9C0C-4576-D0F3A423B10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D95559-99E9-9C0C-4576-D0F3A423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EA776-3664-7939-BAAF-A7AC934B0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A939B-E331-65A2-1F5F-42C100309A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B7E171-5C48-AB55-D071-B6F6B69341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0206" y="7062506"/>
            <a:ext cx="9119779" cy="558726"/>
          </a:xfrm>
        </p:spPr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89660A-41A8-1134-46A8-42DB71E500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F11D612-F2E2-59AD-4C5A-5B735E27CC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8F1857A-2BA0-8005-57DC-AC456B27D8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Fluxo de consolidação e validação das definições da FE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54105EE-0754-0453-5B88-78DC31A4C983}"/>
              </a:ext>
            </a:extLst>
          </p:cNvPr>
          <p:cNvSpPr/>
          <p:nvPr/>
        </p:nvSpPr>
        <p:spPr>
          <a:xfrm>
            <a:off x="1575831" y="2881871"/>
            <a:ext cx="8873338" cy="0"/>
          </a:xfrm>
          <a:prstGeom prst="line">
            <a:avLst/>
          </a:prstGeom>
          <a:noFill/>
          <a:ln w="25400">
            <a:solidFill>
              <a:srgbClr val="C9CDD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2A6718A-D013-91C9-F043-F3C540551B92}"/>
              </a:ext>
            </a:extLst>
          </p:cNvPr>
          <p:cNvSpPr/>
          <p:nvPr/>
        </p:nvSpPr>
        <p:spPr>
          <a:xfrm>
            <a:off x="466664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FB35125-B4BD-5B55-44EF-2F8A70714BD3}"/>
              </a:ext>
            </a:extLst>
          </p:cNvPr>
          <p:cNvSpPr/>
          <p:nvPr/>
        </p:nvSpPr>
        <p:spPr>
          <a:xfrm>
            <a:off x="1246647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20" name="Image 0" descr="step1.png">
            <a:extLst>
              <a:ext uri="{FF2B5EF4-FFF2-40B4-BE49-F238E27FC236}">
                <a16:creationId xmlns:a16="http://schemas.microsoft.com/office/drawing/2014/main" id="{FCB0D253-7872-350E-2DA1-0A347E067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383" y="2726423"/>
            <a:ext cx="310896" cy="310896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56E74680-4170-13A0-D109-CB1D8E6340EA}"/>
              </a:ext>
            </a:extLst>
          </p:cNvPr>
          <p:cNvSpPr/>
          <p:nvPr/>
        </p:nvSpPr>
        <p:spPr>
          <a:xfrm>
            <a:off x="539816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Preparação do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06B90CA-105D-9A90-17FB-10E6EBA4859F}"/>
              </a:ext>
            </a:extLst>
          </p:cNvPr>
          <p:cNvSpPr/>
          <p:nvPr/>
        </p:nvSpPr>
        <p:spPr>
          <a:xfrm>
            <a:off x="576392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marR="0" lvl="0" indent="-179388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5B5F6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Estruturação da proposta a partir do trabalho realizado na Etapa 3 do Projeto Maestro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5C83E88E-BB24-9F57-6C6C-916270BD23DA}"/>
              </a:ext>
            </a:extLst>
          </p:cNvPr>
          <p:cNvSpPr/>
          <p:nvPr/>
        </p:nvSpPr>
        <p:spPr>
          <a:xfrm>
            <a:off x="2684998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C7F20990-2B72-9F87-EBB0-AAB6291C572B}"/>
              </a:ext>
            </a:extLst>
          </p:cNvPr>
          <p:cNvSpPr/>
          <p:nvPr/>
        </p:nvSpPr>
        <p:spPr>
          <a:xfrm>
            <a:off x="3464982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30" name="Image 1" descr="step2.png">
            <a:extLst>
              <a:ext uri="{FF2B5EF4-FFF2-40B4-BE49-F238E27FC236}">
                <a16:creationId xmlns:a16="http://schemas.microsoft.com/office/drawing/2014/main" id="{9461845B-F7D4-24EA-EAAE-1D91BEA71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718" y="2726423"/>
            <a:ext cx="310896" cy="310896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74D64887-F457-83AE-B81E-065FD89946B0}"/>
              </a:ext>
            </a:extLst>
          </p:cNvPr>
          <p:cNvSpPr/>
          <p:nvPr/>
        </p:nvSpPr>
        <p:spPr>
          <a:xfrm>
            <a:off x="2758150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E42DBA12-FE24-8A1D-E056-48F6F128CE2B}"/>
              </a:ext>
            </a:extLst>
          </p:cNvPr>
          <p:cNvSpPr/>
          <p:nvPr/>
        </p:nvSpPr>
        <p:spPr>
          <a:xfrm>
            <a:off x="2794726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marR="0" lvl="0" indent="-179388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5B5F6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Refinamento colaborativo da proposta com gestores e líderes das Comunidades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4216CD01-76DE-63EA-0EC5-0F9ACA501BCC}"/>
              </a:ext>
            </a:extLst>
          </p:cNvPr>
          <p:cNvSpPr/>
          <p:nvPr/>
        </p:nvSpPr>
        <p:spPr>
          <a:xfrm>
            <a:off x="4903333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FC633459-FCFC-2F39-E722-9FD75DCDC0AB}"/>
              </a:ext>
            </a:extLst>
          </p:cNvPr>
          <p:cNvSpPr/>
          <p:nvPr/>
        </p:nvSpPr>
        <p:spPr>
          <a:xfrm>
            <a:off x="5683316" y="2552687"/>
            <a:ext cx="658368" cy="658368"/>
          </a:xfrm>
          <a:prstGeom prst="ellipse">
            <a:avLst/>
          </a:prstGeom>
          <a:solidFill>
            <a:srgbClr val="E8791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40" name="Image 2" descr="step3.png">
            <a:extLst>
              <a:ext uri="{FF2B5EF4-FFF2-40B4-BE49-F238E27FC236}">
                <a16:creationId xmlns:a16="http://schemas.microsoft.com/office/drawing/2014/main" id="{1FBFCAB7-E0C8-8B90-B19D-2310B1BF3B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052" y="2726423"/>
            <a:ext cx="310896" cy="310896"/>
          </a:xfrm>
          <a:prstGeom prst="rect">
            <a:avLst/>
          </a:prstGeom>
        </p:spPr>
      </p:pic>
      <p:sp>
        <p:nvSpPr>
          <p:cNvPr id="42" name="Text 13">
            <a:extLst>
              <a:ext uri="{FF2B5EF4-FFF2-40B4-BE49-F238E27FC236}">
                <a16:creationId xmlns:a16="http://schemas.microsoft.com/office/drawing/2014/main" id="{8451F6E9-1988-8928-502E-20015A725E4A}"/>
              </a:ext>
            </a:extLst>
          </p:cNvPr>
          <p:cNvSpPr/>
          <p:nvPr/>
        </p:nvSpPr>
        <p:spPr>
          <a:xfrm>
            <a:off x="4976485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Consolidação do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318BDFB5-7EA4-4D8D-89FA-59D4407A46A9}"/>
              </a:ext>
            </a:extLst>
          </p:cNvPr>
          <p:cNvSpPr/>
          <p:nvPr/>
        </p:nvSpPr>
        <p:spPr>
          <a:xfrm>
            <a:off x="5013061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marR="0" lvl="0" indent="-179388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5B5F6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Consolidação dos resultados do workshop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7A3B6607-4180-7D3A-49A2-8EF2551AF626}"/>
              </a:ext>
            </a:extLst>
          </p:cNvPr>
          <p:cNvSpPr/>
          <p:nvPr/>
        </p:nvSpPr>
        <p:spPr>
          <a:xfrm>
            <a:off x="7121667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5D027EAE-FB08-39DF-3AE9-8F88E7F095F0}"/>
              </a:ext>
            </a:extLst>
          </p:cNvPr>
          <p:cNvSpPr/>
          <p:nvPr/>
        </p:nvSpPr>
        <p:spPr>
          <a:xfrm>
            <a:off x="7901650" y="2552687"/>
            <a:ext cx="658368" cy="65836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50" name="Image 3" descr="step4.png">
            <a:extLst>
              <a:ext uri="{FF2B5EF4-FFF2-40B4-BE49-F238E27FC236}">
                <a16:creationId xmlns:a16="http://schemas.microsoft.com/office/drawing/2014/main" id="{C8FFEEF4-F853-FC8C-CF94-8FD6A7EC4B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386" y="2726423"/>
            <a:ext cx="310896" cy="310896"/>
          </a:xfrm>
          <a:prstGeom prst="rect">
            <a:avLst/>
          </a:prstGeom>
        </p:spPr>
      </p:pic>
      <p:sp>
        <p:nvSpPr>
          <p:cNvPr id="52" name="Text 17">
            <a:extLst>
              <a:ext uri="{FF2B5EF4-FFF2-40B4-BE49-F238E27FC236}">
                <a16:creationId xmlns:a16="http://schemas.microsoft.com/office/drawing/2014/main" id="{C3BF7CAE-5780-2953-C3F5-E027461437E5}"/>
              </a:ext>
            </a:extLst>
          </p:cNvPr>
          <p:cNvSpPr/>
          <p:nvPr/>
        </p:nvSpPr>
        <p:spPr>
          <a:xfrm>
            <a:off x="7194819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Validação Executiva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A72F6737-66A9-7AD6-F37F-4D1034A961C3}"/>
              </a:ext>
            </a:extLst>
          </p:cNvPr>
          <p:cNvSpPr/>
          <p:nvPr/>
        </p:nvSpPr>
        <p:spPr>
          <a:xfrm>
            <a:off x="7231395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marR="0" lvl="0" indent="-179388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5B5F6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Revisão e aprovação executiva das definições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A55AF48C-B39D-4B1D-CB66-9714382E8B61}"/>
              </a:ext>
            </a:extLst>
          </p:cNvPr>
          <p:cNvSpPr/>
          <p:nvPr/>
        </p:nvSpPr>
        <p:spPr>
          <a:xfrm>
            <a:off x="9340002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8D3744AA-31E1-9E5C-2B6C-F5FAEE67CC6B}"/>
              </a:ext>
            </a:extLst>
          </p:cNvPr>
          <p:cNvSpPr/>
          <p:nvPr/>
        </p:nvSpPr>
        <p:spPr>
          <a:xfrm>
            <a:off x="10119985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60" name="Image 4" descr="step5.png">
            <a:extLst>
              <a:ext uri="{FF2B5EF4-FFF2-40B4-BE49-F238E27FC236}">
                <a16:creationId xmlns:a16="http://schemas.microsoft.com/office/drawing/2014/main" id="{66F872D0-08BC-4BE3-352E-DA0D203331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3721" y="2726423"/>
            <a:ext cx="310896" cy="310896"/>
          </a:xfrm>
          <a:prstGeom prst="rect">
            <a:avLst/>
          </a:prstGeom>
        </p:spPr>
      </p:pic>
      <p:sp>
        <p:nvSpPr>
          <p:cNvPr id="62" name="Text 21">
            <a:extLst>
              <a:ext uri="{FF2B5EF4-FFF2-40B4-BE49-F238E27FC236}">
                <a16:creationId xmlns:a16="http://schemas.microsoft.com/office/drawing/2014/main" id="{8E15E459-DE44-2B23-148B-3C6E46C849F4}"/>
              </a:ext>
            </a:extLst>
          </p:cNvPr>
          <p:cNvSpPr/>
          <p:nvPr/>
        </p:nvSpPr>
        <p:spPr>
          <a:xfrm>
            <a:off x="9413154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Comunicação às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áreas clientes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2AF25307-875D-476E-2E00-1BF794C01C8F}"/>
              </a:ext>
            </a:extLst>
          </p:cNvPr>
          <p:cNvSpPr/>
          <p:nvPr/>
        </p:nvSpPr>
        <p:spPr>
          <a:xfrm>
            <a:off x="9449730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marR="0" lvl="0" indent="-179388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5B5F6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Divulgação das definições aprovadas às áreas clientes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5ABB14-8C44-7061-A84D-1497897C7634}"/>
              </a:ext>
            </a:extLst>
          </p:cNvPr>
          <p:cNvSpPr/>
          <p:nvPr/>
        </p:nvSpPr>
        <p:spPr>
          <a:xfrm>
            <a:off x="4986010" y="2159705"/>
            <a:ext cx="2062886" cy="3170137"/>
          </a:xfrm>
          <a:prstGeom prst="rect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pt-BR" sz="1600" b="1">
                <a:solidFill>
                  <a:schemeClr val="tx2">
                    <a:lumMod val="75000"/>
                  </a:schemeClr>
                </a:solidFill>
              </a:rPr>
              <a:t>Estamos aqui!</a:t>
            </a:r>
          </a:p>
        </p:txBody>
      </p:sp>
    </p:spTree>
    <p:extLst>
      <p:ext uri="{BB962C8B-B14F-4D97-AF65-F5344CB8AC3E}">
        <p14:creationId xmlns:p14="http://schemas.microsoft.com/office/powerpoint/2010/main" val="4096339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22E3D4-B7C9-BC6F-24BC-006A6B82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FD416BC4-F990-2CE9-C094-F74C942C007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416BC4-F990-2CE9-C094-F74C942C00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F422A7-266F-CA24-3C6A-582BBCD25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0A7DA-DEDF-531E-7681-B5C0AF716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9CB0A0-803B-8125-93ED-654AC6D355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8A71F6-4E19-A00F-F6D0-67CCABAF71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D2AF390-DB0E-76C8-99A5-F4321E71DD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Workshops - Detalhamento das dinâmicas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37EEAAE-436E-0809-435A-0DBB4D098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62" y="2429121"/>
            <a:ext cx="2340000" cy="13162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AC2587C-DBC1-5BE5-BF12-6FE57CBFE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000" y="2520000"/>
            <a:ext cx="2112000" cy="108000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21E04D3-CBDE-F210-B3E6-92F891F356BC}"/>
              </a:ext>
            </a:extLst>
          </p:cNvPr>
          <p:cNvSpPr txBox="1"/>
          <p:nvPr/>
        </p:nvSpPr>
        <p:spPr>
          <a:xfrm>
            <a:off x="2321285" y="1559828"/>
            <a:ext cx="1723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>
                <a:solidFill>
                  <a:schemeClr val="accent4"/>
                </a:solidFill>
                <a:latin typeface="Arial Nova Cond" panose="020B0506020202020204" pitchFamily="34" charset="0"/>
              </a:rPr>
              <a:t>Dinâmica 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6FD1675-0D98-E4F5-1875-2496AA964C2E}"/>
              </a:ext>
            </a:extLst>
          </p:cNvPr>
          <p:cNvSpPr txBox="1"/>
          <p:nvPr/>
        </p:nvSpPr>
        <p:spPr>
          <a:xfrm>
            <a:off x="3073901" y="5081544"/>
            <a:ext cx="2923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latin typeface="Arial Nova Cond" panose="020B0506020202020204" pitchFamily="34" charset="0"/>
              </a:rPr>
              <a:t>Exemplos de Resultados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9ED641CF-74BA-71E4-B64B-3E274A7212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6000" y="3744000"/>
            <a:ext cx="2112000" cy="1188000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D026F145-903C-879B-532E-D09328EB8A5F}"/>
              </a:ext>
            </a:extLst>
          </p:cNvPr>
          <p:cNvSpPr txBox="1"/>
          <p:nvPr/>
        </p:nvSpPr>
        <p:spPr>
          <a:xfrm>
            <a:off x="469562" y="4232240"/>
            <a:ext cx="234391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>
                <a:latin typeface="Arial Nova Cond" panose="020B0506020202020204" pitchFamily="34" charset="0"/>
              </a:rPr>
              <a:t>Missão e escopo</a:t>
            </a:r>
          </a:p>
          <a:p>
            <a:pPr algn="ctr"/>
            <a:r>
              <a:rPr lang="pt-BR" sz="1200">
                <a:solidFill>
                  <a:srgbClr val="4A556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Construir entendimento compartilhado sobre o escopo das Gerências e das Comunidades, alinhando responsabilidades e limites de atuação.</a:t>
            </a:r>
            <a:endParaRPr lang="pt-BR" sz="1200">
              <a:latin typeface="Arial Nova Cond" panose="020B0506020202020204" pitchFamily="34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43F0670-0AFB-9581-DCFF-D2F3030A2461}"/>
              </a:ext>
            </a:extLst>
          </p:cNvPr>
          <p:cNvSpPr txBox="1"/>
          <p:nvPr/>
        </p:nvSpPr>
        <p:spPr>
          <a:xfrm>
            <a:off x="6330523" y="4131770"/>
            <a:ext cx="23439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>
                <a:latin typeface="Arial Nova Cond" panose="020B0506020202020204" pitchFamily="34" charset="0"/>
              </a:rPr>
              <a:t>Papeis e Responsabilidades</a:t>
            </a:r>
          </a:p>
          <a:p>
            <a:pPr algn="ctr"/>
            <a:r>
              <a:rPr lang="pt-BR" sz="1200">
                <a:solidFill>
                  <a:srgbClr val="4A556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Entendimento e p</a:t>
            </a:r>
            <a:r>
              <a:rPr lang="pt-BR" sz="1200">
                <a:solidFill>
                  <a:srgbClr val="4A5560"/>
                </a:solidFill>
                <a:latin typeface="Arial Nova Cond" panose="020B0506020202020204" pitchFamily="34" charset="0"/>
                <a:cs typeface="Arial" pitchFamily="34" charset="-120"/>
              </a:rPr>
              <a:t>osicionamento da equipe nos papéis da comunidade, identificando as lacunas e acumulo de responsabilidade em funções críticas e propor ajustes de alocação.</a:t>
            </a:r>
          </a:p>
        </p:txBody>
      </p: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60F93029-7B06-317D-03A7-D74A3774D12A}"/>
              </a:ext>
            </a:extLst>
          </p:cNvPr>
          <p:cNvCxnSpPr>
            <a:cxnSpLocks/>
          </p:cNvCxnSpPr>
          <p:nvPr/>
        </p:nvCxnSpPr>
        <p:spPr>
          <a:xfrm>
            <a:off x="6096000" y="1434164"/>
            <a:ext cx="0" cy="487038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ABE584E-0625-9F3D-ECD7-8EBA1553E37A}"/>
              </a:ext>
            </a:extLst>
          </p:cNvPr>
          <p:cNvSpPr txBox="1"/>
          <p:nvPr/>
        </p:nvSpPr>
        <p:spPr>
          <a:xfrm>
            <a:off x="8670580" y="1559828"/>
            <a:ext cx="1723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>
                <a:solidFill>
                  <a:schemeClr val="accent4"/>
                </a:solidFill>
                <a:latin typeface="Arial Nova Cond" panose="020B0506020202020204" pitchFamily="34" charset="0"/>
              </a:rPr>
              <a:t>Dinâmica 2</a:t>
            </a:r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3FE86D27-FC84-A91C-5FEC-18269A1F80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0523" y="2429121"/>
            <a:ext cx="2340000" cy="1316250"/>
          </a:xfrm>
          <a:prstGeom prst="rect">
            <a:avLst/>
          </a:prstGeom>
        </p:spPr>
      </p:pic>
      <p:sp>
        <p:nvSpPr>
          <p:cNvPr id="61" name="CaixaDeTexto 60">
            <a:extLst>
              <a:ext uri="{FF2B5EF4-FFF2-40B4-BE49-F238E27FC236}">
                <a16:creationId xmlns:a16="http://schemas.microsoft.com/office/drawing/2014/main" id="{0DBC6E0C-A793-E961-A685-8D8065AB01CB}"/>
              </a:ext>
            </a:extLst>
          </p:cNvPr>
          <p:cNvSpPr txBox="1"/>
          <p:nvPr/>
        </p:nvSpPr>
        <p:spPr>
          <a:xfrm>
            <a:off x="9124718" y="5081544"/>
            <a:ext cx="2923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latin typeface="Arial Nova Cond" panose="020B0506020202020204" pitchFamily="34" charset="0"/>
              </a:rPr>
              <a:t>Exemplos de Resultados</a:t>
            </a:r>
          </a:p>
        </p:txBody>
      </p:sp>
      <p:pic>
        <p:nvPicPr>
          <p:cNvPr id="66" name="Imagem 65">
            <a:extLst>
              <a:ext uri="{FF2B5EF4-FFF2-40B4-BE49-F238E27FC236}">
                <a16:creationId xmlns:a16="http://schemas.microsoft.com/office/drawing/2014/main" id="{24826C3A-1E02-D38D-D072-7E30C31AD4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8000" y="2520000"/>
            <a:ext cx="1920000" cy="1080000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BBA94F24-D5A0-2C48-BFC2-EBB96C158F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2000" y="3780000"/>
            <a:ext cx="1920000" cy="1188000"/>
          </a:xfrm>
          <a:prstGeom prst="rect">
            <a:avLst/>
          </a:prstGeom>
        </p:spPr>
      </p:pic>
      <p:sp>
        <p:nvSpPr>
          <p:cNvPr id="72" name="Triângulo isósceles 71">
            <a:extLst>
              <a:ext uri="{FF2B5EF4-FFF2-40B4-BE49-F238E27FC236}">
                <a16:creationId xmlns:a16="http://schemas.microsoft.com/office/drawing/2014/main" id="{C2E6AF6D-3763-8AF2-EA36-F7DE62858AEE}"/>
              </a:ext>
            </a:extLst>
          </p:cNvPr>
          <p:cNvSpPr/>
          <p:nvPr/>
        </p:nvSpPr>
        <p:spPr>
          <a:xfrm rot="5400000">
            <a:off x="2542917" y="3459884"/>
            <a:ext cx="1222408" cy="27532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74" name="Triângulo isósceles 73">
            <a:extLst>
              <a:ext uri="{FF2B5EF4-FFF2-40B4-BE49-F238E27FC236}">
                <a16:creationId xmlns:a16="http://schemas.microsoft.com/office/drawing/2014/main" id="{14513B05-1EA6-D3F8-5CE1-20FB66E6765C}"/>
              </a:ext>
            </a:extLst>
          </p:cNvPr>
          <p:cNvSpPr/>
          <p:nvPr/>
        </p:nvSpPr>
        <p:spPr>
          <a:xfrm rot="5400000">
            <a:off x="8416644" y="3459884"/>
            <a:ext cx="1222408" cy="27532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011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86DE5A-895C-8140-43F3-C0B5CB3C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041A6223-BEA6-84CC-D865-C371E3D24C3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1A6223-BEA6-84CC-D865-C371E3D24C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03E38B-3778-6716-384F-B2CE75DF1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86DB6-BA15-673F-3A44-FA13466296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4A3843-6D32-9345-C08C-07495054A9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DC36DFC-9896-CA99-D3DC-63478ADDE1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596D64-BCEF-8E4C-240B-9ACF979E2E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Workshops - Detalhamento das dinâmicas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ADDB492-D244-958B-8AE0-8E615F428228}"/>
              </a:ext>
            </a:extLst>
          </p:cNvPr>
          <p:cNvSpPr txBox="1"/>
          <p:nvPr/>
        </p:nvSpPr>
        <p:spPr>
          <a:xfrm>
            <a:off x="469562" y="4232240"/>
            <a:ext cx="234391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>
                <a:latin typeface="Arial Nova Cond" panose="020B0506020202020204" pitchFamily="34" charset="0"/>
              </a:rPr>
              <a:t>Fóruns e rotinas</a:t>
            </a:r>
          </a:p>
          <a:p>
            <a:pPr algn="ctr"/>
            <a:r>
              <a:rPr lang="pt-BR" sz="1200">
                <a:solidFill>
                  <a:srgbClr val="4A556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Validar o conjunto de fóruns e cerimônias que farão parte da rotina das Comunidades, alinhando propósito, público, frequência e resultados esperados.</a:t>
            </a:r>
            <a:endParaRPr lang="pt-BR" sz="1200">
              <a:latin typeface="Arial Nova Cond" panose="020B0506020202020204" pitchFamily="34" charset="0"/>
            </a:endParaRPr>
          </a:p>
        </p:txBody>
      </p:sp>
      <p:sp>
        <p:nvSpPr>
          <p:cNvPr id="27" name="Triângulo isósceles 26">
            <a:extLst>
              <a:ext uri="{FF2B5EF4-FFF2-40B4-BE49-F238E27FC236}">
                <a16:creationId xmlns:a16="http://schemas.microsoft.com/office/drawing/2014/main" id="{189A0170-927D-19E0-B64A-222833A6C7CA}"/>
              </a:ext>
            </a:extLst>
          </p:cNvPr>
          <p:cNvSpPr/>
          <p:nvPr/>
        </p:nvSpPr>
        <p:spPr>
          <a:xfrm rot="5400000">
            <a:off x="2542917" y="3459884"/>
            <a:ext cx="1222408" cy="27532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D88FC49-57D7-A0C0-B162-8A7DAABBF954}"/>
              </a:ext>
            </a:extLst>
          </p:cNvPr>
          <p:cNvSpPr txBox="1"/>
          <p:nvPr/>
        </p:nvSpPr>
        <p:spPr>
          <a:xfrm>
            <a:off x="6330523" y="4131770"/>
            <a:ext cx="2343913" cy="1204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>
                <a:latin typeface="Arial Nova Cond" panose="020B0506020202020204" pitchFamily="34" charset="0"/>
              </a:rPr>
              <a:t>Processos e interfaces</a:t>
            </a:r>
          </a:p>
          <a:p>
            <a:pPr lvl="0" algn="ctr">
              <a:lnSpc>
                <a:spcPct val="120000"/>
              </a:lnSpc>
              <a:defRPr/>
            </a:pPr>
            <a:r>
              <a:rPr lang="pt-BR" sz="1200">
                <a:solidFill>
                  <a:srgbClr val="4A556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Construir um entendimento comum sobre o modelo operacional da comunidade, validando processos, papéis e interfaces.</a:t>
            </a:r>
            <a:endParaRPr lang="pt-BR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3" name="Triângulo isósceles 42">
            <a:extLst>
              <a:ext uri="{FF2B5EF4-FFF2-40B4-BE49-F238E27FC236}">
                <a16:creationId xmlns:a16="http://schemas.microsoft.com/office/drawing/2014/main" id="{262A65AE-0EA9-C222-E879-6725AC5B752A}"/>
              </a:ext>
            </a:extLst>
          </p:cNvPr>
          <p:cNvSpPr/>
          <p:nvPr/>
        </p:nvSpPr>
        <p:spPr>
          <a:xfrm rot="5400000">
            <a:off x="8416644" y="3459884"/>
            <a:ext cx="1222408" cy="27532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 Nova Cond" panose="020B0506020202020204" pitchFamily="34" charset="0"/>
            </a:endParaRPr>
          </a:p>
        </p:txBody>
      </p: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BCB11A46-3D9D-446C-F701-490C82AC89B7}"/>
              </a:ext>
            </a:extLst>
          </p:cNvPr>
          <p:cNvCxnSpPr>
            <a:cxnSpLocks/>
          </p:cNvCxnSpPr>
          <p:nvPr/>
        </p:nvCxnSpPr>
        <p:spPr>
          <a:xfrm>
            <a:off x="6096000" y="1434164"/>
            <a:ext cx="0" cy="487038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5D298019-A07A-43F3-A6A5-5FA9F64B3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62" y="2429121"/>
            <a:ext cx="2340000" cy="131625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2EF9015-CC67-AF7D-DDB7-48FF5FF9F4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000" y="2520000"/>
            <a:ext cx="1920001" cy="10800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772699B-63BF-3DD3-F942-C842D350CA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6000" y="3745371"/>
            <a:ext cx="1920000" cy="10800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DF84B7AE-6A61-5FC1-6AB4-B914857D43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0523" y="2429121"/>
            <a:ext cx="2340000" cy="131625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755E239-9CB0-0224-14DC-C73C0A9DBA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8000" y="2520000"/>
            <a:ext cx="1920000" cy="108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41BBA0E9-2C68-EDEC-5DCC-3EA38C0046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2000" y="3780000"/>
            <a:ext cx="1920001" cy="1080001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7BA4A7E4-4BA1-03B2-DAF1-69D7564F97C8}"/>
              </a:ext>
            </a:extLst>
          </p:cNvPr>
          <p:cNvSpPr txBox="1"/>
          <p:nvPr/>
        </p:nvSpPr>
        <p:spPr>
          <a:xfrm>
            <a:off x="3073901" y="5081544"/>
            <a:ext cx="2923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latin typeface="Arial Nova Cond" panose="020B0506020202020204" pitchFamily="34" charset="0"/>
              </a:rPr>
              <a:t>Exemplos de Resultados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EA2D1C4-2274-6EBA-491C-4902A1286A1C}"/>
              </a:ext>
            </a:extLst>
          </p:cNvPr>
          <p:cNvSpPr txBox="1"/>
          <p:nvPr/>
        </p:nvSpPr>
        <p:spPr>
          <a:xfrm>
            <a:off x="9124718" y="5081544"/>
            <a:ext cx="2923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latin typeface="Arial Nova Cond" panose="020B0506020202020204" pitchFamily="34" charset="0"/>
              </a:rPr>
              <a:t>Exemplos de Resultados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0E91C50-A265-A8B2-0B2C-EBA5EBC057FE}"/>
              </a:ext>
            </a:extLst>
          </p:cNvPr>
          <p:cNvSpPr txBox="1"/>
          <p:nvPr/>
        </p:nvSpPr>
        <p:spPr>
          <a:xfrm>
            <a:off x="2321285" y="1559828"/>
            <a:ext cx="1723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>
                <a:solidFill>
                  <a:schemeClr val="accent4"/>
                </a:solidFill>
                <a:latin typeface="Arial Nova Cond" panose="020B0506020202020204" pitchFamily="34" charset="0"/>
              </a:rPr>
              <a:t>Dinâmica 3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A5231C7-9F5F-D3BC-91EF-ECF47DB79990}"/>
              </a:ext>
            </a:extLst>
          </p:cNvPr>
          <p:cNvSpPr txBox="1"/>
          <p:nvPr/>
        </p:nvSpPr>
        <p:spPr>
          <a:xfrm>
            <a:off x="8670580" y="1559828"/>
            <a:ext cx="1723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>
                <a:solidFill>
                  <a:schemeClr val="accent4"/>
                </a:solidFill>
                <a:latin typeface="Arial Nova Cond" panose="020B0506020202020204" pitchFamily="34" charset="0"/>
              </a:rPr>
              <a:t>Dinâmica 4</a:t>
            </a:r>
          </a:p>
        </p:txBody>
      </p:sp>
    </p:spTree>
    <p:extLst>
      <p:ext uri="{BB962C8B-B14F-4D97-AF65-F5344CB8AC3E}">
        <p14:creationId xmlns:p14="http://schemas.microsoft.com/office/powerpoint/2010/main" val="27607612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85C09E-0126-6438-4F9B-7526307F0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7AA415F5-5271-1061-D7A4-260EE212C4E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A415F5-5271-1061-D7A4-260EE212C4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E02149-7726-3245-39EF-689937FBC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422818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C99BF6-A97F-4845-B9A7-6437B33F08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Change Management</a:t>
            </a:r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A56BD0-7EED-B8A8-49BA-319533A8A8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433D6E-D1BC-3696-7680-0C83AE7345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Workshops - Registros e indicadores</a:t>
            </a: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0A16084F-2D1F-0FB1-4ACF-258A9A9435D4}"/>
              </a:ext>
            </a:extLst>
          </p:cNvPr>
          <p:cNvSpPr/>
          <p:nvPr/>
        </p:nvSpPr>
        <p:spPr>
          <a:xfrm>
            <a:off x="4962026" y="1862276"/>
            <a:ext cx="3108960" cy="1554480"/>
          </a:xfrm>
          <a:prstGeom prst="roundRect">
            <a:avLst>
              <a:gd name="adj" fmla="val 1786"/>
            </a:avLst>
          </a:prstGeom>
          <a:solidFill>
            <a:srgbClr val="F1F4F7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 sz="2400" b="1">
              <a:latin typeface="Arial Nova" panose="020B0504020202020204" pitchFamily="34" charset="0"/>
            </a:endParaRPr>
          </a:p>
          <a:p>
            <a:pPr algn="ctr"/>
            <a:endParaRPr lang="en-US" sz="2400" b="1">
              <a:latin typeface="Arial Nova" panose="020B0504020202020204" pitchFamily="34" charset="0"/>
            </a:endParaRPr>
          </a:p>
          <a:p>
            <a:pPr algn="ctr"/>
            <a:r>
              <a:rPr lang="en-US" sz="2000" b="1">
                <a:latin typeface="Arial Nova" panose="020B0504020202020204" pitchFamily="34" charset="0"/>
              </a:rPr>
              <a:t>7</a:t>
            </a:r>
            <a:r>
              <a:rPr lang="pt-BR" sz="2000" b="1">
                <a:latin typeface="Arial Nova" panose="020B0504020202020204" pitchFamily="34" charset="0"/>
              </a:rPr>
              <a:t> horas de interação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4EA19C6-8419-B96E-9576-ABAE95D0F86A}"/>
              </a:ext>
            </a:extLst>
          </p:cNvPr>
          <p:cNvSpPr txBox="1"/>
          <p:nvPr/>
        </p:nvSpPr>
        <p:spPr>
          <a:xfrm>
            <a:off x="6846105" y="1249906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>
                <a:solidFill>
                  <a:schemeClr val="accent4"/>
                </a:solidFill>
                <a:latin typeface="Arial Nova" panose="020B0504020202020204" pitchFamily="34" charset="0"/>
              </a:rPr>
              <a:t>Indicadores</a:t>
            </a: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573936C2-D615-AE3C-0C79-773D834B2882}"/>
              </a:ext>
            </a:extLst>
          </p:cNvPr>
          <p:cNvSpPr/>
          <p:nvPr/>
        </p:nvSpPr>
        <p:spPr>
          <a:xfrm>
            <a:off x="8364424" y="1862276"/>
            <a:ext cx="3107447" cy="1554480"/>
          </a:xfrm>
          <a:prstGeom prst="roundRect">
            <a:avLst>
              <a:gd name="adj" fmla="val 1786"/>
            </a:avLst>
          </a:prstGeom>
          <a:solidFill>
            <a:srgbClr val="F1F4F7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pt-BR" sz="2400" b="1">
              <a:latin typeface="Arial Nova" panose="020B0504020202020204" pitchFamily="34" charset="0"/>
            </a:endParaRPr>
          </a:p>
          <a:p>
            <a:endParaRPr lang="pt-BR" sz="2400" b="1">
              <a:latin typeface="Arial Nova" panose="020B0504020202020204" pitchFamily="34" charset="0"/>
            </a:endParaRPr>
          </a:p>
          <a:p>
            <a:pPr algn="ctr"/>
            <a:r>
              <a:rPr lang="pt-BR" sz="2000" b="1">
                <a:latin typeface="Arial Nova" panose="020B0504020202020204" pitchFamily="34" charset="0"/>
              </a:rPr>
              <a:t>+ 20 Participantes</a:t>
            </a:r>
            <a:endParaRPr lang="pt-BR" sz="2000">
              <a:latin typeface="Arial Nova" panose="020B0504020202020204" pitchFamily="34" charset="0"/>
            </a:endParaRPr>
          </a:p>
          <a:p>
            <a:pPr algn="ctr"/>
            <a:r>
              <a:rPr lang="pt-BR" sz="2000">
                <a:latin typeface="Arial Nova" panose="020B0504020202020204" pitchFamily="34" charset="0"/>
              </a:rPr>
              <a:t>FE e DTA</a:t>
            </a:r>
          </a:p>
          <a:p>
            <a:endParaRPr lang="pt-BR" sz="2400">
              <a:latin typeface="Arial Nova" panose="020B050402020202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F045D907-3DEB-2434-B6CF-6082D14B7B46}"/>
              </a:ext>
            </a:extLst>
          </p:cNvPr>
          <p:cNvSpPr txBox="1"/>
          <p:nvPr/>
        </p:nvSpPr>
        <p:spPr>
          <a:xfrm>
            <a:off x="4916468" y="4378200"/>
            <a:ext cx="68043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950"/>
              </a:spcAft>
              <a:buNone/>
            </a:pPr>
            <a:r>
              <a:rPr lang="pt-BR" sz="1400" b="0" i="0">
                <a:effectLst/>
                <a:latin typeface="Arial Nova" panose="020B0504020202020204" pitchFamily="34" charset="0"/>
              </a:rPr>
              <a:t>A participação foi </a:t>
            </a:r>
            <a:r>
              <a:rPr lang="pt-BR" sz="1400" b="1">
                <a:latin typeface="Arial Nova" panose="020B0504020202020204" pitchFamily="34" charset="0"/>
              </a:rPr>
              <a:t>bastante </a:t>
            </a:r>
            <a:r>
              <a:rPr lang="pt-BR" sz="1400" b="1" i="0">
                <a:effectLst/>
                <a:latin typeface="Arial Nova" panose="020B0504020202020204" pitchFamily="34" charset="0"/>
              </a:rPr>
              <a:t>interativa</a:t>
            </a:r>
            <a:r>
              <a:rPr lang="pt-BR" sz="1400" b="0" i="0">
                <a:effectLst/>
                <a:latin typeface="Arial Nova" panose="020B0504020202020204" pitchFamily="34" charset="0"/>
              </a:rPr>
              <a:t>: as pessoas presentes se envolveram ativamente nas dinâmicas, com discussões ricas e positivas se </a:t>
            </a:r>
            <a:r>
              <a:rPr lang="pt-BR" sz="1400" b="1" i="0">
                <a:effectLst/>
                <a:latin typeface="Arial Nova" panose="020B0504020202020204" pitchFamily="34" charset="0"/>
              </a:rPr>
              <a:t>apropriando da nova operação da FE.</a:t>
            </a:r>
          </a:p>
        </p:txBody>
      </p:sp>
      <p:grpSp>
        <p:nvGrpSpPr>
          <p:cNvPr id="219" name="Agrupar 218">
            <a:extLst>
              <a:ext uri="{FF2B5EF4-FFF2-40B4-BE49-F238E27FC236}">
                <a16:creationId xmlns:a16="http://schemas.microsoft.com/office/drawing/2014/main" id="{43042D59-8567-3F95-2761-5717549CF2D8}"/>
              </a:ext>
            </a:extLst>
          </p:cNvPr>
          <p:cNvGrpSpPr/>
          <p:nvPr/>
        </p:nvGrpSpPr>
        <p:grpSpPr>
          <a:xfrm>
            <a:off x="4962026" y="5356464"/>
            <a:ext cx="6758825" cy="988180"/>
            <a:chOff x="516083" y="5046338"/>
            <a:chExt cx="6521870" cy="988180"/>
          </a:xfrm>
        </p:grpSpPr>
        <p:sp>
          <p:nvSpPr>
            <p:cNvPr id="99" name="Text 17">
              <a:extLst>
                <a:ext uri="{FF2B5EF4-FFF2-40B4-BE49-F238E27FC236}">
                  <a16:creationId xmlns:a16="http://schemas.microsoft.com/office/drawing/2014/main" id="{EC1FC609-C097-B948-1302-E824678F51AB}"/>
                </a:ext>
              </a:extLst>
            </p:cNvPr>
            <p:cNvSpPr/>
            <p:nvPr/>
          </p:nvSpPr>
          <p:spPr>
            <a:xfrm>
              <a:off x="516083" y="5462209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1400">
                  <a:solidFill>
                    <a:srgbClr val="0B2545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Participação nas dinâmicas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1400">
                  <a:solidFill>
                    <a:srgbClr val="0B2545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Interação entre áreas e gerências</a:t>
              </a:r>
              <a:endParaRPr lang="en-US" sz="1400">
                <a:latin typeface="Arial Nova" panose="020B05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1400">
                  <a:solidFill>
                    <a:srgbClr val="0B2545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Clima e engajamento geral</a:t>
              </a:r>
              <a:endParaRPr lang="en-US" sz="1400">
                <a:latin typeface="Arial Nova" panose="020B0504020202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sz="1400">
                <a:latin typeface="Arial Nova" panose="020B0504020202020204" pitchFamily="34" charset="0"/>
              </a:endParaRPr>
            </a:p>
          </p:txBody>
        </p:sp>
        <p:sp>
          <p:nvSpPr>
            <p:cNvPr id="111" name="Text 23">
              <a:extLst>
                <a:ext uri="{FF2B5EF4-FFF2-40B4-BE49-F238E27FC236}">
                  <a16:creationId xmlns:a16="http://schemas.microsoft.com/office/drawing/2014/main" id="{22E5DDA9-958F-82EE-EDAE-71E47B1D524D}"/>
                </a:ext>
              </a:extLst>
            </p:cNvPr>
            <p:cNvSpPr/>
            <p:nvPr/>
          </p:nvSpPr>
          <p:spPr>
            <a:xfrm>
              <a:off x="5209153" y="5046338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496F91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   </a:t>
              </a:r>
              <a:r>
                <a:rPr lang="en-US" sz="1200">
                  <a:solidFill>
                    <a:srgbClr val="0B2545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Muito Alta</a:t>
              </a:r>
            </a:p>
          </p:txBody>
        </p:sp>
        <p:sp>
          <p:nvSpPr>
            <p:cNvPr id="174" name="Text 23">
              <a:extLst>
                <a:ext uri="{FF2B5EF4-FFF2-40B4-BE49-F238E27FC236}">
                  <a16:creationId xmlns:a16="http://schemas.microsoft.com/office/drawing/2014/main" id="{810F2DCF-0811-0B68-92A6-A385A34021BF}"/>
                </a:ext>
              </a:extLst>
            </p:cNvPr>
            <p:cNvSpPr/>
            <p:nvPr/>
          </p:nvSpPr>
          <p:spPr>
            <a:xfrm>
              <a:off x="5206114" y="5360506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496F91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   </a:t>
              </a:r>
              <a:r>
                <a:rPr lang="en-US" sz="1200">
                  <a:solidFill>
                    <a:srgbClr val="0B2545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Muito Alta</a:t>
              </a:r>
            </a:p>
          </p:txBody>
        </p:sp>
        <p:sp>
          <p:nvSpPr>
            <p:cNvPr id="186" name="Text 23">
              <a:extLst>
                <a:ext uri="{FF2B5EF4-FFF2-40B4-BE49-F238E27FC236}">
                  <a16:creationId xmlns:a16="http://schemas.microsoft.com/office/drawing/2014/main" id="{2C6CFA80-CB26-934A-A9DE-E9BC555A8F98}"/>
                </a:ext>
              </a:extLst>
            </p:cNvPr>
            <p:cNvSpPr/>
            <p:nvPr/>
          </p:nvSpPr>
          <p:spPr>
            <a:xfrm>
              <a:off x="5206114" y="5668758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496F91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   </a:t>
              </a:r>
              <a:r>
                <a:rPr lang="en-US" sz="1200">
                  <a:solidFill>
                    <a:srgbClr val="0B2545"/>
                  </a:solidFill>
                  <a:latin typeface="Arial Nova" panose="020B0504020202020204" pitchFamily="34" charset="0"/>
                  <a:ea typeface="Calibri" pitchFamily="34" charset="-122"/>
                  <a:cs typeface="Calibri" pitchFamily="34" charset="-120"/>
                </a:rPr>
                <a:t>Muito Positivo</a:t>
              </a:r>
            </a:p>
          </p:txBody>
        </p:sp>
        <p:sp>
          <p:nvSpPr>
            <p:cNvPr id="190" name="Shape 22">
              <a:extLst>
                <a:ext uri="{FF2B5EF4-FFF2-40B4-BE49-F238E27FC236}">
                  <a16:creationId xmlns:a16="http://schemas.microsoft.com/office/drawing/2014/main" id="{BD14F278-B288-C31E-2CD0-91E72EED2453}"/>
                </a:ext>
              </a:extLst>
            </p:cNvPr>
            <p:cNvSpPr/>
            <p:nvPr/>
          </p:nvSpPr>
          <p:spPr>
            <a:xfrm>
              <a:off x="5012051" y="515443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2" name="Shape 18">
              <a:extLst>
                <a:ext uri="{FF2B5EF4-FFF2-40B4-BE49-F238E27FC236}">
                  <a16:creationId xmlns:a16="http://schemas.microsoft.com/office/drawing/2014/main" id="{81C38D3B-61E6-8F9D-BE91-A23EA12047BB}"/>
                </a:ext>
              </a:extLst>
            </p:cNvPr>
            <p:cNvSpPr/>
            <p:nvPr/>
          </p:nvSpPr>
          <p:spPr>
            <a:xfrm>
              <a:off x="4006211" y="515443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4" name="Shape 19">
              <a:extLst>
                <a:ext uri="{FF2B5EF4-FFF2-40B4-BE49-F238E27FC236}">
                  <a16:creationId xmlns:a16="http://schemas.microsoft.com/office/drawing/2014/main" id="{74863CB4-F61D-5176-FC3C-DA2BE673CAC0}"/>
                </a:ext>
              </a:extLst>
            </p:cNvPr>
            <p:cNvSpPr/>
            <p:nvPr/>
          </p:nvSpPr>
          <p:spPr>
            <a:xfrm>
              <a:off x="4262243" y="515443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6" name="Shape 20">
              <a:extLst>
                <a:ext uri="{FF2B5EF4-FFF2-40B4-BE49-F238E27FC236}">
                  <a16:creationId xmlns:a16="http://schemas.microsoft.com/office/drawing/2014/main" id="{BD3FAE01-3392-597D-0DF6-627003D556E2}"/>
                </a:ext>
              </a:extLst>
            </p:cNvPr>
            <p:cNvSpPr/>
            <p:nvPr/>
          </p:nvSpPr>
          <p:spPr>
            <a:xfrm>
              <a:off x="4518275" y="515443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8" name="Shape 21">
              <a:extLst>
                <a:ext uri="{FF2B5EF4-FFF2-40B4-BE49-F238E27FC236}">
                  <a16:creationId xmlns:a16="http://schemas.microsoft.com/office/drawing/2014/main" id="{CF03FE1A-8E84-F09D-115D-A973B9730657}"/>
                </a:ext>
              </a:extLst>
            </p:cNvPr>
            <p:cNvSpPr/>
            <p:nvPr/>
          </p:nvSpPr>
          <p:spPr>
            <a:xfrm>
              <a:off x="4774307" y="515443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0" name="Shape 22">
              <a:extLst>
                <a:ext uri="{FF2B5EF4-FFF2-40B4-BE49-F238E27FC236}">
                  <a16:creationId xmlns:a16="http://schemas.microsoft.com/office/drawing/2014/main" id="{C24CFD68-5C39-6407-FDA8-443D90DB9FA4}"/>
                </a:ext>
              </a:extLst>
            </p:cNvPr>
            <p:cNvSpPr/>
            <p:nvPr/>
          </p:nvSpPr>
          <p:spPr>
            <a:xfrm>
              <a:off x="5012051" y="5454960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2" name="Shape 18">
              <a:extLst>
                <a:ext uri="{FF2B5EF4-FFF2-40B4-BE49-F238E27FC236}">
                  <a16:creationId xmlns:a16="http://schemas.microsoft.com/office/drawing/2014/main" id="{6636C2CA-DB67-1C0A-8B57-9EEA58A36762}"/>
                </a:ext>
              </a:extLst>
            </p:cNvPr>
            <p:cNvSpPr/>
            <p:nvPr/>
          </p:nvSpPr>
          <p:spPr>
            <a:xfrm>
              <a:off x="4006211" y="5454960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4" name="Shape 19">
              <a:extLst>
                <a:ext uri="{FF2B5EF4-FFF2-40B4-BE49-F238E27FC236}">
                  <a16:creationId xmlns:a16="http://schemas.microsoft.com/office/drawing/2014/main" id="{66D64FF4-1C1A-DB88-8397-D1458C7480D3}"/>
                </a:ext>
              </a:extLst>
            </p:cNvPr>
            <p:cNvSpPr/>
            <p:nvPr/>
          </p:nvSpPr>
          <p:spPr>
            <a:xfrm>
              <a:off x="4262243" y="5454960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6" name="Shape 20">
              <a:extLst>
                <a:ext uri="{FF2B5EF4-FFF2-40B4-BE49-F238E27FC236}">
                  <a16:creationId xmlns:a16="http://schemas.microsoft.com/office/drawing/2014/main" id="{E1F916B0-74ED-ECB5-5013-EF95A7E80BCD}"/>
                </a:ext>
              </a:extLst>
            </p:cNvPr>
            <p:cNvSpPr/>
            <p:nvPr/>
          </p:nvSpPr>
          <p:spPr>
            <a:xfrm>
              <a:off x="4518275" y="5454960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8" name="Shape 21">
              <a:extLst>
                <a:ext uri="{FF2B5EF4-FFF2-40B4-BE49-F238E27FC236}">
                  <a16:creationId xmlns:a16="http://schemas.microsoft.com/office/drawing/2014/main" id="{FE95BD09-0E0C-5461-737D-6D92CBC03BB2}"/>
                </a:ext>
              </a:extLst>
            </p:cNvPr>
            <p:cNvSpPr/>
            <p:nvPr/>
          </p:nvSpPr>
          <p:spPr>
            <a:xfrm>
              <a:off x="4774307" y="5454960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10" name="Shape 22">
              <a:extLst>
                <a:ext uri="{FF2B5EF4-FFF2-40B4-BE49-F238E27FC236}">
                  <a16:creationId xmlns:a16="http://schemas.microsoft.com/office/drawing/2014/main" id="{DAE4EF7A-5050-D5D7-FBBA-62E5E7952031}"/>
                </a:ext>
              </a:extLst>
            </p:cNvPr>
            <p:cNvSpPr/>
            <p:nvPr/>
          </p:nvSpPr>
          <p:spPr>
            <a:xfrm>
              <a:off x="5012051" y="578156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12" name="Shape 18">
              <a:extLst>
                <a:ext uri="{FF2B5EF4-FFF2-40B4-BE49-F238E27FC236}">
                  <a16:creationId xmlns:a16="http://schemas.microsoft.com/office/drawing/2014/main" id="{4A73BF7D-8315-9FE1-A264-1CB69DFFBE29}"/>
                </a:ext>
              </a:extLst>
            </p:cNvPr>
            <p:cNvSpPr/>
            <p:nvPr/>
          </p:nvSpPr>
          <p:spPr>
            <a:xfrm>
              <a:off x="4006211" y="578156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14" name="Shape 19">
              <a:extLst>
                <a:ext uri="{FF2B5EF4-FFF2-40B4-BE49-F238E27FC236}">
                  <a16:creationId xmlns:a16="http://schemas.microsoft.com/office/drawing/2014/main" id="{5AC05924-7245-D4DF-DF38-1231896D031E}"/>
                </a:ext>
              </a:extLst>
            </p:cNvPr>
            <p:cNvSpPr/>
            <p:nvPr/>
          </p:nvSpPr>
          <p:spPr>
            <a:xfrm>
              <a:off x="4262243" y="578156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16" name="Shape 20">
              <a:extLst>
                <a:ext uri="{FF2B5EF4-FFF2-40B4-BE49-F238E27FC236}">
                  <a16:creationId xmlns:a16="http://schemas.microsoft.com/office/drawing/2014/main" id="{6A16CC3A-9E06-51D0-80EE-54B0D2374CE1}"/>
                </a:ext>
              </a:extLst>
            </p:cNvPr>
            <p:cNvSpPr/>
            <p:nvPr/>
          </p:nvSpPr>
          <p:spPr>
            <a:xfrm>
              <a:off x="4518275" y="578156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18" name="Shape 21">
              <a:extLst>
                <a:ext uri="{FF2B5EF4-FFF2-40B4-BE49-F238E27FC236}">
                  <a16:creationId xmlns:a16="http://schemas.microsoft.com/office/drawing/2014/main" id="{1CF628B4-2E84-4B9D-1C3E-04B189756C3C}"/>
                </a:ext>
              </a:extLst>
            </p:cNvPr>
            <p:cNvSpPr/>
            <p:nvPr/>
          </p:nvSpPr>
          <p:spPr>
            <a:xfrm>
              <a:off x="4774307" y="5781566"/>
              <a:ext cx="146304" cy="146304"/>
            </a:xfrm>
            <a:prstGeom prst="ellipse">
              <a:avLst/>
            </a:prstGeom>
            <a:solidFill>
              <a:srgbClr val="496F91"/>
            </a:solidFill>
            <a:ln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6" name="Agrupar 255">
            <a:extLst>
              <a:ext uri="{FF2B5EF4-FFF2-40B4-BE49-F238E27FC236}">
                <a16:creationId xmlns:a16="http://schemas.microsoft.com/office/drawing/2014/main" id="{995EE05B-2ADD-60EE-871B-7A2E0F54F4B2}"/>
              </a:ext>
            </a:extLst>
          </p:cNvPr>
          <p:cNvGrpSpPr/>
          <p:nvPr/>
        </p:nvGrpSpPr>
        <p:grpSpPr>
          <a:xfrm>
            <a:off x="6215229" y="2015376"/>
            <a:ext cx="602554" cy="564823"/>
            <a:chOff x="808675" y="2431538"/>
            <a:chExt cx="226533" cy="214333"/>
          </a:xfrm>
        </p:grpSpPr>
        <p:sp>
          <p:nvSpPr>
            <p:cNvPr id="229" name="Shape 7">
              <a:extLst>
                <a:ext uri="{FF2B5EF4-FFF2-40B4-BE49-F238E27FC236}">
                  <a16:creationId xmlns:a16="http://schemas.microsoft.com/office/drawing/2014/main" id="{FDC1D9A2-EC5D-ACEF-3F1F-114542735EA4}"/>
                </a:ext>
              </a:extLst>
            </p:cNvPr>
            <p:cNvSpPr/>
            <p:nvPr/>
          </p:nvSpPr>
          <p:spPr>
            <a:xfrm>
              <a:off x="808675" y="2431538"/>
              <a:ext cx="226533" cy="214333"/>
            </a:xfrm>
            <a:prstGeom prst="ellipse">
              <a:avLst/>
            </a:prstGeom>
            <a:solidFill>
              <a:srgbClr val="0B2545"/>
            </a:solidFill>
            <a:ln/>
          </p:spPr>
          <p:txBody>
            <a:bodyPr/>
            <a:lstStyle/>
            <a:p>
              <a:pPr algn="r"/>
              <a:endParaRPr lang="pt-BR"/>
            </a:p>
          </p:txBody>
        </p:sp>
        <p:pic>
          <p:nvPicPr>
            <p:cNvPr id="231" name="Image 1" descr="icon_clock.png">
              <a:extLst>
                <a:ext uri="{FF2B5EF4-FFF2-40B4-BE49-F238E27FC236}">
                  <a16:creationId xmlns:a16="http://schemas.microsoft.com/office/drawing/2014/main" id="{F07561FB-D748-F7B2-755D-8B71586BE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6308" y="2460306"/>
              <a:ext cx="171267" cy="156796"/>
            </a:xfrm>
            <a:prstGeom prst="rect">
              <a:avLst/>
            </a:prstGeom>
          </p:spPr>
        </p:pic>
      </p:grpSp>
      <p:sp>
        <p:nvSpPr>
          <p:cNvPr id="235" name="Text 9">
            <a:extLst>
              <a:ext uri="{FF2B5EF4-FFF2-40B4-BE49-F238E27FC236}">
                <a16:creationId xmlns:a16="http://schemas.microsoft.com/office/drawing/2014/main" id="{1E5251C4-4769-C7BA-073E-3841D72FB162}"/>
              </a:ext>
            </a:extLst>
          </p:cNvPr>
          <p:cNvSpPr/>
          <p:nvPr/>
        </p:nvSpPr>
        <p:spPr>
          <a:xfrm>
            <a:off x="6408484" y="2305207"/>
            <a:ext cx="1649016" cy="18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050"/>
          </a:p>
        </p:txBody>
      </p:sp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C3E681A8-C073-B17C-A3AC-DE2BBA39FBBA}"/>
              </a:ext>
            </a:extLst>
          </p:cNvPr>
          <p:cNvGrpSpPr/>
          <p:nvPr/>
        </p:nvGrpSpPr>
        <p:grpSpPr>
          <a:xfrm>
            <a:off x="545938" y="1862276"/>
            <a:ext cx="3789485" cy="2101336"/>
            <a:chOff x="7931366" y="4321482"/>
            <a:chExt cx="3711277" cy="2087593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035D3C35-E1EE-A32C-57FB-82B56A0A8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1366" y="4321482"/>
              <a:ext cx="3711277" cy="20875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52" name="Imagem 251">
              <a:extLst>
                <a:ext uri="{FF2B5EF4-FFF2-40B4-BE49-F238E27FC236}">
                  <a16:creationId xmlns:a16="http://schemas.microsoft.com/office/drawing/2014/main" id="{F2E465D1-36C0-04BC-CDFB-447725942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5389" y="4421929"/>
              <a:ext cx="927161" cy="2016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55" name="CaixaDeTexto 254">
            <a:extLst>
              <a:ext uri="{FF2B5EF4-FFF2-40B4-BE49-F238E27FC236}">
                <a16:creationId xmlns:a16="http://schemas.microsoft.com/office/drawing/2014/main" id="{1EB88947-1550-7154-BE3A-499D9AB65FBB}"/>
              </a:ext>
            </a:extLst>
          </p:cNvPr>
          <p:cNvSpPr txBox="1"/>
          <p:nvPr/>
        </p:nvSpPr>
        <p:spPr>
          <a:xfrm>
            <a:off x="4913570" y="3938586"/>
            <a:ext cx="4494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>
                <a:solidFill>
                  <a:srgbClr val="D3CE22"/>
                </a:solidFill>
                <a:latin typeface="Arial Nova" panose="020B0504020202020204" pitchFamily="34" charset="0"/>
              </a:rPr>
              <a:t>Medição do engajamento</a:t>
            </a:r>
          </a:p>
        </p:txBody>
      </p:sp>
      <p:pic>
        <p:nvPicPr>
          <p:cNvPr id="258" name="Gráfico 257" descr="Usuários com preenchimento sólido">
            <a:extLst>
              <a:ext uri="{FF2B5EF4-FFF2-40B4-BE49-F238E27FC236}">
                <a16:creationId xmlns:a16="http://schemas.microsoft.com/office/drawing/2014/main" id="{8A647E11-D419-5AE7-C7D1-9F4B6FEC7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9903" y="1890904"/>
            <a:ext cx="756489" cy="756489"/>
          </a:xfrm>
          <a:prstGeom prst="rect">
            <a:avLst/>
          </a:prstGeom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A8BA736E-3797-5361-23D4-D0CE802313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37" y="4241524"/>
            <a:ext cx="3789485" cy="2103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5AA64FD2-EB25-99F4-A869-3654DCB2D7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64" y="4325584"/>
            <a:ext cx="946699" cy="2030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44287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8BF847-5CCA-8BF3-1491-9E9836E9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722D9EB8-BB84-2CBC-40F3-BECBF3C5639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2D9EB8-BB84-2CBC-40F3-BECBF3C56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083D3C-3B3D-49EA-06EB-F63B93F54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01C70A-E26E-5448-1CBB-B145C63206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BD7F5876-20A2-C9D1-5ABD-AF00C1726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67474"/>
              </p:ext>
            </p:extLst>
          </p:nvPr>
        </p:nvGraphicFramePr>
        <p:xfrm>
          <a:off x="163630" y="1825680"/>
          <a:ext cx="11685471" cy="3059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limitada de gestores e líderes de Comunidade (ex.: férias) podendo gerar impacto no cronograma e limitar a apropriação do modelo organizacional.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Fechado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Planejamento do workshop considerando data que assegure a participação das lideranças críticas.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8CEB6B6-5D53-0F80-902C-685B762C7E6E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9618532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B77CF2-E854-3503-3961-7144EA8E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1428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AA1D6671-17EF-9C52-451F-0FDF1E1A7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61B32D52-78CB-8422-8E40-D0D4F46E89E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5253950"/>
              </p:ext>
            </p:ext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B32D52-78CB-8422-8E40-D0D4F46E8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F804F7AC-007A-27F3-D3E2-507EEDADB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A36C5-CDAA-8789-2A1C-E87C427F4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5352F-9676-018D-E22D-8DA2344A74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24 de Julho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E30CA8A2-54CF-5244-45C7-2F259E81962C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8342A72E-6511-A015-24D8-5D39B4E83FD4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E154B394-74F5-0066-6097-8B388D40F639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22EF3-288D-B07F-68E3-22F915F48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61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30CEE256-5534-098C-DD7E-4E18A6F18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F914C6EC-1E09-DBB4-BDAA-E68F28083DF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708D243-4FA9-ACAB-0604-859472093843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</a:t>
            </a:r>
            <a:r>
              <a:rPr lang="pt-BR" sz="2400">
                <a:solidFill>
                  <a:srgbClr val="FFFFFF"/>
                </a:solidFill>
              </a:rPr>
              <a:t>Executivo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F030202020403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30435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5FA98F-6712-E2BB-9772-71B8B079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61437E9-D7A7-2A69-2DE2-1DDA7D9843F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4282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1437E9-D7A7-2A69-2DE2-1DDA7D9843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7DF1C-1419-320B-43F9-CA6A0ABC5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E5E132-AEB9-BE66-C562-FF3B2DFD38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265778-A856-F7AA-3CD0-FCE48A1046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- Visão Geral</a:t>
            </a:r>
          </a:p>
        </p:txBody>
      </p:sp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71DD276B-A269-E19F-8F14-2698CBA00345}"/>
              </a:ext>
            </a:extLst>
          </p:cNvPr>
          <p:cNvGraphicFramePr>
            <a:graphicFrameLocks noGrp="1"/>
          </p:cNvGraphicFramePr>
          <p:nvPr/>
        </p:nvGraphicFramePr>
        <p:xfrm>
          <a:off x="461243" y="1026835"/>
          <a:ext cx="11280990" cy="5543795"/>
        </p:xfrm>
        <a:graphic>
          <a:graphicData uri="http://schemas.openxmlformats.org/drawingml/2006/table">
            <a:tbl>
              <a:tblPr firstRow="1" bandRow="1"/>
              <a:tblGrid>
                <a:gridCol w="1656000">
                  <a:extLst>
                    <a:ext uri="{9D8B030D-6E8A-4147-A177-3AD203B41FA5}">
                      <a16:colId xmlns:a16="http://schemas.microsoft.com/office/drawing/2014/main" val="4237117730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1112433609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3151451968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927769866"/>
                    </a:ext>
                  </a:extLst>
                </a:gridCol>
              </a:tblGrid>
              <a:tr h="487275">
                <a:tc>
                  <a:txBody>
                    <a:bodyPr/>
                    <a:lstStyle/>
                    <a:p>
                      <a:pPr algn="ctr" rtl="0"/>
                      <a:endParaRPr lang="pt-BR" sz="900" noProof="0">
                        <a:solidFill>
                          <a:schemeClr val="bg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marL="60948" marR="60948" marT="30474" marB="304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algn="ctr" rtl="0"/>
                      <a:r>
                        <a:rPr lang="pt-BR" sz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  <a:p>
                      <a:pPr algn="ctr" rtl="0"/>
                      <a:r>
                        <a:rPr lang="pt-BR" sz="8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Novembro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kern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Dezembro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kern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Janeiro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Fevereiro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Março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Abril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Maio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Junho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12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Julho</a:t>
                      </a:r>
                    </a:p>
                    <a:p>
                      <a:pPr marL="0" marR="0" lvl="0" indent="0" algn="ctr" defTabSz="1212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1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Gestão de Projeto e Gestão da Mudança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D"/>
                    </a:solidFill>
                  </a:tcPr>
                </a:tc>
                <a:tc gridSpan="10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88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Planejamento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A46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111739"/>
                  </a:ext>
                </a:extLst>
              </a:tr>
              <a:tr h="107127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Entendimento da situação atual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556D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95572"/>
                  </a:ext>
                </a:extLst>
              </a:tr>
              <a:tr h="132244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Desenho do novo modelo organizacional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8AB3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0656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Planejamento da transição e implantação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A0AE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1878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Operação assistida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51611"/>
                  </a:ext>
                </a:extLst>
              </a:tr>
            </a:tbl>
          </a:graphicData>
        </a:graphic>
      </p:graphicFrame>
      <p:cxnSp>
        <p:nvCxnSpPr>
          <p:cNvPr id="27" name="Conector reto 9">
            <a:extLst>
              <a:ext uri="{FF2B5EF4-FFF2-40B4-BE49-F238E27FC236}">
                <a16:creationId xmlns:a16="http://schemas.microsoft.com/office/drawing/2014/main" id="{4A0F5F76-94F5-7693-AB07-FF54AB5269B3}"/>
              </a:ext>
            </a:extLst>
          </p:cNvPr>
          <p:cNvCxnSpPr/>
          <p:nvPr/>
        </p:nvCxnSpPr>
        <p:spPr>
          <a:xfrm>
            <a:off x="10770737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10">
            <a:extLst>
              <a:ext uri="{FF2B5EF4-FFF2-40B4-BE49-F238E27FC236}">
                <a16:creationId xmlns:a16="http://schemas.microsoft.com/office/drawing/2014/main" id="{B57A1E9D-53AC-F885-8C0C-7BEE8B0989F3}"/>
              </a:ext>
            </a:extLst>
          </p:cNvPr>
          <p:cNvCxnSpPr/>
          <p:nvPr/>
        </p:nvCxnSpPr>
        <p:spPr>
          <a:xfrm>
            <a:off x="9808546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11">
            <a:extLst>
              <a:ext uri="{FF2B5EF4-FFF2-40B4-BE49-F238E27FC236}">
                <a16:creationId xmlns:a16="http://schemas.microsoft.com/office/drawing/2014/main" id="{FA31AAFE-540B-CF09-AF11-CC53E76C5973}"/>
              </a:ext>
            </a:extLst>
          </p:cNvPr>
          <p:cNvCxnSpPr/>
          <p:nvPr/>
        </p:nvCxnSpPr>
        <p:spPr>
          <a:xfrm>
            <a:off x="8846355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12">
            <a:extLst>
              <a:ext uri="{FF2B5EF4-FFF2-40B4-BE49-F238E27FC236}">
                <a16:creationId xmlns:a16="http://schemas.microsoft.com/office/drawing/2014/main" id="{4BC46CC9-8431-9CDC-AA3D-D1C8928C6642}"/>
              </a:ext>
            </a:extLst>
          </p:cNvPr>
          <p:cNvCxnSpPr/>
          <p:nvPr/>
        </p:nvCxnSpPr>
        <p:spPr>
          <a:xfrm>
            <a:off x="7884165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18">
            <a:extLst>
              <a:ext uri="{FF2B5EF4-FFF2-40B4-BE49-F238E27FC236}">
                <a16:creationId xmlns:a16="http://schemas.microsoft.com/office/drawing/2014/main" id="{8927D244-290F-89EA-B35E-B0F63E18BAD8}"/>
              </a:ext>
            </a:extLst>
          </p:cNvPr>
          <p:cNvCxnSpPr/>
          <p:nvPr/>
        </p:nvCxnSpPr>
        <p:spPr>
          <a:xfrm>
            <a:off x="6921974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27">
            <a:extLst>
              <a:ext uri="{FF2B5EF4-FFF2-40B4-BE49-F238E27FC236}">
                <a16:creationId xmlns:a16="http://schemas.microsoft.com/office/drawing/2014/main" id="{8804822B-26D9-6B97-9913-F1C2E7BC07A1}"/>
              </a:ext>
            </a:extLst>
          </p:cNvPr>
          <p:cNvCxnSpPr/>
          <p:nvPr/>
        </p:nvCxnSpPr>
        <p:spPr>
          <a:xfrm>
            <a:off x="5959783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28">
            <a:extLst>
              <a:ext uri="{FF2B5EF4-FFF2-40B4-BE49-F238E27FC236}">
                <a16:creationId xmlns:a16="http://schemas.microsoft.com/office/drawing/2014/main" id="{4FF87DA4-0800-61B5-93CE-F3F431587EB1}"/>
              </a:ext>
            </a:extLst>
          </p:cNvPr>
          <p:cNvCxnSpPr/>
          <p:nvPr/>
        </p:nvCxnSpPr>
        <p:spPr>
          <a:xfrm>
            <a:off x="4997593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1">
            <a:extLst>
              <a:ext uri="{FF2B5EF4-FFF2-40B4-BE49-F238E27FC236}">
                <a16:creationId xmlns:a16="http://schemas.microsoft.com/office/drawing/2014/main" id="{71623865-07EF-0BB2-819C-66E5737522B0}"/>
              </a:ext>
            </a:extLst>
          </p:cNvPr>
          <p:cNvCxnSpPr>
            <a:cxnSpLocks/>
          </p:cNvCxnSpPr>
          <p:nvPr/>
        </p:nvCxnSpPr>
        <p:spPr>
          <a:xfrm>
            <a:off x="4035402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3">
            <a:extLst>
              <a:ext uri="{FF2B5EF4-FFF2-40B4-BE49-F238E27FC236}">
                <a16:creationId xmlns:a16="http://schemas.microsoft.com/office/drawing/2014/main" id="{8FFA6D24-CEEC-F0C9-28C1-FE4A22C956F0}"/>
              </a:ext>
            </a:extLst>
          </p:cNvPr>
          <p:cNvCxnSpPr>
            <a:cxnSpLocks/>
          </p:cNvCxnSpPr>
          <p:nvPr/>
        </p:nvCxnSpPr>
        <p:spPr>
          <a:xfrm>
            <a:off x="3073211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rrow: Pentagon 41">
            <a:extLst>
              <a:ext uri="{FF2B5EF4-FFF2-40B4-BE49-F238E27FC236}">
                <a16:creationId xmlns:a16="http://schemas.microsoft.com/office/drawing/2014/main" id="{C7D55D8C-E2C3-28D3-D770-09B269B82A2F}"/>
              </a:ext>
            </a:extLst>
          </p:cNvPr>
          <p:cNvSpPr/>
          <p:nvPr/>
        </p:nvSpPr>
        <p:spPr>
          <a:xfrm>
            <a:off x="7884157" y="4834026"/>
            <a:ext cx="529997" cy="216000"/>
          </a:xfrm>
          <a:prstGeom prst="homePlate">
            <a:avLst>
              <a:gd name="adj" fmla="val 25330"/>
            </a:avLst>
          </a:prstGeom>
          <a:solidFill>
            <a:srgbClr val="8FA0A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5" name="Arrow: Pentagon 41">
            <a:extLst>
              <a:ext uri="{FF2B5EF4-FFF2-40B4-BE49-F238E27FC236}">
                <a16:creationId xmlns:a16="http://schemas.microsoft.com/office/drawing/2014/main" id="{3550B92B-064C-F15A-F74E-050EB3D536E9}"/>
              </a:ext>
            </a:extLst>
          </p:cNvPr>
          <p:cNvSpPr/>
          <p:nvPr/>
        </p:nvSpPr>
        <p:spPr>
          <a:xfrm>
            <a:off x="7884157" y="5162393"/>
            <a:ext cx="529998" cy="216000"/>
          </a:xfrm>
          <a:prstGeom prst="homePlate">
            <a:avLst>
              <a:gd name="adj" fmla="val 25330"/>
            </a:avLst>
          </a:prstGeom>
          <a:solidFill>
            <a:srgbClr val="8FA0A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6" name="Arrow: Pentagon 41">
            <a:extLst>
              <a:ext uri="{FF2B5EF4-FFF2-40B4-BE49-F238E27FC236}">
                <a16:creationId xmlns:a16="http://schemas.microsoft.com/office/drawing/2014/main" id="{F609F71B-4A02-DE76-15E8-9369EF8EA6EC}"/>
              </a:ext>
            </a:extLst>
          </p:cNvPr>
          <p:cNvSpPr/>
          <p:nvPr/>
        </p:nvSpPr>
        <p:spPr>
          <a:xfrm>
            <a:off x="10800849" y="5613044"/>
            <a:ext cx="929906" cy="346152"/>
          </a:xfrm>
          <a:prstGeom prst="homePlate">
            <a:avLst>
              <a:gd name="adj" fmla="val 25330"/>
            </a:avLst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Implementação e monitoramento contínuo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51" name="Arrow: Pentagon 41">
            <a:extLst>
              <a:ext uri="{FF2B5EF4-FFF2-40B4-BE49-F238E27FC236}">
                <a16:creationId xmlns:a16="http://schemas.microsoft.com/office/drawing/2014/main" id="{2F8C9C13-B04C-3C64-ADD6-A20505BA467F}"/>
              </a:ext>
            </a:extLst>
          </p:cNvPr>
          <p:cNvSpPr/>
          <p:nvPr/>
        </p:nvSpPr>
        <p:spPr>
          <a:xfrm>
            <a:off x="2132280" y="2029882"/>
            <a:ext cx="460615" cy="192000"/>
          </a:xfrm>
          <a:prstGeom prst="homePlate">
            <a:avLst>
              <a:gd name="adj" fmla="val 25330"/>
            </a:avLst>
          </a:prstGeom>
          <a:solidFill>
            <a:srgbClr val="002A4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Plan. e Organização</a:t>
            </a: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8" name="Arrow: Pentagon 41">
            <a:extLst>
              <a:ext uri="{FF2B5EF4-FFF2-40B4-BE49-F238E27FC236}">
                <a16:creationId xmlns:a16="http://schemas.microsoft.com/office/drawing/2014/main" id="{5B142F8D-8288-E83E-BAEA-B5A51AE9EAE4}"/>
              </a:ext>
            </a:extLst>
          </p:cNvPr>
          <p:cNvSpPr/>
          <p:nvPr/>
        </p:nvSpPr>
        <p:spPr>
          <a:xfrm>
            <a:off x="2132280" y="1685380"/>
            <a:ext cx="9567865" cy="192000"/>
          </a:xfrm>
          <a:prstGeom prst="homePlate">
            <a:avLst>
              <a:gd name="adj" fmla="val 25330"/>
            </a:avLst>
          </a:prstGeom>
          <a:solidFill>
            <a:srgbClr val="4D4D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Gestão de Projeto e Gestão da Mudança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6" name="Arrow: Pentagon 41">
            <a:extLst>
              <a:ext uri="{FF2B5EF4-FFF2-40B4-BE49-F238E27FC236}">
                <a16:creationId xmlns:a16="http://schemas.microsoft.com/office/drawing/2014/main" id="{AFBFD259-8A6F-A3AD-305A-EDD93AFBCE4B}"/>
              </a:ext>
            </a:extLst>
          </p:cNvPr>
          <p:cNvSpPr/>
          <p:nvPr/>
        </p:nvSpPr>
        <p:spPr>
          <a:xfrm>
            <a:off x="2391078" y="2353945"/>
            <a:ext cx="1628821" cy="216000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Compreensão do contexto externo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8" name="Arrow: Pentagon 41">
            <a:extLst>
              <a:ext uri="{FF2B5EF4-FFF2-40B4-BE49-F238E27FC236}">
                <a16:creationId xmlns:a16="http://schemas.microsoft.com/office/drawing/2014/main" id="{E4348F00-0DD5-3E51-2D7A-56188EF073C1}"/>
              </a:ext>
            </a:extLst>
          </p:cNvPr>
          <p:cNvSpPr/>
          <p:nvPr/>
        </p:nvSpPr>
        <p:spPr>
          <a:xfrm>
            <a:off x="2389333" y="2607919"/>
            <a:ext cx="2417798" cy="216000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Diagnóstico organizacional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9" name="Arrow: Pentagon 41">
            <a:extLst>
              <a:ext uri="{FF2B5EF4-FFF2-40B4-BE49-F238E27FC236}">
                <a16:creationId xmlns:a16="http://schemas.microsoft.com/office/drawing/2014/main" id="{C70AF3D8-B7C6-C9B9-B368-442E94670AD2}"/>
              </a:ext>
            </a:extLst>
          </p:cNvPr>
          <p:cNvSpPr/>
          <p:nvPr/>
        </p:nvSpPr>
        <p:spPr>
          <a:xfrm>
            <a:off x="3058461" y="2861893"/>
            <a:ext cx="1748669" cy="216000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Direcionadores estratégicos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7" name="Arrow: Pentagon 41">
            <a:extLst>
              <a:ext uri="{FF2B5EF4-FFF2-40B4-BE49-F238E27FC236}">
                <a16:creationId xmlns:a16="http://schemas.microsoft.com/office/drawing/2014/main" id="{BC6E9FFF-6784-AF5D-2982-83AC0171A7E4}"/>
              </a:ext>
            </a:extLst>
          </p:cNvPr>
          <p:cNvSpPr/>
          <p:nvPr/>
        </p:nvSpPr>
        <p:spPr>
          <a:xfrm>
            <a:off x="3058464" y="3115868"/>
            <a:ext cx="1922870" cy="216000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Diagnóstico modelos computacionais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94117B3-D562-D03A-9EC9-C0A4484C21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2895" y="1928754"/>
            <a:ext cx="360000" cy="360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19438F2A-4324-72D6-FDCE-1F5A8DFB9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5920" y="2247919"/>
            <a:ext cx="360000" cy="360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3661A74-0322-EBC1-7D8A-0543D9023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0711" y="2482206"/>
            <a:ext cx="360000" cy="360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BEE6EC8B-D19E-E41B-7B34-79A42534C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2983" y="2743790"/>
            <a:ext cx="360000" cy="360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3C91745-5092-3C97-3B72-8BD99CFA2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5383" y="3005374"/>
            <a:ext cx="360000" cy="360000"/>
          </a:xfrm>
          <a:prstGeom prst="rect">
            <a:avLst/>
          </a:prstGeom>
        </p:spPr>
      </p:pic>
      <p:sp>
        <p:nvSpPr>
          <p:cNvPr id="41" name="Arrow: Pentagon 41">
            <a:extLst>
              <a:ext uri="{FF2B5EF4-FFF2-40B4-BE49-F238E27FC236}">
                <a16:creationId xmlns:a16="http://schemas.microsoft.com/office/drawing/2014/main" id="{C7AA9042-47DC-AC5D-3749-17AAB99FD39A}"/>
              </a:ext>
            </a:extLst>
          </p:cNvPr>
          <p:cNvSpPr/>
          <p:nvPr/>
        </p:nvSpPr>
        <p:spPr>
          <a:xfrm>
            <a:off x="5660382" y="4081435"/>
            <a:ext cx="1023943" cy="21600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Desenho do modelo de inovação e avaliação dos modelos comp.</a:t>
            </a: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3" name="Arrow: Pentagon 41">
            <a:extLst>
              <a:ext uri="{FF2B5EF4-FFF2-40B4-BE49-F238E27FC236}">
                <a16:creationId xmlns:a16="http://schemas.microsoft.com/office/drawing/2014/main" id="{FD0E7932-0C7C-8520-B939-37F5944E06E6}"/>
              </a:ext>
            </a:extLst>
          </p:cNvPr>
          <p:cNvSpPr/>
          <p:nvPr/>
        </p:nvSpPr>
        <p:spPr>
          <a:xfrm>
            <a:off x="5660383" y="3764019"/>
            <a:ext cx="1023942" cy="21600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Definição do modelo de </a:t>
            </a:r>
            <a:r>
              <a:rPr kumimoji="0" lang="pt-BR" sz="733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sourcing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66BFB16-138C-E129-FA2B-BC574E99153E}"/>
              </a:ext>
            </a:extLst>
          </p:cNvPr>
          <p:cNvSpPr txBox="1"/>
          <p:nvPr/>
        </p:nvSpPr>
        <p:spPr>
          <a:xfrm>
            <a:off x="8368052" y="4834304"/>
            <a:ext cx="12286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implementação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BAF46A8-7D5D-D21F-504C-92312A490C4F}"/>
              </a:ext>
            </a:extLst>
          </p:cNvPr>
          <p:cNvSpPr txBox="1"/>
          <p:nvPr/>
        </p:nvSpPr>
        <p:spPr>
          <a:xfrm>
            <a:off x="8368052" y="5162671"/>
            <a:ext cx="13723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operação assistida</a:t>
            </a: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444685D2-52D7-7FB7-6EFF-461F686EB10E}"/>
              </a:ext>
            </a:extLst>
          </p:cNvPr>
          <p:cNvGrpSpPr/>
          <p:nvPr/>
        </p:nvGrpSpPr>
        <p:grpSpPr>
          <a:xfrm>
            <a:off x="7938528" y="1582335"/>
            <a:ext cx="883575" cy="5309652"/>
            <a:chOff x="2158786" y="1504831"/>
            <a:chExt cx="883575" cy="5309652"/>
          </a:xfrm>
        </p:grpSpPr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0A7D451D-D34F-10D6-2FC9-E9776FC53BFC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19" name="Straight Connector 4">
              <a:extLst>
                <a:ext uri="{FF2B5EF4-FFF2-40B4-BE49-F238E27FC236}">
                  <a16:creationId xmlns:a16="http://schemas.microsoft.com/office/drawing/2014/main" id="{2CD15BC9-84A6-5017-76CA-5CB3928D1384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rgbClr val="92D050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53D41463-CAFD-09DD-24E5-99C5770F1096}"/>
              </a:ext>
            </a:extLst>
          </p:cNvPr>
          <p:cNvSpPr/>
          <p:nvPr/>
        </p:nvSpPr>
        <p:spPr>
          <a:xfrm>
            <a:off x="7387630" y="4398850"/>
            <a:ext cx="732330" cy="21600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Definição de orçamento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0" name="Arrow: Pentagon 41">
            <a:extLst>
              <a:ext uri="{FF2B5EF4-FFF2-40B4-BE49-F238E27FC236}">
                <a16:creationId xmlns:a16="http://schemas.microsoft.com/office/drawing/2014/main" id="{B3EEBFC3-F36F-90A2-2AB2-CD3B5706CC15}"/>
              </a:ext>
            </a:extLst>
          </p:cNvPr>
          <p:cNvSpPr/>
          <p:nvPr/>
        </p:nvSpPr>
        <p:spPr>
          <a:xfrm>
            <a:off x="4545421" y="3446603"/>
            <a:ext cx="3096000" cy="21600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Proposta e detalhamento do novo desenho organizacional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" name="Seta: Pentágono 2">
            <a:extLst>
              <a:ext uri="{FF2B5EF4-FFF2-40B4-BE49-F238E27FC236}">
                <a16:creationId xmlns:a16="http://schemas.microsoft.com/office/drawing/2014/main" id="{8528225E-C954-30A0-840E-736C316EF971}"/>
              </a:ext>
            </a:extLst>
          </p:cNvPr>
          <p:cNvSpPr/>
          <p:nvPr/>
        </p:nvSpPr>
        <p:spPr>
          <a:xfrm>
            <a:off x="8414154" y="5613044"/>
            <a:ext cx="2326470" cy="346152"/>
          </a:xfrm>
          <a:prstGeom prst="homeP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>
                <a:solidFill>
                  <a:schemeClr val="bg1">
                    <a:lumMod val="50000"/>
                  </a:schemeClr>
                </a:solidFill>
                <a:latin typeface="Arial Nova Cond" panose="020B0506020202020204" pitchFamily="34" charset="0"/>
              </a:rPr>
              <a:t>Setup interno ONS</a:t>
            </a:r>
          </a:p>
        </p:txBody>
      </p:sp>
    </p:spTree>
    <p:extLst>
      <p:ext uri="{BB962C8B-B14F-4D97-AF65-F5344CB8AC3E}">
        <p14:creationId xmlns:p14="http://schemas.microsoft.com/office/powerpoint/2010/main" val="35990877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F81FEC-73FE-CA89-4FE6-9AA2BD85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254CC0-A476-BB31-F298-832382C3DC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4419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254CC0-A476-BB31-F298-832382C3D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9FE49EF3-0AD9-E7D3-45BA-569AD66066CC}"/>
              </a:ext>
            </a:extLst>
          </p:cNvPr>
          <p:cNvGraphicFramePr>
            <a:graphicFrameLocks noGrp="1"/>
          </p:cNvGraphicFramePr>
          <p:nvPr/>
        </p:nvGraphicFramePr>
        <p:xfrm>
          <a:off x="454711" y="1017933"/>
          <a:ext cx="11280990" cy="5487126"/>
        </p:xfrm>
        <a:graphic>
          <a:graphicData uri="http://schemas.openxmlformats.org/drawingml/2006/table">
            <a:tbl>
              <a:tblPr firstRow="1" bandRow="1"/>
              <a:tblGrid>
                <a:gridCol w="1656000">
                  <a:extLst>
                    <a:ext uri="{9D8B030D-6E8A-4147-A177-3AD203B41FA5}">
                      <a16:colId xmlns:a16="http://schemas.microsoft.com/office/drawing/2014/main" val="4237117730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1112433609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3151451968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927769866"/>
                    </a:ext>
                  </a:extLst>
                </a:gridCol>
              </a:tblGrid>
              <a:tr h="489180">
                <a:tc>
                  <a:txBody>
                    <a:bodyPr/>
                    <a:lstStyle/>
                    <a:p>
                      <a:pPr algn="ctr" rtl="0"/>
                      <a:endParaRPr lang="pt-BR" sz="900" noProof="0">
                        <a:solidFill>
                          <a:schemeClr val="bg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marL="60948" marR="60948" marT="30474" marB="304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algn="ctr" rtl="0"/>
                      <a:r>
                        <a:rPr lang="pt-BR" sz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  <a:p>
                      <a:pPr algn="ctr" rtl="0"/>
                      <a:r>
                        <a:rPr lang="pt-BR" sz="8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Novembro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kern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Dezembro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kern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Janeiro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Fevereiro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Março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Abril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Maio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Junho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12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Julho</a:t>
                      </a:r>
                    </a:p>
                    <a:p>
                      <a:pPr marL="0" marR="0" lvl="0" indent="0" algn="ctr" defTabSz="1212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91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Gestão da Mudança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D"/>
                    </a:solidFill>
                  </a:tcPr>
                </a:tc>
                <a:tc gridSpan="10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98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Planejamento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A46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111739"/>
                  </a:ext>
                </a:extLst>
              </a:tr>
              <a:tr h="1937022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Entendimento da situação atual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556D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95572"/>
                  </a:ext>
                </a:extLst>
              </a:tr>
              <a:tr h="138312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Desenho do novo modelo organizacional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8AB3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06561"/>
                  </a:ext>
                </a:extLst>
              </a:tr>
              <a:tr h="31202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Planejamento da transição e implantação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A0AE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187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Operação assistida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5161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EDCB11-763C-E210-07BB-3169D12511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396672E-C116-8147-290A-D5E2F736C8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2405495-AFBC-A539-1AB8-120960B2C6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Gestão de Mudanças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2FE6519-04EA-95FA-9385-8185F948261F}"/>
              </a:ext>
            </a:extLst>
          </p:cNvPr>
          <p:cNvSpPr txBox="1"/>
          <p:nvPr/>
        </p:nvSpPr>
        <p:spPr>
          <a:xfrm>
            <a:off x="8363423" y="365158"/>
            <a:ext cx="1219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Boletim Mensal ONS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130" name="Graphic 129" descr="Clapper board outline">
            <a:extLst>
              <a:ext uri="{FF2B5EF4-FFF2-40B4-BE49-F238E27FC236}">
                <a16:creationId xmlns:a16="http://schemas.microsoft.com/office/drawing/2014/main" id="{86EED951-C93B-97AB-EB66-55EAD6CE1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3603" y="1518499"/>
            <a:ext cx="274320" cy="274320"/>
          </a:xfrm>
          <a:prstGeom prst="rect">
            <a:avLst/>
          </a:prstGeom>
        </p:spPr>
      </p:pic>
      <p:pic>
        <p:nvPicPr>
          <p:cNvPr id="168" name="Graphic 167" descr="Newspaper outline">
            <a:extLst>
              <a:ext uri="{FF2B5EF4-FFF2-40B4-BE49-F238E27FC236}">
                <a16:creationId xmlns:a16="http://schemas.microsoft.com/office/drawing/2014/main" id="{1FC990FE-3A98-B0E5-47D4-1E7DE7699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7621" y="335720"/>
            <a:ext cx="274320" cy="274320"/>
          </a:xfrm>
          <a:prstGeom prst="rect">
            <a:avLst/>
          </a:prstGeom>
        </p:spPr>
      </p:pic>
      <p:pic>
        <p:nvPicPr>
          <p:cNvPr id="169" name="Graphic 168" descr="Clapper board outline">
            <a:extLst>
              <a:ext uri="{FF2B5EF4-FFF2-40B4-BE49-F238E27FC236}">
                <a16:creationId xmlns:a16="http://schemas.microsoft.com/office/drawing/2014/main" id="{092A3C8F-B693-FB84-321A-277131452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7621" y="592096"/>
            <a:ext cx="274320" cy="274320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CCA49E94-1723-2020-812B-5695E6256695}"/>
              </a:ext>
            </a:extLst>
          </p:cNvPr>
          <p:cNvSpPr txBox="1"/>
          <p:nvPr/>
        </p:nvSpPr>
        <p:spPr>
          <a:xfrm>
            <a:off x="8363423" y="621534"/>
            <a:ext cx="1219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Vídeo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Quinzenal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ONS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200" name="Graphic 199" descr="Users outline">
            <a:extLst>
              <a:ext uri="{FF2B5EF4-FFF2-40B4-BE49-F238E27FC236}">
                <a16:creationId xmlns:a16="http://schemas.microsoft.com/office/drawing/2014/main" id="{C243DE14-78F5-C8B6-8EBC-F58EF2F6C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0046" y="592096"/>
            <a:ext cx="274320" cy="274320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77420F3A-A215-D9C9-22B2-5A37B1206C34}"/>
              </a:ext>
            </a:extLst>
          </p:cNvPr>
          <p:cNvSpPr txBox="1"/>
          <p:nvPr/>
        </p:nvSpPr>
        <p:spPr>
          <a:xfrm>
            <a:off x="9731563" y="621534"/>
            <a:ext cx="13912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Encontro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Quinzenal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da Rede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cxnSp>
        <p:nvCxnSpPr>
          <p:cNvPr id="212" name="Conector reto 9">
            <a:extLst>
              <a:ext uri="{FF2B5EF4-FFF2-40B4-BE49-F238E27FC236}">
                <a16:creationId xmlns:a16="http://schemas.microsoft.com/office/drawing/2014/main" id="{846DA148-B595-5B40-39E6-1BFEE0C116AB}"/>
              </a:ext>
            </a:extLst>
          </p:cNvPr>
          <p:cNvCxnSpPr/>
          <p:nvPr/>
        </p:nvCxnSpPr>
        <p:spPr>
          <a:xfrm>
            <a:off x="10770737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ector reto 10">
            <a:extLst>
              <a:ext uri="{FF2B5EF4-FFF2-40B4-BE49-F238E27FC236}">
                <a16:creationId xmlns:a16="http://schemas.microsoft.com/office/drawing/2014/main" id="{258FD679-2108-A07F-5E7A-0C897E7AD308}"/>
              </a:ext>
            </a:extLst>
          </p:cNvPr>
          <p:cNvCxnSpPr/>
          <p:nvPr/>
        </p:nvCxnSpPr>
        <p:spPr>
          <a:xfrm>
            <a:off x="9808546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ector reto 11">
            <a:extLst>
              <a:ext uri="{FF2B5EF4-FFF2-40B4-BE49-F238E27FC236}">
                <a16:creationId xmlns:a16="http://schemas.microsoft.com/office/drawing/2014/main" id="{887BF9CD-19C4-4196-092D-29BB306D7021}"/>
              </a:ext>
            </a:extLst>
          </p:cNvPr>
          <p:cNvCxnSpPr/>
          <p:nvPr/>
        </p:nvCxnSpPr>
        <p:spPr>
          <a:xfrm>
            <a:off x="8846355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ector reto 12">
            <a:extLst>
              <a:ext uri="{FF2B5EF4-FFF2-40B4-BE49-F238E27FC236}">
                <a16:creationId xmlns:a16="http://schemas.microsoft.com/office/drawing/2014/main" id="{99C0D6AB-93B6-FFD3-7FF3-8F0B5383B3A2}"/>
              </a:ext>
            </a:extLst>
          </p:cNvPr>
          <p:cNvCxnSpPr/>
          <p:nvPr/>
        </p:nvCxnSpPr>
        <p:spPr>
          <a:xfrm>
            <a:off x="7884165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reto 18">
            <a:extLst>
              <a:ext uri="{FF2B5EF4-FFF2-40B4-BE49-F238E27FC236}">
                <a16:creationId xmlns:a16="http://schemas.microsoft.com/office/drawing/2014/main" id="{178E77EC-47F7-39BF-F1C0-6B4175BC2239}"/>
              </a:ext>
            </a:extLst>
          </p:cNvPr>
          <p:cNvCxnSpPr/>
          <p:nvPr/>
        </p:nvCxnSpPr>
        <p:spPr>
          <a:xfrm>
            <a:off x="6921974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to 27">
            <a:extLst>
              <a:ext uri="{FF2B5EF4-FFF2-40B4-BE49-F238E27FC236}">
                <a16:creationId xmlns:a16="http://schemas.microsoft.com/office/drawing/2014/main" id="{814000C1-1D78-6FE2-4943-9C2613899ED8}"/>
              </a:ext>
            </a:extLst>
          </p:cNvPr>
          <p:cNvCxnSpPr/>
          <p:nvPr/>
        </p:nvCxnSpPr>
        <p:spPr>
          <a:xfrm>
            <a:off x="5959783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to 28">
            <a:extLst>
              <a:ext uri="{FF2B5EF4-FFF2-40B4-BE49-F238E27FC236}">
                <a16:creationId xmlns:a16="http://schemas.microsoft.com/office/drawing/2014/main" id="{E5D0730C-91F7-4336-AA59-1598CB6D9104}"/>
              </a:ext>
            </a:extLst>
          </p:cNvPr>
          <p:cNvCxnSpPr/>
          <p:nvPr/>
        </p:nvCxnSpPr>
        <p:spPr>
          <a:xfrm>
            <a:off x="4997593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ector reto 31">
            <a:extLst>
              <a:ext uri="{FF2B5EF4-FFF2-40B4-BE49-F238E27FC236}">
                <a16:creationId xmlns:a16="http://schemas.microsoft.com/office/drawing/2014/main" id="{78D7BD46-2CE5-D7F3-E1F4-B5F25E745F47}"/>
              </a:ext>
            </a:extLst>
          </p:cNvPr>
          <p:cNvCxnSpPr>
            <a:cxnSpLocks/>
          </p:cNvCxnSpPr>
          <p:nvPr/>
        </p:nvCxnSpPr>
        <p:spPr>
          <a:xfrm>
            <a:off x="4035402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ector reto 33">
            <a:extLst>
              <a:ext uri="{FF2B5EF4-FFF2-40B4-BE49-F238E27FC236}">
                <a16:creationId xmlns:a16="http://schemas.microsoft.com/office/drawing/2014/main" id="{C4E60B05-EEB1-6F3E-02E4-A9E5FE5F4DDC}"/>
              </a:ext>
            </a:extLst>
          </p:cNvPr>
          <p:cNvCxnSpPr>
            <a:cxnSpLocks/>
          </p:cNvCxnSpPr>
          <p:nvPr/>
        </p:nvCxnSpPr>
        <p:spPr>
          <a:xfrm>
            <a:off x="3073211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Star: 5 Points 220">
            <a:extLst>
              <a:ext uri="{FF2B5EF4-FFF2-40B4-BE49-F238E27FC236}">
                <a16:creationId xmlns:a16="http://schemas.microsoft.com/office/drawing/2014/main" id="{D9FCF1A4-3A1B-EAAC-87CE-D17C701C2EBA}"/>
              </a:ext>
            </a:extLst>
          </p:cNvPr>
          <p:cNvSpPr/>
          <p:nvPr/>
        </p:nvSpPr>
        <p:spPr>
          <a:xfrm>
            <a:off x="2677457" y="1579816"/>
            <a:ext cx="274320" cy="27432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4E152AC-A73E-111D-80C5-A65825891A4B}"/>
              </a:ext>
            </a:extLst>
          </p:cNvPr>
          <p:cNvSpPr txBox="1"/>
          <p:nvPr/>
        </p:nvSpPr>
        <p:spPr>
          <a:xfrm>
            <a:off x="2964858" y="1555075"/>
            <a:ext cx="770907" cy="338554"/>
          </a:xfrm>
          <a:prstGeom prst="rect">
            <a:avLst/>
          </a:prstGeom>
          <a:solidFill>
            <a:srgbClr val="DFE8F0"/>
          </a:solidFill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Lançamento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do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Projeto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9AD482D-64D1-438C-00EB-8E7EA155AF28}"/>
              </a:ext>
            </a:extLst>
          </p:cNvPr>
          <p:cNvSpPr txBox="1"/>
          <p:nvPr/>
        </p:nvSpPr>
        <p:spPr>
          <a:xfrm>
            <a:off x="9731563" y="365158"/>
            <a:ext cx="1219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Boletim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Semanal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DPL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236" name="Graphic 235" descr="Newspaper outline">
            <a:extLst>
              <a:ext uri="{FF2B5EF4-FFF2-40B4-BE49-F238E27FC236}">
                <a16:creationId xmlns:a16="http://schemas.microsoft.com/office/drawing/2014/main" id="{CAE86ECA-B519-BE57-7225-5C8A963E9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10046" y="335720"/>
            <a:ext cx="274320" cy="27432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58DAB47E-5FDE-DBEA-6518-302B6C9B723F}"/>
              </a:ext>
            </a:extLst>
          </p:cNvPr>
          <p:cNvSpPr txBox="1"/>
          <p:nvPr/>
        </p:nvSpPr>
        <p:spPr>
          <a:xfrm>
            <a:off x="2978409" y="2398637"/>
            <a:ext cx="983470" cy="338554"/>
          </a:xfrm>
          <a:prstGeom prst="rect">
            <a:avLst/>
          </a:prstGeom>
          <a:solidFill>
            <a:srgbClr val="DFE8F0"/>
          </a:solidFill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Change Readiness Assessment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C7201F22-EB11-8E0E-CCC5-CF9CCD9783A1}"/>
              </a:ext>
            </a:extLst>
          </p:cNvPr>
          <p:cNvSpPr/>
          <p:nvPr/>
        </p:nvSpPr>
        <p:spPr>
          <a:xfrm>
            <a:off x="2868381" y="2459741"/>
            <a:ext cx="182880" cy="18288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" name="Arrow: Pentagon 41">
            <a:extLst>
              <a:ext uri="{FF2B5EF4-FFF2-40B4-BE49-F238E27FC236}">
                <a16:creationId xmlns:a16="http://schemas.microsoft.com/office/drawing/2014/main" id="{6883D076-9B89-35C2-151F-EC7F6850E5EF}"/>
              </a:ext>
            </a:extLst>
          </p:cNvPr>
          <p:cNvSpPr/>
          <p:nvPr/>
        </p:nvSpPr>
        <p:spPr>
          <a:xfrm>
            <a:off x="2129743" y="2780645"/>
            <a:ext cx="1033058" cy="158496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Mapa de Stakeholders</a:t>
            </a:r>
          </a:p>
        </p:txBody>
      </p:sp>
      <p:sp>
        <p:nvSpPr>
          <p:cNvPr id="93" name="Arrow: Pentagon 41">
            <a:extLst>
              <a:ext uri="{FF2B5EF4-FFF2-40B4-BE49-F238E27FC236}">
                <a16:creationId xmlns:a16="http://schemas.microsoft.com/office/drawing/2014/main" id="{2D70D0E8-B84B-F1F5-357F-B503F57D4FB1}"/>
              </a:ext>
            </a:extLst>
          </p:cNvPr>
          <p:cNvSpPr/>
          <p:nvPr/>
        </p:nvSpPr>
        <p:spPr>
          <a:xfrm>
            <a:off x="2816810" y="3316703"/>
            <a:ext cx="975360" cy="158496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Relatório de Insights</a:t>
            </a:r>
          </a:p>
        </p:txBody>
      </p:sp>
      <p:sp>
        <p:nvSpPr>
          <p:cNvPr id="94" name="Arrow: Pentagon 41">
            <a:extLst>
              <a:ext uri="{FF2B5EF4-FFF2-40B4-BE49-F238E27FC236}">
                <a16:creationId xmlns:a16="http://schemas.microsoft.com/office/drawing/2014/main" id="{B6EAD3AA-9EBB-44AA-8BF9-2E8930EF83B1}"/>
              </a:ext>
            </a:extLst>
          </p:cNvPr>
          <p:cNvSpPr/>
          <p:nvPr/>
        </p:nvSpPr>
        <p:spPr>
          <a:xfrm>
            <a:off x="2816810" y="3003243"/>
            <a:ext cx="704003" cy="249358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Narrativa da Mudança</a:t>
            </a:r>
          </a:p>
        </p:txBody>
      </p:sp>
      <p:sp>
        <p:nvSpPr>
          <p:cNvPr id="96" name="Arrow: Pentagon 41">
            <a:extLst>
              <a:ext uri="{FF2B5EF4-FFF2-40B4-BE49-F238E27FC236}">
                <a16:creationId xmlns:a16="http://schemas.microsoft.com/office/drawing/2014/main" id="{FE1A25C7-88D9-7A02-68BD-7FD6C2D07786}"/>
              </a:ext>
            </a:extLst>
          </p:cNvPr>
          <p:cNvSpPr/>
          <p:nvPr/>
        </p:nvSpPr>
        <p:spPr>
          <a:xfrm>
            <a:off x="2816810" y="3741432"/>
            <a:ext cx="1251375" cy="155447"/>
          </a:xfrm>
          <a:prstGeom prst="homePlate">
            <a:avLst/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Comunicação¹</a:t>
            </a:r>
          </a:p>
        </p:txBody>
      </p:sp>
      <p:sp>
        <p:nvSpPr>
          <p:cNvPr id="97" name="Arrow: Pentagon 41">
            <a:extLst>
              <a:ext uri="{FF2B5EF4-FFF2-40B4-BE49-F238E27FC236}">
                <a16:creationId xmlns:a16="http://schemas.microsoft.com/office/drawing/2014/main" id="{A5599FED-9524-FAD2-5A0C-71DAAD0B0791}"/>
              </a:ext>
            </a:extLst>
          </p:cNvPr>
          <p:cNvSpPr/>
          <p:nvPr/>
        </p:nvSpPr>
        <p:spPr>
          <a:xfrm>
            <a:off x="2816810" y="3530861"/>
            <a:ext cx="1097280" cy="155447"/>
          </a:xfrm>
          <a:prstGeom prst="homePlate">
            <a:avLst/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Identidade Visual</a:t>
            </a:r>
          </a:p>
        </p:txBody>
      </p:sp>
      <p:sp>
        <p:nvSpPr>
          <p:cNvPr id="98" name="Arrow: Pentagon 41">
            <a:extLst>
              <a:ext uri="{FF2B5EF4-FFF2-40B4-BE49-F238E27FC236}">
                <a16:creationId xmlns:a16="http://schemas.microsoft.com/office/drawing/2014/main" id="{CD262A47-EB76-5DA1-6E6E-92EFCF9E4D55}"/>
              </a:ext>
            </a:extLst>
          </p:cNvPr>
          <p:cNvSpPr/>
          <p:nvPr/>
        </p:nvSpPr>
        <p:spPr>
          <a:xfrm>
            <a:off x="3686899" y="3997651"/>
            <a:ext cx="794342" cy="182880"/>
          </a:xfrm>
          <a:prstGeom prst="homePlate">
            <a:avLst/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Kick-Off Influenciadores</a:t>
            </a:r>
          </a:p>
        </p:txBody>
      </p:sp>
      <p:pic>
        <p:nvPicPr>
          <p:cNvPr id="99" name="Gráfico 5">
            <a:extLst>
              <a:ext uri="{FF2B5EF4-FFF2-40B4-BE49-F238E27FC236}">
                <a16:creationId xmlns:a16="http://schemas.microsoft.com/office/drawing/2014/main" id="{C4A9C214-43AC-285E-4F1A-2F4668C262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03740" y="2741329"/>
            <a:ext cx="212360" cy="212360"/>
          </a:xfrm>
          <a:prstGeom prst="rect">
            <a:avLst/>
          </a:prstGeom>
        </p:spPr>
      </p:pic>
      <p:pic>
        <p:nvPicPr>
          <p:cNvPr id="100" name="Gráfico 5">
            <a:extLst>
              <a:ext uri="{FF2B5EF4-FFF2-40B4-BE49-F238E27FC236}">
                <a16:creationId xmlns:a16="http://schemas.microsoft.com/office/drawing/2014/main" id="{28A8B4C9-13F5-E6BD-AC47-E5A40CB69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65747" y="3020662"/>
            <a:ext cx="212360" cy="212360"/>
          </a:xfrm>
          <a:prstGeom prst="rect">
            <a:avLst/>
          </a:prstGeom>
        </p:spPr>
      </p:pic>
      <p:pic>
        <p:nvPicPr>
          <p:cNvPr id="101" name="Gráfico 5">
            <a:extLst>
              <a:ext uri="{FF2B5EF4-FFF2-40B4-BE49-F238E27FC236}">
                <a16:creationId xmlns:a16="http://schemas.microsoft.com/office/drawing/2014/main" id="{3EDF7ECE-3638-3778-B478-978C51D6D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3738" y="3289148"/>
            <a:ext cx="212360" cy="212360"/>
          </a:xfrm>
          <a:prstGeom prst="rect">
            <a:avLst/>
          </a:prstGeom>
        </p:spPr>
      </p:pic>
      <p:pic>
        <p:nvPicPr>
          <p:cNvPr id="103" name="Gráfico 5">
            <a:extLst>
              <a:ext uri="{FF2B5EF4-FFF2-40B4-BE49-F238E27FC236}">
                <a16:creationId xmlns:a16="http://schemas.microsoft.com/office/drawing/2014/main" id="{1A37E4F5-1CC4-FFD5-69BB-411A11A06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202" y="3488710"/>
            <a:ext cx="212360" cy="212360"/>
          </a:xfrm>
          <a:prstGeom prst="rect">
            <a:avLst/>
          </a:prstGeom>
        </p:spPr>
      </p:pic>
      <p:pic>
        <p:nvPicPr>
          <p:cNvPr id="104" name="Gráfico 5">
            <a:extLst>
              <a:ext uri="{FF2B5EF4-FFF2-40B4-BE49-F238E27FC236}">
                <a16:creationId xmlns:a16="http://schemas.microsoft.com/office/drawing/2014/main" id="{285E2DF6-0CA3-8B1F-9AAD-5A184930FB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1757" y="3977291"/>
            <a:ext cx="212360" cy="212360"/>
          </a:xfrm>
          <a:prstGeom prst="rect">
            <a:avLst/>
          </a:prstGeom>
        </p:spPr>
      </p:pic>
      <p:sp>
        <p:nvSpPr>
          <p:cNvPr id="105" name="Arrow: Pentagon 41">
            <a:extLst>
              <a:ext uri="{FF2B5EF4-FFF2-40B4-BE49-F238E27FC236}">
                <a16:creationId xmlns:a16="http://schemas.microsoft.com/office/drawing/2014/main" id="{292327C9-B42B-67D8-CA4D-E601239623E1}"/>
              </a:ext>
            </a:extLst>
          </p:cNvPr>
          <p:cNvSpPr/>
          <p:nvPr/>
        </p:nvSpPr>
        <p:spPr>
          <a:xfrm>
            <a:off x="2129743" y="2046657"/>
            <a:ext cx="460615" cy="192000"/>
          </a:xfrm>
          <a:prstGeom prst="homePlate">
            <a:avLst>
              <a:gd name="adj" fmla="val 25330"/>
            </a:avLst>
          </a:prstGeom>
          <a:solidFill>
            <a:srgbClr val="002A4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Plan. e Organização</a:t>
            </a: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pic>
        <p:nvPicPr>
          <p:cNvPr id="106" name="Gráfico 5">
            <a:extLst>
              <a:ext uri="{FF2B5EF4-FFF2-40B4-BE49-F238E27FC236}">
                <a16:creationId xmlns:a16="http://schemas.microsoft.com/office/drawing/2014/main" id="{F9D73FA4-9A6E-AD46-3775-425ECE11C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32437" y="2033136"/>
            <a:ext cx="212360" cy="212360"/>
          </a:xfrm>
          <a:prstGeom prst="rect">
            <a:avLst/>
          </a:prstGeom>
        </p:spPr>
      </p:pic>
      <p:sp>
        <p:nvSpPr>
          <p:cNvPr id="107" name="Arrow: Pentagon 41">
            <a:extLst>
              <a:ext uri="{FF2B5EF4-FFF2-40B4-BE49-F238E27FC236}">
                <a16:creationId xmlns:a16="http://schemas.microsoft.com/office/drawing/2014/main" id="{AFAF0104-3CA2-9E21-245D-A57B2AB30AD7}"/>
              </a:ext>
            </a:extLst>
          </p:cNvPr>
          <p:cNvSpPr/>
          <p:nvPr/>
        </p:nvSpPr>
        <p:spPr>
          <a:xfrm>
            <a:off x="4783579" y="4298602"/>
            <a:ext cx="914400" cy="192218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Estratégia de Impactos</a:t>
            </a:r>
          </a:p>
        </p:txBody>
      </p:sp>
      <p:sp>
        <p:nvSpPr>
          <p:cNvPr id="114" name="Arrow: Pentagon 113">
            <a:extLst>
              <a:ext uri="{FF2B5EF4-FFF2-40B4-BE49-F238E27FC236}">
                <a16:creationId xmlns:a16="http://schemas.microsoft.com/office/drawing/2014/main" id="{618C0EB5-E9B5-0DB0-DBC0-7EACFB113474}"/>
              </a:ext>
            </a:extLst>
          </p:cNvPr>
          <p:cNvSpPr/>
          <p:nvPr/>
        </p:nvSpPr>
        <p:spPr>
          <a:xfrm>
            <a:off x="7877327" y="5743662"/>
            <a:ext cx="1920240" cy="158496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Execução do Treinamento</a:t>
            </a:r>
          </a:p>
        </p:txBody>
      </p:sp>
      <p:sp>
        <p:nvSpPr>
          <p:cNvPr id="115" name="Arrow: Pentagon 114">
            <a:extLst>
              <a:ext uri="{FF2B5EF4-FFF2-40B4-BE49-F238E27FC236}">
                <a16:creationId xmlns:a16="http://schemas.microsoft.com/office/drawing/2014/main" id="{0FA17835-A8C5-E259-8B78-58491B74E1AA}"/>
              </a:ext>
            </a:extLst>
          </p:cNvPr>
          <p:cNvSpPr/>
          <p:nvPr/>
        </p:nvSpPr>
        <p:spPr>
          <a:xfrm>
            <a:off x="9802592" y="6104332"/>
            <a:ext cx="1005840" cy="158496"/>
          </a:xfrm>
          <a:prstGeom prst="homePlate">
            <a:avLst>
              <a:gd name="adj" fmla="val 25330"/>
            </a:avLst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Adoção</a:t>
            </a:r>
          </a:p>
        </p:txBody>
      </p:sp>
      <p:sp>
        <p:nvSpPr>
          <p:cNvPr id="116" name="Arrow: Pentagon 115">
            <a:extLst>
              <a:ext uri="{FF2B5EF4-FFF2-40B4-BE49-F238E27FC236}">
                <a16:creationId xmlns:a16="http://schemas.microsoft.com/office/drawing/2014/main" id="{4C983262-2C15-3553-BF99-5E9B5CE0ACA2}"/>
              </a:ext>
            </a:extLst>
          </p:cNvPr>
          <p:cNvSpPr/>
          <p:nvPr/>
        </p:nvSpPr>
        <p:spPr>
          <a:xfrm>
            <a:off x="10767562" y="6303397"/>
            <a:ext cx="968138" cy="155447"/>
          </a:xfrm>
          <a:prstGeom prst="homePlate">
            <a:avLst>
              <a:gd name="adj" fmla="val 25330"/>
            </a:avLst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Pacote de Cutover</a:t>
            </a:r>
          </a:p>
        </p:txBody>
      </p:sp>
      <p:pic>
        <p:nvPicPr>
          <p:cNvPr id="186" name="Graphic 185" descr="Users outline">
            <a:extLst>
              <a:ext uri="{FF2B5EF4-FFF2-40B4-BE49-F238E27FC236}">
                <a16:creationId xmlns:a16="http://schemas.microsoft.com/office/drawing/2014/main" id="{5C1F85C5-4345-DBC5-A1CC-171CE39DE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5710" y="3933037"/>
            <a:ext cx="274320" cy="274320"/>
          </a:xfrm>
          <a:prstGeom prst="rect">
            <a:avLst/>
          </a:prstGeom>
        </p:spPr>
      </p:pic>
      <p:pic>
        <p:nvPicPr>
          <p:cNvPr id="187" name="Graphic 186" descr="Users outline">
            <a:extLst>
              <a:ext uri="{FF2B5EF4-FFF2-40B4-BE49-F238E27FC236}">
                <a16:creationId xmlns:a16="http://schemas.microsoft.com/office/drawing/2014/main" id="{5AB1BF08-C529-AC25-A8FD-85CB29AAC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2513" y="3933037"/>
            <a:ext cx="274320" cy="274320"/>
          </a:xfrm>
          <a:prstGeom prst="rect">
            <a:avLst/>
          </a:prstGeom>
        </p:spPr>
      </p:pic>
      <p:pic>
        <p:nvPicPr>
          <p:cNvPr id="188" name="Graphic 187" descr="Users outline">
            <a:extLst>
              <a:ext uri="{FF2B5EF4-FFF2-40B4-BE49-F238E27FC236}">
                <a16:creationId xmlns:a16="http://schemas.microsoft.com/office/drawing/2014/main" id="{07C62142-DD4C-3138-6BAB-0081F9B9F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69254" y="3933037"/>
            <a:ext cx="274320" cy="274320"/>
          </a:xfrm>
          <a:prstGeom prst="rect">
            <a:avLst/>
          </a:prstGeom>
        </p:spPr>
      </p:pic>
      <p:pic>
        <p:nvPicPr>
          <p:cNvPr id="189" name="Graphic 188" descr="Users outline">
            <a:extLst>
              <a:ext uri="{FF2B5EF4-FFF2-40B4-BE49-F238E27FC236}">
                <a16:creationId xmlns:a16="http://schemas.microsoft.com/office/drawing/2014/main" id="{6055315D-CA8F-9569-42AD-450BADA123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6057" y="3933037"/>
            <a:ext cx="274320" cy="274320"/>
          </a:xfrm>
          <a:prstGeom prst="rect">
            <a:avLst/>
          </a:prstGeom>
        </p:spPr>
      </p:pic>
      <p:pic>
        <p:nvPicPr>
          <p:cNvPr id="190" name="Graphic 189" descr="Users outline">
            <a:extLst>
              <a:ext uri="{FF2B5EF4-FFF2-40B4-BE49-F238E27FC236}">
                <a16:creationId xmlns:a16="http://schemas.microsoft.com/office/drawing/2014/main" id="{8F8A6623-FEC9-B482-96FD-5D0ACDF542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443" y="3933037"/>
            <a:ext cx="274320" cy="274320"/>
          </a:xfrm>
          <a:prstGeom prst="rect">
            <a:avLst/>
          </a:prstGeom>
        </p:spPr>
      </p:pic>
      <p:pic>
        <p:nvPicPr>
          <p:cNvPr id="191" name="Graphic 190" descr="Users outline">
            <a:extLst>
              <a:ext uri="{FF2B5EF4-FFF2-40B4-BE49-F238E27FC236}">
                <a16:creationId xmlns:a16="http://schemas.microsoft.com/office/drawing/2014/main" id="{D28D42CE-73E9-D7A6-785F-B88C80F3E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98246" y="3933037"/>
            <a:ext cx="274320" cy="274320"/>
          </a:xfrm>
          <a:prstGeom prst="rect">
            <a:avLst/>
          </a:prstGeom>
        </p:spPr>
      </p:pic>
      <p:pic>
        <p:nvPicPr>
          <p:cNvPr id="192" name="Graphic 191" descr="Users outline">
            <a:extLst>
              <a:ext uri="{FF2B5EF4-FFF2-40B4-BE49-F238E27FC236}">
                <a16:creationId xmlns:a16="http://schemas.microsoft.com/office/drawing/2014/main" id="{A7B8657F-740C-AF5D-A797-45519B0AC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4539" y="3933037"/>
            <a:ext cx="274320" cy="274320"/>
          </a:xfrm>
          <a:prstGeom prst="rect">
            <a:avLst/>
          </a:prstGeom>
        </p:spPr>
      </p:pic>
      <p:pic>
        <p:nvPicPr>
          <p:cNvPr id="193" name="Graphic 192" descr="Users outline">
            <a:extLst>
              <a:ext uri="{FF2B5EF4-FFF2-40B4-BE49-F238E27FC236}">
                <a16:creationId xmlns:a16="http://schemas.microsoft.com/office/drawing/2014/main" id="{F6223C61-89DF-9B7F-86AF-D94F68BA0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1342" y="3933037"/>
            <a:ext cx="274320" cy="274320"/>
          </a:xfrm>
          <a:prstGeom prst="rect">
            <a:avLst/>
          </a:prstGeom>
        </p:spPr>
      </p:pic>
      <p:pic>
        <p:nvPicPr>
          <p:cNvPr id="194" name="Graphic 193" descr="Users outline">
            <a:extLst>
              <a:ext uri="{FF2B5EF4-FFF2-40B4-BE49-F238E27FC236}">
                <a16:creationId xmlns:a16="http://schemas.microsoft.com/office/drawing/2014/main" id="{1CDC061E-6A24-2F11-474F-49380A8C6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73092" y="3933037"/>
            <a:ext cx="274320" cy="274320"/>
          </a:xfrm>
          <a:prstGeom prst="rect">
            <a:avLst/>
          </a:prstGeom>
        </p:spPr>
      </p:pic>
      <p:pic>
        <p:nvPicPr>
          <p:cNvPr id="195" name="Graphic 194" descr="Users outline">
            <a:extLst>
              <a:ext uri="{FF2B5EF4-FFF2-40B4-BE49-F238E27FC236}">
                <a16:creationId xmlns:a16="http://schemas.microsoft.com/office/drawing/2014/main" id="{55AF1F49-2A84-B320-4451-C6954B9BA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895" y="3933037"/>
            <a:ext cx="274320" cy="274320"/>
          </a:xfrm>
          <a:prstGeom prst="rect">
            <a:avLst/>
          </a:prstGeom>
        </p:spPr>
      </p:pic>
      <p:pic>
        <p:nvPicPr>
          <p:cNvPr id="196" name="Graphic 195" descr="Users outline">
            <a:extLst>
              <a:ext uri="{FF2B5EF4-FFF2-40B4-BE49-F238E27FC236}">
                <a16:creationId xmlns:a16="http://schemas.microsoft.com/office/drawing/2014/main" id="{CC470B05-36A0-8AFC-2C92-2105DE259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8359" y="3933037"/>
            <a:ext cx="274320" cy="274320"/>
          </a:xfrm>
          <a:prstGeom prst="rect">
            <a:avLst/>
          </a:prstGeom>
        </p:spPr>
      </p:pic>
      <p:pic>
        <p:nvPicPr>
          <p:cNvPr id="197" name="Graphic 196" descr="Users outline">
            <a:extLst>
              <a:ext uri="{FF2B5EF4-FFF2-40B4-BE49-F238E27FC236}">
                <a16:creationId xmlns:a16="http://schemas.microsoft.com/office/drawing/2014/main" id="{6DB99F0C-ED89-8C4A-86FA-CDE9AE84B6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5162" y="3933037"/>
            <a:ext cx="274320" cy="274320"/>
          </a:xfrm>
          <a:prstGeom prst="rect">
            <a:avLst/>
          </a:prstGeom>
        </p:spPr>
      </p:pic>
      <p:pic>
        <p:nvPicPr>
          <p:cNvPr id="198" name="Graphic 197" descr="Users outline">
            <a:extLst>
              <a:ext uri="{FF2B5EF4-FFF2-40B4-BE49-F238E27FC236}">
                <a16:creationId xmlns:a16="http://schemas.microsoft.com/office/drawing/2014/main" id="{19C4B2DD-2AAB-3A0E-DDC7-A8B6478C9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80766" y="3933037"/>
            <a:ext cx="274320" cy="274320"/>
          </a:xfrm>
          <a:prstGeom prst="rect">
            <a:avLst/>
          </a:prstGeom>
        </p:spPr>
      </p:pic>
      <p:pic>
        <p:nvPicPr>
          <p:cNvPr id="199" name="Graphic 198" descr="Users outline">
            <a:extLst>
              <a:ext uri="{FF2B5EF4-FFF2-40B4-BE49-F238E27FC236}">
                <a16:creationId xmlns:a16="http://schemas.microsoft.com/office/drawing/2014/main" id="{FF88650F-1BAC-6E06-DAEA-8AF5903A6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47569" y="3933037"/>
            <a:ext cx="274320" cy="27432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2A5DFBE-6E0F-6634-FDF2-E1C9F2BB283F}"/>
              </a:ext>
            </a:extLst>
          </p:cNvPr>
          <p:cNvSpPr txBox="1"/>
          <p:nvPr/>
        </p:nvSpPr>
        <p:spPr>
          <a:xfrm>
            <a:off x="10808432" y="5859313"/>
            <a:ext cx="9834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Change Readiness Assessment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A1A0F1D5-9D87-8AF7-C14F-D1C6140A0B17}"/>
              </a:ext>
            </a:extLst>
          </p:cNvPr>
          <p:cNvSpPr/>
          <p:nvPr/>
        </p:nvSpPr>
        <p:spPr>
          <a:xfrm>
            <a:off x="10697571" y="5886100"/>
            <a:ext cx="182880" cy="18288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Gráfico 5">
            <a:extLst>
              <a:ext uri="{FF2B5EF4-FFF2-40B4-BE49-F238E27FC236}">
                <a16:creationId xmlns:a16="http://schemas.microsoft.com/office/drawing/2014/main" id="{F8E193D3-E743-8BC2-99F5-F17CBA2A6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9645" y="4287160"/>
            <a:ext cx="212360" cy="212360"/>
          </a:xfrm>
          <a:prstGeom prst="rect">
            <a:avLst/>
          </a:prstGeom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E213E4E6-3B15-5ECB-AD6B-3F6FCEA45BBD}"/>
              </a:ext>
            </a:extLst>
          </p:cNvPr>
          <p:cNvSpPr/>
          <p:nvPr/>
        </p:nvSpPr>
        <p:spPr>
          <a:xfrm>
            <a:off x="4985847" y="2056667"/>
            <a:ext cx="1662455" cy="473435"/>
          </a:xfrm>
          <a:prstGeom prst="rect">
            <a:avLst/>
          </a:prstGeom>
          <a:solidFill>
            <a:srgbClr val="DFE8F0"/>
          </a:solidFill>
          <a:ln w="127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Página do Projeto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Tela Entrada 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Fundo de Tela Notebook</a:t>
            </a:r>
          </a:p>
        </p:txBody>
      </p:sp>
      <p:pic>
        <p:nvPicPr>
          <p:cNvPr id="132" name="Graphic 131" descr="Newspaper outline">
            <a:extLst>
              <a:ext uri="{FF2B5EF4-FFF2-40B4-BE49-F238E27FC236}">
                <a16:creationId xmlns:a16="http://schemas.microsoft.com/office/drawing/2014/main" id="{6394252C-7BC2-7EA3-00F2-05768C36C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1834" y="1518499"/>
            <a:ext cx="274320" cy="274320"/>
          </a:xfrm>
          <a:prstGeom prst="rect">
            <a:avLst/>
          </a:prstGeom>
        </p:spPr>
      </p:pic>
      <p:pic>
        <p:nvPicPr>
          <p:cNvPr id="133" name="Graphic 132" descr="Newspaper outline">
            <a:extLst>
              <a:ext uri="{FF2B5EF4-FFF2-40B4-BE49-F238E27FC236}">
                <a16:creationId xmlns:a16="http://schemas.microsoft.com/office/drawing/2014/main" id="{5583FC4D-2103-49F6-8407-7C280213E0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9190" y="1518499"/>
            <a:ext cx="274320" cy="274320"/>
          </a:xfrm>
          <a:prstGeom prst="rect">
            <a:avLst/>
          </a:prstGeom>
        </p:spPr>
      </p:pic>
      <p:pic>
        <p:nvPicPr>
          <p:cNvPr id="148" name="Graphic 147" descr="Clapper board outline">
            <a:extLst>
              <a:ext uri="{FF2B5EF4-FFF2-40B4-BE49-F238E27FC236}">
                <a16:creationId xmlns:a16="http://schemas.microsoft.com/office/drawing/2014/main" id="{6583D451-478E-FD83-728E-45EEC32DB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9503" y="1518499"/>
            <a:ext cx="274320" cy="274320"/>
          </a:xfrm>
          <a:prstGeom prst="rect">
            <a:avLst/>
          </a:prstGeom>
        </p:spPr>
      </p:pic>
      <p:pic>
        <p:nvPicPr>
          <p:cNvPr id="149" name="Graphic 148" descr="Clapper board outline">
            <a:extLst>
              <a:ext uri="{FF2B5EF4-FFF2-40B4-BE49-F238E27FC236}">
                <a16:creationId xmlns:a16="http://schemas.microsoft.com/office/drawing/2014/main" id="{7E8BFA31-4999-CB2F-8C32-617FCF259E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251" y="1518499"/>
            <a:ext cx="274320" cy="274320"/>
          </a:xfrm>
          <a:prstGeom prst="rect">
            <a:avLst/>
          </a:prstGeom>
        </p:spPr>
      </p:pic>
      <p:pic>
        <p:nvPicPr>
          <p:cNvPr id="150" name="Graphic 149" descr="Newspaper outline">
            <a:extLst>
              <a:ext uri="{FF2B5EF4-FFF2-40B4-BE49-F238E27FC236}">
                <a16:creationId xmlns:a16="http://schemas.microsoft.com/office/drawing/2014/main" id="{3117914B-A449-2F4F-172E-96A5F4D87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7866" y="1518499"/>
            <a:ext cx="274320" cy="274320"/>
          </a:xfrm>
          <a:prstGeom prst="rect">
            <a:avLst/>
          </a:prstGeom>
        </p:spPr>
      </p:pic>
      <p:pic>
        <p:nvPicPr>
          <p:cNvPr id="152" name="Graphic 151" descr="Clapper board outline">
            <a:extLst>
              <a:ext uri="{FF2B5EF4-FFF2-40B4-BE49-F238E27FC236}">
                <a16:creationId xmlns:a16="http://schemas.microsoft.com/office/drawing/2014/main" id="{E57D04FB-2D2B-3A95-EFDD-B3862A436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6927" y="1518499"/>
            <a:ext cx="274320" cy="274320"/>
          </a:xfrm>
          <a:prstGeom prst="rect">
            <a:avLst/>
          </a:prstGeom>
        </p:spPr>
      </p:pic>
      <p:pic>
        <p:nvPicPr>
          <p:cNvPr id="153" name="Graphic 152" descr="Newspaper outline">
            <a:extLst>
              <a:ext uri="{FF2B5EF4-FFF2-40B4-BE49-F238E27FC236}">
                <a16:creationId xmlns:a16="http://schemas.microsoft.com/office/drawing/2014/main" id="{8ED7B45C-8F3F-DE93-F675-48B791EDF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0055" y="1518499"/>
            <a:ext cx="274320" cy="274320"/>
          </a:xfrm>
          <a:prstGeom prst="rect">
            <a:avLst/>
          </a:prstGeom>
        </p:spPr>
      </p:pic>
      <p:pic>
        <p:nvPicPr>
          <p:cNvPr id="154" name="Graphic 153" descr="Clapper board outline">
            <a:extLst>
              <a:ext uri="{FF2B5EF4-FFF2-40B4-BE49-F238E27FC236}">
                <a16:creationId xmlns:a16="http://schemas.microsoft.com/office/drawing/2014/main" id="{F6705A6D-E579-AC92-AB59-CED23A50B1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0368" y="1518499"/>
            <a:ext cx="274320" cy="274320"/>
          </a:xfrm>
          <a:prstGeom prst="rect">
            <a:avLst/>
          </a:prstGeom>
        </p:spPr>
      </p:pic>
      <p:pic>
        <p:nvPicPr>
          <p:cNvPr id="155" name="Graphic 154" descr="Clapper board outline">
            <a:extLst>
              <a:ext uri="{FF2B5EF4-FFF2-40B4-BE49-F238E27FC236}">
                <a16:creationId xmlns:a16="http://schemas.microsoft.com/office/drawing/2014/main" id="{C27EE448-48FD-3395-F50C-3D0DC590FA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9116" y="1518499"/>
            <a:ext cx="274320" cy="274320"/>
          </a:xfrm>
          <a:prstGeom prst="rect">
            <a:avLst/>
          </a:prstGeom>
        </p:spPr>
      </p:pic>
      <p:pic>
        <p:nvPicPr>
          <p:cNvPr id="156" name="Graphic 155" descr="Newspaper outline">
            <a:extLst>
              <a:ext uri="{FF2B5EF4-FFF2-40B4-BE49-F238E27FC236}">
                <a16:creationId xmlns:a16="http://schemas.microsoft.com/office/drawing/2014/main" id="{4D735C73-C5A6-DCD7-F9DE-DF64724AB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566" y="1518499"/>
            <a:ext cx="274320" cy="274320"/>
          </a:xfrm>
          <a:prstGeom prst="rect">
            <a:avLst/>
          </a:prstGeom>
        </p:spPr>
      </p:pic>
      <p:pic>
        <p:nvPicPr>
          <p:cNvPr id="157" name="Graphic 156" descr="Clapper board outline">
            <a:extLst>
              <a:ext uri="{FF2B5EF4-FFF2-40B4-BE49-F238E27FC236}">
                <a16:creationId xmlns:a16="http://schemas.microsoft.com/office/drawing/2014/main" id="{A438E901-5FD7-0A73-BED0-CB782EB239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7879" y="1518499"/>
            <a:ext cx="274320" cy="274320"/>
          </a:xfrm>
          <a:prstGeom prst="rect">
            <a:avLst/>
          </a:prstGeom>
        </p:spPr>
      </p:pic>
      <p:pic>
        <p:nvPicPr>
          <p:cNvPr id="158" name="Graphic 157" descr="Clapper board outline">
            <a:extLst>
              <a:ext uri="{FF2B5EF4-FFF2-40B4-BE49-F238E27FC236}">
                <a16:creationId xmlns:a16="http://schemas.microsoft.com/office/drawing/2014/main" id="{407D5EB7-0B1C-A020-B0FF-8719BE3D7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6627" y="1518499"/>
            <a:ext cx="274320" cy="274320"/>
          </a:xfrm>
          <a:prstGeom prst="rect">
            <a:avLst/>
          </a:prstGeom>
        </p:spPr>
      </p:pic>
      <p:pic>
        <p:nvPicPr>
          <p:cNvPr id="159" name="Graphic 158" descr="Newspaper outline">
            <a:extLst>
              <a:ext uri="{FF2B5EF4-FFF2-40B4-BE49-F238E27FC236}">
                <a16:creationId xmlns:a16="http://schemas.microsoft.com/office/drawing/2014/main" id="{30FE5368-0208-E5FD-95BB-7E316D484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6985" y="1518499"/>
            <a:ext cx="274320" cy="274320"/>
          </a:xfrm>
          <a:prstGeom prst="rect">
            <a:avLst/>
          </a:prstGeom>
        </p:spPr>
      </p:pic>
      <p:pic>
        <p:nvPicPr>
          <p:cNvPr id="160" name="Graphic 159" descr="Clapper board outline">
            <a:extLst>
              <a:ext uri="{FF2B5EF4-FFF2-40B4-BE49-F238E27FC236}">
                <a16:creationId xmlns:a16="http://schemas.microsoft.com/office/drawing/2014/main" id="{5C57CEE4-F2E6-6F76-4301-04C95816C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7298" y="1518499"/>
            <a:ext cx="274320" cy="274320"/>
          </a:xfrm>
          <a:prstGeom prst="rect">
            <a:avLst/>
          </a:prstGeom>
        </p:spPr>
      </p:pic>
      <p:pic>
        <p:nvPicPr>
          <p:cNvPr id="161" name="Graphic 160" descr="Clapper board outline">
            <a:extLst>
              <a:ext uri="{FF2B5EF4-FFF2-40B4-BE49-F238E27FC236}">
                <a16:creationId xmlns:a16="http://schemas.microsoft.com/office/drawing/2014/main" id="{792F379F-72AE-B6C2-AE81-E7978F601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6046" y="1518499"/>
            <a:ext cx="274320" cy="274320"/>
          </a:xfrm>
          <a:prstGeom prst="rect">
            <a:avLst/>
          </a:prstGeom>
        </p:spPr>
      </p:pic>
      <p:pic>
        <p:nvPicPr>
          <p:cNvPr id="162" name="Graphic 161" descr="Newspaper outline">
            <a:extLst>
              <a:ext uri="{FF2B5EF4-FFF2-40B4-BE49-F238E27FC236}">
                <a16:creationId xmlns:a16="http://schemas.microsoft.com/office/drawing/2014/main" id="{04ACBAE4-E7BD-5E34-5686-DAC8D60B4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8196" y="1518499"/>
            <a:ext cx="274320" cy="274320"/>
          </a:xfrm>
          <a:prstGeom prst="rect">
            <a:avLst/>
          </a:prstGeom>
        </p:spPr>
      </p:pic>
      <p:pic>
        <p:nvPicPr>
          <p:cNvPr id="163" name="Graphic 162" descr="Clapper board outline">
            <a:extLst>
              <a:ext uri="{FF2B5EF4-FFF2-40B4-BE49-F238E27FC236}">
                <a16:creationId xmlns:a16="http://schemas.microsoft.com/office/drawing/2014/main" id="{7D63D923-9891-3062-D592-37987921F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509" y="1518499"/>
            <a:ext cx="274320" cy="274320"/>
          </a:xfrm>
          <a:prstGeom prst="rect">
            <a:avLst/>
          </a:prstGeom>
        </p:spPr>
      </p:pic>
      <p:pic>
        <p:nvPicPr>
          <p:cNvPr id="164" name="Graphic 163" descr="Clapper board outline">
            <a:extLst>
              <a:ext uri="{FF2B5EF4-FFF2-40B4-BE49-F238E27FC236}">
                <a16:creationId xmlns:a16="http://schemas.microsoft.com/office/drawing/2014/main" id="{57E3B280-09AE-902D-30FF-9ED671206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7257" y="1518499"/>
            <a:ext cx="274320" cy="274320"/>
          </a:xfrm>
          <a:prstGeom prst="rect">
            <a:avLst/>
          </a:prstGeom>
        </p:spPr>
      </p:pic>
      <p:pic>
        <p:nvPicPr>
          <p:cNvPr id="165" name="Graphic 164" descr="Newspaper outline">
            <a:extLst>
              <a:ext uri="{FF2B5EF4-FFF2-40B4-BE49-F238E27FC236}">
                <a16:creationId xmlns:a16="http://schemas.microsoft.com/office/drawing/2014/main" id="{B61DFF23-CC25-8E1A-1247-0DC7DCDEB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9407" y="1518499"/>
            <a:ext cx="274320" cy="274320"/>
          </a:xfrm>
          <a:prstGeom prst="rect">
            <a:avLst/>
          </a:prstGeom>
        </p:spPr>
      </p:pic>
      <p:pic>
        <p:nvPicPr>
          <p:cNvPr id="166" name="Graphic 165" descr="Clapper board outline">
            <a:extLst>
              <a:ext uri="{FF2B5EF4-FFF2-40B4-BE49-F238E27FC236}">
                <a16:creationId xmlns:a16="http://schemas.microsoft.com/office/drawing/2014/main" id="{DBDFE0D6-CABC-EDFD-0DC1-21D973750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9720" y="1518499"/>
            <a:ext cx="274320" cy="274320"/>
          </a:xfrm>
          <a:prstGeom prst="rect">
            <a:avLst/>
          </a:prstGeom>
        </p:spPr>
      </p:pic>
      <p:pic>
        <p:nvPicPr>
          <p:cNvPr id="167" name="Graphic 166" descr="Clapper board outline">
            <a:extLst>
              <a:ext uri="{FF2B5EF4-FFF2-40B4-BE49-F238E27FC236}">
                <a16:creationId xmlns:a16="http://schemas.microsoft.com/office/drawing/2014/main" id="{20F4E0F6-519C-5C3E-8FD3-E3260F8D9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68468" y="1518499"/>
            <a:ext cx="274320" cy="274320"/>
          </a:xfrm>
          <a:prstGeom prst="rect">
            <a:avLst/>
          </a:prstGeom>
        </p:spPr>
      </p:pic>
      <p:sp>
        <p:nvSpPr>
          <p:cNvPr id="128" name="Arrow: Pentagon 41">
            <a:extLst>
              <a:ext uri="{FF2B5EF4-FFF2-40B4-BE49-F238E27FC236}">
                <a16:creationId xmlns:a16="http://schemas.microsoft.com/office/drawing/2014/main" id="{7A322BE0-4246-D9A5-BD14-1717200C3275}"/>
              </a:ext>
            </a:extLst>
          </p:cNvPr>
          <p:cNvSpPr/>
          <p:nvPr/>
        </p:nvSpPr>
        <p:spPr>
          <a:xfrm>
            <a:off x="4058559" y="3741432"/>
            <a:ext cx="7680960" cy="155447"/>
          </a:xfrm>
          <a:prstGeom prst="chevron">
            <a:avLst/>
          </a:prstGeom>
          <a:solidFill>
            <a:srgbClr val="4D4D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Execução do Plano de Comunicação</a:t>
            </a:r>
          </a:p>
        </p:txBody>
      </p:sp>
      <p:pic>
        <p:nvPicPr>
          <p:cNvPr id="151" name="Graphic 150" descr="Clapper board outline">
            <a:extLst>
              <a:ext uri="{FF2B5EF4-FFF2-40B4-BE49-F238E27FC236}">
                <a16:creationId xmlns:a16="http://schemas.microsoft.com/office/drawing/2014/main" id="{EA788573-DE9C-6806-96E4-116F26B3C3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179" y="1518499"/>
            <a:ext cx="274320" cy="274320"/>
          </a:xfrm>
          <a:prstGeom prst="rect">
            <a:avLst/>
          </a:prstGeom>
        </p:spPr>
      </p:pic>
      <p:sp>
        <p:nvSpPr>
          <p:cNvPr id="237" name="Arrow: Pentagon 41">
            <a:extLst>
              <a:ext uri="{FF2B5EF4-FFF2-40B4-BE49-F238E27FC236}">
                <a16:creationId xmlns:a16="http://schemas.microsoft.com/office/drawing/2014/main" id="{21463DD6-008D-E3A7-F69C-5B431E0A0665}"/>
              </a:ext>
            </a:extLst>
          </p:cNvPr>
          <p:cNvSpPr/>
          <p:nvPr/>
        </p:nvSpPr>
        <p:spPr>
          <a:xfrm>
            <a:off x="4990127" y="1841361"/>
            <a:ext cx="1554480" cy="182880"/>
          </a:xfrm>
          <a:prstGeom prst="homePlate">
            <a:avLst/>
          </a:prstGeom>
          <a:solidFill>
            <a:srgbClr val="4D4D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Página + Comunicação Visual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5DEDB37-246C-47CD-F888-379565118F3E}"/>
              </a:ext>
            </a:extLst>
          </p:cNvPr>
          <p:cNvSpPr txBox="1"/>
          <p:nvPr/>
        </p:nvSpPr>
        <p:spPr>
          <a:xfrm>
            <a:off x="7540196" y="4310675"/>
            <a:ext cx="1219338" cy="338554"/>
          </a:xfrm>
          <a:prstGeom prst="rect">
            <a:avLst/>
          </a:prstGeom>
          <a:solidFill>
            <a:srgbClr val="DFE8F0"/>
          </a:solidFill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Change Readiness Assessment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3BB7BBC6-60C5-F209-80C2-25EAE15DD3C7}"/>
              </a:ext>
            </a:extLst>
          </p:cNvPr>
          <p:cNvSpPr/>
          <p:nvPr/>
        </p:nvSpPr>
        <p:spPr>
          <a:xfrm>
            <a:off x="7410544" y="4369611"/>
            <a:ext cx="182880" cy="18288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0" name="Arrow: Pentagon 41">
            <a:extLst>
              <a:ext uri="{FF2B5EF4-FFF2-40B4-BE49-F238E27FC236}">
                <a16:creationId xmlns:a16="http://schemas.microsoft.com/office/drawing/2014/main" id="{F5619C2C-D5B0-9A9D-4279-C01DF1CF475E}"/>
              </a:ext>
            </a:extLst>
          </p:cNvPr>
          <p:cNvSpPr/>
          <p:nvPr/>
        </p:nvSpPr>
        <p:spPr>
          <a:xfrm>
            <a:off x="7877327" y="4773193"/>
            <a:ext cx="1920240" cy="158496"/>
          </a:xfrm>
          <a:prstGeom prst="chevron">
            <a:avLst/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Acompanhamento do Plano de Mitigação</a:t>
            </a:r>
          </a:p>
        </p:txBody>
      </p:sp>
      <p:sp>
        <p:nvSpPr>
          <p:cNvPr id="112" name="Arrow: Chevron 111">
            <a:extLst>
              <a:ext uri="{FF2B5EF4-FFF2-40B4-BE49-F238E27FC236}">
                <a16:creationId xmlns:a16="http://schemas.microsoft.com/office/drawing/2014/main" id="{A5671144-A539-1116-88A6-FA237D6E524F}"/>
              </a:ext>
            </a:extLst>
          </p:cNvPr>
          <p:cNvSpPr/>
          <p:nvPr/>
        </p:nvSpPr>
        <p:spPr>
          <a:xfrm>
            <a:off x="6927154" y="5067460"/>
            <a:ext cx="957010" cy="182880"/>
          </a:xfrm>
          <a:prstGeom prst="chevron">
            <a:avLst/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Currículo de Treinamento</a:t>
            </a:r>
          </a:p>
        </p:txBody>
      </p:sp>
      <p:sp>
        <p:nvSpPr>
          <p:cNvPr id="113" name="Arrow: Pentagon 112">
            <a:extLst>
              <a:ext uri="{FF2B5EF4-FFF2-40B4-BE49-F238E27FC236}">
                <a16:creationId xmlns:a16="http://schemas.microsoft.com/office/drawing/2014/main" id="{FB4BF495-5240-E498-AF9E-75416BF830AC}"/>
              </a:ext>
            </a:extLst>
          </p:cNvPr>
          <p:cNvSpPr/>
          <p:nvPr/>
        </p:nvSpPr>
        <p:spPr>
          <a:xfrm>
            <a:off x="6926303" y="5335271"/>
            <a:ext cx="953718" cy="182880"/>
          </a:xfrm>
          <a:prstGeom prst="homePlate">
            <a:avLst/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Agenda de Treinamento</a:t>
            </a:r>
          </a:p>
        </p:txBody>
      </p:sp>
      <p:sp>
        <p:nvSpPr>
          <p:cNvPr id="108" name="Arrow: Pentagon 41">
            <a:extLst>
              <a:ext uri="{FF2B5EF4-FFF2-40B4-BE49-F238E27FC236}">
                <a16:creationId xmlns:a16="http://schemas.microsoft.com/office/drawing/2014/main" id="{B8FD61A4-62D8-CC81-04ED-B1634C56E8CE}"/>
              </a:ext>
            </a:extLst>
          </p:cNvPr>
          <p:cNvSpPr/>
          <p:nvPr/>
        </p:nvSpPr>
        <p:spPr>
          <a:xfrm>
            <a:off x="5881345" y="4538136"/>
            <a:ext cx="1463040" cy="155448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Matriz de Impacto</a:t>
            </a:r>
          </a:p>
        </p:txBody>
      </p:sp>
      <p:sp>
        <p:nvSpPr>
          <p:cNvPr id="109" name="Arrow: Pentagon 41">
            <a:extLst>
              <a:ext uri="{FF2B5EF4-FFF2-40B4-BE49-F238E27FC236}">
                <a16:creationId xmlns:a16="http://schemas.microsoft.com/office/drawing/2014/main" id="{00E5A06A-3702-7CD1-7F98-3F51F8BD2012}"/>
              </a:ext>
            </a:extLst>
          </p:cNvPr>
          <p:cNvSpPr/>
          <p:nvPr/>
        </p:nvSpPr>
        <p:spPr>
          <a:xfrm>
            <a:off x="5959783" y="4773193"/>
            <a:ext cx="1920240" cy="158496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Mitigação</a:t>
            </a:r>
          </a:p>
        </p:txBody>
      </p:sp>
      <p:sp>
        <p:nvSpPr>
          <p:cNvPr id="111" name="Arrow: Pentagon 41">
            <a:extLst>
              <a:ext uri="{FF2B5EF4-FFF2-40B4-BE49-F238E27FC236}">
                <a16:creationId xmlns:a16="http://schemas.microsoft.com/office/drawing/2014/main" id="{8D933747-5462-3DC9-68C5-CD100AD552E0}"/>
              </a:ext>
            </a:extLst>
          </p:cNvPr>
          <p:cNvSpPr/>
          <p:nvPr/>
        </p:nvSpPr>
        <p:spPr>
          <a:xfrm>
            <a:off x="5959783" y="5067460"/>
            <a:ext cx="955276" cy="18288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Estratégia de Treinamento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935DC967-B0A2-DCF8-CB14-F2324CF74AF2}"/>
              </a:ext>
            </a:extLst>
          </p:cNvPr>
          <p:cNvGrpSpPr/>
          <p:nvPr/>
        </p:nvGrpSpPr>
        <p:grpSpPr>
          <a:xfrm>
            <a:off x="7947244" y="1582335"/>
            <a:ext cx="883575" cy="5309652"/>
            <a:chOff x="2158786" y="1504831"/>
            <a:chExt cx="883575" cy="5309652"/>
          </a:xfrm>
        </p:grpSpPr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D6AA8E2C-8254-8F2E-5165-07CC625DFBBF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9" name="Straight Connector 4">
              <a:extLst>
                <a:ext uri="{FF2B5EF4-FFF2-40B4-BE49-F238E27FC236}">
                  <a16:creationId xmlns:a16="http://schemas.microsoft.com/office/drawing/2014/main" id="{879B0E0C-EB08-CEF1-A727-85FEA2CA9390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rgbClr val="92D050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62991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E0F9BDE3-C23B-E4C5-237B-6E788D0F24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BDE3-C23B-E4C5-237B-6E788D0F2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1A3CE4-BC8F-FD16-70A0-D395576CC8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5DA354-7CC6-4922-0C64-2D6E3517B9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-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F538A716-7BEB-3DB5-0082-293D2872E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589444"/>
              </p:ext>
            </p:extLst>
          </p:nvPr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4B9B41-D3A5-F11A-DFBB-B07539A0B876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59893DC0-89C8-771C-7542-ECC95624235E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AEBA041B-CA99-02D5-B7AE-4BC90253685D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DED72AB7-E9D8-F7D7-98BB-A043CCB17B03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2FE3680F-D8AD-8359-CCF5-FC9755514145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5E708CD2-215C-2655-B04C-626854068553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B90C6095-9853-98AB-B8C1-2C38C8777A4E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B1BF725B-1EDC-3C1B-D616-33AD45A387D2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A1BD685-ADA8-08D5-9428-00E268847F66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4D8CF153-9786-24BF-7358-5E333352AA7B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82811C05-0615-C83C-D7D5-B924E6614672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E40F2312-7CCA-87EE-03D1-26BAEDA74C0D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1B8C13A9-48BC-3E5A-EC4B-2E0B8158A051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D7C75813-2DB3-7AF6-C312-60EF62283DA3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B4E80F37-3032-ACE1-5E36-75294FA3B04C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3C0EC296-47F5-43AB-EF30-530FC3E6346D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000" noProof="0">
                <a:latin typeface="Arial Nova Cond" panose="020B0506020202020204" pitchFamily="34" charset="0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490410CC-8D1F-5E89-918D-4C9C5656D255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475461EA-03C1-8E3C-FC01-62AD99F4B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CA7C8D49-B749-433E-7115-4E34456D6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697F8434-7EAF-8143-ED37-0DAFFC53AE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D6483E2E-B62D-A5B4-1DAA-C16162244F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5CE3CBD1-5399-5C93-8F1F-4795516E3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DF4BCAA7-66C6-B83F-B171-9CDF33DEB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B85D40FA-E142-B540-DDED-7C2A85953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21A67F6B-81A6-DBFB-37E4-C1F1898AE0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5042FF0D-1900-B6CF-CDB5-CFE330860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D0A7142E-766E-5A97-6764-B145F338C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043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E0F9BDE3-C23B-E4C5-237B-6E788D0F24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748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BDE3-C23B-E4C5-237B-6E788D0F2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B4EF2A-B7C7-1CA0-AF33-3632790409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65</a:t>
            </a:fld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1A3CE4-BC8F-FD16-70A0-D395576CC8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EB29BE5-BDE0-AD04-373C-7525E29B76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5DA354-7CC6-4922-0C64-2D6E3517B9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F538A716-7BEB-3DB5-0082-293D2872E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914969"/>
              </p:ext>
            </p:extLst>
          </p:nvPr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rgbClr val="1F2A35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rgbClr val="1F2A35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4B9B41-D3A5-F11A-DFBB-B07539A0B876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51FBF6-8F4B-BA72-3677-C8F261A0086A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E4100A-5D79-DB00-138E-9A38341D5142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59893DC0-89C8-771C-7542-ECC95624235E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AEBA041B-CA99-02D5-B7AE-4BC90253685D}"/>
              </a:ext>
            </a:extLst>
          </p:cNvPr>
          <p:cNvSpPr/>
          <p:nvPr/>
        </p:nvSpPr>
        <p:spPr bwMode="auto">
          <a:xfrm>
            <a:off x="6460964" y="4540967"/>
            <a:ext cx="81359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34E4DB5C-2FBD-E7D2-8E9D-DA1AB27D55F6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DED72AB7-E9D8-F7D7-98BB-A043CCB17B03}"/>
              </a:ext>
            </a:extLst>
          </p:cNvPr>
          <p:cNvGrpSpPr/>
          <p:nvPr/>
        </p:nvGrpSpPr>
        <p:grpSpPr>
          <a:xfrm>
            <a:off x="4652646" y="1693945"/>
            <a:ext cx="883575" cy="5096827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2FE3680F-D8AD-8359-CCF5-FC9755514145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5E708CD2-215C-2655-B04C-626854068553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B90C6095-9853-98AB-B8C1-2C38C8777A4E}"/>
              </a:ext>
            </a:extLst>
          </p:cNvPr>
          <p:cNvSpPr/>
          <p:nvPr/>
        </p:nvSpPr>
        <p:spPr bwMode="auto">
          <a:xfrm>
            <a:off x="4566468" y="3493536"/>
            <a:ext cx="1600647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B1BF725B-1EDC-3C1B-D616-33AD45A387D2}"/>
              </a:ext>
            </a:extLst>
          </p:cNvPr>
          <p:cNvSpPr/>
          <p:nvPr/>
        </p:nvSpPr>
        <p:spPr bwMode="auto">
          <a:xfrm>
            <a:off x="4566467" y="2978087"/>
            <a:ext cx="1011365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BB937FEA-BA1F-2FC4-E0DE-E3854648EA30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A1BD685-ADA8-08D5-9428-00E268847F66}"/>
              </a:ext>
            </a:extLst>
          </p:cNvPr>
          <p:cNvSpPr/>
          <p:nvPr/>
        </p:nvSpPr>
        <p:spPr bwMode="auto">
          <a:xfrm>
            <a:off x="4566468" y="2430992"/>
            <a:ext cx="1433011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4D8CF153-9786-24BF-7358-5E333352AA7B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0E9E8C41-E29F-4E03-1BBC-1861BF0E9C6C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6850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282532-ADFA-F05F-FFA6-3D66C44E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A4C97BD5-02FB-E09F-BFE7-4AF72CCD297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C97BD5-02FB-E09F-BFE7-4AF72CCD29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510B5F-1ACC-2ED7-0465-F55EE6C2B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62139" y="6249078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AF80523-E9C2-B38E-37E3-79426E82B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E1BC55-D9DD-306D-EEB7-F84A39544C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0D3A29-F89B-BB39-D32C-F62035082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30314"/>
              </p:ext>
            </p:extLst>
          </p:nvPr>
        </p:nvGraphicFramePr>
        <p:xfrm>
          <a:off x="469562" y="1184522"/>
          <a:ext cx="11251288" cy="4997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29423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Realização do </a:t>
                      </a:r>
                      <a:r>
                        <a:rPr lang="pt-BR" sz="1100" b="0" err="1">
                          <a:solidFill>
                            <a:schemeClr val="tx1"/>
                          </a:solidFill>
                          <a:latin typeface="Arial Nova Cond"/>
                        </a:rPr>
                        <a:t>kick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 off da etapa de Operação Assistida com a FE e DTA-TI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15/07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Detalhamento do cronograma da operação assistida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Cronograma disponibilizado na pasta compartilhada do Teams em 17/07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767517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Agendamento do Workshop para </a:t>
                      </a: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das Gerencias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(com todos os gerentes, líderes das comunidades)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Agendado para 04 e 05/08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com a FEN, FEL e FER para a realocação de processos, que não pertencem à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realizadas: FEL 17/07, FER 22/07 e FEN 23/07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das demandas que estão sendo direcionadas para as comunidades e inventário das ferramentas de suporte utilizadas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Data Request </a:t>
                      </a: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na pasta compartilhada do Teams em 17/07 com retorno até dia 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das demandas direcionadas para as comunidades e definição de plano de ação preliminar para as iniciativas aplicáveis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29/07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95870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Construção do material do Workshop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para </a:t>
                      </a: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 os gerentes e líderes das comunidades de entrega e técnica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29/07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Agendar prévia do material com Marcelo e FEG até dia 31/07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264634"/>
                  </a:ext>
                </a:extLst>
              </a:tr>
              <a:tr h="429423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Retorno dos comunicados para DPL e para todo ONS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23/07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Primeiro boletim semanal enviado em 23/07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Revis</a:t>
                      </a:r>
                      <a:r>
                        <a:rPr lang="pt-BR" sz="1100" b="0" err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ão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 do plano de comunicação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Reestruturação da estratégia para Rede da Mudança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Validação da estratégia da Rede da Mudança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30/07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DF92EE7-6374-A845-84E8-1DD412D31A77}"/>
              </a:ext>
            </a:extLst>
          </p:cNvPr>
          <p:cNvSpPr/>
          <p:nvPr/>
        </p:nvSpPr>
        <p:spPr>
          <a:xfrm>
            <a:off x="6913373" y="6187157"/>
            <a:ext cx="4799706" cy="4699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5721CE-71F4-15F2-0944-39CA48E20700}"/>
              </a:ext>
            </a:extLst>
          </p:cNvPr>
          <p:cNvGrpSpPr/>
          <p:nvPr/>
        </p:nvGrpSpPr>
        <p:grpSpPr>
          <a:xfrm>
            <a:off x="8804782" y="6298329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2BFA244-4076-13DA-23A5-6E96BD7F1B3B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23388660-5B86-0F4E-C8A0-EB2CC5DAE188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E0FE9952-6EB3-B43D-8323-136046DE6BB4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50E5E06-65DA-FC54-7F44-E68627566B70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E74703-865D-4A68-77B2-088D2E2A348C}"/>
              </a:ext>
            </a:extLst>
          </p:cNvPr>
          <p:cNvGrpSpPr/>
          <p:nvPr/>
        </p:nvGrpSpPr>
        <p:grpSpPr>
          <a:xfrm>
            <a:off x="10867135" y="6298329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F654866-D0C1-71A5-2CE9-CE184733111C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DF99FB3-07D5-6106-9884-784EF878F5D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F9A0DF-1A1F-4085-CBE1-4071BC8B718B}"/>
              </a:ext>
            </a:extLst>
          </p:cNvPr>
          <p:cNvGrpSpPr/>
          <p:nvPr/>
        </p:nvGrpSpPr>
        <p:grpSpPr>
          <a:xfrm>
            <a:off x="9957155" y="6298329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FB7BE21-E7FB-F429-BD4B-7C4CB934E42F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1069C13-0617-EA37-78F3-D23580931370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AD870D96-9984-12B0-5CC8-61078757A879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C7769D-EA3D-9BB7-9400-D484FB26DDB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682A0D52-B10A-2E04-D4D3-C2EDA6B92C6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60323" y="6299044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16C9B0-72D1-7125-4EE0-774FE14F6791}"/>
              </a:ext>
            </a:extLst>
          </p:cNvPr>
          <p:cNvGrpSpPr/>
          <p:nvPr/>
        </p:nvGrpSpPr>
        <p:grpSpPr>
          <a:xfrm>
            <a:off x="8060435" y="3732525"/>
            <a:ext cx="183822" cy="187325"/>
            <a:chOff x="2336800" y="6319552"/>
            <a:chExt cx="187325" cy="18732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6C4B48-77B5-A3D5-F870-018FC85D490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682D4EF9-0E51-B915-611E-0FBBE9EA4F0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6B32D3-CC28-369B-3FF1-4C17D08A6807}"/>
              </a:ext>
            </a:extLst>
          </p:cNvPr>
          <p:cNvGrpSpPr/>
          <p:nvPr/>
        </p:nvGrpSpPr>
        <p:grpSpPr>
          <a:xfrm>
            <a:off x="8060435" y="3258421"/>
            <a:ext cx="183822" cy="187325"/>
            <a:chOff x="2336800" y="6319552"/>
            <a:chExt cx="187325" cy="18732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FB2C663-2394-4E18-51E3-F44365563ACE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18BA733F-6FAB-DA50-1534-268D71A25782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CEE8935-7E68-1DC7-4D58-2D4DD6503E53}"/>
              </a:ext>
            </a:extLst>
          </p:cNvPr>
          <p:cNvGrpSpPr/>
          <p:nvPr/>
        </p:nvGrpSpPr>
        <p:grpSpPr>
          <a:xfrm>
            <a:off x="8060435" y="4145672"/>
            <a:ext cx="183822" cy="187325"/>
            <a:chOff x="2336800" y="6319552"/>
            <a:chExt cx="187325" cy="1873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6C3C8A1-FB31-A188-927A-F41EE4868AB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5B98B4F2-E314-FF02-7D23-22E0E8464D5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35208628-48E7-DF7D-EBC4-227A98F5E673}"/>
              </a:ext>
            </a:extLst>
          </p:cNvPr>
          <p:cNvSpPr/>
          <p:nvPr/>
        </p:nvSpPr>
        <p:spPr bwMode="auto">
          <a:xfrm>
            <a:off x="8060435" y="199765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936DF8C-89B4-4EA5-31B0-3DE6465BF819}"/>
              </a:ext>
            </a:extLst>
          </p:cNvPr>
          <p:cNvGrpSpPr/>
          <p:nvPr/>
        </p:nvGrpSpPr>
        <p:grpSpPr>
          <a:xfrm>
            <a:off x="8060435" y="5450933"/>
            <a:ext cx="183822" cy="187325"/>
            <a:chOff x="2336800" y="6319552"/>
            <a:chExt cx="187325" cy="18732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40922EA-B090-68A3-1DC3-945F9D0336C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05C62DF-A3BB-4823-B487-364731BEE2A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A82EDECF-B416-D576-7266-3212E201D16E}"/>
              </a:ext>
            </a:extLst>
          </p:cNvPr>
          <p:cNvSpPr/>
          <p:nvPr/>
        </p:nvSpPr>
        <p:spPr bwMode="auto">
          <a:xfrm>
            <a:off x="8060435" y="5879439"/>
            <a:ext cx="183822" cy="18732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BA6811E-1905-9A71-1C90-E0ACDF21FFA7}"/>
              </a:ext>
            </a:extLst>
          </p:cNvPr>
          <p:cNvGrpSpPr/>
          <p:nvPr/>
        </p:nvGrpSpPr>
        <p:grpSpPr>
          <a:xfrm>
            <a:off x="7725050" y="6298329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7172534-734C-8BDC-4C9E-F744E74E1443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97FBAB7-B969-5526-FAAF-D986788E1ECB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31" name="Oval 34">
            <a:extLst>
              <a:ext uri="{FF2B5EF4-FFF2-40B4-BE49-F238E27FC236}">
                <a16:creationId xmlns:a16="http://schemas.microsoft.com/office/drawing/2014/main" id="{B2888D9A-71A9-2C02-23C6-B125D1F896F5}"/>
              </a:ext>
            </a:extLst>
          </p:cNvPr>
          <p:cNvSpPr/>
          <p:nvPr/>
        </p:nvSpPr>
        <p:spPr bwMode="auto">
          <a:xfrm>
            <a:off x="8060435" y="159368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35989FAC-A60E-4B85-2F0F-06AC42EEE34C}"/>
              </a:ext>
            </a:extLst>
          </p:cNvPr>
          <p:cNvSpPr/>
          <p:nvPr/>
        </p:nvSpPr>
        <p:spPr bwMode="auto">
          <a:xfrm>
            <a:off x="8060435" y="241080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Oval 34">
            <a:extLst>
              <a:ext uri="{FF2B5EF4-FFF2-40B4-BE49-F238E27FC236}">
                <a16:creationId xmlns:a16="http://schemas.microsoft.com/office/drawing/2014/main" id="{4F75C52A-0279-E1D7-67A1-21215E7421D6}"/>
              </a:ext>
            </a:extLst>
          </p:cNvPr>
          <p:cNvSpPr/>
          <p:nvPr/>
        </p:nvSpPr>
        <p:spPr bwMode="auto">
          <a:xfrm>
            <a:off x="8060435" y="287281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Oval 34">
            <a:extLst>
              <a:ext uri="{FF2B5EF4-FFF2-40B4-BE49-F238E27FC236}">
                <a16:creationId xmlns:a16="http://schemas.microsoft.com/office/drawing/2014/main" id="{04E3E23E-671D-F457-3AB8-E9EA849FAB55}"/>
              </a:ext>
            </a:extLst>
          </p:cNvPr>
          <p:cNvSpPr/>
          <p:nvPr/>
        </p:nvSpPr>
        <p:spPr bwMode="auto">
          <a:xfrm>
            <a:off x="8060435" y="4581654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446816F-F993-8074-12EB-1B47AE505746}"/>
              </a:ext>
            </a:extLst>
          </p:cNvPr>
          <p:cNvGrpSpPr/>
          <p:nvPr/>
        </p:nvGrpSpPr>
        <p:grpSpPr>
          <a:xfrm>
            <a:off x="8060435" y="5021627"/>
            <a:ext cx="183822" cy="187325"/>
            <a:chOff x="2336800" y="6319552"/>
            <a:chExt cx="187325" cy="18732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58BB7BD-DD63-2064-6F16-23043E24FCC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7F9FB3C3-AAB8-0510-D5D2-4FE735F95451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24475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960A5-C139-004B-04CD-4582A90D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2E52A7-853F-8C52-44CB-7EAF4983962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2E52A7-853F-8C52-44CB-7EAF49839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29AC6F-51A5-72E4-4C78-440E76505A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67</a:t>
            </a:fld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46EE283-2349-0341-7C9F-C345EC0231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Detalhamento da etapa de operação assistida</a:t>
            </a:r>
            <a:endParaRPr lang="pt-BR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CA288CB-D239-EDFD-FFB6-36CDD2E8E5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B8FF73-A6C2-8CC2-34EB-1B6BC06030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73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925000-E25B-AEEC-7100-A3558794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hink-cell data - do not delete" hidden="1">
            <a:extLst>
              <a:ext uri="{FF2B5EF4-FFF2-40B4-BE49-F238E27FC236}">
                <a16:creationId xmlns:a16="http://schemas.microsoft.com/office/drawing/2014/main" id="{3C3AF6B6-431B-8A39-27D1-92540071C9B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3AF6B6-431B-8A39-27D1-92540071C9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0DE1D9-BB53-E493-69CB-8FCE998A2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BBD17-7B3F-6227-A39F-8B665370DB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9C7909-060B-D870-723E-D287509FA4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noProof="0"/>
              <a:t>A Operação Assistida está organizada em 3 grandes frentes de trabalho, além da gestão e monitoramento durante todo o tempo de projeto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B7238E4-7349-E7E6-1E05-431C7B84D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B8EE0B95-671B-76F0-1EE1-FC7B62DAE6A7}"/>
              </a:ext>
            </a:extLst>
          </p:cNvPr>
          <p:cNvSpPr/>
          <p:nvPr/>
        </p:nvSpPr>
        <p:spPr>
          <a:xfrm>
            <a:off x="466663" y="2313595"/>
            <a:ext cx="3201569" cy="3767762"/>
          </a:xfrm>
          <a:prstGeom prst="roundRect">
            <a:avLst>
              <a:gd name="adj" fmla="val 2182"/>
            </a:avLst>
          </a:prstGeom>
          <a:solidFill>
            <a:srgbClr val="EEF3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DE3A370D-4972-E4A2-8D37-D5A4C3DE7B79}"/>
              </a:ext>
            </a:extLst>
          </p:cNvPr>
          <p:cNvSpPr/>
          <p:nvPr/>
        </p:nvSpPr>
        <p:spPr>
          <a:xfrm>
            <a:off x="649544" y="4579880"/>
            <a:ext cx="26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Estruturação da Gerência Executiva FE, e das gerências FEG, FEL, FEN e FER, com detalhamento de escopo,  responsabilidades e governança.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DEE42B1E-601C-7AFA-846F-D3123C78C7C8}"/>
              </a:ext>
            </a:extLst>
          </p:cNvPr>
          <p:cNvSpPr/>
          <p:nvPr/>
        </p:nvSpPr>
        <p:spPr>
          <a:xfrm>
            <a:off x="8520451" y="2312157"/>
            <a:ext cx="3200400" cy="3769200"/>
          </a:xfrm>
          <a:prstGeom prst="roundRect">
            <a:avLst>
              <a:gd name="adj" fmla="val 2182"/>
            </a:avLst>
          </a:prstGeom>
          <a:solidFill>
            <a:srgbClr val="EEF3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2D4D7FF8-C34C-E007-5352-75E0CED5430E}"/>
              </a:ext>
            </a:extLst>
          </p:cNvPr>
          <p:cNvSpPr/>
          <p:nvPr/>
        </p:nvSpPr>
        <p:spPr>
          <a:xfrm>
            <a:off x="4495800" y="2312157"/>
            <a:ext cx="3200400" cy="3769200"/>
          </a:xfrm>
          <a:prstGeom prst="roundRect">
            <a:avLst>
              <a:gd name="adj" fmla="val 2182"/>
            </a:avLst>
          </a:prstGeom>
          <a:solidFill>
            <a:srgbClr val="EEF3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D50209F5-97A8-44ED-9C20-AD499E707B08}"/>
              </a:ext>
            </a:extLst>
          </p:cNvPr>
          <p:cNvSpPr/>
          <p:nvPr/>
        </p:nvSpPr>
        <p:spPr>
          <a:xfrm>
            <a:off x="8749052" y="4578442"/>
            <a:ext cx="26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Planejamento da capacitação para o novo modelo de operação e execução dos treinamentos conduzidos pela A&amp;M.</a:t>
            </a:r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D1C85B13-DC70-74E2-9930-C8F850E5CA69}"/>
              </a:ext>
            </a:extLst>
          </p:cNvPr>
          <p:cNvSpPr/>
          <p:nvPr/>
        </p:nvSpPr>
        <p:spPr>
          <a:xfrm>
            <a:off x="4724401" y="4579880"/>
            <a:ext cx="26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Estruturação do modelo e implantação das comunidades de entrega e técnicas, estabelecendo critérios e diretrizes para uma implantação padronizada e escalável.</a:t>
            </a:r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A9BD5676-6611-CD22-CA78-EE85596EDA76}"/>
              </a:ext>
            </a:extLst>
          </p:cNvPr>
          <p:cNvSpPr/>
          <p:nvPr/>
        </p:nvSpPr>
        <p:spPr>
          <a:xfrm>
            <a:off x="473731" y="1488443"/>
            <a:ext cx="11254186" cy="566928"/>
          </a:xfrm>
          <a:prstGeom prst="roundRect">
            <a:avLst>
              <a:gd name="adj" fmla="val 9677"/>
            </a:avLst>
          </a:prstGeom>
          <a:solidFill>
            <a:srgbClr val="002B4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19FB8088-FB42-70E8-3EE3-97673CBFC3D6}"/>
              </a:ext>
            </a:extLst>
          </p:cNvPr>
          <p:cNvSpPr/>
          <p:nvPr/>
        </p:nvSpPr>
        <p:spPr>
          <a:xfrm>
            <a:off x="1068091" y="1488443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Gestão e Monitoramento da Operação Assistida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3C308A3-CD13-42E7-E7A8-A76DCCC67E13}"/>
              </a:ext>
            </a:extLst>
          </p:cNvPr>
          <p:cNvCxnSpPr>
            <a:cxnSpLocks/>
          </p:cNvCxnSpPr>
          <p:nvPr/>
        </p:nvCxnSpPr>
        <p:spPr>
          <a:xfrm>
            <a:off x="0" y="3573517"/>
            <a:ext cx="1275955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1326B0E-25C3-1E60-1AD6-ACD5F492AA65}"/>
              </a:ext>
            </a:extLst>
          </p:cNvPr>
          <p:cNvGrpSpPr/>
          <p:nvPr/>
        </p:nvGrpSpPr>
        <p:grpSpPr>
          <a:xfrm>
            <a:off x="649543" y="2568189"/>
            <a:ext cx="10767321" cy="1793840"/>
            <a:chOff x="649543" y="2568189"/>
            <a:chExt cx="10767321" cy="1793840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43EDBC75-C1F3-85D9-1970-25910B03E4D6}"/>
                </a:ext>
              </a:extLst>
            </p:cNvPr>
            <p:cNvSpPr/>
            <p:nvPr/>
          </p:nvSpPr>
          <p:spPr>
            <a:xfrm>
              <a:off x="695264" y="2569627"/>
              <a:ext cx="566928" cy="566928"/>
            </a:xfrm>
            <a:prstGeom prst="ellipse">
              <a:avLst/>
            </a:prstGeom>
            <a:solidFill>
              <a:srgbClr val="002B49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2ACBC982-565B-00BD-6A7C-DC307D447571}"/>
                </a:ext>
              </a:extLst>
            </p:cNvPr>
            <p:cNvSpPr/>
            <p:nvPr/>
          </p:nvSpPr>
          <p:spPr>
            <a:xfrm>
              <a:off x="649544" y="3210740"/>
              <a:ext cx="135536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1" i="0" u="none" strike="noStrike" kern="0" cap="none" spc="100" normalizeH="0" baseline="0" noProof="0">
                  <a:ln>
                    <a:noFill/>
                  </a:ln>
                  <a:solidFill>
                    <a:srgbClr val="E87722"/>
                  </a:solidFill>
                  <a:effectLst/>
                  <a:uLnTx/>
                  <a:uFillTx/>
                  <a:latin typeface="Arial Nova Cond" panose="020B0506020202020204" pitchFamily="34" charset="0"/>
                  <a:ea typeface="Calibri" pitchFamily="34" charset="-122"/>
                  <a:cs typeface="Calibri" pitchFamily="34" charset="-120"/>
                </a:rPr>
                <a:t>Frente 1</a:t>
              </a: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87722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6CC001D7-361A-DADB-FACB-D1CB6AD77169}"/>
                </a:ext>
              </a:extLst>
            </p:cNvPr>
            <p:cNvSpPr/>
            <p:nvPr/>
          </p:nvSpPr>
          <p:spPr>
            <a:xfrm>
              <a:off x="649543" y="3767669"/>
              <a:ext cx="2667813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1E2761"/>
                  </a:solidFill>
                  <a:effectLst/>
                  <a:uLnTx/>
                  <a:uFillTx/>
                  <a:latin typeface="Arial Nova Cond" panose="020B0506020202020204" pitchFamily="34" charset="0"/>
                  <a:ea typeface="Calibri" pitchFamily="34" charset="-122"/>
                  <a:cs typeface="Calibri" pitchFamily="34" charset="-120"/>
                </a:rPr>
                <a:t>ESTRUTURAÇÃO DAS GERÊNCIAS E FÓRUNS DE GOVERNANÇA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Shape 8">
              <a:extLst>
                <a:ext uri="{FF2B5EF4-FFF2-40B4-BE49-F238E27FC236}">
                  <a16:creationId xmlns:a16="http://schemas.microsoft.com/office/drawing/2014/main" id="{AE0AB373-6E74-5620-38DE-A65691C27558}"/>
                </a:ext>
              </a:extLst>
            </p:cNvPr>
            <p:cNvSpPr/>
            <p:nvPr/>
          </p:nvSpPr>
          <p:spPr>
            <a:xfrm>
              <a:off x="8749051" y="2568189"/>
              <a:ext cx="566928" cy="566928"/>
            </a:xfrm>
            <a:prstGeom prst="ellipse">
              <a:avLst/>
            </a:prstGeom>
            <a:solidFill>
              <a:srgbClr val="002B49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Shape 13">
              <a:extLst>
                <a:ext uri="{FF2B5EF4-FFF2-40B4-BE49-F238E27FC236}">
                  <a16:creationId xmlns:a16="http://schemas.microsoft.com/office/drawing/2014/main" id="{089F412B-5F65-9EF6-3B5E-3065DEBDC268}"/>
                </a:ext>
              </a:extLst>
            </p:cNvPr>
            <p:cNvSpPr/>
            <p:nvPr/>
          </p:nvSpPr>
          <p:spPr>
            <a:xfrm>
              <a:off x="4724400" y="2568189"/>
              <a:ext cx="566928" cy="566928"/>
            </a:xfrm>
            <a:prstGeom prst="ellipse">
              <a:avLst/>
            </a:prstGeom>
            <a:solidFill>
              <a:srgbClr val="002B49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 4">
              <a:extLst>
                <a:ext uri="{FF2B5EF4-FFF2-40B4-BE49-F238E27FC236}">
                  <a16:creationId xmlns:a16="http://schemas.microsoft.com/office/drawing/2014/main" id="{6D84A7EC-9BAB-3F42-C4E1-873028F92D15}"/>
                </a:ext>
              </a:extLst>
            </p:cNvPr>
            <p:cNvSpPr/>
            <p:nvPr/>
          </p:nvSpPr>
          <p:spPr>
            <a:xfrm>
              <a:off x="8749052" y="3209302"/>
              <a:ext cx="135536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1" i="0" u="none" strike="noStrike" kern="0" cap="none" spc="100" normalizeH="0" baseline="0" noProof="0">
                  <a:ln>
                    <a:noFill/>
                  </a:ln>
                  <a:solidFill>
                    <a:srgbClr val="E87722"/>
                  </a:solidFill>
                  <a:effectLst/>
                  <a:uLnTx/>
                  <a:uFillTx/>
                  <a:latin typeface="Arial Nova Cond" panose="020B0506020202020204" pitchFamily="34" charset="0"/>
                  <a:ea typeface="Calibri" pitchFamily="34" charset="-122"/>
                  <a:cs typeface="Calibri" pitchFamily="34" charset="-120"/>
                </a:rPr>
                <a:t>Frente 3</a:t>
              </a: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87722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Text 5">
              <a:extLst>
                <a:ext uri="{FF2B5EF4-FFF2-40B4-BE49-F238E27FC236}">
                  <a16:creationId xmlns:a16="http://schemas.microsoft.com/office/drawing/2014/main" id="{737CD430-5B4B-8732-5B86-6BA3AC95BCAA}"/>
                </a:ext>
              </a:extLst>
            </p:cNvPr>
            <p:cNvSpPr/>
            <p:nvPr/>
          </p:nvSpPr>
          <p:spPr>
            <a:xfrm>
              <a:off x="8749051" y="3766231"/>
              <a:ext cx="2667813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1E2761"/>
                  </a:solidFill>
                  <a:effectLst/>
                  <a:uLnTx/>
                  <a:uFillTx/>
                  <a:latin typeface="Arial Nova Cond" panose="020B0506020202020204" pitchFamily="34" charset="0"/>
                  <a:ea typeface="Calibri" pitchFamily="34" charset="-122"/>
                  <a:cs typeface="Calibri" pitchFamily="34" charset="-120"/>
                </a:rPr>
                <a:t>PLANO DE CAPACITAÇÃO</a:t>
              </a:r>
            </a:p>
          </p:txBody>
        </p:sp>
        <p:sp>
          <p:nvSpPr>
            <p:cNvPr id="53" name="Text 4">
              <a:extLst>
                <a:ext uri="{FF2B5EF4-FFF2-40B4-BE49-F238E27FC236}">
                  <a16:creationId xmlns:a16="http://schemas.microsoft.com/office/drawing/2014/main" id="{753F6C51-8E6F-6565-ED1F-E7F7C16898C7}"/>
                </a:ext>
              </a:extLst>
            </p:cNvPr>
            <p:cNvSpPr/>
            <p:nvPr/>
          </p:nvSpPr>
          <p:spPr>
            <a:xfrm>
              <a:off x="4724401" y="3210740"/>
              <a:ext cx="135536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1" i="0" u="none" strike="noStrike" kern="0" cap="none" spc="100" normalizeH="0" baseline="0" noProof="0">
                  <a:ln>
                    <a:noFill/>
                  </a:ln>
                  <a:solidFill>
                    <a:srgbClr val="E87722"/>
                  </a:solidFill>
                  <a:effectLst/>
                  <a:uLnTx/>
                  <a:uFillTx/>
                  <a:latin typeface="Arial Nova Cond" panose="020B0506020202020204" pitchFamily="34" charset="0"/>
                  <a:ea typeface="Calibri" pitchFamily="34" charset="-122"/>
                  <a:cs typeface="Calibri" pitchFamily="34" charset="-120"/>
                </a:rPr>
                <a:t>Frente 2</a:t>
              </a: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87722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7915C2BA-FAF7-B93D-B880-10281ECA3248}"/>
                </a:ext>
              </a:extLst>
            </p:cNvPr>
            <p:cNvSpPr/>
            <p:nvPr/>
          </p:nvSpPr>
          <p:spPr>
            <a:xfrm>
              <a:off x="4724400" y="3767669"/>
              <a:ext cx="2667813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>
                  <a:ln>
                    <a:noFill/>
                  </a:ln>
                  <a:solidFill>
                    <a:srgbClr val="1E2761"/>
                  </a:solidFill>
                  <a:effectLst/>
                  <a:uLnTx/>
                  <a:uFillTx/>
                  <a:latin typeface="Arial Nova Cond" panose="020B0506020202020204" pitchFamily="34" charset="0"/>
                  <a:ea typeface="Calibri" pitchFamily="34" charset="-122"/>
                  <a:cs typeface="Calibri" pitchFamily="34" charset="-120"/>
                </a:rPr>
                <a:t>COMUNIDADES DE ENTREGA E TÉCNICAS</a:t>
              </a:r>
            </a:p>
          </p:txBody>
        </p:sp>
        <p:pic>
          <p:nvPicPr>
            <p:cNvPr id="4" name="Graphic 3" descr="Users with solid fill">
              <a:extLst>
                <a:ext uri="{FF2B5EF4-FFF2-40B4-BE49-F238E27FC236}">
                  <a16:creationId xmlns:a16="http://schemas.microsoft.com/office/drawing/2014/main" id="{D4D4B6D9-5D15-1111-4C67-6DE1641BBD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9064" y="2639208"/>
              <a:ext cx="417600" cy="417600"/>
            </a:xfrm>
            <a:prstGeom prst="rect">
              <a:avLst/>
            </a:prstGeom>
          </p:spPr>
        </p:pic>
        <p:pic>
          <p:nvPicPr>
            <p:cNvPr id="10" name="Graphic 9" descr="Open book with solid fill">
              <a:extLst>
                <a:ext uri="{FF2B5EF4-FFF2-40B4-BE49-F238E27FC236}">
                  <a16:creationId xmlns:a16="http://schemas.microsoft.com/office/drawing/2014/main" id="{1A9452AB-9DA3-3FBF-CB33-B1B0170D1F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23715" y="2637770"/>
              <a:ext cx="417600" cy="417600"/>
            </a:xfrm>
            <a:prstGeom prst="rect">
              <a:avLst/>
            </a:prstGeom>
          </p:spPr>
        </p:pic>
        <p:pic>
          <p:nvPicPr>
            <p:cNvPr id="12" name="Graphic 11" descr="Flowchart with solid fill">
              <a:extLst>
                <a:ext uri="{FF2B5EF4-FFF2-40B4-BE49-F238E27FC236}">
                  <a16:creationId xmlns:a16="http://schemas.microsoft.com/office/drawing/2014/main" id="{F563967D-6DFA-0E0D-D315-E756DBE6ED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9733" y="2639208"/>
              <a:ext cx="417600" cy="417600"/>
            </a:xfrm>
            <a:prstGeom prst="rect">
              <a:avLst/>
            </a:prstGeom>
          </p:spPr>
        </p:pic>
      </p:grpSp>
      <p:pic>
        <p:nvPicPr>
          <p:cNvPr id="14" name="Graphic 13" descr="Statistics with solid fill">
            <a:extLst>
              <a:ext uri="{FF2B5EF4-FFF2-40B4-BE49-F238E27FC236}">
                <a16:creationId xmlns:a16="http://schemas.microsoft.com/office/drawing/2014/main" id="{6628ECA5-FB46-C284-EC67-C80499CD94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2111" y="1571316"/>
            <a:ext cx="417600" cy="4176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E6DACB6-8203-12B4-1B4C-193CE59DFB8B}"/>
              </a:ext>
            </a:extLst>
          </p:cNvPr>
          <p:cNvSpPr/>
          <p:nvPr/>
        </p:nvSpPr>
        <p:spPr bwMode="auto">
          <a:xfrm>
            <a:off x="5533439" y="5996365"/>
            <a:ext cx="5149774" cy="209359"/>
          </a:xfrm>
          <a:prstGeom prst="roundRect">
            <a:avLst>
              <a:gd name="adj" fmla="val 50000"/>
            </a:avLst>
          </a:prstGeom>
          <a:solidFill>
            <a:srgbClr val="D97D2B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CONSTRUÇÃO EM CONJUNTO COM A </a:t>
            </a:r>
            <a:r>
              <a:rPr kumimoji="0" lang="pt-BR" sz="1600" b="1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DTA</a:t>
            </a:r>
          </a:p>
        </p:txBody>
      </p:sp>
    </p:spTree>
    <p:extLst>
      <p:ext uri="{BB962C8B-B14F-4D97-AF65-F5344CB8AC3E}">
        <p14:creationId xmlns:p14="http://schemas.microsoft.com/office/powerpoint/2010/main" val="22110136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B5FC894D-8CF3-B63B-D260-FABFB49D4BB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FC894D-8CF3-B63B-D260-FABFB49D4B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C4CA2C-0AB9-E767-28CB-6D80FD62C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A685E-AD9E-1D2A-5894-D99C56CCAF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FF7F45-3A84-E488-85E4-29B5D467D1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Como será realizado o detalhamento da atuação das gerências?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88EB14-1A9C-EEB9-92CA-E5DB9BF96E6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Frente 1 - Estruturação das Gerências e Fóruns de Governança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BBD719E-3E66-31C8-EDB5-95359D62A070}"/>
              </a:ext>
            </a:extLst>
          </p:cNvPr>
          <p:cNvSpPr/>
          <p:nvPr/>
        </p:nvSpPr>
        <p:spPr>
          <a:xfrm>
            <a:off x="447931" y="5662734"/>
            <a:ext cx="11438861" cy="905255"/>
          </a:xfrm>
          <a:prstGeom prst="roundRect">
            <a:avLst>
              <a:gd name="adj" fmla="val 7059"/>
            </a:avLst>
          </a:prstGeom>
          <a:solidFill>
            <a:srgbClr val="E9F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3CB1E86-E181-1FA6-E590-85D486D088E1}"/>
              </a:ext>
            </a:extLst>
          </p:cNvPr>
          <p:cNvSpPr/>
          <p:nvPr/>
        </p:nvSpPr>
        <p:spPr>
          <a:xfrm>
            <a:off x="932688" y="5763319"/>
            <a:ext cx="1008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100" normalizeH="0" baseline="0" noProof="0">
                <a:ln>
                  <a:noFill/>
                </a:ln>
                <a:solidFill>
                  <a:srgbClr val="2F6B3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Resultados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1848673-0581-E40F-92A0-F261DC7D1840}"/>
              </a:ext>
            </a:extLst>
          </p:cNvPr>
          <p:cNvSpPr/>
          <p:nvPr/>
        </p:nvSpPr>
        <p:spPr>
          <a:xfrm>
            <a:off x="932687" y="6010207"/>
            <a:ext cx="1069672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Modelo de atuação das gerências detalhada, consolidando a governança corporativa (FEG), a condução da esteira de implantação (FEL, FEN e FER) e inovação da nova estrutura organizacional..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0EAAADB-FD04-47F6-A403-57DA604FAE41}"/>
              </a:ext>
            </a:extLst>
          </p:cNvPr>
          <p:cNvGrpSpPr/>
          <p:nvPr/>
        </p:nvGrpSpPr>
        <p:grpSpPr>
          <a:xfrm>
            <a:off x="378122" y="1237471"/>
            <a:ext cx="5616000" cy="1800000"/>
            <a:chOff x="548638" y="1237471"/>
            <a:chExt cx="5400000" cy="1800000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B81AF067-46EC-1D25-144B-206073700B28}"/>
                </a:ext>
              </a:extLst>
            </p:cNvPr>
            <p:cNvSpPr/>
            <p:nvPr/>
          </p:nvSpPr>
          <p:spPr>
            <a:xfrm>
              <a:off x="548638" y="1237471"/>
              <a:ext cx="5400000" cy="1800000"/>
            </a:xfrm>
            <a:prstGeom prst="roundRect">
              <a:avLst>
                <a:gd name="adj" fmla="val 3256"/>
              </a:avLst>
            </a:prstGeom>
            <a:solidFill>
              <a:srgbClr val="FCD1A2">
                <a:alpha val="36000"/>
              </a:srgbClr>
            </a:solidFill>
            <a:ln/>
            <a:effectLst>
              <a:outerShdw blurRad="101600" dist="38100" dir="5400000" algn="bl" rotWithShape="0">
                <a:srgbClr val="1B2A4C">
                  <a:alpha val="12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5FA220D2-BEAC-4163-41D0-7BEF90B97DA7}"/>
                </a:ext>
              </a:extLst>
            </p:cNvPr>
            <p:cNvSpPr/>
            <p:nvPr/>
          </p:nvSpPr>
          <p:spPr>
            <a:xfrm>
              <a:off x="749808" y="1329456"/>
              <a:ext cx="457200" cy="457200"/>
            </a:xfrm>
            <a:prstGeom prst="ellipse">
              <a:avLst/>
            </a:prstGeom>
            <a:solidFill>
              <a:srgbClr val="D97D35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F9B7D1DE-7EFF-2586-8D2F-C77007179C15}"/>
                </a:ext>
              </a:extLst>
            </p:cNvPr>
            <p:cNvSpPr/>
            <p:nvPr/>
          </p:nvSpPr>
          <p:spPr>
            <a:xfrm>
              <a:off x="749808" y="1329456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87E872BB-9946-EDE4-9DD6-3888E2B20865}"/>
                </a:ext>
              </a:extLst>
            </p:cNvPr>
            <p:cNvSpPr/>
            <p:nvPr/>
          </p:nvSpPr>
          <p:spPr>
            <a:xfrm>
              <a:off x="749808" y="1754252"/>
              <a:ext cx="3124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>
                  <a:ln>
                    <a:noFill/>
                  </a:ln>
                  <a:solidFill>
                    <a:srgbClr val="1B2A4C"/>
                  </a:solidFill>
                  <a:effectLst/>
                  <a:uLnTx/>
                  <a:uFillTx/>
                  <a:latin typeface="Arial Nova Cond" panose="020B0506020202020204" pitchFamily="34" charset="0"/>
                  <a:ea typeface="Calibri" pitchFamily="34" charset="-122"/>
                  <a:cs typeface="Calibri" pitchFamily="34" charset="-120"/>
                </a:rPr>
                <a:t>Atuação da FEG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C326C6A0-BCB3-E1FF-D4AA-A8D64FD7233C}"/>
                </a:ext>
              </a:extLst>
            </p:cNvPr>
            <p:cNvSpPr/>
            <p:nvPr/>
          </p:nvSpPr>
          <p:spPr>
            <a:xfrm>
              <a:off x="751331" y="2177322"/>
              <a:ext cx="4895489" cy="82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2A2A2A"/>
                  </a:solidFill>
                  <a:effectLst/>
                  <a:uLnTx/>
                  <a:uFillTx/>
                  <a:latin typeface="Arial Nova Cond" panose="020B0506020202020204" pitchFamily="34" charset="0"/>
                  <a:ea typeface="Calibri" pitchFamily="34" charset="-122"/>
                  <a:cs typeface="Calibri" pitchFamily="34" charset="-120"/>
                </a:rPr>
                <a:t>Governança, fóruns internos e externos, responsabilidades e mecanismos de acompanhamento formalizados.</a:t>
              </a:r>
              <a:endPara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  <p:pic>
          <p:nvPicPr>
            <p:cNvPr id="1026" name="Picture 2" descr="Commitee ">
              <a:extLst>
                <a:ext uri="{FF2B5EF4-FFF2-40B4-BE49-F238E27FC236}">
                  <a16:creationId xmlns:a16="http://schemas.microsoft.com/office/drawing/2014/main" id="{D08C8995-BA69-572D-19F4-759C2EC082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621" y="1402248"/>
              <a:ext cx="306729" cy="306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Shape 10">
            <a:extLst>
              <a:ext uri="{FF2B5EF4-FFF2-40B4-BE49-F238E27FC236}">
                <a16:creationId xmlns:a16="http://schemas.microsoft.com/office/drawing/2014/main" id="{908A65D9-4647-249D-D255-DAF89422879E}"/>
              </a:ext>
            </a:extLst>
          </p:cNvPr>
          <p:cNvSpPr/>
          <p:nvPr/>
        </p:nvSpPr>
        <p:spPr>
          <a:xfrm>
            <a:off x="6270792" y="1237471"/>
            <a:ext cx="5616000" cy="1800000"/>
          </a:xfrm>
          <a:prstGeom prst="roundRect">
            <a:avLst>
              <a:gd name="adj" fmla="val 3256"/>
            </a:avLst>
          </a:prstGeom>
          <a:solidFill>
            <a:srgbClr val="FCD1A2">
              <a:alpha val="36000"/>
            </a:srgbClr>
          </a:solidFill>
          <a:ln/>
          <a:effectLst>
            <a:outerShdw blurRad="101600" dist="38100" dir="5400000" algn="bl" rotWithShape="0">
              <a:srgbClr val="1B2A4C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FA5EDF8F-FD67-3619-B951-900C00FE7CB4}"/>
              </a:ext>
            </a:extLst>
          </p:cNvPr>
          <p:cNvSpPr/>
          <p:nvPr/>
        </p:nvSpPr>
        <p:spPr>
          <a:xfrm>
            <a:off x="6500518" y="1329456"/>
            <a:ext cx="457200" cy="457200"/>
          </a:xfrm>
          <a:prstGeom prst="ellipse">
            <a:avLst/>
          </a:prstGeom>
          <a:solidFill>
            <a:srgbClr val="D97D3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7DCA035-744F-0DE8-3F8C-C022A8B08112}"/>
              </a:ext>
            </a:extLst>
          </p:cNvPr>
          <p:cNvSpPr/>
          <p:nvPr/>
        </p:nvSpPr>
        <p:spPr>
          <a:xfrm>
            <a:off x="6500518" y="132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AF28A0C1-CC9B-D539-D716-305C9CE1202B}"/>
              </a:ext>
            </a:extLst>
          </p:cNvPr>
          <p:cNvSpPr/>
          <p:nvPr/>
        </p:nvSpPr>
        <p:spPr>
          <a:xfrm>
            <a:off x="6500518" y="1754252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1B2A4C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Atuação FEL, FEN e FER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E070214B-FF6E-1719-5866-601DDA3C9FD6}"/>
              </a:ext>
            </a:extLst>
          </p:cNvPr>
          <p:cNvSpPr/>
          <p:nvPr/>
        </p:nvSpPr>
        <p:spPr>
          <a:xfrm>
            <a:off x="6502042" y="2177322"/>
            <a:ext cx="488075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Escopo técnico das gerências FEL, FEN e FER definido para orientar a execução da esteira de implantação e a operação das comunidades de entrega e técnicas.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1028" name="Picture 4" descr="Corporation ">
            <a:extLst>
              <a:ext uri="{FF2B5EF4-FFF2-40B4-BE49-F238E27FC236}">
                <a16:creationId xmlns:a16="http://schemas.microsoft.com/office/drawing/2014/main" id="{83656A25-C4DB-6B71-A040-C7DEB09C5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118" y="1402977"/>
            <a:ext cx="306000" cy="3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platzhalter 5">
            <a:extLst>
              <a:ext uri="{FF2B5EF4-FFF2-40B4-BE49-F238E27FC236}">
                <a16:creationId xmlns:a16="http://schemas.microsoft.com/office/drawing/2014/main" id="{90975F6F-DCBE-A8C7-21F5-E66E1D948034}"/>
              </a:ext>
            </a:extLst>
          </p:cNvPr>
          <p:cNvSpPr txBox="1">
            <a:spLocks/>
          </p:cNvSpPr>
          <p:nvPr/>
        </p:nvSpPr>
        <p:spPr bwMode="gray">
          <a:xfrm>
            <a:off x="6414792" y="3611205"/>
            <a:ext cx="1656000" cy="632047"/>
          </a:xfrm>
          <a:prstGeom prst="rect">
            <a:avLst/>
          </a:prstGeom>
          <a:solidFill>
            <a:srgbClr val="002B49"/>
          </a:solidFill>
        </p:spPr>
        <p:txBody>
          <a:bodyPr vert="horz" wrap="square" lIns="49996" tIns="24998" rIns="49996" bIns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BR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Esteira de desenvolvimento</a:t>
            </a:r>
          </a:p>
        </p:txBody>
      </p:sp>
      <p:grpSp>
        <p:nvGrpSpPr>
          <p:cNvPr id="4" name="Gruppieren 28">
            <a:extLst>
              <a:ext uri="{FF2B5EF4-FFF2-40B4-BE49-F238E27FC236}">
                <a16:creationId xmlns:a16="http://schemas.microsoft.com/office/drawing/2014/main" id="{DEB6F96E-47BE-CDE3-7AF8-3AF4116263C5}"/>
              </a:ext>
            </a:extLst>
          </p:cNvPr>
          <p:cNvGrpSpPr>
            <a:grpSpLocks/>
          </p:cNvGrpSpPr>
          <p:nvPr/>
        </p:nvGrpSpPr>
        <p:grpSpPr bwMode="gray">
          <a:xfrm>
            <a:off x="6837168" y="4375826"/>
            <a:ext cx="811249" cy="271482"/>
            <a:chOff x="5570222" y="4527644"/>
            <a:chExt cx="498715" cy="129271"/>
          </a:xfrm>
          <a:solidFill>
            <a:schemeClr val="accent4"/>
          </a:solidFill>
        </p:grpSpPr>
        <p:sp>
          <p:nvSpPr>
            <p:cNvPr id="8" name="Chevron 29">
              <a:extLst>
                <a:ext uri="{FF2B5EF4-FFF2-40B4-BE49-F238E27FC236}">
                  <a16:creationId xmlns:a16="http://schemas.microsoft.com/office/drawing/2014/main" id="{021CD4AC-D546-1978-1AC4-6A203DB4ED3A}"/>
                </a:ext>
              </a:extLst>
            </p:cNvPr>
            <p:cNvSpPr/>
            <p:nvPr/>
          </p:nvSpPr>
          <p:spPr bwMode="gray">
            <a:xfrm>
              <a:off x="5570222" y="4527644"/>
              <a:ext cx="172484" cy="129271"/>
            </a:xfrm>
            <a:prstGeom prst="chevron">
              <a:avLst>
                <a:gd name="adj" fmla="val 28868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495" tIns="24998" rIns="63495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349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7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31" name="Chevron 30">
              <a:extLst>
                <a:ext uri="{FF2B5EF4-FFF2-40B4-BE49-F238E27FC236}">
                  <a16:creationId xmlns:a16="http://schemas.microsoft.com/office/drawing/2014/main" id="{65905D9B-76DA-161D-0C86-12E470BE428A}"/>
                </a:ext>
              </a:extLst>
            </p:cNvPr>
            <p:cNvSpPr/>
            <p:nvPr/>
          </p:nvSpPr>
          <p:spPr bwMode="gray">
            <a:xfrm>
              <a:off x="5733337" y="4527644"/>
              <a:ext cx="172484" cy="129271"/>
            </a:xfrm>
            <a:prstGeom prst="chevron">
              <a:avLst>
                <a:gd name="adj" fmla="val 28868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495" tIns="24998" rIns="63495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349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7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32" name="Chevron 31">
              <a:extLst>
                <a:ext uri="{FF2B5EF4-FFF2-40B4-BE49-F238E27FC236}">
                  <a16:creationId xmlns:a16="http://schemas.microsoft.com/office/drawing/2014/main" id="{98C06F6B-F35C-59CF-2282-6E2E63F7667C}"/>
                </a:ext>
              </a:extLst>
            </p:cNvPr>
            <p:cNvSpPr/>
            <p:nvPr/>
          </p:nvSpPr>
          <p:spPr bwMode="gray">
            <a:xfrm>
              <a:off x="5896453" y="4527644"/>
              <a:ext cx="172484" cy="129271"/>
            </a:xfrm>
            <a:prstGeom prst="chevron">
              <a:avLst>
                <a:gd name="adj" fmla="val 28868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3495" tIns="24998" rIns="63495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349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72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E759E1A-F404-DB6E-B9DE-C58A3C3A46BA}"/>
              </a:ext>
            </a:extLst>
          </p:cNvPr>
          <p:cNvSpPr txBox="1"/>
          <p:nvPr/>
        </p:nvSpPr>
        <p:spPr>
          <a:xfrm>
            <a:off x="6404262" y="4756184"/>
            <a:ext cx="1677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30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SEQUENCIAIS</a:t>
            </a:r>
          </a:p>
        </p:txBody>
      </p:sp>
      <p:sp>
        <p:nvSpPr>
          <p:cNvPr id="42" name="Textplatzhalter 5">
            <a:extLst>
              <a:ext uri="{FF2B5EF4-FFF2-40B4-BE49-F238E27FC236}">
                <a16:creationId xmlns:a16="http://schemas.microsoft.com/office/drawing/2014/main" id="{BA3FFC5C-40FA-F47D-70E9-279C441D83CB}"/>
              </a:ext>
            </a:extLst>
          </p:cNvPr>
          <p:cNvSpPr txBox="1">
            <a:spLocks/>
          </p:cNvSpPr>
          <p:nvPr/>
        </p:nvSpPr>
        <p:spPr bwMode="gray">
          <a:xfrm>
            <a:off x="522122" y="3611205"/>
            <a:ext cx="1656000" cy="632047"/>
          </a:xfrm>
          <a:prstGeom prst="rect">
            <a:avLst/>
          </a:prstGeom>
          <a:solidFill>
            <a:srgbClr val="002B49"/>
          </a:solidFill>
        </p:spPr>
        <p:txBody>
          <a:bodyPr vert="horz" wrap="square" lIns="49996" tIns="24998" rIns="49996" bIns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BR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Atribuições de suporte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121E412F-F987-03B1-4FD5-6079FC497EFA}"/>
              </a:ext>
            </a:extLst>
          </p:cNvPr>
          <p:cNvSpPr/>
          <p:nvPr/>
        </p:nvSpPr>
        <p:spPr bwMode="auto">
          <a:xfrm>
            <a:off x="944498" y="4307586"/>
            <a:ext cx="811249" cy="165710"/>
          </a:xfrm>
          <a:prstGeom prst="roundRect">
            <a:avLst/>
          </a:prstGeom>
          <a:solidFill>
            <a:srgbClr val="F78B15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87726951-BC50-611F-D402-0494D7887140}"/>
              </a:ext>
            </a:extLst>
          </p:cNvPr>
          <p:cNvSpPr/>
          <p:nvPr/>
        </p:nvSpPr>
        <p:spPr bwMode="auto">
          <a:xfrm>
            <a:off x="944498" y="4539673"/>
            <a:ext cx="811249" cy="165710"/>
          </a:xfrm>
          <a:prstGeom prst="roundRect">
            <a:avLst/>
          </a:prstGeom>
          <a:solidFill>
            <a:srgbClr val="F78B15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C7190EE-2750-2641-1378-B304B0C341E9}"/>
              </a:ext>
            </a:extLst>
          </p:cNvPr>
          <p:cNvSpPr txBox="1"/>
          <p:nvPr/>
        </p:nvSpPr>
        <p:spPr>
          <a:xfrm>
            <a:off x="455704" y="4756184"/>
            <a:ext cx="1788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30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TRANSVERSAIS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6330FC37-73C1-8B2E-088A-2069C125A6A8}"/>
              </a:ext>
            </a:extLst>
          </p:cNvPr>
          <p:cNvSpPr txBox="1"/>
          <p:nvPr/>
        </p:nvSpPr>
        <p:spPr>
          <a:xfrm>
            <a:off x="8806992" y="3224883"/>
            <a:ext cx="25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30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PRINCIPAIS ATIVIDADES</a:t>
            </a:r>
          </a:p>
        </p:txBody>
      </p:sp>
      <p:sp>
        <p:nvSpPr>
          <p:cNvPr id="1024" name="CaixaDeTexto 1023">
            <a:extLst>
              <a:ext uri="{FF2B5EF4-FFF2-40B4-BE49-F238E27FC236}">
                <a16:creationId xmlns:a16="http://schemas.microsoft.com/office/drawing/2014/main" id="{193D3CDA-5DAF-8524-D63E-3AA8D7DD1765}"/>
              </a:ext>
            </a:extLst>
          </p:cNvPr>
          <p:cNvSpPr txBox="1"/>
          <p:nvPr/>
        </p:nvSpPr>
        <p:spPr>
          <a:xfrm>
            <a:off x="2924998" y="3224883"/>
            <a:ext cx="25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30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PRINCIPAIS ATIVIDADES</a:t>
            </a:r>
          </a:p>
        </p:txBody>
      </p:sp>
      <p:sp>
        <p:nvSpPr>
          <p:cNvPr id="1025" name="CaixaDeTexto 1024">
            <a:extLst>
              <a:ext uri="{FF2B5EF4-FFF2-40B4-BE49-F238E27FC236}">
                <a16:creationId xmlns:a16="http://schemas.microsoft.com/office/drawing/2014/main" id="{D96319A6-0403-E539-D89B-70B3DB8CAE56}"/>
              </a:ext>
            </a:extLst>
          </p:cNvPr>
          <p:cNvSpPr txBox="1"/>
          <p:nvPr/>
        </p:nvSpPr>
        <p:spPr>
          <a:xfrm>
            <a:off x="378122" y="3224883"/>
            <a:ext cx="194400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30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Foco nos processos</a:t>
            </a:r>
          </a:p>
        </p:txBody>
      </p:sp>
      <p:sp>
        <p:nvSpPr>
          <p:cNvPr id="1027" name="CaixaDeTexto 1026">
            <a:extLst>
              <a:ext uri="{FF2B5EF4-FFF2-40B4-BE49-F238E27FC236}">
                <a16:creationId xmlns:a16="http://schemas.microsoft.com/office/drawing/2014/main" id="{DD0ABD1E-7D35-30FA-4A7F-2514F51CE909}"/>
              </a:ext>
            </a:extLst>
          </p:cNvPr>
          <p:cNvSpPr txBox="1"/>
          <p:nvPr/>
        </p:nvSpPr>
        <p:spPr>
          <a:xfrm>
            <a:off x="6270792" y="3224883"/>
            <a:ext cx="194400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30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Foco nos processos</a:t>
            </a:r>
          </a:p>
        </p:txBody>
      </p:sp>
      <p:sp>
        <p:nvSpPr>
          <p:cNvPr id="1029" name="Text 6">
            <a:extLst>
              <a:ext uri="{FF2B5EF4-FFF2-40B4-BE49-F238E27FC236}">
                <a16:creationId xmlns:a16="http://schemas.microsoft.com/office/drawing/2014/main" id="{1F953EE8-C9C6-8647-F424-B75F9FAD447C}"/>
              </a:ext>
            </a:extLst>
          </p:cNvPr>
          <p:cNvSpPr/>
          <p:nvPr/>
        </p:nvSpPr>
        <p:spPr>
          <a:xfrm>
            <a:off x="8319192" y="3611205"/>
            <a:ext cx="3567600" cy="190800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177800" marR="0" lvl="0" indent="-82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Formalizar 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escopo, papéis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responsabilidades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das Gerências, incluindo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interfaces e pontos de integração</a:t>
            </a:r>
          </a:p>
          <a:p>
            <a:pPr marL="177800" marR="0" lvl="0" indent="-82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Operacionalizar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processos, padrões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KPIs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definidos pela FEG 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Calibri" pitchFamily="34" charset="-122"/>
              <a:cs typeface="Calibri" pitchFamily="34" charset="-120"/>
            </a:endParaRPr>
          </a:p>
          <a:p>
            <a:pPr marL="177800" marR="0" lvl="0" indent="-82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Validar inventário de ferramentas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previamente mapeado 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monitorar 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implantação das comunidades</a:t>
            </a:r>
            <a:endParaRPr kumimoji="0" lang="pt-BR" sz="110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177800" marR="0" lvl="0" indent="-82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Avaliar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adequações no PDI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, na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avaliação de desempenho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, e nas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metas da área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177800" marR="0" lvl="0" indent="-82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Revisar orçamento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seguido controles definidos</a:t>
            </a:r>
          </a:p>
        </p:txBody>
      </p:sp>
      <p:sp>
        <p:nvSpPr>
          <p:cNvPr id="1031" name="Text 6">
            <a:extLst>
              <a:ext uri="{FF2B5EF4-FFF2-40B4-BE49-F238E27FC236}">
                <a16:creationId xmlns:a16="http://schemas.microsoft.com/office/drawing/2014/main" id="{69DAF177-9FCD-8B97-8912-44F22EDCB888}"/>
              </a:ext>
            </a:extLst>
          </p:cNvPr>
          <p:cNvSpPr/>
          <p:nvPr/>
        </p:nvSpPr>
        <p:spPr>
          <a:xfrm>
            <a:off x="2437198" y="3611205"/>
            <a:ext cx="3567600" cy="190800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177800" marR="0" lvl="0" indent="-80963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Formalizar 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escopo e responsabilidades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da Gerência, incluindo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interfaces e pontos de integração</a:t>
            </a:r>
          </a:p>
          <a:p>
            <a:pPr marL="177800" marR="0" lvl="0" indent="-80963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Implantar 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modelo de governança da área: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processos, padrões técnicos e de documentação, treinamentos, KPIs, avaliação de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des</a:t>
            </a:r>
            <a:r>
              <a:rPr lang="pt-BR" sz="1100">
                <a:solidFill>
                  <a:srgbClr val="002A46"/>
                </a:solidFill>
                <a:latin typeface="Arial Nova Cond" panose="020B0506020202020204" pitchFamily="34" charset="0"/>
              </a:rPr>
              <a:t>em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penho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e aplicações suporte da área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Calibri" pitchFamily="34" charset="-122"/>
              <a:cs typeface="Calibri" pitchFamily="34" charset="-120"/>
            </a:endParaRPr>
          </a:p>
          <a:p>
            <a:pPr marL="177800" marR="0" lvl="0" indent="-80963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Estabelecer 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gestão orçamentária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177800" marR="0" lvl="0" indent="-80963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Implantar processos 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gestão de fornecedores e parcerias</a:t>
            </a:r>
          </a:p>
        </p:txBody>
      </p:sp>
      <p:pic>
        <p:nvPicPr>
          <p:cNvPr id="22" name="Image 0" descr="icons/clipboard_navy.png">
            <a:extLst>
              <a:ext uri="{FF2B5EF4-FFF2-40B4-BE49-F238E27FC236}">
                <a16:creationId xmlns:a16="http://schemas.microsoft.com/office/drawing/2014/main" id="{57DEB6A9-365D-C78B-3F31-5B640A09CA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5966274"/>
            <a:ext cx="292608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462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6F83F8-EE37-9781-8F6B-8DFC6F96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396AFF-71E5-57A8-3361-3121154EF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F90312-3577-7B1A-12A5-7CE29DA398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92B5E1-6A1D-4F82-FC08-81403485A9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Como será a formalização da operação das Comunidades?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D1F40D-46BA-459D-FA86-3B1BB0086D7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Frente 2 - Comunidades de Entrega e Técnicas </a:t>
            </a: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92F427F3-B82C-87AD-4F90-DF0D0CCD7294}"/>
              </a:ext>
            </a:extLst>
          </p:cNvPr>
          <p:cNvSpPr/>
          <p:nvPr/>
        </p:nvSpPr>
        <p:spPr>
          <a:xfrm>
            <a:off x="466664" y="1587772"/>
            <a:ext cx="11304000" cy="0"/>
          </a:xfrm>
          <a:prstGeom prst="line">
            <a:avLst/>
          </a:prstGeom>
          <a:noFill/>
          <a:ln w="19050">
            <a:solidFill>
              <a:srgbClr val="C97A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3" name="Text 36">
            <a:extLst>
              <a:ext uri="{FF2B5EF4-FFF2-40B4-BE49-F238E27FC236}">
                <a16:creationId xmlns:a16="http://schemas.microsoft.com/office/drawing/2014/main" id="{A29C5862-54FC-270E-DDA8-BEBF6F9E15F4}"/>
              </a:ext>
            </a:extLst>
          </p:cNvPr>
          <p:cNvSpPr/>
          <p:nvPr/>
        </p:nvSpPr>
        <p:spPr>
          <a:xfrm>
            <a:off x="463174" y="5142017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2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APLICAÇÃO DO MODELO NAS COMUNIDADES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ACF60CEA-4CFB-5018-6D11-84C6BC881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521" y="5174137"/>
            <a:ext cx="191792" cy="191792"/>
          </a:xfrm>
          <a:prstGeom prst="rect">
            <a:avLst/>
          </a:prstGeom>
        </p:spPr>
      </p:pic>
      <p:sp>
        <p:nvSpPr>
          <p:cNvPr id="19" name="Text 37">
            <a:extLst>
              <a:ext uri="{FF2B5EF4-FFF2-40B4-BE49-F238E27FC236}">
                <a16:creationId xmlns:a16="http://schemas.microsoft.com/office/drawing/2014/main" id="{F490CFBD-F75F-B092-5902-41FF3816550E}"/>
              </a:ext>
            </a:extLst>
          </p:cNvPr>
          <p:cNvSpPr/>
          <p:nvPr/>
        </p:nvSpPr>
        <p:spPr>
          <a:xfrm>
            <a:off x="9427951" y="5151161"/>
            <a:ext cx="2309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Lições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800" b="0" i="1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aprendidas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800" b="0" i="1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retroalimentam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kumimoji="0" lang="en-US" sz="800" b="0" i="1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atualizam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kumimoji="0" lang="en-US" sz="800" b="0" i="1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modelo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para as </a:t>
            </a:r>
            <a:r>
              <a:rPr kumimoji="0" lang="en-US" sz="800" b="0" i="1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próximas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comunidades.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68" name="Shape 38">
            <a:extLst>
              <a:ext uri="{FF2B5EF4-FFF2-40B4-BE49-F238E27FC236}">
                <a16:creationId xmlns:a16="http://schemas.microsoft.com/office/drawing/2014/main" id="{BA34FDD3-784B-FF2B-E810-54BFCA7F5648}"/>
              </a:ext>
            </a:extLst>
          </p:cNvPr>
          <p:cNvSpPr/>
          <p:nvPr/>
        </p:nvSpPr>
        <p:spPr>
          <a:xfrm>
            <a:off x="463174" y="5452913"/>
            <a:ext cx="2626614" cy="1042516"/>
          </a:xfrm>
          <a:prstGeom prst="rect">
            <a:avLst/>
          </a:prstGeom>
          <a:solidFill>
            <a:srgbClr val="DFE8F0">
              <a:alpha val="30000"/>
            </a:srgbClr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A971F844-C32D-F29C-6E23-CC5C1A86EEF1}"/>
              </a:ext>
            </a:extLst>
          </p:cNvPr>
          <p:cNvSpPr/>
          <p:nvPr/>
        </p:nvSpPr>
        <p:spPr>
          <a:xfrm>
            <a:off x="609478" y="554435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0" name="Text 40">
            <a:extLst>
              <a:ext uri="{FF2B5EF4-FFF2-40B4-BE49-F238E27FC236}">
                <a16:creationId xmlns:a16="http://schemas.microsoft.com/office/drawing/2014/main" id="{BCAA7D9A-3A07-FD6E-A388-BCD469490BCD}"/>
              </a:ext>
            </a:extLst>
          </p:cNvPr>
          <p:cNvSpPr/>
          <p:nvPr/>
        </p:nvSpPr>
        <p:spPr>
          <a:xfrm>
            <a:off x="609478" y="5836961"/>
            <a:ext cx="2352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NOVA COMUNIDADE INSTANCIADA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1" name="Text 41">
            <a:extLst>
              <a:ext uri="{FF2B5EF4-FFF2-40B4-BE49-F238E27FC236}">
                <a16:creationId xmlns:a16="http://schemas.microsoft.com/office/drawing/2014/main" id="{C339A909-471D-F1B8-286E-44D9CA656A89}"/>
              </a:ext>
            </a:extLst>
          </p:cNvPr>
          <p:cNvSpPr/>
          <p:nvPr/>
        </p:nvSpPr>
        <p:spPr>
          <a:xfrm>
            <a:off x="609478" y="6056417"/>
            <a:ext cx="23522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Comunidade formalizada e preparada para aplicação do modelo.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2" name="Text 42">
            <a:extLst>
              <a:ext uri="{FF2B5EF4-FFF2-40B4-BE49-F238E27FC236}">
                <a16:creationId xmlns:a16="http://schemas.microsoft.com/office/drawing/2014/main" id="{7579CC56-EDC0-24A0-720B-B02433D271DD}"/>
              </a:ext>
            </a:extLst>
          </p:cNvPr>
          <p:cNvSpPr/>
          <p:nvPr/>
        </p:nvSpPr>
        <p:spPr>
          <a:xfrm>
            <a:off x="3089788" y="5786669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DE1E8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3" name="Shape 43">
            <a:extLst>
              <a:ext uri="{FF2B5EF4-FFF2-40B4-BE49-F238E27FC236}">
                <a16:creationId xmlns:a16="http://schemas.microsoft.com/office/drawing/2014/main" id="{D2E5673D-008B-F8BD-216B-C6F3E2A072FD}"/>
              </a:ext>
            </a:extLst>
          </p:cNvPr>
          <p:cNvSpPr/>
          <p:nvPr/>
        </p:nvSpPr>
        <p:spPr>
          <a:xfrm>
            <a:off x="3345820" y="5452913"/>
            <a:ext cx="2626614" cy="1042516"/>
          </a:xfrm>
          <a:prstGeom prst="rect">
            <a:avLst/>
          </a:prstGeom>
          <a:solidFill>
            <a:srgbClr val="DFE8F0">
              <a:alpha val="30000"/>
            </a:srgbClr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4" name="Text 44">
            <a:extLst>
              <a:ext uri="{FF2B5EF4-FFF2-40B4-BE49-F238E27FC236}">
                <a16:creationId xmlns:a16="http://schemas.microsoft.com/office/drawing/2014/main" id="{04A2D624-B0AD-61A3-E92D-5FB8C1BB0A63}"/>
              </a:ext>
            </a:extLst>
          </p:cNvPr>
          <p:cNvSpPr/>
          <p:nvPr/>
        </p:nvSpPr>
        <p:spPr>
          <a:xfrm>
            <a:off x="3492124" y="554435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5" name="Text 45">
            <a:extLst>
              <a:ext uri="{FF2B5EF4-FFF2-40B4-BE49-F238E27FC236}">
                <a16:creationId xmlns:a16="http://schemas.microsoft.com/office/drawing/2014/main" id="{8DAB8660-CABD-E27A-0A00-59B65C5644CA}"/>
              </a:ext>
            </a:extLst>
          </p:cNvPr>
          <p:cNvSpPr/>
          <p:nvPr/>
        </p:nvSpPr>
        <p:spPr>
          <a:xfrm>
            <a:off x="3492124" y="5836961"/>
            <a:ext cx="2352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MODELO APLICADO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6" name="Text 46">
            <a:extLst>
              <a:ext uri="{FF2B5EF4-FFF2-40B4-BE49-F238E27FC236}">
                <a16:creationId xmlns:a16="http://schemas.microsoft.com/office/drawing/2014/main" id="{BB097A5C-6BEA-8B2B-724E-64212669B2D6}"/>
              </a:ext>
            </a:extLst>
          </p:cNvPr>
          <p:cNvSpPr/>
          <p:nvPr/>
        </p:nvSpPr>
        <p:spPr>
          <a:xfrm>
            <a:off x="3492124" y="6056417"/>
            <a:ext cx="23522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Estrutura, padrões e artefatos do modelo implantados na comunidade.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7" name="Text 47">
            <a:extLst>
              <a:ext uri="{FF2B5EF4-FFF2-40B4-BE49-F238E27FC236}">
                <a16:creationId xmlns:a16="http://schemas.microsoft.com/office/drawing/2014/main" id="{1BDCFFB0-C654-64E7-8645-493FF0EBF088}"/>
              </a:ext>
            </a:extLst>
          </p:cNvPr>
          <p:cNvSpPr/>
          <p:nvPr/>
        </p:nvSpPr>
        <p:spPr>
          <a:xfrm>
            <a:off x="5972434" y="5786669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DE1E8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8" name="Shape 48">
            <a:extLst>
              <a:ext uri="{FF2B5EF4-FFF2-40B4-BE49-F238E27FC236}">
                <a16:creationId xmlns:a16="http://schemas.microsoft.com/office/drawing/2014/main" id="{743BDA8C-4DA4-9144-5472-4F285F8D1ABC}"/>
              </a:ext>
            </a:extLst>
          </p:cNvPr>
          <p:cNvSpPr/>
          <p:nvPr/>
        </p:nvSpPr>
        <p:spPr>
          <a:xfrm>
            <a:off x="6228466" y="5452913"/>
            <a:ext cx="2626614" cy="1042516"/>
          </a:xfrm>
          <a:prstGeom prst="rect">
            <a:avLst/>
          </a:prstGeom>
          <a:solidFill>
            <a:srgbClr val="DFE8F0">
              <a:alpha val="30000"/>
            </a:srgbClr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79" name="Text 49">
            <a:extLst>
              <a:ext uri="{FF2B5EF4-FFF2-40B4-BE49-F238E27FC236}">
                <a16:creationId xmlns:a16="http://schemas.microsoft.com/office/drawing/2014/main" id="{C21DD325-F58D-7CBB-29B2-1FEA86E3C87B}"/>
              </a:ext>
            </a:extLst>
          </p:cNvPr>
          <p:cNvSpPr/>
          <p:nvPr/>
        </p:nvSpPr>
        <p:spPr>
          <a:xfrm>
            <a:off x="6374770" y="554435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0" name="Text 50">
            <a:extLst>
              <a:ext uri="{FF2B5EF4-FFF2-40B4-BE49-F238E27FC236}">
                <a16:creationId xmlns:a16="http://schemas.microsoft.com/office/drawing/2014/main" id="{956B0660-5ABA-2661-4B03-50DCDE12F34A}"/>
              </a:ext>
            </a:extLst>
          </p:cNvPr>
          <p:cNvSpPr/>
          <p:nvPr/>
        </p:nvSpPr>
        <p:spPr>
          <a:xfrm>
            <a:off x="6374770" y="5836961"/>
            <a:ext cx="2352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 INICIADA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1" name="Text 51">
            <a:extLst>
              <a:ext uri="{FF2B5EF4-FFF2-40B4-BE49-F238E27FC236}">
                <a16:creationId xmlns:a16="http://schemas.microsoft.com/office/drawing/2014/main" id="{BFCB611F-28AF-E12C-562C-E20910BCECA5}"/>
              </a:ext>
            </a:extLst>
          </p:cNvPr>
          <p:cNvSpPr/>
          <p:nvPr/>
        </p:nvSpPr>
        <p:spPr>
          <a:xfrm>
            <a:off x="6374770" y="6056417"/>
            <a:ext cx="23522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Comunidade operando conforme governança, processos e padrões.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2" name="Text 52">
            <a:extLst>
              <a:ext uri="{FF2B5EF4-FFF2-40B4-BE49-F238E27FC236}">
                <a16:creationId xmlns:a16="http://schemas.microsoft.com/office/drawing/2014/main" id="{4B60F1A5-4305-1652-CF3B-EF34358BADB8}"/>
              </a:ext>
            </a:extLst>
          </p:cNvPr>
          <p:cNvSpPr/>
          <p:nvPr/>
        </p:nvSpPr>
        <p:spPr>
          <a:xfrm>
            <a:off x="8855080" y="5786669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DE1E8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3" name="Shape 53">
            <a:extLst>
              <a:ext uri="{FF2B5EF4-FFF2-40B4-BE49-F238E27FC236}">
                <a16:creationId xmlns:a16="http://schemas.microsoft.com/office/drawing/2014/main" id="{DF710059-E2F0-6564-EF5B-09872C67F151}"/>
              </a:ext>
            </a:extLst>
          </p:cNvPr>
          <p:cNvSpPr/>
          <p:nvPr/>
        </p:nvSpPr>
        <p:spPr>
          <a:xfrm>
            <a:off x="9111112" y="5452913"/>
            <a:ext cx="2626614" cy="1042516"/>
          </a:xfrm>
          <a:prstGeom prst="rect">
            <a:avLst/>
          </a:prstGeom>
          <a:solidFill>
            <a:srgbClr val="FBF3E9"/>
          </a:solidFill>
          <a:ln w="15875">
            <a:solidFill>
              <a:srgbClr val="C97A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4" name="Text 54">
            <a:extLst>
              <a:ext uri="{FF2B5EF4-FFF2-40B4-BE49-F238E27FC236}">
                <a16:creationId xmlns:a16="http://schemas.microsoft.com/office/drawing/2014/main" id="{42E45C57-AAC0-39E9-DC35-E66251B51C9D}"/>
              </a:ext>
            </a:extLst>
          </p:cNvPr>
          <p:cNvSpPr/>
          <p:nvPr/>
        </p:nvSpPr>
        <p:spPr>
          <a:xfrm>
            <a:off x="9257416" y="554435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97A2B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5" name="Text 55">
            <a:extLst>
              <a:ext uri="{FF2B5EF4-FFF2-40B4-BE49-F238E27FC236}">
                <a16:creationId xmlns:a16="http://schemas.microsoft.com/office/drawing/2014/main" id="{86E25111-6DD6-175E-C392-17C49291EDB6}"/>
              </a:ext>
            </a:extLst>
          </p:cNvPr>
          <p:cNvSpPr/>
          <p:nvPr/>
        </p:nvSpPr>
        <p:spPr>
          <a:xfrm>
            <a:off x="9257416" y="5836961"/>
            <a:ext cx="23522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MODELO EVOLUÍDO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6" name="Text 56">
            <a:extLst>
              <a:ext uri="{FF2B5EF4-FFF2-40B4-BE49-F238E27FC236}">
                <a16:creationId xmlns:a16="http://schemas.microsoft.com/office/drawing/2014/main" id="{F03F6E5D-E674-DFBD-DF5F-B089760F8F11}"/>
              </a:ext>
            </a:extLst>
          </p:cNvPr>
          <p:cNvSpPr/>
          <p:nvPr/>
        </p:nvSpPr>
        <p:spPr>
          <a:xfrm>
            <a:off x="9257416" y="6056417"/>
            <a:ext cx="23522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Lições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aprendidas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incorporadas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para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aprimorar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as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próximas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implantações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A94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87" name="Image 0" descr="preencoded.png">
            <a:extLst>
              <a:ext uri="{FF2B5EF4-FFF2-40B4-BE49-F238E27FC236}">
                <a16:creationId xmlns:a16="http://schemas.microsoft.com/office/drawing/2014/main" id="{E8A8258F-B31F-CDB0-3EE2-0CEA53AC6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64" y="1712285"/>
            <a:ext cx="182880" cy="182880"/>
          </a:xfrm>
          <a:prstGeom prst="rect">
            <a:avLst/>
          </a:prstGeom>
        </p:spPr>
      </p:pic>
      <p:sp>
        <p:nvSpPr>
          <p:cNvPr id="88" name="Text 18">
            <a:extLst>
              <a:ext uri="{FF2B5EF4-FFF2-40B4-BE49-F238E27FC236}">
                <a16:creationId xmlns:a16="http://schemas.microsoft.com/office/drawing/2014/main" id="{6EB4030F-4D8F-448F-48C3-CF9CF11B58D5}"/>
              </a:ext>
            </a:extLst>
          </p:cNvPr>
          <p:cNvSpPr/>
          <p:nvPr/>
        </p:nvSpPr>
        <p:spPr>
          <a:xfrm>
            <a:off x="466664" y="2016443"/>
            <a:ext cx="2035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Missão e Escopo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89" name="Image 1" descr="preencoded.png">
            <a:extLst>
              <a:ext uri="{FF2B5EF4-FFF2-40B4-BE49-F238E27FC236}">
                <a16:creationId xmlns:a16="http://schemas.microsoft.com/office/drawing/2014/main" id="{3B07E396-C7EE-CACD-3BBA-B3B98491B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6438" y="1712285"/>
            <a:ext cx="182880" cy="182880"/>
          </a:xfrm>
          <a:prstGeom prst="rect">
            <a:avLst/>
          </a:prstGeom>
        </p:spPr>
      </p:pic>
      <p:sp>
        <p:nvSpPr>
          <p:cNvPr id="90" name="Text 22">
            <a:extLst>
              <a:ext uri="{FF2B5EF4-FFF2-40B4-BE49-F238E27FC236}">
                <a16:creationId xmlns:a16="http://schemas.microsoft.com/office/drawing/2014/main" id="{78BAF20D-D87E-4723-0DD9-635E66C0F516}"/>
              </a:ext>
            </a:extLst>
          </p:cNvPr>
          <p:cNvSpPr/>
          <p:nvPr/>
        </p:nvSpPr>
        <p:spPr>
          <a:xfrm>
            <a:off x="2776438" y="2016443"/>
            <a:ext cx="2035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Benefícios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91" name="Image 2" descr="preencoded.png">
            <a:extLst>
              <a:ext uri="{FF2B5EF4-FFF2-40B4-BE49-F238E27FC236}">
                <a16:creationId xmlns:a16="http://schemas.microsoft.com/office/drawing/2014/main" id="{D39C0CEB-B4B8-6A6F-3BD2-8DD8548D2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213" y="1712285"/>
            <a:ext cx="182880" cy="182880"/>
          </a:xfrm>
          <a:prstGeom prst="rect">
            <a:avLst/>
          </a:prstGeom>
        </p:spPr>
      </p:pic>
      <p:sp>
        <p:nvSpPr>
          <p:cNvPr id="92" name="Text 26">
            <a:extLst>
              <a:ext uri="{FF2B5EF4-FFF2-40B4-BE49-F238E27FC236}">
                <a16:creationId xmlns:a16="http://schemas.microsoft.com/office/drawing/2014/main" id="{DBB18824-CC72-EE4B-9AE7-FA0157227A6A}"/>
              </a:ext>
            </a:extLst>
          </p:cNvPr>
          <p:cNvSpPr/>
          <p:nvPr/>
        </p:nvSpPr>
        <p:spPr>
          <a:xfrm>
            <a:off x="5086213" y="2016443"/>
            <a:ext cx="2035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Governança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93" name="Image 3" descr="preencoded.png">
            <a:extLst>
              <a:ext uri="{FF2B5EF4-FFF2-40B4-BE49-F238E27FC236}">
                <a16:creationId xmlns:a16="http://schemas.microsoft.com/office/drawing/2014/main" id="{1BD7C17F-458F-CCE5-1F18-ECE84113E6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5987" y="1712285"/>
            <a:ext cx="182880" cy="182880"/>
          </a:xfrm>
          <a:prstGeom prst="rect">
            <a:avLst/>
          </a:prstGeom>
        </p:spPr>
      </p:pic>
      <p:sp>
        <p:nvSpPr>
          <p:cNvPr id="94" name="Text 30">
            <a:extLst>
              <a:ext uri="{FF2B5EF4-FFF2-40B4-BE49-F238E27FC236}">
                <a16:creationId xmlns:a16="http://schemas.microsoft.com/office/drawing/2014/main" id="{752D8870-EA0E-445F-44A4-201B491977B5}"/>
              </a:ext>
            </a:extLst>
          </p:cNvPr>
          <p:cNvSpPr/>
          <p:nvPr/>
        </p:nvSpPr>
        <p:spPr>
          <a:xfrm>
            <a:off x="7395987" y="2016443"/>
            <a:ext cx="2035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Ferramentas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95" name="Image 4" descr="preencoded.png">
            <a:extLst>
              <a:ext uri="{FF2B5EF4-FFF2-40B4-BE49-F238E27FC236}">
                <a16:creationId xmlns:a16="http://schemas.microsoft.com/office/drawing/2014/main" id="{A0500C1B-9F20-0D10-602B-EB739995B5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5762" y="1712285"/>
            <a:ext cx="182880" cy="182880"/>
          </a:xfrm>
          <a:prstGeom prst="rect">
            <a:avLst/>
          </a:prstGeom>
        </p:spPr>
      </p:pic>
      <p:sp>
        <p:nvSpPr>
          <p:cNvPr id="96" name="Text 34">
            <a:extLst>
              <a:ext uri="{FF2B5EF4-FFF2-40B4-BE49-F238E27FC236}">
                <a16:creationId xmlns:a16="http://schemas.microsoft.com/office/drawing/2014/main" id="{96C8F9DA-AE3E-63D2-C515-981546729CD6}"/>
              </a:ext>
            </a:extLst>
          </p:cNvPr>
          <p:cNvSpPr/>
          <p:nvPr/>
        </p:nvSpPr>
        <p:spPr>
          <a:xfrm>
            <a:off x="9705762" y="2016443"/>
            <a:ext cx="2035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Backlog inicial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97" name="Text 19">
            <a:extLst>
              <a:ext uri="{FF2B5EF4-FFF2-40B4-BE49-F238E27FC236}">
                <a16:creationId xmlns:a16="http://schemas.microsoft.com/office/drawing/2014/main" id="{C5DDE167-5475-AFE8-17DD-BD4C35FC68F1}"/>
              </a:ext>
            </a:extLst>
          </p:cNvPr>
          <p:cNvSpPr/>
          <p:nvPr/>
        </p:nvSpPr>
        <p:spPr>
          <a:xfrm>
            <a:off x="466664" y="2351545"/>
            <a:ext cx="2035454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Definição da missão, escopo de atuação e fora do escopo.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98" name="Text 23">
            <a:extLst>
              <a:ext uri="{FF2B5EF4-FFF2-40B4-BE49-F238E27FC236}">
                <a16:creationId xmlns:a16="http://schemas.microsoft.com/office/drawing/2014/main" id="{0AA861FE-555B-7615-E413-103DA5FC283B}"/>
              </a:ext>
            </a:extLst>
          </p:cNvPr>
          <p:cNvSpPr/>
          <p:nvPr/>
        </p:nvSpPr>
        <p:spPr>
          <a:xfrm>
            <a:off x="2776438" y="2351545"/>
            <a:ext cx="2035454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Benefícios esperados e indicadores de desempenho.</a:t>
            </a:r>
          </a:p>
        </p:txBody>
      </p:sp>
      <p:sp>
        <p:nvSpPr>
          <p:cNvPr id="99" name="Text 27">
            <a:extLst>
              <a:ext uri="{FF2B5EF4-FFF2-40B4-BE49-F238E27FC236}">
                <a16:creationId xmlns:a16="http://schemas.microsoft.com/office/drawing/2014/main" id="{B16C70FE-3829-9337-DD01-5472D66D6D91}"/>
              </a:ext>
            </a:extLst>
          </p:cNvPr>
          <p:cNvSpPr/>
          <p:nvPr/>
        </p:nvSpPr>
        <p:spPr>
          <a:xfrm>
            <a:off x="5086213" y="2351545"/>
            <a:ext cx="212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Estabelecer fóruns, ritos, cronograma de sprints, fluxos de decisão e responsabilidades, inspirados em metodologias ágeis.</a:t>
            </a:r>
          </a:p>
        </p:txBody>
      </p:sp>
      <p:sp>
        <p:nvSpPr>
          <p:cNvPr id="100" name="Text 31">
            <a:extLst>
              <a:ext uri="{FF2B5EF4-FFF2-40B4-BE49-F238E27FC236}">
                <a16:creationId xmlns:a16="http://schemas.microsoft.com/office/drawing/2014/main" id="{0199F8D8-1597-914E-715F-38AE21583EB5}"/>
              </a:ext>
            </a:extLst>
          </p:cNvPr>
          <p:cNvSpPr/>
          <p:nvPr/>
        </p:nvSpPr>
        <p:spPr>
          <a:xfrm>
            <a:off x="7395987" y="2351545"/>
            <a:ext cx="2035454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Ferramentas oficiais de uso da comunidade: desenvolvimento, documentação, testes e gestão de demandas e chamados.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01" name="Text 35">
            <a:extLst>
              <a:ext uri="{FF2B5EF4-FFF2-40B4-BE49-F238E27FC236}">
                <a16:creationId xmlns:a16="http://schemas.microsoft.com/office/drawing/2014/main" id="{1BE06D36-F56D-C868-4532-E91DC7F2131D}"/>
              </a:ext>
            </a:extLst>
          </p:cNvPr>
          <p:cNvSpPr/>
          <p:nvPr/>
        </p:nvSpPr>
        <p:spPr>
          <a:xfrm>
            <a:off x="9705762" y="2351545"/>
            <a:ext cx="2035454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B2A47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Backlog inicial estruturado e priorizado.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4FFBAD9E-7EF1-E5D0-60C9-93CF5DD9E576}"/>
              </a:ext>
            </a:extLst>
          </p:cNvPr>
          <p:cNvSpPr/>
          <p:nvPr/>
        </p:nvSpPr>
        <p:spPr>
          <a:xfrm>
            <a:off x="466664" y="127013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20" normalizeH="0" baseline="0" noProof="0">
                <a:ln>
                  <a:noFill/>
                </a:ln>
                <a:solidFill>
                  <a:srgbClr val="C97A2B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FORMALIZAÇÃO DOS ARTEFATOS QUE SUPORTAM A OPERAÇÃO DAS COMUNIDADES:</a:t>
            </a:r>
          </a:p>
        </p:txBody>
      </p:sp>
      <p:sp>
        <p:nvSpPr>
          <p:cNvPr id="104" name="Shape 14">
            <a:extLst>
              <a:ext uri="{FF2B5EF4-FFF2-40B4-BE49-F238E27FC236}">
                <a16:creationId xmlns:a16="http://schemas.microsoft.com/office/drawing/2014/main" id="{66B4E580-2227-296B-36FD-80B204C4736E}"/>
              </a:ext>
            </a:extLst>
          </p:cNvPr>
          <p:cNvSpPr/>
          <p:nvPr/>
        </p:nvSpPr>
        <p:spPr>
          <a:xfrm>
            <a:off x="466664" y="3350870"/>
            <a:ext cx="20116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blurRad="50800" dist="127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5" name="Shape 15">
            <a:extLst>
              <a:ext uri="{FF2B5EF4-FFF2-40B4-BE49-F238E27FC236}">
                <a16:creationId xmlns:a16="http://schemas.microsoft.com/office/drawing/2014/main" id="{5F4D3B9D-8AE9-E222-1F8C-9D26FB324B9C}"/>
              </a:ext>
            </a:extLst>
          </p:cNvPr>
          <p:cNvSpPr/>
          <p:nvPr/>
        </p:nvSpPr>
        <p:spPr>
          <a:xfrm>
            <a:off x="466664" y="3350870"/>
            <a:ext cx="2011680" cy="128016"/>
          </a:xfrm>
          <a:prstGeom prst="roundRect">
            <a:avLst>
              <a:gd name="adj" fmla="val 35714"/>
            </a:avLst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6" name="Shape 16">
            <a:extLst>
              <a:ext uri="{FF2B5EF4-FFF2-40B4-BE49-F238E27FC236}">
                <a16:creationId xmlns:a16="http://schemas.microsoft.com/office/drawing/2014/main" id="{2C86D8C3-7F05-25B1-EBA6-0F4C861D437B}"/>
              </a:ext>
            </a:extLst>
          </p:cNvPr>
          <p:cNvSpPr/>
          <p:nvPr/>
        </p:nvSpPr>
        <p:spPr>
          <a:xfrm>
            <a:off x="466664" y="3414878"/>
            <a:ext cx="2011680" cy="64008"/>
          </a:xfrm>
          <a:prstGeom prst="rect">
            <a:avLst/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0" name="Shape 20">
            <a:extLst>
              <a:ext uri="{FF2B5EF4-FFF2-40B4-BE49-F238E27FC236}">
                <a16:creationId xmlns:a16="http://schemas.microsoft.com/office/drawing/2014/main" id="{1B5A24F6-25EB-B32F-D1CE-5F2D8C78857B}"/>
              </a:ext>
            </a:extLst>
          </p:cNvPr>
          <p:cNvSpPr/>
          <p:nvPr/>
        </p:nvSpPr>
        <p:spPr>
          <a:xfrm>
            <a:off x="2103178" y="4182734"/>
            <a:ext cx="310896" cy="310896"/>
          </a:xfrm>
          <a:prstGeom prst="ellipse">
            <a:avLst/>
          </a:prstGeom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1" name="Shape 21">
            <a:extLst>
              <a:ext uri="{FF2B5EF4-FFF2-40B4-BE49-F238E27FC236}">
                <a16:creationId xmlns:a16="http://schemas.microsoft.com/office/drawing/2014/main" id="{414E377B-AB2C-AFEC-1066-173D8169552E}"/>
              </a:ext>
            </a:extLst>
          </p:cNvPr>
          <p:cNvSpPr/>
          <p:nvPr/>
        </p:nvSpPr>
        <p:spPr>
          <a:xfrm>
            <a:off x="2158042" y="4237598"/>
            <a:ext cx="201168" cy="201168"/>
          </a:xfrm>
          <a:prstGeom prst="ellipse">
            <a:avLst/>
          </a:prstGeom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2" name="Shape 22">
            <a:extLst>
              <a:ext uri="{FF2B5EF4-FFF2-40B4-BE49-F238E27FC236}">
                <a16:creationId xmlns:a16="http://schemas.microsoft.com/office/drawing/2014/main" id="{9A7F1F0E-1821-B8A7-0201-BDD9C6FC7A54}"/>
              </a:ext>
            </a:extLst>
          </p:cNvPr>
          <p:cNvSpPr/>
          <p:nvPr/>
        </p:nvSpPr>
        <p:spPr>
          <a:xfrm>
            <a:off x="2212906" y="4292462"/>
            <a:ext cx="91440" cy="91440"/>
          </a:xfrm>
          <a:prstGeom prst="ellipse">
            <a:avLst/>
          </a:prstGeom>
          <a:solidFill>
            <a:srgbClr val="D97D2B"/>
          </a:solidFill>
          <a:ln w="15875">
            <a:solidFill>
              <a:srgbClr val="D97D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3" name="Shape 25">
            <a:extLst>
              <a:ext uri="{FF2B5EF4-FFF2-40B4-BE49-F238E27FC236}">
                <a16:creationId xmlns:a16="http://schemas.microsoft.com/office/drawing/2014/main" id="{B5CC1776-0C4C-1AD9-776F-13FCA653464A}"/>
              </a:ext>
            </a:extLst>
          </p:cNvPr>
          <p:cNvSpPr/>
          <p:nvPr/>
        </p:nvSpPr>
        <p:spPr>
          <a:xfrm>
            <a:off x="2776438" y="3350870"/>
            <a:ext cx="20116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blurRad="50800" dist="127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4" name="Shape 26">
            <a:extLst>
              <a:ext uri="{FF2B5EF4-FFF2-40B4-BE49-F238E27FC236}">
                <a16:creationId xmlns:a16="http://schemas.microsoft.com/office/drawing/2014/main" id="{9EBA6572-7D7F-A824-3E4A-BB28647C4511}"/>
              </a:ext>
            </a:extLst>
          </p:cNvPr>
          <p:cNvSpPr/>
          <p:nvPr/>
        </p:nvSpPr>
        <p:spPr>
          <a:xfrm>
            <a:off x="2776438" y="3350870"/>
            <a:ext cx="2011680" cy="128016"/>
          </a:xfrm>
          <a:prstGeom prst="roundRect">
            <a:avLst>
              <a:gd name="adj" fmla="val 35714"/>
            </a:avLst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5" name="Shape 27">
            <a:extLst>
              <a:ext uri="{FF2B5EF4-FFF2-40B4-BE49-F238E27FC236}">
                <a16:creationId xmlns:a16="http://schemas.microsoft.com/office/drawing/2014/main" id="{5AEE4A9F-1770-3DE3-B97E-9D43DA5504D0}"/>
              </a:ext>
            </a:extLst>
          </p:cNvPr>
          <p:cNvSpPr/>
          <p:nvPr/>
        </p:nvSpPr>
        <p:spPr>
          <a:xfrm>
            <a:off x="2776438" y="3414878"/>
            <a:ext cx="2011680" cy="64008"/>
          </a:xfrm>
          <a:prstGeom prst="rect">
            <a:avLst/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1" name="Shape 35">
            <a:extLst>
              <a:ext uri="{FF2B5EF4-FFF2-40B4-BE49-F238E27FC236}">
                <a16:creationId xmlns:a16="http://schemas.microsoft.com/office/drawing/2014/main" id="{B6E5F780-EDD8-B57E-487E-C63787F292B7}"/>
              </a:ext>
            </a:extLst>
          </p:cNvPr>
          <p:cNvSpPr/>
          <p:nvPr/>
        </p:nvSpPr>
        <p:spPr>
          <a:xfrm>
            <a:off x="5086213" y="3350870"/>
            <a:ext cx="20116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blurRad="50800" dist="127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2" name="Shape 36">
            <a:extLst>
              <a:ext uri="{FF2B5EF4-FFF2-40B4-BE49-F238E27FC236}">
                <a16:creationId xmlns:a16="http://schemas.microsoft.com/office/drawing/2014/main" id="{315D9E31-513E-AACD-8337-AF73058852FB}"/>
              </a:ext>
            </a:extLst>
          </p:cNvPr>
          <p:cNvSpPr/>
          <p:nvPr/>
        </p:nvSpPr>
        <p:spPr>
          <a:xfrm>
            <a:off x="5086213" y="3350870"/>
            <a:ext cx="2011680" cy="128016"/>
          </a:xfrm>
          <a:prstGeom prst="roundRect">
            <a:avLst>
              <a:gd name="adj" fmla="val 35714"/>
            </a:avLst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3" name="Shape 37">
            <a:extLst>
              <a:ext uri="{FF2B5EF4-FFF2-40B4-BE49-F238E27FC236}">
                <a16:creationId xmlns:a16="http://schemas.microsoft.com/office/drawing/2014/main" id="{FD9A4879-0361-58DE-2B53-C2DA4892821E}"/>
              </a:ext>
            </a:extLst>
          </p:cNvPr>
          <p:cNvSpPr/>
          <p:nvPr/>
        </p:nvSpPr>
        <p:spPr>
          <a:xfrm>
            <a:off x="5086213" y="3414878"/>
            <a:ext cx="2011680" cy="64008"/>
          </a:xfrm>
          <a:prstGeom prst="rect">
            <a:avLst/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3" name="Shape 49">
            <a:extLst>
              <a:ext uri="{FF2B5EF4-FFF2-40B4-BE49-F238E27FC236}">
                <a16:creationId xmlns:a16="http://schemas.microsoft.com/office/drawing/2014/main" id="{7FF34DD8-02AC-DC22-97B9-5700787287FC}"/>
              </a:ext>
            </a:extLst>
          </p:cNvPr>
          <p:cNvSpPr/>
          <p:nvPr/>
        </p:nvSpPr>
        <p:spPr>
          <a:xfrm>
            <a:off x="7395987" y="3350870"/>
            <a:ext cx="20116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blurRad="50800" dist="127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4" name="Shape 50">
            <a:extLst>
              <a:ext uri="{FF2B5EF4-FFF2-40B4-BE49-F238E27FC236}">
                <a16:creationId xmlns:a16="http://schemas.microsoft.com/office/drawing/2014/main" id="{A98396E0-2722-DE42-08A1-92AACAF340B0}"/>
              </a:ext>
            </a:extLst>
          </p:cNvPr>
          <p:cNvSpPr/>
          <p:nvPr/>
        </p:nvSpPr>
        <p:spPr>
          <a:xfrm>
            <a:off x="7395987" y="3350870"/>
            <a:ext cx="2011680" cy="128016"/>
          </a:xfrm>
          <a:prstGeom prst="roundRect">
            <a:avLst>
              <a:gd name="adj" fmla="val 35714"/>
            </a:avLst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5" name="Shape 51">
            <a:extLst>
              <a:ext uri="{FF2B5EF4-FFF2-40B4-BE49-F238E27FC236}">
                <a16:creationId xmlns:a16="http://schemas.microsoft.com/office/drawing/2014/main" id="{54C90BF7-E890-A249-5581-6044C787C973}"/>
              </a:ext>
            </a:extLst>
          </p:cNvPr>
          <p:cNvSpPr/>
          <p:nvPr/>
        </p:nvSpPr>
        <p:spPr>
          <a:xfrm>
            <a:off x="7395987" y="3414878"/>
            <a:ext cx="2011680" cy="64008"/>
          </a:xfrm>
          <a:prstGeom prst="rect">
            <a:avLst/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0" name="Shape 58">
            <a:extLst>
              <a:ext uri="{FF2B5EF4-FFF2-40B4-BE49-F238E27FC236}">
                <a16:creationId xmlns:a16="http://schemas.microsoft.com/office/drawing/2014/main" id="{FF82477C-E42D-78C9-37BF-A67AEACF6156}"/>
              </a:ext>
            </a:extLst>
          </p:cNvPr>
          <p:cNvSpPr/>
          <p:nvPr/>
        </p:nvSpPr>
        <p:spPr>
          <a:xfrm>
            <a:off x="9705762" y="3350870"/>
            <a:ext cx="20116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blurRad="50800" dist="127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1" name="Shape 59">
            <a:extLst>
              <a:ext uri="{FF2B5EF4-FFF2-40B4-BE49-F238E27FC236}">
                <a16:creationId xmlns:a16="http://schemas.microsoft.com/office/drawing/2014/main" id="{962F1766-95A5-8884-9FD9-CD1B899E3641}"/>
              </a:ext>
            </a:extLst>
          </p:cNvPr>
          <p:cNvSpPr/>
          <p:nvPr/>
        </p:nvSpPr>
        <p:spPr>
          <a:xfrm>
            <a:off x="9705762" y="3350870"/>
            <a:ext cx="2011680" cy="128016"/>
          </a:xfrm>
          <a:prstGeom prst="roundRect">
            <a:avLst>
              <a:gd name="adj" fmla="val 35714"/>
            </a:avLst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2" name="Shape 60">
            <a:extLst>
              <a:ext uri="{FF2B5EF4-FFF2-40B4-BE49-F238E27FC236}">
                <a16:creationId xmlns:a16="http://schemas.microsoft.com/office/drawing/2014/main" id="{7ACB30C9-947C-F171-75FB-97FAED8F769B}"/>
              </a:ext>
            </a:extLst>
          </p:cNvPr>
          <p:cNvSpPr/>
          <p:nvPr/>
        </p:nvSpPr>
        <p:spPr>
          <a:xfrm>
            <a:off x="9705762" y="3414878"/>
            <a:ext cx="2011680" cy="64008"/>
          </a:xfrm>
          <a:prstGeom prst="rect">
            <a:avLst/>
          </a:prstGeom>
          <a:solidFill>
            <a:srgbClr val="D97D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99" name="Imagem 198">
            <a:extLst>
              <a:ext uri="{FF2B5EF4-FFF2-40B4-BE49-F238E27FC236}">
                <a16:creationId xmlns:a16="http://schemas.microsoft.com/office/drawing/2014/main" id="{5F5469A5-9E3B-949E-0504-5BCCFB5492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6616" y="3487070"/>
            <a:ext cx="1349972" cy="1026047"/>
          </a:xfrm>
          <a:prstGeom prst="rect">
            <a:avLst/>
          </a:prstGeom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A1BDBC24-CD94-220A-BF61-AE969304A6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1274" y="3703541"/>
            <a:ext cx="1621558" cy="644556"/>
          </a:xfrm>
          <a:prstGeom prst="rect">
            <a:avLst/>
          </a:prstGeom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1B81B128-1B12-E51D-BBD0-4BEB00AE7D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492" y="3604965"/>
            <a:ext cx="1493756" cy="752756"/>
          </a:xfrm>
          <a:prstGeom prst="rect">
            <a:avLst/>
          </a:prstGeom>
        </p:spPr>
      </p:pic>
      <p:pic>
        <p:nvPicPr>
          <p:cNvPr id="218" name="Picture 24">
            <a:extLst>
              <a:ext uri="{FF2B5EF4-FFF2-40B4-BE49-F238E27FC236}">
                <a16:creationId xmlns:a16="http://schemas.microsoft.com/office/drawing/2014/main" id="{E6DDCBB4-7FEE-D2BC-5C1E-C896FD5398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59318" y="3604965"/>
            <a:ext cx="1657890" cy="7607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3" name="Triângulo isósceles 222">
            <a:extLst>
              <a:ext uri="{FF2B5EF4-FFF2-40B4-BE49-F238E27FC236}">
                <a16:creationId xmlns:a16="http://schemas.microsoft.com/office/drawing/2014/main" id="{3C7A1E4C-894E-2F34-F700-00889ED3F08D}"/>
              </a:ext>
            </a:extLst>
          </p:cNvPr>
          <p:cNvSpPr/>
          <p:nvPr/>
        </p:nvSpPr>
        <p:spPr bwMode="auto">
          <a:xfrm rot="10800000">
            <a:off x="2687053" y="4712761"/>
            <a:ext cx="6817894" cy="324000"/>
          </a:xfrm>
          <a:prstGeom prst="triangle">
            <a:avLst/>
          </a:prstGeom>
          <a:solidFill>
            <a:schemeClr val="bg1">
              <a:lumMod val="50000"/>
              <a:alpha val="17000"/>
            </a:schemeClr>
          </a:solidFill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235" name="Imagem 234">
            <a:extLst>
              <a:ext uri="{FF2B5EF4-FFF2-40B4-BE49-F238E27FC236}">
                <a16:creationId xmlns:a16="http://schemas.microsoft.com/office/drawing/2014/main" id="{2169B99B-9C87-631B-90D5-C45E6985BEB8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23871" b="14215"/>
          <a:stretch>
            <a:fillRect/>
          </a:stretch>
        </p:blipFill>
        <p:spPr>
          <a:xfrm>
            <a:off x="7530220" y="3685945"/>
            <a:ext cx="1762463" cy="552978"/>
          </a:xfrm>
          <a:prstGeom prst="rect">
            <a:avLst/>
          </a:prstGeom>
        </p:spPr>
      </p:pic>
      <p:sp>
        <p:nvSpPr>
          <p:cNvPr id="236" name="CaixaDeTexto 235">
            <a:extLst>
              <a:ext uri="{FF2B5EF4-FFF2-40B4-BE49-F238E27FC236}">
                <a16:creationId xmlns:a16="http://schemas.microsoft.com/office/drawing/2014/main" id="{72F8621B-3CA3-CE74-C349-471A2705DE56}"/>
              </a:ext>
            </a:extLst>
          </p:cNvPr>
          <p:cNvSpPr txBox="1"/>
          <p:nvPr/>
        </p:nvSpPr>
        <p:spPr>
          <a:xfrm>
            <a:off x="7529451" y="4252961"/>
            <a:ext cx="176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Lifecycle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- Ferramentas de suporte</a:t>
            </a:r>
          </a:p>
        </p:txBody>
      </p:sp>
    </p:spTree>
    <p:extLst>
      <p:ext uri="{BB962C8B-B14F-4D97-AF65-F5344CB8AC3E}">
        <p14:creationId xmlns:p14="http://schemas.microsoft.com/office/powerpoint/2010/main" val="24890719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AA3817-5E28-0E2F-ADBA-16FF774E0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893D579F-9311-020B-2843-05497358E11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3D579F-9311-020B-2843-05497358E1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68F68C-D4A3-E5D4-17AC-E242091C8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1B4963-649F-364B-D18E-C1FB449B07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339A2-FF22-0D07-0444-7A4186D8FC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noProof="0"/>
              <a:t>Frente 3 - Plano de Capacitação para o Novo Modelo de Operação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3F329D9-63EA-E663-3FF1-60F06AD7308E}"/>
              </a:ext>
            </a:extLst>
          </p:cNvPr>
          <p:cNvSpPr/>
          <p:nvPr/>
        </p:nvSpPr>
        <p:spPr>
          <a:xfrm>
            <a:off x="548639" y="1220936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Planejamento da capacitação para o novo modelo de operação e execução dos treinamentos conduzidos pela A&amp;M, preparando lideranças e equipes para atuar com autonomia.</a:t>
            </a: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40D69A54-878E-792F-6A14-94CA84224CF1}"/>
              </a:ext>
            </a:extLst>
          </p:cNvPr>
          <p:cNvSpPr/>
          <p:nvPr/>
        </p:nvSpPr>
        <p:spPr>
          <a:xfrm>
            <a:off x="8275320" y="1371600"/>
            <a:ext cx="2834640" cy="2834640"/>
          </a:xfrm>
          <a:prstGeom prst="ellipse">
            <a:avLst/>
          </a:prstGeom>
          <a:solidFill>
            <a:srgbClr val="FCD1A2">
              <a:alpha val="36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0" name="Image 0" descr="icons/bookopen_navy.png">
            <a:extLst>
              <a:ext uri="{FF2B5EF4-FFF2-40B4-BE49-F238E27FC236}">
                <a16:creationId xmlns:a16="http://schemas.microsoft.com/office/drawing/2014/main" id="{DDFA45EE-E816-1ABE-3005-8A8C19A52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286000"/>
            <a:ext cx="1005840" cy="1005840"/>
          </a:xfrm>
          <a:prstGeom prst="rect">
            <a:avLst/>
          </a:prstGeom>
        </p:spPr>
      </p:pic>
      <p:sp>
        <p:nvSpPr>
          <p:cNvPr id="32" name="Shape 4">
            <a:extLst>
              <a:ext uri="{FF2B5EF4-FFF2-40B4-BE49-F238E27FC236}">
                <a16:creationId xmlns:a16="http://schemas.microsoft.com/office/drawing/2014/main" id="{6FAC5D08-7CA3-04EB-9DE1-4200512C043A}"/>
              </a:ext>
            </a:extLst>
          </p:cNvPr>
          <p:cNvSpPr/>
          <p:nvPr/>
        </p:nvSpPr>
        <p:spPr>
          <a:xfrm>
            <a:off x="548640" y="2514599"/>
            <a:ext cx="3483864" cy="1289583"/>
          </a:xfrm>
          <a:prstGeom prst="roundRect">
            <a:avLst>
              <a:gd name="adj" fmla="val 6087"/>
            </a:avLst>
          </a:prstGeom>
          <a:solidFill>
            <a:srgbClr val="FCD1A2">
              <a:alpha val="36000"/>
            </a:srgbClr>
          </a:solidFill>
          <a:ln/>
          <a:effectLst>
            <a:outerShdw blurRad="101600" dist="38100" dir="5400000" algn="bl" rotWithShape="0">
              <a:srgbClr val="1B2A4C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35" name="Image 1" descr="icons/calendar_orange.png">
            <a:extLst>
              <a:ext uri="{FF2B5EF4-FFF2-40B4-BE49-F238E27FC236}">
                <a16:creationId xmlns:a16="http://schemas.microsoft.com/office/drawing/2014/main" id="{4FBDDABE-3939-02B7-3CB3-CCE1B986C6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679192"/>
            <a:ext cx="256032" cy="256032"/>
          </a:xfrm>
          <a:prstGeom prst="rect">
            <a:avLst/>
          </a:prstGeom>
        </p:spPr>
      </p:pic>
      <p:sp>
        <p:nvSpPr>
          <p:cNvPr id="36" name="Text 5">
            <a:extLst>
              <a:ext uri="{FF2B5EF4-FFF2-40B4-BE49-F238E27FC236}">
                <a16:creationId xmlns:a16="http://schemas.microsoft.com/office/drawing/2014/main" id="{D1A99B45-3249-1234-2FCD-B511D16107EC}"/>
              </a:ext>
            </a:extLst>
          </p:cNvPr>
          <p:cNvSpPr/>
          <p:nvPr/>
        </p:nvSpPr>
        <p:spPr>
          <a:xfrm>
            <a:off x="1097280" y="2642616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" normalizeH="0" baseline="0" noProof="0">
                <a:ln>
                  <a:noFill/>
                </a:ln>
                <a:solidFill>
                  <a:srgbClr val="1B2A4C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1DD70B03-AC00-E357-DBF2-DBFEBC189A8B}"/>
              </a:ext>
            </a:extLst>
          </p:cNvPr>
          <p:cNvSpPr/>
          <p:nvPr/>
        </p:nvSpPr>
        <p:spPr>
          <a:xfrm>
            <a:off x="731520" y="30625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~10 semanas, do planejamento à execução dos treinamentos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BD003C7-CD6B-CD86-DB10-C81319C5111B}"/>
              </a:ext>
            </a:extLst>
          </p:cNvPr>
          <p:cNvSpPr/>
          <p:nvPr/>
        </p:nvSpPr>
        <p:spPr>
          <a:xfrm>
            <a:off x="4288536" y="2514600"/>
            <a:ext cx="3483864" cy="1289582"/>
          </a:xfrm>
          <a:prstGeom prst="roundRect">
            <a:avLst>
              <a:gd name="adj" fmla="val 6087"/>
            </a:avLst>
          </a:prstGeom>
          <a:solidFill>
            <a:srgbClr val="FCD1A2">
              <a:alpha val="36000"/>
            </a:srgbClr>
          </a:solidFill>
          <a:ln/>
          <a:effectLst>
            <a:outerShdw blurRad="101600" dist="38100" dir="5400000" algn="bl" rotWithShape="0">
              <a:srgbClr val="1B2A4C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39" name="Image 2" descr="icons/users_orange.png">
            <a:extLst>
              <a:ext uri="{FF2B5EF4-FFF2-40B4-BE49-F238E27FC236}">
                <a16:creationId xmlns:a16="http://schemas.microsoft.com/office/drawing/2014/main" id="{8EFD7888-B944-7EDF-10E4-2DAC04F4F4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1416" y="2679192"/>
            <a:ext cx="256032" cy="256032"/>
          </a:xfrm>
          <a:prstGeom prst="rect">
            <a:avLst/>
          </a:prstGeom>
        </p:spPr>
      </p:pic>
      <p:sp>
        <p:nvSpPr>
          <p:cNvPr id="40" name="Text 8">
            <a:extLst>
              <a:ext uri="{FF2B5EF4-FFF2-40B4-BE49-F238E27FC236}">
                <a16:creationId xmlns:a16="http://schemas.microsoft.com/office/drawing/2014/main" id="{E7ABD06F-D027-8ED5-24E4-2A156A41411D}"/>
              </a:ext>
            </a:extLst>
          </p:cNvPr>
          <p:cNvSpPr/>
          <p:nvPr/>
        </p:nvSpPr>
        <p:spPr>
          <a:xfrm>
            <a:off x="4837176" y="2642616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" normalizeH="0" baseline="0" noProof="0">
                <a:ln>
                  <a:noFill/>
                </a:ln>
                <a:solidFill>
                  <a:srgbClr val="1B2A4C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PÚBLICO ENVOLVIDO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A6152204-4B1C-2C62-EFEF-3B2C587FC4F4}"/>
              </a:ext>
            </a:extLst>
          </p:cNvPr>
          <p:cNvSpPr/>
          <p:nvPr/>
        </p:nvSpPr>
        <p:spPr>
          <a:xfrm>
            <a:off x="4471416" y="3017034"/>
            <a:ext cx="3118104" cy="68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Gerente Executivo FE, Gerente FEG, Gerências GP, Gerências DTA e equipes das Comunidades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ED79ACC-7E8E-BCB0-6D99-145702DBDF26}"/>
              </a:ext>
            </a:extLst>
          </p:cNvPr>
          <p:cNvSpPr/>
          <p:nvPr/>
        </p:nvSpPr>
        <p:spPr>
          <a:xfrm>
            <a:off x="548639" y="440795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>
                <a:ln>
                  <a:noFill/>
                </a:ln>
                <a:solidFill>
                  <a:srgbClr val="1B2A4C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TRILHAS DE CAPACITAÇÃO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7F91DF0D-E6CE-4874-218A-58DE15CEEF73}"/>
              </a:ext>
            </a:extLst>
          </p:cNvPr>
          <p:cNvSpPr/>
          <p:nvPr/>
        </p:nvSpPr>
        <p:spPr>
          <a:xfrm>
            <a:off x="548639" y="4792006"/>
            <a:ext cx="2527402" cy="402336"/>
          </a:xfrm>
          <a:prstGeom prst="roundRect">
            <a:avLst>
              <a:gd name="adj" fmla="val 50000"/>
            </a:avLst>
          </a:prstGeom>
          <a:solidFill>
            <a:srgbClr val="1B2A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D2EE24B-14C6-2F3E-5268-50CF2EE299C5}"/>
              </a:ext>
            </a:extLst>
          </p:cNvPr>
          <p:cNvSpPr/>
          <p:nvPr/>
        </p:nvSpPr>
        <p:spPr>
          <a:xfrm>
            <a:off x="548639" y="4792006"/>
            <a:ext cx="25274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Modelo Operacional Matricial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E259F74A-1612-254A-7675-A8E30465A812}"/>
              </a:ext>
            </a:extLst>
          </p:cNvPr>
          <p:cNvSpPr/>
          <p:nvPr/>
        </p:nvSpPr>
        <p:spPr>
          <a:xfrm>
            <a:off x="3240633" y="4792006"/>
            <a:ext cx="2357323" cy="402336"/>
          </a:xfrm>
          <a:prstGeom prst="roundRect">
            <a:avLst>
              <a:gd name="adj" fmla="val 50000"/>
            </a:avLst>
          </a:prstGeom>
          <a:solidFill>
            <a:srgbClr val="1B2A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27818CD8-638C-33CF-33F9-9C641D508A30}"/>
              </a:ext>
            </a:extLst>
          </p:cNvPr>
          <p:cNvSpPr/>
          <p:nvPr/>
        </p:nvSpPr>
        <p:spPr>
          <a:xfrm>
            <a:off x="3240633" y="4792006"/>
            <a:ext cx="23573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Papéis e Responsabilidades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ED8E9A8D-CAC9-786A-E855-9602DD5D3B30}"/>
              </a:ext>
            </a:extLst>
          </p:cNvPr>
          <p:cNvSpPr/>
          <p:nvPr/>
        </p:nvSpPr>
        <p:spPr>
          <a:xfrm>
            <a:off x="5762548" y="4792006"/>
            <a:ext cx="1677010" cy="402336"/>
          </a:xfrm>
          <a:prstGeom prst="roundRect">
            <a:avLst>
              <a:gd name="adj" fmla="val 50000"/>
            </a:avLst>
          </a:prstGeom>
          <a:solidFill>
            <a:srgbClr val="1B2A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D1F56EE1-5105-966A-11DD-1CAF2E401EB4}"/>
              </a:ext>
            </a:extLst>
          </p:cNvPr>
          <p:cNvSpPr/>
          <p:nvPr/>
        </p:nvSpPr>
        <p:spPr>
          <a:xfrm>
            <a:off x="5762548" y="4792006"/>
            <a:ext cx="16770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Gestão de Projetos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C61C0257-B18B-A9A2-A5E7-7CBBCBC45AF1}"/>
              </a:ext>
            </a:extLst>
          </p:cNvPr>
          <p:cNvSpPr/>
          <p:nvPr/>
        </p:nvSpPr>
        <p:spPr>
          <a:xfrm>
            <a:off x="7604149" y="4792006"/>
            <a:ext cx="1506931" cy="402336"/>
          </a:xfrm>
          <a:prstGeom prst="roundRect">
            <a:avLst>
              <a:gd name="adj" fmla="val 50000"/>
            </a:avLst>
          </a:prstGeom>
          <a:solidFill>
            <a:srgbClr val="1B2A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ECCDC7F9-BF0A-6528-407E-4483C8AFB5D7}"/>
              </a:ext>
            </a:extLst>
          </p:cNvPr>
          <p:cNvSpPr/>
          <p:nvPr/>
        </p:nvSpPr>
        <p:spPr>
          <a:xfrm>
            <a:off x="7604149" y="4792006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Metodologia Ágil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F0234F81-EE1B-7510-9CB0-6910F60279BD}"/>
              </a:ext>
            </a:extLst>
          </p:cNvPr>
          <p:cNvSpPr/>
          <p:nvPr/>
        </p:nvSpPr>
        <p:spPr>
          <a:xfrm>
            <a:off x="9275673" y="4792006"/>
            <a:ext cx="2272284" cy="402336"/>
          </a:xfrm>
          <a:prstGeom prst="roundRect">
            <a:avLst>
              <a:gd name="adj" fmla="val 50000"/>
            </a:avLst>
          </a:prstGeom>
          <a:solidFill>
            <a:srgbClr val="1B2A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9A348E31-58ED-B145-26C9-3B1FA1871441}"/>
              </a:ext>
            </a:extLst>
          </p:cNvPr>
          <p:cNvSpPr/>
          <p:nvPr/>
        </p:nvSpPr>
        <p:spPr>
          <a:xfrm>
            <a:off x="9275673" y="4792006"/>
            <a:ext cx="2272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Arquitetura de Aplicações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4DB9734B-E39A-6E51-B58E-69E653C82102}"/>
              </a:ext>
            </a:extLst>
          </p:cNvPr>
          <p:cNvSpPr/>
          <p:nvPr/>
        </p:nvSpPr>
        <p:spPr>
          <a:xfrm>
            <a:off x="548639" y="5340646"/>
            <a:ext cx="1677010" cy="402336"/>
          </a:xfrm>
          <a:prstGeom prst="roundRect">
            <a:avLst>
              <a:gd name="adj" fmla="val 50000"/>
            </a:avLst>
          </a:prstGeom>
          <a:solidFill>
            <a:srgbClr val="1B2A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1FF04BF7-E8D7-F9A7-FD86-79F8D4F6FF5F}"/>
              </a:ext>
            </a:extLst>
          </p:cNvPr>
          <p:cNvSpPr/>
          <p:nvPr/>
        </p:nvSpPr>
        <p:spPr>
          <a:xfrm>
            <a:off x="548639" y="5340646"/>
            <a:ext cx="16770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Gestão de Mudanças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E4847E21-220A-9690-0023-BCAFEBC6CD02}"/>
              </a:ext>
            </a:extLst>
          </p:cNvPr>
          <p:cNvSpPr/>
          <p:nvPr/>
        </p:nvSpPr>
        <p:spPr>
          <a:xfrm>
            <a:off x="2390241" y="5340646"/>
            <a:ext cx="3888029" cy="402336"/>
          </a:xfrm>
          <a:prstGeom prst="roundRect">
            <a:avLst>
              <a:gd name="adj" fmla="val 50000"/>
            </a:avLst>
          </a:prstGeom>
          <a:solidFill>
            <a:srgbClr val="1B2A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3BD46987-FD9D-742A-8DDF-93EBE6C2E793}"/>
              </a:ext>
            </a:extLst>
          </p:cNvPr>
          <p:cNvSpPr/>
          <p:nvPr/>
        </p:nvSpPr>
        <p:spPr>
          <a:xfrm>
            <a:off x="2390241" y="5340646"/>
            <a:ext cx="38880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Calibri" pitchFamily="34" charset="-122"/>
                <a:cs typeface="Calibri" pitchFamily="34" charset="-120"/>
              </a:rPr>
              <a:t>IA Aplicada às Ferramentas Eletroenergéticas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8805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886BC524-2F13-B4F8-D6A0-8447EAB8FD6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92728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86BC524-2F13-B4F8-D6A0-8447EAB8FD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E9F29B-4491-A63C-A089-ABAF35058D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72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CFA03-7C53-CE6D-5C56-79AD1A4A4B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2C99B6-0854-13FF-1B9B-E0CAD4D05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0206" y="7062506"/>
            <a:ext cx="9119779" cy="558726"/>
          </a:xfrm>
        </p:spPr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7A66C8-1FDF-79A3-C7F2-FE4AFE10CF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7187F1-8BCE-91E4-18B6-4CC059B426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271C60-675C-D276-11C0-D577779A10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Fluxo de consolidação e validação das definições da FE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1A681DF4-9030-17AE-49EB-CE25DA1613DB}"/>
              </a:ext>
            </a:extLst>
          </p:cNvPr>
          <p:cNvSpPr/>
          <p:nvPr/>
        </p:nvSpPr>
        <p:spPr>
          <a:xfrm>
            <a:off x="1575831" y="2881871"/>
            <a:ext cx="8873338" cy="0"/>
          </a:xfrm>
          <a:prstGeom prst="line">
            <a:avLst/>
          </a:prstGeom>
          <a:noFill/>
          <a:ln w="2540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2E011C3-C403-DC6E-16B6-F4EF2C658D11}"/>
              </a:ext>
            </a:extLst>
          </p:cNvPr>
          <p:cNvSpPr/>
          <p:nvPr/>
        </p:nvSpPr>
        <p:spPr>
          <a:xfrm>
            <a:off x="466664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CD25C57-96B6-A966-54C2-D21E8C676E6B}"/>
              </a:ext>
            </a:extLst>
          </p:cNvPr>
          <p:cNvSpPr/>
          <p:nvPr/>
        </p:nvSpPr>
        <p:spPr>
          <a:xfrm>
            <a:off x="1246647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20" name="Image 0" descr="step1.png">
            <a:extLst>
              <a:ext uri="{FF2B5EF4-FFF2-40B4-BE49-F238E27FC236}">
                <a16:creationId xmlns:a16="http://schemas.microsoft.com/office/drawing/2014/main" id="{F13C35D8-4D55-23A6-2BF8-27D1206FE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383" y="2726423"/>
            <a:ext cx="310896" cy="310896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FE5EFBF7-83C7-96B7-CE54-9074356350C2}"/>
              </a:ext>
            </a:extLst>
          </p:cNvPr>
          <p:cNvSpPr/>
          <p:nvPr/>
        </p:nvSpPr>
        <p:spPr>
          <a:xfrm>
            <a:off x="539816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Preparação do </a:t>
            </a:r>
          </a:p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23A083B4-A73B-4D37-6E4D-CD98A7834D1B}"/>
              </a:ext>
            </a:extLst>
          </p:cNvPr>
          <p:cNvSpPr/>
          <p:nvPr/>
        </p:nvSpPr>
        <p:spPr>
          <a:xfrm>
            <a:off x="576392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 noProof="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Estruturação da proposta a partir do trabalho realizado na Etapa 3 do Projeto Maestro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395A6140-E66F-8CBD-712D-CDAF64E86F58}"/>
              </a:ext>
            </a:extLst>
          </p:cNvPr>
          <p:cNvSpPr/>
          <p:nvPr/>
        </p:nvSpPr>
        <p:spPr>
          <a:xfrm>
            <a:off x="2684998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3E76F718-79B2-8F3F-5733-96C8D17E5B00}"/>
              </a:ext>
            </a:extLst>
          </p:cNvPr>
          <p:cNvSpPr/>
          <p:nvPr/>
        </p:nvSpPr>
        <p:spPr>
          <a:xfrm>
            <a:off x="3464982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30" name="Image 1" descr="step2.png">
            <a:extLst>
              <a:ext uri="{FF2B5EF4-FFF2-40B4-BE49-F238E27FC236}">
                <a16:creationId xmlns:a16="http://schemas.microsoft.com/office/drawing/2014/main" id="{4E744073-1206-E211-3847-7EF708500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718" y="2726423"/>
            <a:ext cx="310896" cy="310896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831E818D-D763-21C1-B73A-0AC81C2039D5}"/>
              </a:ext>
            </a:extLst>
          </p:cNvPr>
          <p:cNvSpPr/>
          <p:nvPr/>
        </p:nvSpPr>
        <p:spPr>
          <a:xfrm>
            <a:off x="2758150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48CC4EEB-1B5B-11C9-B4B6-A4F336E2CFEA}"/>
              </a:ext>
            </a:extLst>
          </p:cNvPr>
          <p:cNvSpPr/>
          <p:nvPr/>
        </p:nvSpPr>
        <p:spPr>
          <a:xfrm>
            <a:off x="2794726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Refinamento colaborativo da proposta com gestores e líderes das Comunidades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AC3250A5-52C9-5767-7A33-426DA71D7236}"/>
              </a:ext>
            </a:extLst>
          </p:cNvPr>
          <p:cNvSpPr/>
          <p:nvPr/>
        </p:nvSpPr>
        <p:spPr>
          <a:xfrm>
            <a:off x="4903333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8E64EA7B-8FA6-79A3-E8BA-71D11912076D}"/>
              </a:ext>
            </a:extLst>
          </p:cNvPr>
          <p:cNvSpPr/>
          <p:nvPr/>
        </p:nvSpPr>
        <p:spPr>
          <a:xfrm>
            <a:off x="5683316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40" name="Image 2" descr="step3.png">
            <a:extLst>
              <a:ext uri="{FF2B5EF4-FFF2-40B4-BE49-F238E27FC236}">
                <a16:creationId xmlns:a16="http://schemas.microsoft.com/office/drawing/2014/main" id="{E2F96C41-CEA1-1B66-B2E8-98C9A1BDE9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052" y="2726423"/>
            <a:ext cx="310896" cy="310896"/>
          </a:xfrm>
          <a:prstGeom prst="rect">
            <a:avLst/>
          </a:prstGeom>
        </p:spPr>
      </p:pic>
      <p:sp>
        <p:nvSpPr>
          <p:cNvPr id="42" name="Text 13">
            <a:extLst>
              <a:ext uri="{FF2B5EF4-FFF2-40B4-BE49-F238E27FC236}">
                <a16:creationId xmlns:a16="http://schemas.microsoft.com/office/drawing/2014/main" id="{9304F388-2303-E665-5FB9-196107716D90}"/>
              </a:ext>
            </a:extLst>
          </p:cNvPr>
          <p:cNvSpPr/>
          <p:nvPr/>
        </p:nvSpPr>
        <p:spPr>
          <a:xfrm>
            <a:off x="4976485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Consolidação do </a:t>
            </a:r>
          </a:p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9AE013EB-51B5-DA59-6B1B-CD1C33509C55}"/>
              </a:ext>
            </a:extLst>
          </p:cNvPr>
          <p:cNvSpPr/>
          <p:nvPr/>
        </p:nvSpPr>
        <p:spPr>
          <a:xfrm>
            <a:off x="5013061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 noProof="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Consolidação dos resultados do workshop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D22E2BC-BD67-5BD2-2B06-3484FDE6D633}"/>
              </a:ext>
            </a:extLst>
          </p:cNvPr>
          <p:cNvSpPr/>
          <p:nvPr/>
        </p:nvSpPr>
        <p:spPr>
          <a:xfrm>
            <a:off x="7121667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507269D9-336A-46E0-405D-A6318E314D83}"/>
              </a:ext>
            </a:extLst>
          </p:cNvPr>
          <p:cNvSpPr/>
          <p:nvPr/>
        </p:nvSpPr>
        <p:spPr>
          <a:xfrm>
            <a:off x="7901650" y="2552687"/>
            <a:ext cx="658368" cy="658368"/>
          </a:xfrm>
          <a:prstGeom prst="ellipse">
            <a:avLst/>
          </a:prstGeom>
          <a:solidFill>
            <a:srgbClr val="E8791E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50" name="Image 3" descr="step4.png">
            <a:extLst>
              <a:ext uri="{FF2B5EF4-FFF2-40B4-BE49-F238E27FC236}">
                <a16:creationId xmlns:a16="http://schemas.microsoft.com/office/drawing/2014/main" id="{EFB2C3C5-2B20-59C7-3589-3B0C17C010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386" y="2726423"/>
            <a:ext cx="310896" cy="310896"/>
          </a:xfrm>
          <a:prstGeom prst="rect">
            <a:avLst/>
          </a:prstGeom>
        </p:spPr>
      </p:pic>
      <p:sp>
        <p:nvSpPr>
          <p:cNvPr id="52" name="Text 17">
            <a:extLst>
              <a:ext uri="{FF2B5EF4-FFF2-40B4-BE49-F238E27FC236}">
                <a16:creationId xmlns:a16="http://schemas.microsoft.com/office/drawing/2014/main" id="{5D95CBF7-E2EB-C38A-E655-936D75B0462E}"/>
              </a:ext>
            </a:extLst>
          </p:cNvPr>
          <p:cNvSpPr/>
          <p:nvPr/>
        </p:nvSpPr>
        <p:spPr>
          <a:xfrm>
            <a:off x="7194819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Validação Executiva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33E79AE3-BC76-27A4-63EE-7A6B118EBDD8}"/>
              </a:ext>
            </a:extLst>
          </p:cNvPr>
          <p:cNvSpPr/>
          <p:nvPr/>
        </p:nvSpPr>
        <p:spPr>
          <a:xfrm>
            <a:off x="7231395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 noProof="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Revisão e aprovação executiva das definições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1528F2A7-4F4E-31CF-E230-38FB8CC13203}"/>
              </a:ext>
            </a:extLst>
          </p:cNvPr>
          <p:cNvSpPr/>
          <p:nvPr/>
        </p:nvSpPr>
        <p:spPr>
          <a:xfrm>
            <a:off x="9340002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0F814CDF-F8E2-F35F-1CEC-2DF416439E07}"/>
              </a:ext>
            </a:extLst>
          </p:cNvPr>
          <p:cNvSpPr/>
          <p:nvPr/>
        </p:nvSpPr>
        <p:spPr>
          <a:xfrm>
            <a:off x="10119985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60" name="Image 4" descr="step5.png">
            <a:extLst>
              <a:ext uri="{FF2B5EF4-FFF2-40B4-BE49-F238E27FC236}">
                <a16:creationId xmlns:a16="http://schemas.microsoft.com/office/drawing/2014/main" id="{C6C8201B-8B24-9771-83EF-0BC34AA56F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3721" y="2726423"/>
            <a:ext cx="310896" cy="310896"/>
          </a:xfrm>
          <a:prstGeom prst="rect">
            <a:avLst/>
          </a:prstGeom>
        </p:spPr>
      </p:pic>
      <p:sp>
        <p:nvSpPr>
          <p:cNvPr id="62" name="Text 21">
            <a:extLst>
              <a:ext uri="{FF2B5EF4-FFF2-40B4-BE49-F238E27FC236}">
                <a16:creationId xmlns:a16="http://schemas.microsoft.com/office/drawing/2014/main" id="{64880EC5-77C1-CFD6-39DB-64B7F9AD0C92}"/>
              </a:ext>
            </a:extLst>
          </p:cNvPr>
          <p:cNvSpPr/>
          <p:nvPr/>
        </p:nvSpPr>
        <p:spPr>
          <a:xfrm>
            <a:off x="9413154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Comunicação às </a:t>
            </a:r>
          </a:p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áreas clientes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E9938B11-54A1-BD24-50EA-661A078449B3}"/>
              </a:ext>
            </a:extLst>
          </p:cNvPr>
          <p:cNvSpPr/>
          <p:nvPr/>
        </p:nvSpPr>
        <p:spPr>
          <a:xfrm>
            <a:off x="9449730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 noProof="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Divulgação das definições aprovadas às áreas clientes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3683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927B58D-3BA1-D8F1-F676-01F4AA9A57B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31083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27B58D-3BA1-D8F1-F676-01F4AA9A57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66D04-9956-E308-5633-6AF63048B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73</a:t>
            </a:fld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87509A9-DDDC-9D6F-858C-EB8C1E61AB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noProof="0"/>
              <a:t>Pesquisa de Prontidão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DF1DD03-582B-5B14-DD18-2C9AF04470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D3A6BA0-6A9B-EB61-A744-588A968C99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519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788CC6-ACF0-5EBB-EC5A-2FB53E069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304815"/>
            <a:fld id="{C8A4A75A-82B3-7F4B-B4EA-AD1D685CA36E}" type="slidenum">
              <a:rPr lang="pt-BR">
                <a:solidFill>
                  <a:srgbClr val="002A46"/>
                </a:solidFill>
              </a:rPr>
              <a:pPr defTabSz="304815"/>
              <a:t>74</a:t>
            </a:fld>
            <a:endParaRPr lang="pt-BR">
              <a:solidFill>
                <a:srgbClr val="002A4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840E5-E13A-B485-8E1E-D4AE2B615C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Contexto: duas pesquisas de prontidão na jornada do Maestro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D0FDC-2FED-CA99-2C26-CB43B80619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Pesquisa de Prontidão para Mudança ONS -</a:t>
            </a:r>
            <a:r>
              <a:rPr lang="en-US"/>
              <a:t> </a:t>
            </a:r>
            <a:r>
              <a:rPr lang="en-US" err="1"/>
              <a:t>Evolução</a:t>
            </a:r>
            <a:r>
              <a:rPr lang="en-US"/>
              <a:t> dos </a:t>
            </a:r>
            <a:r>
              <a:rPr lang="en-US" err="1"/>
              <a:t>resultados</a:t>
            </a:r>
            <a:r>
              <a:rPr lang="en-US"/>
              <a:t> 2025 - 2026</a:t>
            </a:r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BF16CCDD-3A82-B3AB-B069-7548FB0C034A}"/>
              </a:ext>
            </a:extLst>
          </p:cNvPr>
          <p:cNvSpPr/>
          <p:nvPr/>
        </p:nvSpPr>
        <p:spPr>
          <a:xfrm flipV="1">
            <a:off x="0" y="1856232"/>
            <a:ext cx="12192000" cy="18288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1DDDC58C-CA8D-3E30-44E1-46D9085C71F2}"/>
              </a:ext>
            </a:extLst>
          </p:cNvPr>
          <p:cNvSpPr/>
          <p:nvPr/>
        </p:nvSpPr>
        <p:spPr>
          <a:xfrm>
            <a:off x="1014984" y="1792224"/>
            <a:ext cx="164592" cy="16459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1FED425E-587B-F261-DE1A-B9D680F43F8F}"/>
              </a:ext>
            </a:extLst>
          </p:cNvPr>
          <p:cNvSpPr/>
          <p:nvPr/>
        </p:nvSpPr>
        <p:spPr>
          <a:xfrm>
            <a:off x="22860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Out/2025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FE46D3A8-886A-0F21-9804-AA1FACF4F429}"/>
              </a:ext>
            </a:extLst>
          </p:cNvPr>
          <p:cNvSpPr/>
          <p:nvPr/>
        </p:nvSpPr>
        <p:spPr>
          <a:xfrm>
            <a:off x="45720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Início do Projeto Maestro</a:t>
            </a:r>
            <a:endParaRPr lang="en-US" sz="933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02778655-F607-526D-F833-0330B48F1146}"/>
              </a:ext>
            </a:extLst>
          </p:cNvPr>
          <p:cNvSpPr/>
          <p:nvPr/>
        </p:nvSpPr>
        <p:spPr>
          <a:xfrm>
            <a:off x="4334256" y="1792224"/>
            <a:ext cx="164592" cy="16459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23ED02C6-E426-C2CB-40A6-EEB4F77F105A}"/>
              </a:ext>
            </a:extLst>
          </p:cNvPr>
          <p:cNvSpPr/>
          <p:nvPr/>
        </p:nvSpPr>
        <p:spPr>
          <a:xfrm>
            <a:off x="3547872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Out–Nov/2025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244C7768-1143-1E7D-E3B6-6175E16C0A24}"/>
              </a:ext>
            </a:extLst>
          </p:cNvPr>
          <p:cNvSpPr/>
          <p:nvPr/>
        </p:nvSpPr>
        <p:spPr>
          <a:xfrm>
            <a:off x="3364992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933" b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Pesquisa 1: 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Base para o plano de Gestão de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Mudanças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comunicação</a:t>
            </a:r>
            <a:endParaRPr lang="en-US" sz="933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040EC277-53BC-4E30-48D8-A86BF226374E}"/>
              </a:ext>
            </a:extLst>
          </p:cNvPr>
          <p:cNvSpPr/>
          <p:nvPr/>
        </p:nvSpPr>
        <p:spPr>
          <a:xfrm>
            <a:off x="7653528" y="1792224"/>
            <a:ext cx="164592" cy="16459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EA079978-2898-4360-956D-CAF821BF2A35}"/>
              </a:ext>
            </a:extLst>
          </p:cNvPr>
          <p:cNvSpPr/>
          <p:nvPr/>
        </p:nvSpPr>
        <p:spPr>
          <a:xfrm>
            <a:off x="6867144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Mai–Jun/2026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9C2B87ED-0A8D-93C5-223D-35195C48EDFF}"/>
              </a:ext>
            </a:extLst>
          </p:cNvPr>
          <p:cNvSpPr/>
          <p:nvPr/>
        </p:nvSpPr>
        <p:spPr>
          <a:xfrm>
            <a:off x="6684264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933" b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Pesquisa 2: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fim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do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período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de set up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interno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início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assistida</a:t>
            </a:r>
            <a:endParaRPr lang="en-US" sz="933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DD91EF76-CC7A-6F7F-5F54-9ED450829434}"/>
              </a:ext>
            </a:extLst>
          </p:cNvPr>
          <p:cNvSpPr/>
          <p:nvPr/>
        </p:nvSpPr>
        <p:spPr>
          <a:xfrm>
            <a:off x="10341864" y="1792224"/>
            <a:ext cx="164592" cy="164592"/>
          </a:xfrm>
          <a:prstGeom prst="ellipse">
            <a:avLst/>
          </a:prstGeom>
          <a:solidFill>
            <a:schemeClr val="accent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B6F51887-E380-131D-9613-DB999B200713}"/>
              </a:ext>
            </a:extLst>
          </p:cNvPr>
          <p:cNvSpPr/>
          <p:nvPr/>
        </p:nvSpPr>
        <p:spPr>
          <a:xfrm>
            <a:off x="955548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06FC4012-B39B-3ACA-F298-B19B5C9B4663}"/>
              </a:ext>
            </a:extLst>
          </p:cNvPr>
          <p:cNvSpPr/>
          <p:nvPr/>
        </p:nvSpPr>
        <p:spPr>
          <a:xfrm>
            <a:off x="9372600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Início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assistida</a:t>
            </a:r>
            <a:endParaRPr lang="en-US" sz="933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15F6DF5-C982-A5FB-1BFF-276BE1878F1B}"/>
              </a:ext>
            </a:extLst>
          </p:cNvPr>
          <p:cNvSpPr/>
          <p:nvPr/>
        </p:nvSpPr>
        <p:spPr>
          <a:xfrm>
            <a:off x="548640" y="3063240"/>
            <a:ext cx="3520440" cy="2377440"/>
          </a:xfrm>
          <a:prstGeom prst="roundRect">
            <a:avLst>
              <a:gd name="adj" fmla="val 3462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BE2CCEB7-3C89-A0E2-12FB-DAB4638987B7}"/>
              </a:ext>
            </a:extLst>
          </p:cNvPr>
          <p:cNvSpPr/>
          <p:nvPr/>
        </p:nvSpPr>
        <p:spPr>
          <a:xfrm>
            <a:off x="82296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 b="1" kern="0" spc="100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PESQUISA 1 — INÍCIO MAESTRO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92B3A695-7579-E515-1320-ACECA01D8104}"/>
              </a:ext>
            </a:extLst>
          </p:cNvPr>
          <p:cNvSpPr/>
          <p:nvPr/>
        </p:nvSpPr>
        <p:spPr>
          <a:xfrm>
            <a:off x="822960" y="35935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44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328</a:t>
            </a:r>
            <a:endParaRPr lang="en-US" sz="44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1C6D9978-C41D-AEA0-598A-58B417C82A42}"/>
              </a:ext>
            </a:extLst>
          </p:cNvPr>
          <p:cNvSpPr/>
          <p:nvPr/>
        </p:nvSpPr>
        <p:spPr>
          <a:xfrm>
            <a:off x="21488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respondentes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61D1FD16-FC87-B4E1-BF55-F92ADF7DD945}"/>
              </a:ext>
            </a:extLst>
          </p:cNvPr>
          <p:cNvSpPr/>
          <p:nvPr/>
        </p:nvSpPr>
        <p:spPr>
          <a:xfrm>
            <a:off x="82296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600"/>
              </a:lnSpc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DPL: 168   |   DTA: 100   |   DOP: 60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defTabSz="914446">
              <a:lnSpc>
                <a:spcPts val="1600"/>
              </a:lnSpc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Aplicada às três diretorias, no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início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do Projeto Maestro.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A992606C-1DF7-EEC8-6118-853FE4086487}"/>
              </a:ext>
            </a:extLst>
          </p:cNvPr>
          <p:cNvSpPr/>
          <p:nvPr/>
        </p:nvSpPr>
        <p:spPr>
          <a:xfrm>
            <a:off x="4315968" y="3063240"/>
            <a:ext cx="3520440" cy="2377440"/>
          </a:xfrm>
          <a:prstGeom prst="roundRect">
            <a:avLst>
              <a:gd name="adj" fmla="val 3462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2FEF8DFA-046B-FB39-27BA-667A5E8E2E55}"/>
              </a:ext>
            </a:extLst>
          </p:cNvPr>
          <p:cNvSpPr/>
          <p:nvPr/>
        </p:nvSpPr>
        <p:spPr>
          <a:xfrm>
            <a:off x="4590288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 b="1" kern="0" spc="100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PESQUISA 2 — OPERAÇÃO ASSISTIDA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A18AFAD7-BB80-F813-EEDA-C2E5094BECC5}"/>
              </a:ext>
            </a:extLst>
          </p:cNvPr>
          <p:cNvSpPr/>
          <p:nvPr/>
        </p:nvSpPr>
        <p:spPr>
          <a:xfrm>
            <a:off x="4590288" y="35935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44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44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A1BC1D5A-3E75-8499-C26B-B9A6B7DE7F72}"/>
              </a:ext>
            </a:extLst>
          </p:cNvPr>
          <p:cNvSpPr/>
          <p:nvPr/>
        </p:nvSpPr>
        <p:spPr>
          <a:xfrm>
            <a:off x="5916168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respondentes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79C0B54A-BCC4-2EDD-E508-EB1B6AE6F06B}"/>
              </a:ext>
            </a:extLst>
          </p:cNvPr>
          <p:cNvSpPr/>
          <p:nvPr/>
        </p:nvSpPr>
        <p:spPr>
          <a:xfrm>
            <a:off x="4590288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600"/>
              </a:lnSpc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DPL: 127   |   DTA: 35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defTabSz="914446">
              <a:lnSpc>
                <a:spcPts val="1600"/>
              </a:lnSpc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Foco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nas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diretorias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diretamente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impactadas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, com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pessoas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já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alocação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nova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área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6" name="Shape 24">
            <a:extLst>
              <a:ext uri="{FF2B5EF4-FFF2-40B4-BE49-F238E27FC236}">
                <a16:creationId xmlns:a16="http://schemas.microsoft.com/office/drawing/2014/main" id="{09F3A978-DE34-8B3E-89DA-13B7E58FB2D6}"/>
              </a:ext>
            </a:extLst>
          </p:cNvPr>
          <p:cNvSpPr/>
          <p:nvPr/>
        </p:nvSpPr>
        <p:spPr>
          <a:xfrm>
            <a:off x="8083296" y="3063240"/>
            <a:ext cx="3557016" cy="2377440"/>
          </a:xfrm>
          <a:prstGeom prst="roundRect">
            <a:avLst>
              <a:gd name="adj" fmla="val 3462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2976DD66-D4CB-B2AA-1AEC-878BD16B7CD2}"/>
              </a:ext>
            </a:extLst>
          </p:cNvPr>
          <p:cNvSpPr/>
          <p:nvPr/>
        </p:nvSpPr>
        <p:spPr>
          <a:xfrm>
            <a:off x="8357616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 b="1" kern="0" spc="100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INSTRUMENTO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5387B602-4ADA-FAA2-5333-26805880C1C9}"/>
              </a:ext>
            </a:extLst>
          </p:cNvPr>
          <p:cNvSpPr/>
          <p:nvPr/>
        </p:nvSpPr>
        <p:spPr>
          <a:xfrm>
            <a:off x="8357616" y="3630168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500"/>
              </a:lnSpc>
              <a:spcAft>
                <a:spcPts val="800"/>
              </a:spcAft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 afirmações idênticas nas duas ondas, em escala Likert de 5 pontos, agrupadas em 4 dimensões: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52408" indent="-152408" defTabSz="914446">
              <a:lnSpc>
                <a:spcPts val="15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Processo de Mudança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52408" indent="-152408" defTabSz="914446">
              <a:lnSpc>
                <a:spcPts val="15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Liderança na Mudança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52408" indent="-152408" defTabSz="914446">
              <a:lnSpc>
                <a:spcPts val="15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Entendimento da Mudança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52408" indent="-152408" defTabSz="914446">
              <a:lnSpc>
                <a:spcPts val="1500"/>
              </a:lnSpc>
              <a:buSzPct val="100000"/>
              <a:buFontTx/>
              <a:buChar char="•"/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Engajamento e Confiança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2D0A225D-A896-FD6B-5E0A-9CFC623B8941}"/>
              </a:ext>
            </a:extLst>
          </p:cNvPr>
          <p:cNvSpPr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500"/>
              </a:lnSpc>
            </a:pPr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Nota de comparabilidade</a:t>
            </a:r>
            <a:r>
              <a:rPr lang="en-US" sz="1200" b="1">
                <a:solidFill>
                  <a:srgbClr val="1E2761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 Pesquisa 2 não incluiu a DOP e teve amostra menor. Ainda assim, a evolução se sustenta em base comparável: considerando apenas DPL + DTA </a:t>
            </a:r>
            <a:r>
              <a:rPr lang="en-US" sz="1200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Pesquisa 2, o índice geral passa </a:t>
            </a:r>
            <a:r>
              <a:rPr lang="en-US" sz="1200" b="1">
                <a:solidFill>
                  <a:srgbClr val="6B7280"/>
                </a:solidFill>
                <a:highlight>
                  <a:srgbClr val="BFD0E1"/>
                </a:highlight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de 3,94 para 4,17</a:t>
            </a:r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817DAC80-63A8-B419-8053-EA0808E959A8}"/>
              </a:ext>
            </a:extLst>
          </p:cNvPr>
          <p:cNvSpPr/>
          <p:nvPr/>
        </p:nvSpPr>
        <p:spPr>
          <a:xfrm>
            <a:off x="5494673" y="3954780"/>
            <a:ext cx="404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5351A8EA-BDF0-3178-5D1A-1358352F0BCD}"/>
              </a:ext>
            </a:extLst>
          </p:cNvPr>
          <p:cNvSpPr/>
          <p:nvPr/>
        </p:nvSpPr>
        <p:spPr>
          <a:xfrm>
            <a:off x="1727345" y="3954780"/>
            <a:ext cx="404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2319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574669-D96A-9BE8-A243-0D7FD6A0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2103F7-3FCF-E7F3-BD6C-C71425783B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304815">
              <a:defRPr/>
            </a:pPr>
            <a:fld id="{C8A4A75A-82B3-7F4B-B4EA-AD1D685CA36E}" type="slidenum">
              <a:rPr lang="pt-BR">
                <a:solidFill>
                  <a:srgbClr val="002A46"/>
                </a:solidFill>
              </a:rPr>
              <a:pPr defTabSz="304815">
                <a:defRPr/>
              </a:pPr>
              <a:t>75</a:t>
            </a:fld>
            <a:endParaRPr lang="pt-BR">
              <a:solidFill>
                <a:srgbClr val="002A4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955FC-AD00-9587-B588-557BBA793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Evolução por dimensão: avanço generalizado, com destaque para o entendimento</a:t>
            </a:r>
          </a:p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97DFE346-89DA-9F72-7713-7695586F7D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Pesquisa de </a:t>
            </a:r>
            <a:r>
              <a:rPr lang="en-US" err="1"/>
              <a:t>Prontidão</a:t>
            </a:r>
            <a:r>
              <a:rPr lang="en-US"/>
              <a:t> para </a:t>
            </a:r>
            <a:r>
              <a:rPr lang="en-US" err="1"/>
              <a:t>Mudança</a:t>
            </a:r>
            <a:r>
              <a:rPr lang="en-US"/>
              <a:t> - ONS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38BB21A9-3955-54A9-ED16-9AE63AFB67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C9F5CB4-04DF-3A77-7DFF-619B340B4F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693EF40-1802-DD42-64A6-5C3F98F0862A}"/>
              </a:ext>
            </a:extLst>
          </p:cNvPr>
          <p:cNvSpPr/>
          <p:nvPr/>
        </p:nvSpPr>
        <p:spPr>
          <a:xfrm>
            <a:off x="279400" y="1318768"/>
            <a:ext cx="2606040" cy="4892040"/>
          </a:xfrm>
          <a:prstGeom prst="roundRect">
            <a:avLst>
              <a:gd name="adj" fmla="val 2807"/>
            </a:avLst>
          </a:prstGeom>
          <a:solidFill>
            <a:srgbClr val="00263E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90E3100-5C2D-5707-F55A-BD0351DBB264}"/>
              </a:ext>
            </a:extLst>
          </p:cNvPr>
          <p:cNvSpPr/>
          <p:nvPr/>
        </p:nvSpPr>
        <p:spPr>
          <a:xfrm>
            <a:off x="535432" y="153822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defRPr/>
            </a:pPr>
            <a:r>
              <a:rPr lang="en-US" sz="1300" b="1" kern="0" spc="2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COMO MEDIMOS</a:t>
            </a:r>
            <a:endParaRPr lang="en-US" sz="13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9550382-72C4-BC71-F93A-E8F303E7D3E0}"/>
              </a:ext>
            </a:extLst>
          </p:cNvPr>
          <p:cNvSpPr/>
          <p:nvPr/>
        </p:nvSpPr>
        <p:spPr>
          <a:xfrm>
            <a:off x="535432" y="2187448"/>
            <a:ext cx="2093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6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 dimensões</a:t>
            </a:r>
            <a:r>
              <a:rPr lang="en-US" sz="1150">
                <a:solidFill>
                  <a:srgbClr val="C9D6D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que retratam a maturidade da organização para a mudança</a:t>
            </a:r>
            <a:endParaRPr lang="en-US" sz="115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defTabSz="914446">
              <a:lnSpc>
                <a:spcPts val="16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Escala de 1 a 5</a:t>
            </a:r>
            <a:r>
              <a:rPr lang="en-US" sz="1150">
                <a:solidFill>
                  <a:srgbClr val="C9D6D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por afirmação (1 = discordo totalmente; 5 = concordo totalmente)</a:t>
            </a:r>
            <a:endParaRPr lang="en-US" sz="115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defTabSz="914446">
              <a:lnSpc>
                <a:spcPts val="16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Pontuação de referência</a:t>
            </a:r>
            <a:r>
              <a:rPr lang="en-US" sz="1150">
                <a:solidFill>
                  <a:srgbClr val="C9D6D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que orienta o plano de Gestão de Mudanças e Comunicação</a:t>
            </a:r>
            <a:endParaRPr lang="en-US" sz="11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92AE489-4689-D732-0D76-612DEE0F0643}"/>
              </a:ext>
            </a:extLst>
          </p:cNvPr>
          <p:cNvSpPr/>
          <p:nvPr/>
        </p:nvSpPr>
        <p:spPr>
          <a:xfrm>
            <a:off x="535432" y="4747768"/>
            <a:ext cx="2093976" cy="0"/>
          </a:xfrm>
          <a:prstGeom prst="line">
            <a:avLst/>
          </a:prstGeom>
          <a:noFill/>
          <a:ln w="12700">
            <a:solidFill>
              <a:srgbClr val="44708C"/>
            </a:solidFill>
            <a:prstDash val="solid"/>
          </a:ln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766457C-5EFF-8E2F-52AF-B1E743B545C1}"/>
              </a:ext>
            </a:extLst>
          </p:cNvPr>
          <p:cNvSpPr/>
          <p:nvPr/>
        </p:nvSpPr>
        <p:spPr>
          <a:xfrm>
            <a:off x="535432" y="488492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defRPr/>
            </a:pPr>
            <a:r>
              <a:rPr lang="en-US" sz="950" b="1" kern="0" spc="150">
                <a:solidFill>
                  <a:srgbClr val="C9D6D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LEITURA DOS RESULTADOS</a:t>
            </a:r>
            <a:endParaRPr lang="en-US" sz="9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29FE815-A194-5808-3F1B-F4823582D2B6}"/>
              </a:ext>
            </a:extLst>
          </p:cNvPr>
          <p:cNvSpPr/>
          <p:nvPr/>
        </p:nvSpPr>
        <p:spPr>
          <a:xfrm>
            <a:off x="535432" y="5232400"/>
            <a:ext cx="20116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68AF1EF-3868-56BF-460B-D7C7D88FBE81}"/>
              </a:ext>
            </a:extLst>
          </p:cNvPr>
          <p:cNvSpPr/>
          <p:nvPr/>
        </p:nvSpPr>
        <p:spPr>
          <a:xfrm>
            <a:off x="828040" y="51958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defRPr/>
            </a:pPr>
            <a:r>
              <a:rPr lang="en-US" sz="105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≥ 4,0  Alta prontidão</a:t>
            </a:r>
            <a:endParaRPr lang="en-US" sz="10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6AAC18F-FB2C-35A0-5194-E8D32863E9E2}"/>
              </a:ext>
            </a:extLst>
          </p:cNvPr>
          <p:cNvSpPr/>
          <p:nvPr/>
        </p:nvSpPr>
        <p:spPr>
          <a:xfrm>
            <a:off x="535432" y="5598160"/>
            <a:ext cx="201168" cy="201168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34369FD-DBA0-8C71-B0F9-3929F400E788}"/>
              </a:ext>
            </a:extLst>
          </p:cNvPr>
          <p:cNvSpPr/>
          <p:nvPr/>
        </p:nvSpPr>
        <p:spPr>
          <a:xfrm>
            <a:off x="828040" y="5561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defRPr/>
            </a:pPr>
            <a:r>
              <a:rPr lang="en-US" sz="105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3,0 – 3,9  Prontidão moderada</a:t>
            </a:r>
            <a:endParaRPr lang="en-US" sz="10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662C0C0-5678-F523-6B1D-0364FCC1CC92}"/>
              </a:ext>
            </a:extLst>
          </p:cNvPr>
          <p:cNvSpPr/>
          <p:nvPr/>
        </p:nvSpPr>
        <p:spPr>
          <a:xfrm>
            <a:off x="3086608" y="1318768"/>
            <a:ext cx="2103120" cy="4346374"/>
          </a:xfrm>
          <a:prstGeom prst="roundRect">
            <a:avLst>
              <a:gd name="adj" fmla="val 2609"/>
            </a:avLst>
          </a:prstGeom>
          <a:solidFill>
            <a:srgbClr val="F2F5F7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C937FBE-E571-AA31-7F30-ACD76CE92955}"/>
              </a:ext>
            </a:extLst>
          </p:cNvPr>
          <p:cNvSpPr/>
          <p:nvPr/>
        </p:nvSpPr>
        <p:spPr>
          <a:xfrm>
            <a:off x="3086608" y="1318768"/>
            <a:ext cx="2103120" cy="56692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82F54DD-4A95-8BE1-D32F-39D97FC2B0AB}"/>
              </a:ext>
            </a:extLst>
          </p:cNvPr>
          <p:cNvSpPr/>
          <p:nvPr/>
        </p:nvSpPr>
        <p:spPr>
          <a:xfrm>
            <a:off x="3178048" y="1318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>
              <a:defRPr/>
            </a:pPr>
            <a:r>
              <a:rPr lang="en-US" sz="1200" b="1" kern="0" spc="1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96D4DC6-644A-5167-9BCB-C43FF104414D}"/>
              </a:ext>
            </a:extLst>
          </p:cNvPr>
          <p:cNvSpPr/>
          <p:nvPr/>
        </p:nvSpPr>
        <p:spPr>
          <a:xfrm>
            <a:off x="5326888" y="1318768"/>
            <a:ext cx="2103120" cy="4346374"/>
          </a:xfrm>
          <a:prstGeom prst="roundRect">
            <a:avLst>
              <a:gd name="adj" fmla="val 2609"/>
            </a:avLst>
          </a:prstGeom>
          <a:solidFill>
            <a:srgbClr val="F2F5F7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B0F7E3B-B48A-8DBC-80B0-6B626F05F8A8}"/>
              </a:ext>
            </a:extLst>
          </p:cNvPr>
          <p:cNvSpPr/>
          <p:nvPr/>
        </p:nvSpPr>
        <p:spPr>
          <a:xfrm>
            <a:off x="5326888" y="1318768"/>
            <a:ext cx="2103120" cy="566928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5B2760E-C33D-2EC8-5410-99370A88FF69}"/>
              </a:ext>
            </a:extLst>
          </p:cNvPr>
          <p:cNvSpPr/>
          <p:nvPr/>
        </p:nvSpPr>
        <p:spPr>
          <a:xfrm>
            <a:off x="5418328" y="1318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>
              <a:defRPr/>
            </a:pPr>
            <a:r>
              <a:rPr lang="en-US" sz="1200" b="1" kern="0" spc="1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CULTURA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36F72107-FF7A-1784-5C0A-1072A3DDB3F2}"/>
              </a:ext>
            </a:extLst>
          </p:cNvPr>
          <p:cNvSpPr/>
          <p:nvPr/>
        </p:nvSpPr>
        <p:spPr>
          <a:xfrm>
            <a:off x="7567168" y="1318768"/>
            <a:ext cx="2103120" cy="4346374"/>
          </a:xfrm>
          <a:prstGeom prst="roundRect">
            <a:avLst>
              <a:gd name="adj" fmla="val 2609"/>
            </a:avLst>
          </a:prstGeom>
          <a:solidFill>
            <a:srgbClr val="F2F5F7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A08DD8D6-ED6A-E55F-86BF-5349DAF6CF24}"/>
              </a:ext>
            </a:extLst>
          </p:cNvPr>
          <p:cNvSpPr/>
          <p:nvPr/>
        </p:nvSpPr>
        <p:spPr>
          <a:xfrm>
            <a:off x="7567168" y="1318768"/>
            <a:ext cx="2103120" cy="566928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EB059C1-B939-9B45-90DB-D6BE0635C8F7}"/>
              </a:ext>
            </a:extLst>
          </p:cNvPr>
          <p:cNvSpPr/>
          <p:nvPr/>
        </p:nvSpPr>
        <p:spPr>
          <a:xfrm>
            <a:off x="7658608" y="1318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>
              <a:defRPr/>
            </a:pPr>
            <a:r>
              <a:rPr lang="en-US" sz="1200" b="1" kern="0" spc="1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LIDERANÇA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0AE9B28B-E3AA-FA2E-67F1-1809472C26C0}"/>
              </a:ext>
            </a:extLst>
          </p:cNvPr>
          <p:cNvSpPr/>
          <p:nvPr/>
        </p:nvSpPr>
        <p:spPr>
          <a:xfrm>
            <a:off x="9807448" y="1318768"/>
            <a:ext cx="2103120" cy="4346374"/>
          </a:xfrm>
          <a:prstGeom prst="roundRect">
            <a:avLst>
              <a:gd name="adj" fmla="val 2609"/>
            </a:avLst>
          </a:prstGeom>
          <a:solidFill>
            <a:srgbClr val="F2F5F7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93456324-85D2-F64F-FE26-FC3B3B959B41}"/>
              </a:ext>
            </a:extLst>
          </p:cNvPr>
          <p:cNvSpPr/>
          <p:nvPr/>
        </p:nvSpPr>
        <p:spPr>
          <a:xfrm>
            <a:off x="9807448" y="1318768"/>
            <a:ext cx="2103120" cy="566928"/>
          </a:xfrm>
          <a:prstGeom prst="rect">
            <a:avLst/>
          </a:prstGeom>
          <a:solidFill>
            <a:srgbClr val="7EA1C3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84888C2D-B03F-9BBF-90E6-F10018B12351}"/>
              </a:ext>
            </a:extLst>
          </p:cNvPr>
          <p:cNvSpPr/>
          <p:nvPr/>
        </p:nvSpPr>
        <p:spPr>
          <a:xfrm>
            <a:off x="9898888" y="1318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>
              <a:defRPr/>
            </a:pPr>
            <a:r>
              <a:rPr lang="en-US" sz="1000" b="1" kern="0" spc="1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MUDANÇA ATUAL | ADKAR</a:t>
            </a:r>
            <a:endParaRPr lang="en-US" sz="1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" name="Shape 70">
            <a:extLst>
              <a:ext uri="{FF2B5EF4-FFF2-40B4-BE49-F238E27FC236}">
                <a16:creationId xmlns:a16="http://schemas.microsoft.com/office/drawing/2014/main" id="{F1B4B7DB-F89D-DA68-BFD1-513B4BA36187}"/>
              </a:ext>
            </a:extLst>
          </p:cNvPr>
          <p:cNvSpPr/>
          <p:nvPr/>
        </p:nvSpPr>
        <p:spPr>
          <a:xfrm>
            <a:off x="3086608" y="5686135"/>
            <a:ext cx="8823960" cy="347464"/>
          </a:xfrm>
          <a:prstGeom prst="roundRect">
            <a:avLst>
              <a:gd name="adj" fmla="val 9677"/>
            </a:avLst>
          </a:prstGeom>
          <a:solidFill>
            <a:schemeClr val="accent6"/>
          </a:solidFill>
          <a:ln/>
        </p:spPr>
        <p:txBody>
          <a:bodyPr anchor="ctr"/>
          <a:lstStyle/>
          <a:p>
            <a:pPr defTabSz="914446"/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ÍNDICE GERAL DE PRONTIDÃO:  </a:t>
            </a:r>
            <a:r>
              <a:rPr lang="en-US" sz="1333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3,94 (2025)  </a:t>
            </a:r>
            <a:r>
              <a:rPr lang="en-US" sz="1333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→  4,17 (2026)   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+0,23, com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evolução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nas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quatro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dimensões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D8770ECD-B95E-C36A-5995-E249CBB5DD26}"/>
              </a:ext>
            </a:extLst>
          </p:cNvPr>
          <p:cNvSpPr/>
          <p:nvPr/>
        </p:nvSpPr>
        <p:spPr>
          <a:xfrm>
            <a:off x="3125491" y="1866429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400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4,04</a:t>
            </a:r>
            <a:endParaRPr lang="en-US" sz="4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" name="Shape 18">
            <a:extLst>
              <a:ext uri="{FF2B5EF4-FFF2-40B4-BE49-F238E27FC236}">
                <a16:creationId xmlns:a16="http://schemas.microsoft.com/office/drawing/2014/main" id="{0493472F-06DD-1E59-274B-F3B9B69BF474}"/>
              </a:ext>
            </a:extLst>
          </p:cNvPr>
          <p:cNvSpPr/>
          <p:nvPr/>
        </p:nvSpPr>
        <p:spPr>
          <a:xfrm>
            <a:off x="3793003" y="2597949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EBF997A4-5243-F402-C6C3-264376E2E313}"/>
              </a:ext>
            </a:extLst>
          </p:cNvPr>
          <p:cNvSpPr/>
          <p:nvPr/>
        </p:nvSpPr>
        <p:spPr>
          <a:xfrm>
            <a:off x="3793003" y="2597949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2E7D4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+0,28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167C8202-47C1-EFCE-4ECA-4E932BF089AE}"/>
              </a:ext>
            </a:extLst>
          </p:cNvPr>
          <p:cNvSpPr/>
          <p:nvPr/>
        </p:nvSpPr>
        <p:spPr>
          <a:xfrm>
            <a:off x="3271795" y="308258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C1C53BAB-AD50-1A7F-827D-349570DB1AA2}"/>
              </a:ext>
            </a:extLst>
          </p:cNvPr>
          <p:cNvSpPr/>
          <p:nvPr/>
        </p:nvSpPr>
        <p:spPr>
          <a:xfrm>
            <a:off x="3783860" y="3100869"/>
            <a:ext cx="928299" cy="155448"/>
          </a:xfrm>
          <a:prstGeom prst="rect">
            <a:avLst/>
          </a:prstGeom>
          <a:solidFill>
            <a:srgbClr val="B9C8D2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DAC0BC20-884C-74C7-2FDA-D8E49AD20790}"/>
              </a:ext>
            </a:extLst>
          </p:cNvPr>
          <p:cNvSpPr/>
          <p:nvPr/>
        </p:nvSpPr>
        <p:spPr>
          <a:xfrm>
            <a:off x="4300678" y="308715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3,76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7FDB1482-E111-1DB0-F8E8-433C78A181DF}"/>
              </a:ext>
            </a:extLst>
          </p:cNvPr>
          <p:cNvSpPr/>
          <p:nvPr/>
        </p:nvSpPr>
        <p:spPr>
          <a:xfrm>
            <a:off x="3271795" y="335690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AD8696CD-3971-1716-657B-1D8BE8E3035E}"/>
              </a:ext>
            </a:extLst>
          </p:cNvPr>
          <p:cNvSpPr/>
          <p:nvPr/>
        </p:nvSpPr>
        <p:spPr>
          <a:xfrm>
            <a:off x="3783859" y="3375189"/>
            <a:ext cx="997428" cy="155448"/>
          </a:xfrm>
          <a:prstGeom prst="rect">
            <a:avLst/>
          </a:prstGeom>
          <a:solidFill>
            <a:srgbClr val="00263E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1A156FFE-AAB1-9A0A-CF75-65EA7C199B3D}"/>
              </a:ext>
            </a:extLst>
          </p:cNvPr>
          <p:cNvSpPr/>
          <p:nvPr/>
        </p:nvSpPr>
        <p:spPr>
          <a:xfrm>
            <a:off x="4369807" y="336147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4,04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326AB07D-E2C0-2ED0-E7F4-500BC810313A}"/>
              </a:ext>
            </a:extLst>
          </p:cNvPr>
          <p:cNvSpPr/>
          <p:nvPr/>
        </p:nvSpPr>
        <p:spPr>
          <a:xfrm>
            <a:off x="3290083" y="3859821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Planejamento para mudança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Comunicação adequada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Percepção positiva sobre as mudanças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Competências treinadas adequadamente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7F17F223-8E9B-7BC7-C3E5-2F102ACDE003}"/>
              </a:ext>
            </a:extLst>
          </p:cNvPr>
          <p:cNvSpPr/>
          <p:nvPr/>
        </p:nvSpPr>
        <p:spPr>
          <a:xfrm>
            <a:off x="5365771" y="1866429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400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4,00</a:t>
            </a:r>
            <a:endParaRPr lang="en-US" sz="4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8" name="Shape 32">
            <a:extLst>
              <a:ext uri="{FF2B5EF4-FFF2-40B4-BE49-F238E27FC236}">
                <a16:creationId xmlns:a16="http://schemas.microsoft.com/office/drawing/2014/main" id="{8CC3D6B7-6A5D-6615-D526-A0F6E3E3E0E8}"/>
              </a:ext>
            </a:extLst>
          </p:cNvPr>
          <p:cNvSpPr/>
          <p:nvPr/>
        </p:nvSpPr>
        <p:spPr>
          <a:xfrm>
            <a:off x="6033283" y="2597949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C3CC5CAF-BF46-76E8-DE7C-E04ED834725F}"/>
              </a:ext>
            </a:extLst>
          </p:cNvPr>
          <p:cNvSpPr/>
          <p:nvPr/>
        </p:nvSpPr>
        <p:spPr>
          <a:xfrm>
            <a:off x="6033283" y="2597949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2E7D4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+0,19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D333FDEE-480E-6B96-896C-E5EB68A57CB1}"/>
              </a:ext>
            </a:extLst>
          </p:cNvPr>
          <p:cNvSpPr/>
          <p:nvPr/>
        </p:nvSpPr>
        <p:spPr>
          <a:xfrm>
            <a:off x="5512075" y="308258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1" name="Shape 35">
            <a:extLst>
              <a:ext uri="{FF2B5EF4-FFF2-40B4-BE49-F238E27FC236}">
                <a16:creationId xmlns:a16="http://schemas.microsoft.com/office/drawing/2014/main" id="{46F30FC4-BD44-61BD-2B1F-76755982C06E}"/>
              </a:ext>
            </a:extLst>
          </p:cNvPr>
          <p:cNvSpPr/>
          <p:nvPr/>
        </p:nvSpPr>
        <p:spPr>
          <a:xfrm>
            <a:off x="6024140" y="3100869"/>
            <a:ext cx="940643" cy="155448"/>
          </a:xfrm>
          <a:prstGeom prst="rect">
            <a:avLst/>
          </a:prstGeom>
          <a:solidFill>
            <a:srgbClr val="B9C8D2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2" name="Text 36">
            <a:extLst>
              <a:ext uri="{FF2B5EF4-FFF2-40B4-BE49-F238E27FC236}">
                <a16:creationId xmlns:a16="http://schemas.microsoft.com/office/drawing/2014/main" id="{DC7E2D4F-CE0E-9F52-0009-87B06FD8AAAD}"/>
              </a:ext>
            </a:extLst>
          </p:cNvPr>
          <p:cNvSpPr/>
          <p:nvPr/>
        </p:nvSpPr>
        <p:spPr>
          <a:xfrm>
            <a:off x="6553302" y="308715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3,81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6B0AD4E3-A34C-2B6D-2C96-89F44BB1A6C2}"/>
              </a:ext>
            </a:extLst>
          </p:cNvPr>
          <p:cNvSpPr/>
          <p:nvPr/>
        </p:nvSpPr>
        <p:spPr>
          <a:xfrm>
            <a:off x="5512075" y="335690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4" name="Shape 38">
            <a:extLst>
              <a:ext uri="{FF2B5EF4-FFF2-40B4-BE49-F238E27FC236}">
                <a16:creationId xmlns:a16="http://schemas.microsoft.com/office/drawing/2014/main" id="{BF9F2EF8-CF76-4C46-8FB9-02D463B7FC98}"/>
              </a:ext>
            </a:extLst>
          </p:cNvPr>
          <p:cNvSpPr/>
          <p:nvPr/>
        </p:nvSpPr>
        <p:spPr>
          <a:xfrm>
            <a:off x="6024139" y="3375189"/>
            <a:ext cx="987552" cy="155448"/>
          </a:xfrm>
          <a:prstGeom prst="rect">
            <a:avLst/>
          </a:prstGeom>
          <a:solidFill>
            <a:srgbClr val="00263E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5" name="Text 39">
            <a:extLst>
              <a:ext uri="{FF2B5EF4-FFF2-40B4-BE49-F238E27FC236}">
                <a16:creationId xmlns:a16="http://schemas.microsoft.com/office/drawing/2014/main" id="{66426F13-7AE5-6056-A6DF-F9C14AE2DB36}"/>
              </a:ext>
            </a:extLst>
          </p:cNvPr>
          <p:cNvSpPr/>
          <p:nvPr/>
        </p:nvSpPr>
        <p:spPr>
          <a:xfrm>
            <a:off x="6600211" y="336147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4,00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7" name="Text 41">
            <a:extLst>
              <a:ext uri="{FF2B5EF4-FFF2-40B4-BE49-F238E27FC236}">
                <a16:creationId xmlns:a16="http://schemas.microsoft.com/office/drawing/2014/main" id="{8058A115-56F3-56E8-D66F-C35B19DD032C}"/>
              </a:ext>
            </a:extLst>
          </p:cNvPr>
          <p:cNvSpPr/>
          <p:nvPr/>
        </p:nvSpPr>
        <p:spPr>
          <a:xfrm>
            <a:off x="5530363" y="3859821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Organização aberta a novas ideias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Incentivo à participação nas mudanças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Reconhecimento por participar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Costume de celebrar marcos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8" name="Text 45">
            <a:extLst>
              <a:ext uri="{FF2B5EF4-FFF2-40B4-BE49-F238E27FC236}">
                <a16:creationId xmlns:a16="http://schemas.microsoft.com/office/drawing/2014/main" id="{D912B4D3-5380-E7CB-463A-319E41C315EB}"/>
              </a:ext>
            </a:extLst>
          </p:cNvPr>
          <p:cNvSpPr/>
          <p:nvPr/>
        </p:nvSpPr>
        <p:spPr>
          <a:xfrm>
            <a:off x="7606051" y="1866429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400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4,03</a:t>
            </a:r>
            <a:endParaRPr lang="en-US" sz="4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C1903479-C2EA-A682-5898-31C497E29CDE}"/>
              </a:ext>
            </a:extLst>
          </p:cNvPr>
          <p:cNvSpPr/>
          <p:nvPr/>
        </p:nvSpPr>
        <p:spPr>
          <a:xfrm>
            <a:off x="8273563" y="2597949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0" name="Text 47">
            <a:extLst>
              <a:ext uri="{FF2B5EF4-FFF2-40B4-BE49-F238E27FC236}">
                <a16:creationId xmlns:a16="http://schemas.microsoft.com/office/drawing/2014/main" id="{0E22B749-CF8D-4A74-7AB9-B51DC39B1DDE}"/>
              </a:ext>
            </a:extLst>
          </p:cNvPr>
          <p:cNvSpPr/>
          <p:nvPr/>
        </p:nvSpPr>
        <p:spPr>
          <a:xfrm>
            <a:off x="8273563" y="2597949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2E7D4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+0,16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1" name="Text 48">
            <a:extLst>
              <a:ext uri="{FF2B5EF4-FFF2-40B4-BE49-F238E27FC236}">
                <a16:creationId xmlns:a16="http://schemas.microsoft.com/office/drawing/2014/main" id="{C12742B3-798C-EE3D-5BF7-BAE1F1800514}"/>
              </a:ext>
            </a:extLst>
          </p:cNvPr>
          <p:cNvSpPr/>
          <p:nvPr/>
        </p:nvSpPr>
        <p:spPr>
          <a:xfrm>
            <a:off x="7752355" y="308258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2" name="Shape 49">
            <a:extLst>
              <a:ext uri="{FF2B5EF4-FFF2-40B4-BE49-F238E27FC236}">
                <a16:creationId xmlns:a16="http://schemas.microsoft.com/office/drawing/2014/main" id="{69D2C7A2-06E5-2E98-77CE-BC86C4ABBE8A}"/>
              </a:ext>
            </a:extLst>
          </p:cNvPr>
          <p:cNvSpPr/>
          <p:nvPr/>
        </p:nvSpPr>
        <p:spPr>
          <a:xfrm>
            <a:off x="8264420" y="3100869"/>
            <a:ext cx="955457" cy="155448"/>
          </a:xfrm>
          <a:prstGeom prst="rect">
            <a:avLst/>
          </a:prstGeom>
          <a:solidFill>
            <a:srgbClr val="B9C8D2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3" name="Text 50">
            <a:extLst>
              <a:ext uri="{FF2B5EF4-FFF2-40B4-BE49-F238E27FC236}">
                <a16:creationId xmlns:a16="http://schemas.microsoft.com/office/drawing/2014/main" id="{CFDCFCE6-9F70-EB4C-8186-F353B36855CF}"/>
              </a:ext>
            </a:extLst>
          </p:cNvPr>
          <p:cNvSpPr/>
          <p:nvPr/>
        </p:nvSpPr>
        <p:spPr>
          <a:xfrm>
            <a:off x="8808396" y="308715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3,87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4" name="Text 51">
            <a:extLst>
              <a:ext uri="{FF2B5EF4-FFF2-40B4-BE49-F238E27FC236}">
                <a16:creationId xmlns:a16="http://schemas.microsoft.com/office/drawing/2014/main" id="{A2814084-FB07-6004-1310-1F2871271F30}"/>
              </a:ext>
            </a:extLst>
          </p:cNvPr>
          <p:cNvSpPr/>
          <p:nvPr/>
        </p:nvSpPr>
        <p:spPr>
          <a:xfrm>
            <a:off x="7752355" y="335690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5" name="Shape 52">
            <a:extLst>
              <a:ext uri="{FF2B5EF4-FFF2-40B4-BE49-F238E27FC236}">
                <a16:creationId xmlns:a16="http://schemas.microsoft.com/office/drawing/2014/main" id="{2FEC3BC7-8FFC-DB3E-E870-AFF77CC8BD40}"/>
              </a:ext>
            </a:extLst>
          </p:cNvPr>
          <p:cNvSpPr/>
          <p:nvPr/>
        </p:nvSpPr>
        <p:spPr>
          <a:xfrm>
            <a:off x="8264420" y="3375189"/>
            <a:ext cx="994959" cy="155448"/>
          </a:xfrm>
          <a:prstGeom prst="rect">
            <a:avLst/>
          </a:prstGeom>
          <a:solidFill>
            <a:srgbClr val="00263E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6" name="Text 53">
            <a:extLst>
              <a:ext uri="{FF2B5EF4-FFF2-40B4-BE49-F238E27FC236}">
                <a16:creationId xmlns:a16="http://schemas.microsoft.com/office/drawing/2014/main" id="{7ED3364F-0A9E-8F0D-25F1-73569A3026D9}"/>
              </a:ext>
            </a:extLst>
          </p:cNvPr>
          <p:cNvSpPr/>
          <p:nvPr/>
        </p:nvSpPr>
        <p:spPr>
          <a:xfrm>
            <a:off x="8847898" y="336147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4,03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8" name="Text 55">
            <a:extLst>
              <a:ext uri="{FF2B5EF4-FFF2-40B4-BE49-F238E27FC236}">
                <a16:creationId xmlns:a16="http://schemas.microsoft.com/office/drawing/2014/main" id="{D9330B68-05FF-87A0-A24B-1E0484ADA992}"/>
              </a:ext>
            </a:extLst>
          </p:cNvPr>
          <p:cNvSpPr/>
          <p:nvPr/>
        </p:nvSpPr>
        <p:spPr>
          <a:xfrm>
            <a:off x="7770643" y="3859821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Envolvimento dos líderes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Orientação e apoio às equipes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Clareza das informações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Atuação conjunta contra resistências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9" name="Text 59">
            <a:extLst>
              <a:ext uri="{FF2B5EF4-FFF2-40B4-BE49-F238E27FC236}">
                <a16:creationId xmlns:a16="http://schemas.microsoft.com/office/drawing/2014/main" id="{0A815A00-A60D-DA38-3F75-3F5ABE979069}"/>
              </a:ext>
            </a:extLst>
          </p:cNvPr>
          <p:cNvSpPr/>
          <p:nvPr/>
        </p:nvSpPr>
        <p:spPr>
          <a:xfrm>
            <a:off x="9846331" y="1866429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400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4,40</a:t>
            </a:r>
            <a:endParaRPr lang="en-US" sz="4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0" name="Shape 60">
            <a:extLst>
              <a:ext uri="{FF2B5EF4-FFF2-40B4-BE49-F238E27FC236}">
                <a16:creationId xmlns:a16="http://schemas.microsoft.com/office/drawing/2014/main" id="{A9AA22D0-F809-3592-75B1-31428AE9EDB0}"/>
              </a:ext>
            </a:extLst>
          </p:cNvPr>
          <p:cNvSpPr/>
          <p:nvPr/>
        </p:nvSpPr>
        <p:spPr>
          <a:xfrm>
            <a:off x="10513843" y="2597949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1" name="Text 61">
            <a:extLst>
              <a:ext uri="{FF2B5EF4-FFF2-40B4-BE49-F238E27FC236}">
                <a16:creationId xmlns:a16="http://schemas.microsoft.com/office/drawing/2014/main" id="{4D0FAE49-56DF-AD3D-D84B-51B8E30B1108}"/>
              </a:ext>
            </a:extLst>
          </p:cNvPr>
          <p:cNvSpPr/>
          <p:nvPr/>
        </p:nvSpPr>
        <p:spPr>
          <a:xfrm>
            <a:off x="10513843" y="2597949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2E7D4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+0,27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2" name="Text 62">
            <a:extLst>
              <a:ext uri="{FF2B5EF4-FFF2-40B4-BE49-F238E27FC236}">
                <a16:creationId xmlns:a16="http://schemas.microsoft.com/office/drawing/2014/main" id="{68556B58-D985-FACB-4629-C6884B63059D}"/>
              </a:ext>
            </a:extLst>
          </p:cNvPr>
          <p:cNvSpPr/>
          <p:nvPr/>
        </p:nvSpPr>
        <p:spPr>
          <a:xfrm>
            <a:off x="9992635" y="308258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3" name="Shape 63">
            <a:extLst>
              <a:ext uri="{FF2B5EF4-FFF2-40B4-BE49-F238E27FC236}">
                <a16:creationId xmlns:a16="http://schemas.microsoft.com/office/drawing/2014/main" id="{F1E433AE-7151-0466-B49D-280CBA2AADD3}"/>
              </a:ext>
            </a:extLst>
          </p:cNvPr>
          <p:cNvSpPr/>
          <p:nvPr/>
        </p:nvSpPr>
        <p:spPr>
          <a:xfrm>
            <a:off x="10504700" y="3100869"/>
            <a:ext cx="1019647" cy="155448"/>
          </a:xfrm>
          <a:prstGeom prst="rect">
            <a:avLst/>
          </a:prstGeom>
          <a:solidFill>
            <a:srgbClr val="B9C8D2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4" name="Text 64">
            <a:extLst>
              <a:ext uri="{FF2B5EF4-FFF2-40B4-BE49-F238E27FC236}">
                <a16:creationId xmlns:a16="http://schemas.microsoft.com/office/drawing/2014/main" id="{066FB437-F909-E440-1350-80B2A5C28458}"/>
              </a:ext>
            </a:extLst>
          </p:cNvPr>
          <p:cNvSpPr/>
          <p:nvPr/>
        </p:nvSpPr>
        <p:spPr>
          <a:xfrm>
            <a:off x="11112866" y="308715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4,13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5" name="Text 65">
            <a:extLst>
              <a:ext uri="{FF2B5EF4-FFF2-40B4-BE49-F238E27FC236}">
                <a16:creationId xmlns:a16="http://schemas.microsoft.com/office/drawing/2014/main" id="{57FDB896-93CE-EF61-F8E3-C0F6FFC07E93}"/>
              </a:ext>
            </a:extLst>
          </p:cNvPr>
          <p:cNvSpPr/>
          <p:nvPr/>
        </p:nvSpPr>
        <p:spPr>
          <a:xfrm>
            <a:off x="9992635" y="335690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6" name="Shape 66">
            <a:extLst>
              <a:ext uri="{FF2B5EF4-FFF2-40B4-BE49-F238E27FC236}">
                <a16:creationId xmlns:a16="http://schemas.microsoft.com/office/drawing/2014/main" id="{BBAF88C9-A79C-EAA7-7201-FE0616F21987}"/>
              </a:ext>
            </a:extLst>
          </p:cNvPr>
          <p:cNvSpPr/>
          <p:nvPr/>
        </p:nvSpPr>
        <p:spPr>
          <a:xfrm>
            <a:off x="10504700" y="3375189"/>
            <a:ext cx="1086307" cy="155448"/>
          </a:xfrm>
          <a:prstGeom prst="rect">
            <a:avLst/>
          </a:prstGeom>
          <a:solidFill>
            <a:srgbClr val="00263E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7" name="Text 67">
            <a:extLst>
              <a:ext uri="{FF2B5EF4-FFF2-40B4-BE49-F238E27FC236}">
                <a16:creationId xmlns:a16="http://schemas.microsoft.com/office/drawing/2014/main" id="{D5B960EA-4628-A1B6-FDAB-EEF041AADDF2}"/>
              </a:ext>
            </a:extLst>
          </p:cNvPr>
          <p:cNvSpPr/>
          <p:nvPr/>
        </p:nvSpPr>
        <p:spPr>
          <a:xfrm>
            <a:off x="11179526" y="336147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4,40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CC1BEE5D-627F-D4BB-4DB1-4935D4A7E513}"/>
              </a:ext>
            </a:extLst>
          </p:cNvPr>
          <p:cNvSpPr/>
          <p:nvPr/>
        </p:nvSpPr>
        <p:spPr>
          <a:xfrm>
            <a:off x="10010923" y="3859821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Necessidade da mudança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Escopo, estratégia e objetivo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Sentimento positivo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Percepção de preparo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01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B3297E-AE60-68DA-4EAC-199C33F2B4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304815"/>
            <a:fld id="{C8A4A75A-82B3-7F4B-B4EA-AD1D685CA36E}" type="slidenum">
              <a:rPr lang="pt-BR">
                <a:solidFill>
                  <a:srgbClr val="002A46"/>
                </a:solidFill>
              </a:rPr>
              <a:pPr defTabSz="304815"/>
              <a:t>76</a:t>
            </a:fld>
            <a:endParaRPr lang="pt-BR">
              <a:solidFill>
                <a:srgbClr val="002A4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DC957-016D-968F-6871-3C322D5E39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Recomendações: consolidar capacidade e reforço na operação assistida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11498-4783-0EA3-4437-3CB3685844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Pesquisa de Prontidão para Mudança ONS – Recomendações e Próximos Passos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30D8F1-AB2A-025D-CB25-51B0EEF3DA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B88DADC-CC45-CB9C-A504-D3E7F7998255}"/>
              </a:ext>
            </a:extLst>
          </p:cNvPr>
          <p:cNvSpPr/>
          <p:nvPr/>
        </p:nvSpPr>
        <p:spPr>
          <a:xfrm>
            <a:off x="466663" y="1102360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4795F3B-5B20-3478-3C53-C0DE5A7DFE83}"/>
              </a:ext>
            </a:extLst>
          </p:cNvPr>
          <p:cNvSpPr/>
          <p:nvPr/>
        </p:nvSpPr>
        <p:spPr>
          <a:xfrm>
            <a:off x="759271" y="1321816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53FF7F0-7694-D053-F44E-454A355C07FA}"/>
              </a:ext>
            </a:extLst>
          </p:cNvPr>
          <p:cNvSpPr/>
          <p:nvPr/>
        </p:nvSpPr>
        <p:spPr>
          <a:xfrm>
            <a:off x="759271" y="1321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E7C765A-86D1-C1A6-0E1D-60150EC8458F}"/>
              </a:ext>
            </a:extLst>
          </p:cNvPr>
          <p:cNvSpPr/>
          <p:nvPr/>
        </p:nvSpPr>
        <p:spPr>
          <a:xfrm>
            <a:off x="1399351" y="117551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Estruturar a trilha de capacitação por papel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1A9C40D-64B3-E40D-557B-4DD21C1FD84A}"/>
              </a:ext>
            </a:extLst>
          </p:cNvPr>
          <p:cNvSpPr/>
          <p:nvPr/>
        </p:nvSpPr>
        <p:spPr>
          <a:xfrm>
            <a:off x="4764343" y="117551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pt-BR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Dar continuidade ao plano de capacitação já elaborado, garantindo a execução dos treinamentos conforme o cronograma previsto. Em paralelo, mapear as principais atividades que assumirão novos donos na nova estrutura e direcionar os novos pontos focais para apoiar as equipes na transição.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3BF42C8-80C8-260E-DDCD-08A15A5D3E25}"/>
              </a:ext>
            </a:extLst>
          </p:cNvPr>
          <p:cNvSpPr/>
          <p:nvPr/>
        </p:nvSpPr>
        <p:spPr>
          <a:xfrm>
            <a:off x="9682480" y="1175512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capacitação (3,67) e clareza de papéis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B201507-E85A-3FFF-F978-BF0F8DBD8093}"/>
              </a:ext>
            </a:extLst>
          </p:cNvPr>
          <p:cNvSpPr/>
          <p:nvPr/>
        </p:nvSpPr>
        <p:spPr>
          <a:xfrm>
            <a:off x="466663" y="2089912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CE5C40E-26CE-B0F7-3B32-D6C7BA0015A4}"/>
              </a:ext>
            </a:extLst>
          </p:cNvPr>
          <p:cNvSpPr/>
          <p:nvPr/>
        </p:nvSpPr>
        <p:spPr>
          <a:xfrm>
            <a:off x="759271" y="2309368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FFA151C-6243-1AE7-19D8-62BBF1377DF1}"/>
              </a:ext>
            </a:extLst>
          </p:cNvPr>
          <p:cNvSpPr/>
          <p:nvPr/>
        </p:nvSpPr>
        <p:spPr>
          <a:xfrm>
            <a:off x="759271" y="2309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8758026-DFA3-AC8F-BC4A-B0E7DE0DFFF2}"/>
              </a:ext>
            </a:extLst>
          </p:cNvPr>
          <p:cNvSpPr/>
          <p:nvPr/>
        </p:nvSpPr>
        <p:spPr>
          <a:xfrm>
            <a:off x="1399351" y="216306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Instituir ritual de reconhecimento e celebração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9ADC0B0-330A-7A2D-E691-DB787B49CCE7}"/>
              </a:ext>
            </a:extLst>
          </p:cNvPr>
          <p:cNvSpPr/>
          <p:nvPr/>
        </p:nvSpPr>
        <p:spPr>
          <a:xfrm>
            <a:off x="4764343" y="216306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Criar cadência de reconhecimento dos marcos da </a:t>
            </a:r>
            <a:r>
              <a:rPr lang="en-US" sz="1067" err="1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assistida</a:t>
            </a: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: quick wins visíveis, destaque de times e pessoas nas comunicações e nos fóruns de liderança.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2A7224D-81DF-5111-CEC9-BAB2559F179E}"/>
              </a:ext>
            </a:extLst>
          </p:cNvPr>
          <p:cNvSpPr/>
          <p:nvPr/>
        </p:nvSpPr>
        <p:spPr>
          <a:xfrm>
            <a:off x="9682480" y="2163064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reconhecimento (3,75) e celebração (3,88)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4BD6820E-6C3B-1D73-B0C5-D1A5CD1A6752}"/>
              </a:ext>
            </a:extLst>
          </p:cNvPr>
          <p:cNvSpPr/>
          <p:nvPr/>
        </p:nvSpPr>
        <p:spPr>
          <a:xfrm>
            <a:off x="466663" y="3077464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09E78BC9-032C-1AAF-861A-ACC673349461}"/>
              </a:ext>
            </a:extLst>
          </p:cNvPr>
          <p:cNvSpPr/>
          <p:nvPr/>
        </p:nvSpPr>
        <p:spPr>
          <a:xfrm>
            <a:off x="759271" y="32969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DD8C5C2-DAB3-9788-6706-5D0019A4EA0E}"/>
              </a:ext>
            </a:extLst>
          </p:cNvPr>
          <p:cNvSpPr/>
          <p:nvPr/>
        </p:nvSpPr>
        <p:spPr>
          <a:xfrm>
            <a:off x="759271" y="3296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F9EF5BC-4B01-1BF1-6BF4-E98B2525F0D0}"/>
              </a:ext>
            </a:extLst>
          </p:cNvPr>
          <p:cNvSpPr/>
          <p:nvPr/>
        </p:nvSpPr>
        <p:spPr>
          <a:xfrm>
            <a:off x="1399351" y="315061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Ativar os líderes intermediários como multiplicadores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28BB6E8-9988-95F8-089A-4265D7BC31D8}"/>
              </a:ext>
            </a:extLst>
          </p:cNvPr>
          <p:cNvSpPr/>
          <p:nvPr/>
        </p:nvSpPr>
        <p:spPr>
          <a:xfrm>
            <a:off x="4764343" y="31506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Equipar gestores com toolkit de conversas de equipe (mensagens-chave, perguntas frequentes, roteiro de diálogo) e acompanhar a </a:t>
            </a:r>
            <a:r>
              <a:rPr lang="en-US" sz="1067" err="1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execução</a:t>
            </a: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, fechando o gap de percepção entre líderes e equipes.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AECCF5E7-B2BA-6B1B-8595-D67D02CBF397}"/>
              </a:ext>
            </a:extLst>
          </p:cNvPr>
          <p:cNvSpPr/>
          <p:nvPr/>
        </p:nvSpPr>
        <p:spPr>
          <a:xfrm>
            <a:off x="9682480" y="3150616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envolvimento das equipes (3,84) e gap de 0,35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98B6387C-1740-2D44-28A2-4032497BA277}"/>
              </a:ext>
            </a:extLst>
          </p:cNvPr>
          <p:cNvSpPr/>
          <p:nvPr/>
        </p:nvSpPr>
        <p:spPr>
          <a:xfrm>
            <a:off x="466663" y="4065016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437AA503-7732-CEDD-5F00-DF618F79ACDA}"/>
              </a:ext>
            </a:extLst>
          </p:cNvPr>
          <p:cNvSpPr/>
          <p:nvPr/>
        </p:nvSpPr>
        <p:spPr>
          <a:xfrm>
            <a:off x="759271" y="4284472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043E92DC-27C1-6C3C-1B46-75B080C7FF8C}"/>
              </a:ext>
            </a:extLst>
          </p:cNvPr>
          <p:cNvSpPr/>
          <p:nvPr/>
        </p:nvSpPr>
        <p:spPr>
          <a:xfrm>
            <a:off x="759271" y="4284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550482C-08C8-F12F-AEBB-9388B18F48D3}"/>
              </a:ext>
            </a:extLst>
          </p:cNvPr>
          <p:cNvSpPr/>
          <p:nvPr/>
        </p:nvSpPr>
        <p:spPr>
          <a:xfrm>
            <a:off x="1399351" y="413816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Manter cadência de comunicação com linguagem acessível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C18C7AB0-D8FE-D5DA-D1AF-975B36800947}"/>
              </a:ext>
            </a:extLst>
          </p:cNvPr>
          <p:cNvSpPr/>
          <p:nvPr/>
        </p:nvSpPr>
        <p:spPr>
          <a:xfrm>
            <a:off x="4764343" y="413816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Sustentar o ritmo de comunicação que gerou os maiores avanços, com cronograma transparente das definições (gestores, alocações) e revisão da </a:t>
            </a:r>
            <a:r>
              <a:rPr lang="en-US" sz="1067" err="1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linguagem</a:t>
            </a: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, menos siglas, mais exemplos concretos.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C4085978-2D17-0FAD-F49C-3E5177FE6788}"/>
              </a:ext>
            </a:extLst>
          </p:cNvPr>
          <p:cNvSpPr/>
          <p:nvPr/>
        </p:nvSpPr>
        <p:spPr>
          <a:xfrm>
            <a:off x="9682480" y="4138168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ansiedade sobre definições e acessibilidade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35F178D4-CC01-609B-DF09-642AB497FD42}"/>
              </a:ext>
            </a:extLst>
          </p:cNvPr>
          <p:cNvSpPr/>
          <p:nvPr/>
        </p:nvSpPr>
        <p:spPr>
          <a:xfrm>
            <a:off x="466663" y="5052568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6611E30D-80BD-BD4B-62C9-4E912049400E}"/>
              </a:ext>
            </a:extLst>
          </p:cNvPr>
          <p:cNvSpPr/>
          <p:nvPr/>
        </p:nvSpPr>
        <p:spPr>
          <a:xfrm>
            <a:off x="759271" y="5272024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323988A9-65FB-2A14-1D5D-F00BD592A70F}"/>
              </a:ext>
            </a:extLst>
          </p:cNvPr>
          <p:cNvSpPr/>
          <p:nvPr/>
        </p:nvSpPr>
        <p:spPr>
          <a:xfrm>
            <a:off x="759271" y="5272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558E5875-1B0D-4E75-F62C-A1571AD7706D}"/>
              </a:ext>
            </a:extLst>
          </p:cNvPr>
          <p:cNvSpPr/>
          <p:nvPr/>
        </p:nvSpPr>
        <p:spPr>
          <a:xfrm>
            <a:off x="1399351" y="51257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Medir a sustentação da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mudança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(Terceira Pesquisa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após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assistida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CDB85A4-D7D8-3AD4-0343-21D156DBE8A3}"/>
              </a:ext>
            </a:extLst>
          </p:cNvPr>
          <p:cNvSpPr/>
          <p:nvPr/>
        </p:nvSpPr>
        <p:spPr>
          <a:xfrm>
            <a:off x="4764343" y="51257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Planejar a terceira medição ao final da operação assistida, reforçada por pulse checks curtos nos marcos críticos, e avaliar a reinclusão da DOP conforme o alcance da nova estrutura.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A2A2081C-EA59-FC4D-5070-B3F785CCA750}"/>
              </a:ext>
            </a:extLst>
          </p:cNvPr>
          <p:cNvSpPr/>
          <p:nvPr/>
        </p:nvSpPr>
        <p:spPr>
          <a:xfrm>
            <a:off x="9682480" y="5125720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gestão contínua da prontidão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1979CFEB-05EA-50A0-E531-B65C7368CD83}"/>
              </a:ext>
            </a:extLst>
          </p:cNvPr>
          <p:cNvSpPr/>
          <p:nvPr/>
        </p:nvSpPr>
        <p:spPr>
          <a:xfrm>
            <a:off x="1734178" y="1666244"/>
            <a:ext cx="2242957" cy="152393"/>
          </a:xfrm>
          <a:prstGeom prst="roundRect">
            <a:avLst/>
          </a:prstGeom>
          <a:solidFill>
            <a:srgbClr val="92D050"/>
          </a:solidFill>
          <a:ln/>
        </p:spPr>
        <p:txBody>
          <a:bodyPr wrap="square" lIns="0" tIns="0" rIns="0" bIns="0" rtlCol="0" anchor="ctr"/>
          <a:lstStyle/>
          <a:p>
            <a:pPr algn="ctr" defTabSz="914446">
              <a:lnSpc>
                <a:spcPts val="1200"/>
              </a:lnSpc>
            </a:pPr>
            <a:r>
              <a:rPr lang="en-US" sz="933" err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Atividade</a:t>
            </a:r>
            <a:r>
              <a:rPr lang="en-US" sz="933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33" err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iniciada</a:t>
            </a:r>
            <a:r>
              <a:rPr lang="en-US" sz="933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33" err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933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Gestão de </a:t>
            </a:r>
            <a:r>
              <a:rPr lang="en-US" sz="933" err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Mudanças</a:t>
            </a:r>
            <a:endParaRPr lang="en-US" sz="933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3038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AF19CC-36BD-8DE8-2A44-27729AA7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6DD73B0-A497-68CD-EF33-5129D3D7E56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6DD73B0-A497-68CD-EF33-5129D3D7E5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FE7806-584E-CFCF-A102-4D6D3DDC7B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9AD3F4-79BE-AECF-C8ED-B8AFE0435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7B0CDFFF-38EE-BB01-2475-210A2CC943A3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825680"/>
          <a:ext cx="11685471" cy="2510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limitada de gestores e líderes de Comunidade (ex.: férias) podendo gerar impacto no cronograma e limitar a apropriação do modelo organizacional.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Planejamento do workshop considerando data que assegure a participação das lideranças críticas.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FF46444-3C86-1823-2CC9-EA306ADF5ACA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BR">
                <a:solidFill>
                  <a:srgbClr val="5E8AB3"/>
                </a:solidFill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4292293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7DB6ED-FA4D-B55D-1D4E-613B02FB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45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8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A&amp;M_Slides">
  <a:themeElements>
    <a:clrScheme name="A&amp;M Infra 2024">
      <a:dk1>
        <a:sysClr val="windowText" lastClr="000000"/>
      </a:dk1>
      <a:lt1>
        <a:sysClr val="window" lastClr="FFFFFF"/>
      </a:lt1>
      <a:dk2>
        <a:srgbClr val="5E8AB4"/>
      </a:dk2>
      <a:lt2>
        <a:srgbClr val="002B49"/>
      </a:lt2>
      <a:accent1>
        <a:srgbClr val="0085CA"/>
      </a:accent1>
      <a:accent2>
        <a:srgbClr val="CE8E00"/>
      </a:accent2>
      <a:accent3>
        <a:srgbClr val="E23500"/>
      </a:accent3>
      <a:accent4>
        <a:srgbClr val="02624B"/>
      </a:accent4>
      <a:accent5>
        <a:srgbClr val="500260"/>
      </a:accent5>
      <a:accent6>
        <a:srgbClr val="BC0404"/>
      </a:accent6>
      <a:hlink>
        <a:srgbClr val="FCBF00"/>
      </a:hlink>
      <a:folHlink>
        <a:srgbClr val="D9D9D9"/>
      </a:folHlink>
    </a:clrScheme>
    <a:fontScheme name="Personalizada 2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EADCA"/>
        </a:solidFill>
      </a:spPr>
      <a:bodyPr vert="horz" wrap="square" lIns="36000" tIns="36000" rIns="36000" bIns="36000" rtlCol="0" anchor="ctr">
        <a:noAutofit/>
      </a:bodyPr>
      <a:lstStyle>
        <a:defPPr algn="l" defTabSz="1371600">
          <a:lnSpc>
            <a:spcPct val="120000"/>
          </a:lnSpc>
          <a:defRPr sz="2000" spc="100">
            <a:solidFill>
              <a:schemeClr val="bg2"/>
            </a:solidFill>
            <a:latin typeface="Arial Nova Cond" panose="020B0506020202020204" pitchFamily="34" charset="0"/>
          </a:defRPr>
        </a:defPPr>
      </a:lstStyle>
    </a:spDef>
    <a:txDef>
      <a:spPr>
        <a:solidFill>
          <a:srgbClr val="8EADCA"/>
        </a:solidFill>
      </a:spPr>
      <a:bodyPr vert="horz" wrap="square" lIns="36000" tIns="36000" rIns="36000" bIns="36000" rtlCol="0" anchor="ctr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[A&amp;M Infra] Template Geral 2024.02.21 1145" id="{9BFFF6B6-AEB3-4F42-A402-257D10FEA1B3}" vid="{C3D205E8-9DAD-4B63-9187-7E43162224BE}"/>
    </a:ext>
  </a:extLst>
</a:theme>
</file>

<file path=ppt/theme/theme3.xml><?xml version="1.0" encoding="utf-8"?>
<a:theme xmlns:a="http://schemas.openxmlformats.org/drawingml/2006/main" name="14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Custom 1">
      <a:majorFont>
        <a:latin typeface="Arial Nova Light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1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7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4">
            <a:lumMod val="60000"/>
            <a:lumOff val="40000"/>
            <a:alpha val="17000"/>
          </a:schemeClr>
        </a:solidFill>
        <a:ln w="12700">
          <a:solidFill>
            <a:schemeClr val="accent4"/>
          </a:solidFill>
          <a:prstDash val="dash"/>
        </a:ln>
      </a:spPr>
      <a:bodyPr lIns="0" rIns="0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kern="1200" cap="none" spc="87" normalizeH="0" baseline="0" noProof="0" dirty="0">
            <a:ln>
              <a:noFill/>
            </a:ln>
            <a:solidFill>
              <a:srgbClr val="002A46"/>
            </a:solidFill>
            <a:effectLst/>
            <a:uLnTx/>
            <a:uFillTx/>
            <a:latin typeface="Arial Nova Cond Light" panose="020B0306020202020204" pitchFamily="34" charset="0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dafe69-0619-414a-b8f5-6090693af80a">
      <Terms xmlns="http://schemas.microsoft.com/office/infopath/2007/PartnerControls"/>
    </lcf76f155ced4ddcb4097134ff3c332f>
    <TaxCatchAll xmlns="996b3415-9bb6-4a70-a4b3-8ba65013f6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92A291B6402C4BAE2EEB9ECE632466" ma:contentTypeVersion="12" ma:contentTypeDescription="Create a new document." ma:contentTypeScope="" ma:versionID="98c20bed3fdc4770ce9f226180679612">
  <xsd:schema xmlns:xsd="http://www.w3.org/2001/XMLSchema" xmlns:xs="http://www.w3.org/2001/XMLSchema" xmlns:p="http://schemas.microsoft.com/office/2006/metadata/properties" xmlns:ns2="45dafe69-0619-414a-b8f5-6090693af80a" xmlns:ns3="996b3415-9bb6-4a70-a4b3-8ba65013f626" targetNamespace="http://schemas.microsoft.com/office/2006/metadata/properties" ma:root="true" ma:fieldsID="41f8b3df081b7efbc1e16680a2d474c5" ns2:_="" ns3:_="">
    <xsd:import namespace="45dafe69-0619-414a-b8f5-6090693af80a"/>
    <xsd:import namespace="996b3415-9bb6-4a70-a4b3-8ba65013f6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dafe69-0619-414a-b8f5-6090693af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830aa7a-1173-4a8f-8fff-517453f034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6b3415-9bb6-4a70-a4b3-8ba65013f62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6e1600d-f573-4e6c-a056-4f3f21648001}" ma:internalName="TaxCatchAll" ma:showField="CatchAllData" ma:web="996b3415-9bb6-4a70-a4b3-8ba65013f6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1017F7-94C3-4069-B400-2F8B53A88915}">
  <ds:schemaRefs>
    <ds:schemaRef ds:uri="45dafe69-0619-414a-b8f5-6090693af80a"/>
    <ds:schemaRef ds:uri="996b3415-9bb6-4a70-a4b3-8ba65013f62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7F7C5DA-F9D5-4C30-A31E-F43798EF23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51511F-3E89-4BD6-A4B4-D4F8463580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dafe69-0619-414a-b8f5-6090693af80a"/>
    <ds:schemaRef ds:uri="996b3415-9bb6-4a70-a4b3-8ba65013f6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10239</Words>
  <Application>Microsoft Office PowerPoint</Application>
  <PresentationFormat>Widescreen</PresentationFormat>
  <Paragraphs>2418</Paragraphs>
  <Slides>78</Slides>
  <Notes>41</Notes>
  <HiddenSlides>63</HiddenSlides>
  <MMClips>0</MMClips>
  <ScaleCrop>false</ScaleCrop>
  <HeadingPairs>
    <vt:vector size="8" baseType="variant">
      <vt:variant>
        <vt:lpstr>Fontes usadas</vt:lpstr>
      </vt:variant>
      <vt:variant>
        <vt:i4>14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78</vt:i4>
      </vt:variant>
    </vt:vector>
  </HeadingPairs>
  <TitlesOfParts>
    <vt:vector size="98" baseType="lpstr">
      <vt:lpstr>Aptos</vt:lpstr>
      <vt:lpstr>Aptos Display</vt:lpstr>
      <vt:lpstr>Arial</vt:lpstr>
      <vt:lpstr>Arial Nova</vt:lpstr>
      <vt:lpstr>Arial Nova Cond</vt:lpstr>
      <vt:lpstr>Arial Nova Cond Light</vt:lpstr>
      <vt:lpstr>Arial Nova Light</vt:lpstr>
      <vt:lpstr>Avenir Next LT Pro Demi</vt:lpstr>
      <vt:lpstr>Barlow Medium</vt:lpstr>
      <vt:lpstr>Calibri</vt:lpstr>
      <vt:lpstr>Helvetica</vt:lpstr>
      <vt:lpstr>Helvetica Neue</vt:lpstr>
      <vt:lpstr>Segoe UI Semibold</vt:lpstr>
      <vt:lpstr>Wingdings</vt:lpstr>
      <vt:lpstr>6_Personalizar design</vt:lpstr>
      <vt:lpstr>2_A&amp;M_Slides</vt:lpstr>
      <vt:lpstr>14_Personalizar design</vt:lpstr>
      <vt:lpstr>11_Personalizar design</vt:lpstr>
      <vt:lpstr>7_Personalizar design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Alvarez &amp; Marsal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Godeia, Ana</dc:creator>
  <cp:lastModifiedBy>Domingues, Alexandre</cp:lastModifiedBy>
  <cp:revision>1</cp:revision>
  <dcterms:created xsi:type="dcterms:W3CDTF">2025-10-06T17:51:20Z</dcterms:created>
  <dcterms:modified xsi:type="dcterms:W3CDTF">2026-09-30T18:12:56Z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f81cae-2cc7-434f-b11d-39789e497bf2_Enabled">
    <vt:lpwstr>true</vt:lpwstr>
  </property>
  <property fmtid="{D5CDD505-2E9C-101B-9397-08002B2CF9AE}" pid="3" name="MSIP_Label_31f81cae-2cc7-434f-b11d-39789e497bf2_SetDate">
    <vt:lpwstr>2025-10-06T18:11:32Z</vt:lpwstr>
  </property>
  <property fmtid="{D5CDD505-2E9C-101B-9397-08002B2CF9AE}" pid="4" name="MSIP_Label_31f81cae-2cc7-434f-b11d-39789e497bf2_Method">
    <vt:lpwstr>Standard</vt:lpwstr>
  </property>
  <property fmtid="{D5CDD505-2E9C-101B-9397-08002B2CF9AE}" pid="5" name="MSIP_Label_31f81cae-2cc7-434f-b11d-39789e497bf2_Name">
    <vt:lpwstr>Confidential</vt:lpwstr>
  </property>
  <property fmtid="{D5CDD505-2E9C-101B-9397-08002B2CF9AE}" pid="6" name="MSIP_Label_31f81cae-2cc7-434f-b11d-39789e497bf2_SiteId">
    <vt:lpwstr>dd5e230f-c165-49c4-957f-e203458fffab</vt:lpwstr>
  </property>
  <property fmtid="{D5CDD505-2E9C-101B-9397-08002B2CF9AE}" pid="7" name="MSIP_Label_31f81cae-2cc7-434f-b11d-39789e497bf2_ActionId">
    <vt:lpwstr>d21870e8-60c7-42ac-9c3d-27bbb071eede</vt:lpwstr>
  </property>
  <property fmtid="{D5CDD505-2E9C-101B-9397-08002B2CF9AE}" pid="8" name="MSIP_Label_31f81cae-2cc7-434f-b11d-39789e497bf2_ContentBits">
    <vt:lpwstr>0</vt:lpwstr>
  </property>
  <property fmtid="{D5CDD505-2E9C-101B-9397-08002B2CF9AE}" pid="9" name="MSIP_Label_31f81cae-2cc7-434f-b11d-39789e497bf2_Tag">
    <vt:lpwstr>10, 3, 0, 1</vt:lpwstr>
  </property>
  <property fmtid="{D5CDD505-2E9C-101B-9397-08002B2CF9AE}" pid="10" name="ContentTypeId">
    <vt:lpwstr>0x0101004D92A291B6402C4BAE2EEB9ECE632466</vt:lpwstr>
  </property>
  <property fmtid="{D5CDD505-2E9C-101B-9397-08002B2CF9AE}" pid="11" name="MediaServiceImageTags">
    <vt:lpwstr/>
  </property>
</Properties>
</file>