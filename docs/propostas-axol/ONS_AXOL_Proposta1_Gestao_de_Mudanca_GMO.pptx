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theme/theme2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4"/>
    <p:sldMasterId id="2147483906" r:id="rId5"/>
  </p:sldMasterIdLst>
  <p:notesMasterIdLst>
    <p:notesMasterId r:id="rId59"/>
  </p:notesMasterIdLst>
  <p:handoutMasterIdLst>
    <p:handoutMasterId r:id="rId60"/>
  </p:handoutMasterIdLst>
  <p:sldIdLst>
    <p:sldId id="256" r:id="rId90"/>
    <p:sldId id="257" r:id="rId91"/>
    <p:sldId id="258" r:id="rId92"/>
    <p:sldId id="259" r:id="rId93"/>
    <p:sldId id="260" r:id="rId94"/>
    <p:sldId id="261" r:id="rId95"/>
  </p:sldIdLst>
  <p:sldSz cx="12193588" cy="6858000"/>
  <p:notesSz cx="9144000" cy="6858000"/>
  <p:embeddedFontLst>
    <p:embeddedFont>
      <p:font typeface="Arial Nova" panose="020B0504020202020204" pitchFamily="34" charset="0"/>
      <p:regular r:id="rId61"/>
    </p:embeddedFont>
    <p:embeddedFont>
      <p:font typeface="Arial Nova Cond" panose="020B0506020202020204" pitchFamily="34" charset="0"/>
      <p:regular r:id="rId62"/>
      <p:bold r:id="rId63"/>
      <p:italic r:id="rId64"/>
      <p:boldItalic r:id="rId65"/>
    </p:embeddedFont>
    <p:embeddedFont>
      <p:font typeface="Arial Nova Light" panose="020B0304020202020204" pitchFamily="34" charset="0"/>
      <p:regular r:id="rId66"/>
      <p:italic r:id="rId67"/>
    </p:embeddedFont>
    <p:embeddedFont>
      <p:font typeface="Avenir Next LT Pro Demi" panose="020B0704020202020204" pitchFamily="34" charset="0"/>
      <p:bold r:id="rId68"/>
    </p:embeddedFont>
    <p:embeddedFont>
      <p:font typeface="Georgia" panose="02040502050405020303" pitchFamily="18" charset="0"/>
      <p:regular r:id="rId69"/>
      <p:bold r:id="rId70"/>
      <p:italic r:id="rId71"/>
      <p:boldItalic r:id="rId72"/>
    </p:embeddedFont>
    <p:embeddedFont>
      <p:font typeface="Helvetica Neue" panose="020B0604020202020204" charset="0"/>
      <p:regular r:id="rId73"/>
      <p:bold r:id="rId74"/>
      <p:italic r:id="rId75"/>
      <p:boldItalic r:id="rId76"/>
    </p:embeddedFont>
    <p:embeddedFont>
      <p:font typeface="Work Sans" pitchFamily="2" charset="0"/>
      <p:regular r:id="rId77"/>
      <p:bold r:id="rId78"/>
      <p:italic r:id="rId79"/>
      <p:boldItalic r:id="rId80"/>
    </p:embeddedFont>
  </p:embeddedFontLst>
  <p:custDataLst>
    <p:tags r:id="rId8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xmlns:p14="http://schemas.microsoft.com/office/powerpoint/2010/main" uri="{521415D9-36F7-43E2-AB2F-B90AF26B5E84}">
      <p14:sectionLst>
        <p14:section name="Proposta" id="{5FEB65AC-8184-4508-8FED-A022359CFFA0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B9D0"/>
    <a:srgbClr val="D4E1EB"/>
    <a:srgbClr val="D3EDFF"/>
    <a:srgbClr val="709BBC"/>
    <a:srgbClr val="5E8AB4"/>
    <a:srgbClr val="7EA1C3"/>
    <a:srgbClr val="CCCCCC"/>
    <a:srgbClr val="33556D"/>
    <a:srgbClr val="002A46"/>
    <a:srgbClr val="F5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84" Type="http://schemas.openxmlformats.org/officeDocument/2006/relationships/viewProps" Target="viewProps.xml"/><Relationship Id="rId74" Type="http://schemas.openxmlformats.org/officeDocument/2006/relationships/font" Target="fonts/font14.fntdata"/><Relationship Id="rId79" Type="http://schemas.openxmlformats.org/officeDocument/2006/relationships/font" Target="fonts/font19.fntdata"/><Relationship Id="rId5" Type="http://schemas.openxmlformats.org/officeDocument/2006/relationships/slideMaster" Target="slideMasters/slideMaster2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openxmlformats.org/officeDocument/2006/relationships/font" Target="fonts/font17.fntdata"/><Relationship Id="rId72" Type="http://schemas.openxmlformats.org/officeDocument/2006/relationships/font" Target="fonts/font12.fntdata"/><Relationship Id="rId80" Type="http://schemas.openxmlformats.org/officeDocument/2006/relationships/font" Target="fonts/font20.fntdata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7.fntdata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font" Target="fonts/font15.fntdata"/><Relationship Id="rId83" Type="http://schemas.openxmlformats.org/officeDocument/2006/relationships/presProps" Target="presProps.xml"/><Relationship Id="rId1" Type="http://schemas.openxmlformats.org/officeDocument/2006/relationships/customXml" Target="../customXml/item1.xml"/><Relationship Id="rId60" Type="http://schemas.openxmlformats.org/officeDocument/2006/relationships/handoutMaster" Target="handoutMasters/handoutMaster1.xml"/><Relationship Id="rId65" Type="http://schemas.openxmlformats.org/officeDocument/2006/relationships/font" Target="fonts/font5.fntdata"/><Relationship Id="rId73" Type="http://schemas.openxmlformats.org/officeDocument/2006/relationships/font" Target="fonts/font13.fntdata"/><Relationship Id="rId78" Type="http://schemas.openxmlformats.org/officeDocument/2006/relationships/font" Target="fonts/font18.fntdata"/><Relationship Id="rId81" Type="http://schemas.openxmlformats.org/officeDocument/2006/relationships/tags" Target="tags/tag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76" Type="http://schemas.openxmlformats.org/officeDocument/2006/relationships/font" Target="fonts/font16.fntdata"/><Relationship Id="rId71" Type="http://schemas.openxmlformats.org/officeDocument/2006/relationships/font" Target="fonts/font11.fntdata"/><Relationship Id="rId2" Type="http://schemas.openxmlformats.org/officeDocument/2006/relationships/customXml" Target="../customXml/item2.xml"/><Relationship Id="rId66" Type="http://schemas.openxmlformats.org/officeDocument/2006/relationships/font" Target="fonts/font6.fntdata"/><Relationship Id="rId61" Type="http://schemas.openxmlformats.org/officeDocument/2006/relationships/font" Target="fonts/font1.fntdata"/><Relationship Id="rId90" Type="http://schemas.openxmlformats.org/officeDocument/2006/relationships/slide" Target="slides/slide1.xml"/><Relationship Id="rId91" Type="http://schemas.openxmlformats.org/officeDocument/2006/relationships/slide" Target="slides/slide2.xml"/><Relationship Id="rId92" Type="http://schemas.openxmlformats.org/officeDocument/2006/relationships/slide" Target="slides/slide3.xml"/><Relationship Id="rId93" Type="http://schemas.openxmlformats.org/officeDocument/2006/relationships/slide" Target="slides/slide4.xml"/><Relationship Id="rId94" Type="http://schemas.openxmlformats.org/officeDocument/2006/relationships/slide" Target="slides/slide5.xml"/><Relationship Id="rId95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E48C47-58A5-DA01-DB0D-AE87DFF285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>
              <a:latin typeface="Arial Nova Cond" panose="020B0506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497F5-27C6-0D5E-9428-7DCD23EEFD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AAC7A-0F3F-C44F-B541-F8B84E743C98}" type="datetimeFigureOut">
              <a:rPr lang="en-BR" smtClean="0">
                <a:latin typeface="Arial Nova Cond" panose="020B0506020202020204" pitchFamily="34" charset="0"/>
              </a:rPr>
              <a:t>12/23/2025</a:t>
            </a:fld>
            <a:endParaRPr lang="en-BR">
              <a:latin typeface="Arial Nova Cond" panose="020B0506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68DB3-4A89-C758-03E6-133A3F0602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>
              <a:latin typeface="Arial Nova Cond" panose="020B0506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24073-1E84-4B1C-39FA-EBAFFACF21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FE61A-7D46-904B-B370-A214D26EC830}" type="slidenum">
              <a:rPr lang="en-BR" smtClean="0">
                <a:latin typeface="Arial Nova Cond" panose="020B0506020202020204" pitchFamily="34" charset="0"/>
              </a:rPr>
              <a:t>‹nº›</a:t>
            </a:fld>
            <a:endParaRPr lang="en-BR"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19372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 Nova Cond" panose="020B0506020202020204" pitchFamily="34" charset="0"/>
        <a:ea typeface="Arial Nova Cond" panose="020B0506020202020204" pitchFamily="34" charset="0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2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2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2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2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7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6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7.xml"/><Relationship Id="rId4" Type="http://schemas.openxmlformats.org/officeDocument/2006/relationships/image" Target="../media/image2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9.bin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80.bin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1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2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8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4.xml"/><Relationship Id="rId5" Type="http://schemas.openxmlformats.org/officeDocument/2006/relationships/image" Target="../media/image7.png"/><Relationship Id="rId4" Type="http://schemas.openxmlformats.org/officeDocument/2006/relationships/image" Target="../media/image2.emf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5.xml"/><Relationship Id="rId4" Type="http://schemas.openxmlformats.org/officeDocument/2006/relationships/image" Target="../media/image2.emf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6.xml"/><Relationship Id="rId4" Type="http://schemas.openxmlformats.org/officeDocument/2006/relationships/image" Target="../media/image2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7.xml"/><Relationship Id="rId4" Type="http://schemas.openxmlformats.org/officeDocument/2006/relationships/image" Target="../media/image2.emf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8.xml"/><Relationship Id="rId4" Type="http://schemas.openxmlformats.org/officeDocument/2006/relationships/image" Target="../media/image2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9.xml"/><Relationship Id="rId4" Type="http://schemas.openxmlformats.org/officeDocument/2006/relationships/image" Target="../media/image2.emf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5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7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0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2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6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9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1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2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3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4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8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0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2.xml"/><Relationship Id="rId4" Type="http://schemas.openxmlformats.org/officeDocument/2006/relationships/image" Target="../media/image2.emf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3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4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5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7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49D84EA-D867-F979-DDFA-6D38EA606E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6077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D84EA-D867-F979-DDFA-6D38EA606E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r>
              <a:rPr lang="pt-BR" b="1" dirty="0"/>
              <a:t>PH_TITULO_SLIDE</a:t>
            </a:r>
            <a:endParaRPr lang="pt-BR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 dirty="0"/>
              <a:t>PH_NOME_CLIENTE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 dirty="0"/>
              <a:t>PH_DATA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682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5E7EC20-AAEF-9CCA-9EC3-8BF6C85D93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2304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E7EC20-AAEF-9CCA-9EC3-8BF6C85D9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71970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B00AD35-55BC-6E32-0ACD-8C57319009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3708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00AD35-55BC-6E32-0ACD-8C57319009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2 linhas - Título de 2 linhas - Título de 2 linhas - Título de 2 linhas - Título de 2 linhas - Título de 2 linhas - Título de 2 linhas - Título de 2 linhas - Título de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021993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DA85D9E-9752-93EB-D8F8-627DB922DD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700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A85D9E-9752-93EB-D8F8-627DB922DD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22935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E1995FD-7B59-E65F-C630-1E1869D34E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185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1995FD-7B59-E65F-C630-1E1869D34E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02879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998EF51-348C-E5E6-C61D-F9B47417B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82533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98EF51-348C-E5E6-C61D-F9B47417B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059610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D4050DA-5D6A-1EFD-6B97-EACF0A329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25338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4050DA-5D6A-1EFD-6B97-EACF0A329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13424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675D064-83EC-D2A0-6FCC-0143E2CC6E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65470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75D064-83EC-D2A0-6FCC-0143E2CC6E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47972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049ABB0-40F9-9108-96C1-0D97D7FB19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3706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49ABB0-40F9-9108-96C1-0D97D7FB1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66339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9E7B43B-1405-734C-FD98-F864B84426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1862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E7B43B-1405-734C-FD98-F864B8442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651614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566CFAD-A6B1-4746-FB12-12D65F2704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2439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66CFAD-A6B1-4746-FB12-12D65F2704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047783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67D7424-0DFB-8EDE-C766-743AE65AA2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38356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7D7424-0DFB-8EDE-C766-743AE65AA2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169958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BA3C093-7282-CFC6-CBEA-BEB59F616D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9986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A3C093-7282-CFC6-CBEA-BEB59F616D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2C9AB55B-401A-D4CA-5A1D-41465DBADFC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580512" y="3177074"/>
            <a:ext cx="3678393" cy="3762567"/>
            <a:chOff x="7010044" y="4122122"/>
            <a:chExt cx="1834117" cy="1876088"/>
          </a:xfrm>
        </p:grpSpPr>
        <p:grpSp>
          <p:nvGrpSpPr>
            <p:cNvPr id="2" name="Google Shape;2118;p66">
              <a:extLst>
                <a:ext uri="{FF2B5EF4-FFF2-40B4-BE49-F238E27FC236}">
                  <a16:creationId xmlns:a16="http://schemas.microsoft.com/office/drawing/2014/main" id="{FFE20AE6-C44E-348F-EFF6-7050AAB2DF3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5" name="Google Shape;2119;p66">
                <a:extLst>
                  <a:ext uri="{FF2B5EF4-FFF2-40B4-BE49-F238E27FC236}">
                    <a16:creationId xmlns:a16="http://schemas.microsoft.com/office/drawing/2014/main" id="{A61D8A30-1F7B-1F1B-3FDA-5535300C7EE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7" name="Google Shape;2120;p66">
                <a:extLst>
                  <a:ext uri="{FF2B5EF4-FFF2-40B4-BE49-F238E27FC236}">
                    <a16:creationId xmlns:a16="http://schemas.microsoft.com/office/drawing/2014/main" id="{FBDB020F-6E4A-0A1E-BBE3-E77FC0C5CA0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8" name="Google Shape;2121;p66">
                <a:extLst>
                  <a:ext uri="{FF2B5EF4-FFF2-40B4-BE49-F238E27FC236}">
                    <a16:creationId xmlns:a16="http://schemas.microsoft.com/office/drawing/2014/main" id="{9FC6460B-AC12-85DA-A9B8-8436144C62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9" name="Google Shape;2122;p66">
              <a:extLst>
                <a:ext uri="{FF2B5EF4-FFF2-40B4-BE49-F238E27FC236}">
                  <a16:creationId xmlns:a16="http://schemas.microsoft.com/office/drawing/2014/main" id="{DE18A382-67FF-7B99-CCDC-B8414AC9276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0" name="Google Shape;2123;p66">
                <a:extLst>
                  <a:ext uri="{FF2B5EF4-FFF2-40B4-BE49-F238E27FC236}">
                    <a16:creationId xmlns:a16="http://schemas.microsoft.com/office/drawing/2014/main" id="{D4C3B40E-E6BF-124D-C26E-3102274D05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1" name="Google Shape;2124;p66">
                <a:extLst>
                  <a:ext uri="{FF2B5EF4-FFF2-40B4-BE49-F238E27FC236}">
                    <a16:creationId xmlns:a16="http://schemas.microsoft.com/office/drawing/2014/main" id="{4EE8307A-B472-B391-0142-8EBB3945D0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348607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C719F1A-BA9D-CC74-0C6B-4F8ACA9947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1479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719F1A-BA9D-CC74-0C6B-4F8ACA9947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Google Shape;2119;p66">
            <a:extLst>
              <a:ext uri="{FF2B5EF4-FFF2-40B4-BE49-F238E27FC236}">
                <a16:creationId xmlns:a16="http://schemas.microsoft.com/office/drawing/2014/main" id="{A61D8A30-1F7B-1F1B-3FDA-5535300C7E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8933531" y="3967641"/>
            <a:ext cx="1719831" cy="2945561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2120;p66">
            <a:extLst>
              <a:ext uri="{FF2B5EF4-FFF2-40B4-BE49-F238E27FC236}">
                <a16:creationId xmlns:a16="http://schemas.microsoft.com/office/drawing/2014/main" id="{FBDB020F-6E4A-0A1E-BBE3-E77FC0C5CA09}"/>
              </a:ext>
            </a:extLst>
          </p:cNvPr>
          <p:cNvCxnSpPr>
            <a:cxnSpLocks/>
          </p:cNvCxnSpPr>
          <p:nvPr/>
        </p:nvCxnSpPr>
        <p:spPr>
          <a:xfrm rot="10800000">
            <a:off x="10652766" y="3967734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" name="Google Shape;2121;p66">
            <a:extLst>
              <a:ext uri="{FF2B5EF4-FFF2-40B4-BE49-F238E27FC236}">
                <a16:creationId xmlns:a16="http://schemas.microsoft.com/office/drawing/2014/main" id="{9FC6460B-AC12-85DA-A9B8-8436144C62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062013" y="3177074"/>
            <a:ext cx="2196892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9" name="Google Shape;2122;p66">
            <a:extLst>
              <a:ext uri="{FF2B5EF4-FFF2-40B4-BE49-F238E27FC236}">
                <a16:creationId xmlns:a16="http://schemas.microsoft.com/office/drawing/2014/main" id="{DE18A382-67FF-7B99-CCDC-B8414AC92761}"/>
              </a:ext>
            </a:extLst>
          </p:cNvPr>
          <p:cNvGrpSpPr>
            <a:grpSpLocks/>
          </p:cNvGrpSpPr>
          <p:nvPr userDrawn="1"/>
        </p:nvGrpSpPr>
        <p:grpSpPr>
          <a:xfrm>
            <a:off x="8580512" y="5492845"/>
            <a:ext cx="836793" cy="1446042"/>
            <a:chOff x="2272184" y="991721"/>
            <a:chExt cx="2439900" cy="4264033"/>
          </a:xfrm>
        </p:grpSpPr>
        <p:cxnSp>
          <p:nvCxnSpPr>
            <p:cNvPr id="10" name="Google Shape;2123;p66">
              <a:extLst>
                <a:ext uri="{FF2B5EF4-FFF2-40B4-BE49-F238E27FC236}">
                  <a16:creationId xmlns:a16="http://schemas.microsoft.com/office/drawing/2014/main" id="{D4C3B40E-E6BF-124D-C26E-3102274D052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1" name="Google Shape;2124;p66">
              <a:extLst>
                <a:ext uri="{FF2B5EF4-FFF2-40B4-BE49-F238E27FC236}">
                  <a16:creationId xmlns:a16="http://schemas.microsoft.com/office/drawing/2014/main" id="{4EE8307A-B472-B391-0142-8EBB3945D0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456018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D46D7218-CDFC-7661-B5C4-FD0CB24207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850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6D7218-CDFC-7661-B5C4-FD0CB24207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4D986611-5E48-AF11-4E58-E6F43C89DC2A}"/>
              </a:ext>
            </a:extLst>
          </p:cNvPr>
          <p:cNvGrpSpPr/>
          <p:nvPr userDrawn="1"/>
        </p:nvGrpSpPr>
        <p:grpSpPr>
          <a:xfrm>
            <a:off x="8580512" y="3177074"/>
            <a:ext cx="3678393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0CFAFF82-0833-7B06-407E-83EB6FA0D145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1307548B-F888-D84C-C666-938BA97A75EF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443A687C-99A0-1F27-511D-E93BCD8A1D4C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25EEA323-0843-0D75-C6B1-0CD1A21CCBEB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10" name="Google Shape;2122;p66">
              <a:extLst>
                <a:ext uri="{FF2B5EF4-FFF2-40B4-BE49-F238E27FC236}">
                  <a16:creationId xmlns:a16="http://schemas.microsoft.com/office/drawing/2014/main" id="{180348D1-09CA-C73D-D939-2319683C0188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1" name="Google Shape;2123;p66">
                <a:extLst>
                  <a:ext uri="{FF2B5EF4-FFF2-40B4-BE49-F238E27FC236}">
                    <a16:creationId xmlns:a16="http://schemas.microsoft.com/office/drawing/2014/main" id="{383805C0-32C3-3526-464F-807F1BC651F9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2124;p66">
                <a:extLst>
                  <a:ext uri="{FF2B5EF4-FFF2-40B4-BE49-F238E27FC236}">
                    <a16:creationId xmlns:a16="http://schemas.microsoft.com/office/drawing/2014/main" id="{6BCEA8B0-4E62-C1FC-13E7-C53D4A4378EB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173567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DE1A61A-196B-D1BE-B358-FA000EB7FE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62842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E1A61A-196B-D1BE-B358-FA000EB7FE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Google Shape;2119;p66">
            <a:extLst>
              <a:ext uri="{FF2B5EF4-FFF2-40B4-BE49-F238E27FC236}">
                <a16:creationId xmlns:a16="http://schemas.microsoft.com/office/drawing/2014/main" id="{1307548B-F888-D84C-C666-938BA97A75EF}"/>
              </a:ext>
            </a:extLst>
          </p:cNvPr>
          <p:cNvCxnSpPr/>
          <p:nvPr/>
        </p:nvCxnSpPr>
        <p:spPr>
          <a:xfrm rot="10800000" flipH="1">
            <a:off x="8933531" y="3967641"/>
            <a:ext cx="1719831" cy="2945561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4" name="Google Shape;2120;p66">
            <a:extLst>
              <a:ext uri="{FF2B5EF4-FFF2-40B4-BE49-F238E27FC236}">
                <a16:creationId xmlns:a16="http://schemas.microsoft.com/office/drawing/2014/main" id="{443A687C-99A0-1F27-511D-E93BCD8A1D4C}"/>
              </a:ext>
            </a:extLst>
          </p:cNvPr>
          <p:cNvCxnSpPr/>
          <p:nvPr/>
        </p:nvCxnSpPr>
        <p:spPr>
          <a:xfrm rot="10800000">
            <a:off x="10652766" y="3967734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5" name="Google Shape;2121;p66">
            <a:extLst>
              <a:ext uri="{FF2B5EF4-FFF2-40B4-BE49-F238E27FC236}">
                <a16:creationId xmlns:a16="http://schemas.microsoft.com/office/drawing/2014/main" id="{25EEA323-0843-0D75-C6B1-0CD1A21CCBEB}"/>
              </a:ext>
            </a:extLst>
          </p:cNvPr>
          <p:cNvCxnSpPr/>
          <p:nvPr/>
        </p:nvCxnSpPr>
        <p:spPr>
          <a:xfrm rot="10800000" flipH="1">
            <a:off x="10062013" y="3177074"/>
            <a:ext cx="2196892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" name="Google Shape;2122;p66">
            <a:extLst>
              <a:ext uri="{FF2B5EF4-FFF2-40B4-BE49-F238E27FC236}">
                <a16:creationId xmlns:a16="http://schemas.microsoft.com/office/drawing/2014/main" id="{180348D1-09CA-C73D-D939-2319683C0188}"/>
              </a:ext>
            </a:extLst>
          </p:cNvPr>
          <p:cNvGrpSpPr/>
          <p:nvPr userDrawn="1"/>
        </p:nvGrpSpPr>
        <p:grpSpPr>
          <a:xfrm>
            <a:off x="8580512" y="5492845"/>
            <a:ext cx="836793" cy="1446042"/>
            <a:chOff x="2272184" y="991721"/>
            <a:chExt cx="2439900" cy="4264033"/>
          </a:xfrm>
        </p:grpSpPr>
        <p:cxnSp>
          <p:nvCxnSpPr>
            <p:cNvPr id="11" name="Google Shape;2123;p66">
              <a:extLst>
                <a:ext uri="{FF2B5EF4-FFF2-40B4-BE49-F238E27FC236}">
                  <a16:creationId xmlns:a16="http://schemas.microsoft.com/office/drawing/2014/main" id="{383805C0-32C3-3526-464F-807F1BC651F9}"/>
                </a:ext>
              </a:extLst>
            </p:cNvPr>
            <p:cNvCxnSpPr/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2" name="Google Shape;2124;p66">
              <a:extLst>
                <a:ext uri="{FF2B5EF4-FFF2-40B4-BE49-F238E27FC236}">
                  <a16:creationId xmlns:a16="http://schemas.microsoft.com/office/drawing/2014/main" id="{6BCEA8B0-4E62-C1FC-13E7-C53D4A4378EB}"/>
                </a:ext>
              </a:extLst>
            </p:cNvPr>
            <p:cNvCxnSpPr/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283209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63CF5879-77F4-1ED5-2401-3C4CCB8C11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1578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CF5879-77F4-1ED5-2401-3C4CCB8C11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C821D5-D021-105B-9331-A5A9867D75D2}"/>
              </a:ext>
            </a:extLst>
          </p:cNvPr>
          <p:cNvGrpSpPr/>
          <p:nvPr userDrawn="1"/>
        </p:nvGrpSpPr>
        <p:grpSpPr>
          <a:xfrm>
            <a:off x="8580512" y="3177074"/>
            <a:ext cx="3678393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DE492C39-5E7F-EFCB-9E4E-CBF17E8C34B7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C7C39FC2-886C-87BF-8CE3-0FA9EBD2C373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9DA334F1-F6B2-047F-EEE3-9421F462694D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EB90EC58-E2EF-5DA2-F230-02D4DBFA9D54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7" name="Google Shape;2122;p66">
              <a:extLst>
                <a:ext uri="{FF2B5EF4-FFF2-40B4-BE49-F238E27FC236}">
                  <a16:creationId xmlns:a16="http://schemas.microsoft.com/office/drawing/2014/main" id="{0CD5E4DE-FA8F-2B24-2EA2-C16BA3D5BD9D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8" name="Google Shape;2123;p66">
                <a:extLst>
                  <a:ext uri="{FF2B5EF4-FFF2-40B4-BE49-F238E27FC236}">
                    <a16:creationId xmlns:a16="http://schemas.microsoft.com/office/drawing/2014/main" id="{2C88F39E-3390-75BF-3BB4-39DF61CA6A02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9" name="Google Shape;2124;p66">
                <a:extLst>
                  <a:ext uri="{FF2B5EF4-FFF2-40B4-BE49-F238E27FC236}">
                    <a16:creationId xmlns:a16="http://schemas.microsoft.com/office/drawing/2014/main" id="{EB163982-3A08-6610-10CB-B2BD6DD67A5F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4178346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916586D0-06D1-A6D0-6917-D91A86B75A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8374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6586D0-06D1-A6D0-6917-D91A86B75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EA9812-AE59-ACDB-6864-B94DE4F2F17D}"/>
              </a:ext>
            </a:extLst>
          </p:cNvPr>
          <p:cNvGrpSpPr/>
          <p:nvPr userDrawn="1"/>
        </p:nvGrpSpPr>
        <p:grpSpPr>
          <a:xfrm>
            <a:off x="8580512" y="3177074"/>
            <a:ext cx="3678393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E001E9E6-1022-1EE3-1B13-B792445D8F7B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8F3A716C-97CD-FE12-55EB-33483D28D55E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B3A857BE-F3BF-8CE8-E43C-DE98E50C3092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9BB23FF4-D86D-1D73-C2B8-61EDDCD64F27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7" name="Google Shape;2122;p66">
              <a:extLst>
                <a:ext uri="{FF2B5EF4-FFF2-40B4-BE49-F238E27FC236}">
                  <a16:creationId xmlns:a16="http://schemas.microsoft.com/office/drawing/2014/main" id="{A4839E38-B280-C83B-8ECD-A5F12B42CAA9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8" name="Google Shape;2123;p66">
                <a:extLst>
                  <a:ext uri="{FF2B5EF4-FFF2-40B4-BE49-F238E27FC236}">
                    <a16:creationId xmlns:a16="http://schemas.microsoft.com/office/drawing/2014/main" id="{5EDE8D56-83BF-4578-485A-7D036A3E4C50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9" name="Google Shape;2124;p66">
                <a:extLst>
                  <a:ext uri="{FF2B5EF4-FFF2-40B4-BE49-F238E27FC236}">
                    <a16:creationId xmlns:a16="http://schemas.microsoft.com/office/drawing/2014/main" id="{7D0C62C7-D9BF-8566-7165-164F4705A168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98963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701B85E-A4B2-51E9-9A6E-1868654A87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9744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01B85E-A4B2-51E9-9A6E-1868654A87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93;p411">
            <a:extLst>
              <a:ext uri="{FF2B5EF4-FFF2-40B4-BE49-F238E27FC236}">
                <a16:creationId xmlns:a16="http://schemas.microsoft.com/office/drawing/2014/main" id="{AB5BFFD0-25D3-B6B4-CB2F-3A578A2BAAC5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tx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" name="Text Placeholder 51">
            <a:extLst>
              <a:ext uri="{FF2B5EF4-FFF2-40B4-BE49-F238E27FC236}">
                <a16:creationId xmlns:a16="http://schemas.microsoft.com/office/drawing/2014/main" id="{55B7DB9B-CB7A-5F3E-791F-EC9F9A32A9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tx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2938279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8E8D1E4-7CEC-C82C-F09B-C45A897C6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6055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E8D1E4-7CEC-C82C-F09B-C45A897C6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tx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5778087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A530C81-01D9-7FA3-412F-AAF3CC64D7F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91043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530C81-01D9-7FA3-412F-AAF3CC64D7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1980788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C17F75-A1C9-F675-A62D-708A1C19D7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89147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C17F75-A1C9-F675-A62D-708A1C19D7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3671015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201980E-ACC5-776D-5BA0-97F702D5B6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29031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01980E-ACC5-776D-5BA0-97F702D5B6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6162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ABA0962-E311-B6D5-F104-F786D7D10B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9807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BA0962-E311-B6D5-F104-F786D7D10B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00352AE0-1FDD-71F9-F635-DFA80534988F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44800" y="378000"/>
            <a:ext cx="3398400" cy="615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2191;p71" descr="Image">
            <a:extLst>
              <a:ext uri="{FF2B5EF4-FFF2-40B4-BE49-F238E27FC236}">
                <a16:creationId xmlns:a16="http://schemas.microsoft.com/office/drawing/2014/main" id="{EC6C0446-F797-6696-0691-D5D3B578AF10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C14F297-9874-216E-C433-100105B370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2" name="Text Placeholder 51">
            <a:extLst>
              <a:ext uri="{FF2B5EF4-FFF2-40B4-BE49-F238E27FC236}">
                <a16:creationId xmlns:a16="http://schemas.microsoft.com/office/drawing/2014/main" id="{75372B82-6F2D-B889-B523-C81CB9485F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6F7FB5DE-6524-46C4-6448-A348016D67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41120629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D9E90B2-193B-8D1A-A0A0-1B140F57D3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1417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9E90B2-193B-8D1A-A0A0-1B140F57D3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29621649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985115A-9F35-8074-5743-CF44F0A372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6130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5115A-9F35-8074-5743-CF44F0A372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41491569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0EF810-5535-1F77-3A59-BF328DEE69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3334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0EF810-5535-1F77-3A59-BF328DEE69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6B29C221-5495-9FBB-7826-D3F8A5161ABE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44800" y="378000"/>
            <a:ext cx="3398400" cy="61543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6238164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2AD63DE-CC1C-D03D-689B-B4EA5B6458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2350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AD63DE-CC1C-D03D-689B-B4EA5B6458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2577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E0D5A9E-D201-528D-2459-2498AB97E5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4494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0D5A9E-D201-528D-2459-2498AB97E5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2969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1741245-CD1F-3E17-66BD-CB1ECC5F0B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47907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741245-CD1F-3E17-66BD-CB1ECC5F0B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890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E944D3C-2D4D-23D7-73B2-FBC98F412A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10043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944D3C-2D4D-23D7-73B2-FBC98F412A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41094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6FECECE-68F5-0C6C-E808-C42D7BD407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7310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ECECE-68F5-0C6C-E808-C42D7BD407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21014330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08EBCEF-9486-593F-2E0E-BE8A6C3A1B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8037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8EBCEF-9486-593F-2E0E-BE8A6C3A1B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rgbClr val="002B4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21561450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37F32B-CC54-86BD-921E-18C01C412E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8470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37F32B-CC54-86BD-921E-18C01C412E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9011206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1A54144-319E-14E1-FCAB-270C5C0E90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07941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A54144-319E-14E1-FCAB-270C5C0E90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274087C-72B1-96E7-75D7-4BDB29B42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2A037618-E33F-236A-769A-CE8780F812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59178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7D2F219-DA94-DF2D-5EE1-5B149F8970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4698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D2F219-DA94-DF2D-5EE1-5B149F897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5542611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CB25AEF-604C-045D-727F-3A2557C968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5053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B25AEF-604C-045D-727F-3A2557C968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ECAFDD1-7D78-2A7E-03A2-6743279AF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B7F0073E-EB2D-D16E-80E9-A09645EDDE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19058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7DB0AE-E6CE-F823-A168-FE92AE9C70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578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7DB0AE-E6CE-F823-A168-FE92AE9C70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71CC5C-2A4E-7204-7756-A5B0FE473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55A47EE-45A2-013D-C6BA-D422F5D193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0070514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8A52426-AE57-808C-6210-ADE8BA7E36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11227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52426-AE57-808C-6210-ADE8BA7E36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rgbClr val="5E8AB4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A3D49FF-7D2A-31C4-3B04-1E85A2F86F52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7058441-2B0D-8A51-03AE-072010720B37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4CE061C-E9CC-50FC-7D29-A3E07C5FE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1F22D8B2-F079-A72A-5DEC-76F9134FCD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7648044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41FC59C5-D510-23AE-5CD5-6A5E13F3B6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770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FC59C5-D510-23AE-5CD5-6A5E13F3B6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accent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solidFill>
                  <a:schemeClr val="accent2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8" name="Google Shape;2417;p84">
            <a:extLst>
              <a:ext uri="{FF2B5EF4-FFF2-40B4-BE49-F238E27FC236}">
                <a16:creationId xmlns:a16="http://schemas.microsoft.com/office/drawing/2014/main" id="{6EC923C3-CEE6-4744-CA85-5C78000D543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B53ED4-2A73-E2FC-9899-EA6F4C416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CB2D25B6-DC85-6734-010A-2F74DAE856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5179407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424FCB0-E3C7-9038-6491-8EB77F2E96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3220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24FCB0-E3C7-9038-6491-8EB77F2E96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70002" y="-1640735"/>
            <a:ext cx="7656723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35108265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52A7BD0-48A6-7003-1186-9971CACA15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8796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2A7BD0-48A6-7003-1186-9971CACA15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70002" y="-1640735"/>
            <a:ext cx="7656723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1037593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E2FCD2E-1A4E-5171-9781-EF5A072FB8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61090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2FCD2E-1A4E-5171-9781-EF5A072FB8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70002" y="-1640735"/>
            <a:ext cx="7656723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1607008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10C4E0C-83C2-3305-DB01-C967606D6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2071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0C4E0C-83C2-3305-DB01-C967606D6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Google Shape;2113;p66">
            <a:extLst>
              <a:ext uri="{FF2B5EF4-FFF2-40B4-BE49-F238E27FC236}">
                <a16:creationId xmlns:a16="http://schemas.microsoft.com/office/drawing/2014/main" id="{CD40657D-E522-CAF2-6D9B-9CF5DDA2EC87}"/>
              </a:ext>
            </a:extLst>
          </p:cNvPr>
          <p:cNvCxnSpPr/>
          <p:nvPr/>
        </p:nvCxnSpPr>
        <p:spPr>
          <a:xfrm rot="10800000" flipH="1">
            <a:off x="6558799" y="2454880"/>
            <a:ext cx="2643386" cy="452711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5" name="Google Shape;2114;p66">
            <a:extLst>
              <a:ext uri="{FF2B5EF4-FFF2-40B4-BE49-F238E27FC236}">
                <a16:creationId xmlns:a16="http://schemas.microsoft.com/office/drawing/2014/main" id="{0AF7E19F-4FDA-7D60-B39C-7C67827DEDC4}"/>
              </a:ext>
            </a:extLst>
          </p:cNvPr>
          <p:cNvCxnSpPr/>
          <p:nvPr/>
        </p:nvCxnSpPr>
        <p:spPr>
          <a:xfrm rot="10800000">
            <a:off x="9201229" y="2455074"/>
            <a:ext cx="0" cy="456755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6" name="Google Shape;2115;p66">
            <a:extLst>
              <a:ext uri="{FF2B5EF4-FFF2-40B4-BE49-F238E27FC236}">
                <a16:creationId xmlns:a16="http://schemas.microsoft.com/office/drawing/2014/main" id="{BCE1EAE9-8987-7099-0824-EF83196455EB}"/>
              </a:ext>
            </a:extLst>
          </p:cNvPr>
          <p:cNvCxnSpPr/>
          <p:nvPr/>
        </p:nvCxnSpPr>
        <p:spPr>
          <a:xfrm rot="10800000" flipH="1">
            <a:off x="8368313" y="-1640735"/>
            <a:ext cx="5058412" cy="8663295"/>
          </a:xfrm>
          <a:prstGeom prst="straightConnector1">
            <a:avLst/>
          </a:prstGeom>
          <a:noFill/>
          <a:ln w="38100" cap="flat" cmpd="sng">
            <a:solidFill>
              <a:schemeClr val="tx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7" name="Google Shape;2116;p66">
            <a:extLst>
              <a:ext uri="{FF2B5EF4-FFF2-40B4-BE49-F238E27FC236}">
                <a16:creationId xmlns:a16="http://schemas.microsoft.com/office/drawing/2014/main" id="{502BE95F-AC44-B691-59AE-3BA1596E3907}"/>
              </a:ext>
            </a:extLst>
          </p:cNvPr>
          <p:cNvCxnSpPr/>
          <p:nvPr/>
        </p:nvCxnSpPr>
        <p:spPr>
          <a:xfrm rot="10800000" flipH="1">
            <a:off x="5770002" y="4802227"/>
            <a:ext cx="1286154" cy="2201257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8" name="Google Shape;2117;p66">
            <a:extLst>
              <a:ext uri="{FF2B5EF4-FFF2-40B4-BE49-F238E27FC236}">
                <a16:creationId xmlns:a16="http://schemas.microsoft.com/office/drawing/2014/main" id="{B13C75BF-3F8D-DD12-1295-648C91CFE506}"/>
              </a:ext>
            </a:extLst>
          </p:cNvPr>
          <p:cNvCxnSpPr/>
          <p:nvPr/>
        </p:nvCxnSpPr>
        <p:spPr>
          <a:xfrm rot="10800000">
            <a:off x="7055699" y="4802328"/>
            <a:ext cx="0" cy="2220925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42065826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3321032-9D5D-0A0D-006D-5F97DC1E12E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7386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321032-9D5D-0A0D-006D-5F97DC1E12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2135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0BBF528-2C57-5451-2531-430F480051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5888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BBF528-2C57-5451-2531-430F480051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FF43FFF6-D612-30BD-B622-50E9EB7A463F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384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B4268BA-BBB6-52CF-349E-BAE4637052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051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4268BA-BBB6-52CF-349E-BAE4637052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4956213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1 Coluna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A3B2B75-5F3D-CCB8-DFA0-4E34690260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96458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3B2B75-5F3D-CCB8-DFA0-4E34690260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77F619D7-2032-8078-3154-91E8967760B2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0148381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07BED06-EA8A-FB2C-7172-305A2D725B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532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7BED06-EA8A-FB2C-7172-305A2D725B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2648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4951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1504062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2118049-2293-347F-94F6-29D49E5E74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9403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118049-2293-347F-94F6-29D49E5E74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0EF902EC-9AC1-935B-A4D4-5696F68FFBC2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2648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4951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825042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7173507-CCE4-CAF2-7624-A5DB2D62CF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9090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173507-CCE4-CAF2-7624-A5DB2D62CF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7691"/>
            <a:ext cx="5390202" cy="81163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2648"/>
            <a:ext cx="5390202" cy="81898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4129892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2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10F30B4-330C-9D9E-FF9D-1B3DE34556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1418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0F30B4-330C-9D9E-FF9D-1B3DE3455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7C8B4DB1-2E94-CB88-DFC1-8E4EA84F4D38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7691"/>
            <a:ext cx="5390202" cy="81163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2648"/>
            <a:ext cx="5390202" cy="81898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5211087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D333A38-9986-025F-F0DD-3946BA08FD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5076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333A38-9986-025F-F0DD-3946BA08FD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0192068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3A70429-A1EF-8C6B-A732-7A8B69640C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753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70429-A1EF-8C6B-A732-7A8B69640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FC6A3183-A3A1-CA21-6CDC-969D925688C5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6220264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BD923FD-92C1-F942-6F48-56E19AD23B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8100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D923FD-92C1-F942-6F48-56E19AD23B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600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1111685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D4D975B-05A5-AD42-FF3C-07D724A083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085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4D975B-05A5-AD42-FF3C-07D724A083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3F55B7FD-986F-F5C5-9A54-A2A8D87F3948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600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8845816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E9E7E07-F3F1-9B90-D30E-2848F909AF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47186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9E7E07-F3F1-9B90-D30E-2848F909A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24580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41228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99491" y="1494000"/>
            <a:ext cx="2461560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24580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41228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99491" y="2595600"/>
            <a:ext cx="2461560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276933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76933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2970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F0D105-698D-A3FB-E8AA-9E66ADAD36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27981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F0D105-698D-A3FB-E8AA-9E66ADAD36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5">
            <a:extLst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24580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41228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99491" y="1494000"/>
            <a:ext cx="2461560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24580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41228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99491" y="2595600"/>
            <a:ext cx="2461560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276933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76933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2111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4F25723-DB17-3601-F621-4138159AAB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7243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F25723-DB17-3601-F621-4138159AA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24580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41228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99491" y="1494000"/>
            <a:ext cx="2461560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24580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41228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99491" y="2595600"/>
            <a:ext cx="2461560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276933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76933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0132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729C502-BC04-69BC-2E2B-48B26ABB6EF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685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29C502-BC04-69BC-2E2B-48B26ABB6E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5">
            <a:extLst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24580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41228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399491" y="1494000"/>
            <a:ext cx="2461560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24580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41228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399491" y="2595600"/>
            <a:ext cx="2461560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D7DDE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D7DDE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276933" y="1494000"/>
            <a:ext cx="245352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276933" y="2595600"/>
            <a:ext cx="245352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6130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0E24B4-4D19-A15D-C5FD-5ABF93CC73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59734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0E24B4-4D19-A15D-C5FD-5ABF93CC73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41003344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0F650B-F0B1-5A3D-14AF-1FFF76F90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1168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0F650B-F0B1-5A3D-14AF-1FFF76F90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2D530E1D-66D7-F343-8D58-78F737A1477E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38001847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C59E9B2-CF01-AD5A-0C4F-D70C6A2B9F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90195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59E9B2-CF01-AD5A-0C4F-D70C6A2B9F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227921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620923-4D22-7D79-46EA-CE5469D6DD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6993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620923-4D22-7D79-46EA-CE5469D6DD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86D7167C-0C0F-9334-E80C-A2973FE3E357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15365050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3B77C11-3A90-9DE2-43B5-049E5CBD54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8077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B77C11-3A90-9DE2-43B5-049E5CBD54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3510374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C67A393-22B4-F09C-1CF7-D309FAC207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9022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67A393-22B4-F09C-1CF7-D309FAC207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C3F77092-2773-10DB-C71E-36BD53A01DBA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87560371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5E48A6C-8A9E-0071-375A-CE784C6F9E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6307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E48A6C-8A9E-0071-375A-CE784C6F9E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79120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C4D25EB-EB6C-F25C-73DA-506C9F542E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9137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D25EB-EB6C-F25C-73DA-506C9F542E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1">
            <a:extLst>
              <a:ext uri="{FF2B5EF4-FFF2-40B4-BE49-F238E27FC236}">
                <a16:creationId xmlns:a16="http://schemas.microsoft.com/office/drawing/2014/main" id="{3D17DEE0-DD3A-584C-7FE3-F82296F36214}"/>
              </a:ext>
            </a:extLst>
          </p:cNvPr>
          <p:cNvSpPr/>
          <p:nvPr userDrawn="1"/>
        </p:nvSpPr>
        <p:spPr>
          <a:xfrm>
            <a:off x="10133331" y="3220553"/>
            <a:ext cx="2060259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64823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A55F69A-7EB2-F103-29A6-280E68A24A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49662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55F69A-7EB2-F103-29A6-280E68A24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13FE857-09EF-6320-AEC5-6F9618E95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2" name="Google Shape;4546;p456">
            <a:extLst>
              <a:ext uri="{FF2B5EF4-FFF2-40B4-BE49-F238E27FC236}">
                <a16:creationId xmlns:a16="http://schemas.microsoft.com/office/drawing/2014/main" id="{BDF08FE4-6E2D-5166-08BA-CE39A101E6C8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8BFB194-2672-16B7-ED2C-9B1C972E24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E0F91D7-7C08-A520-E598-9CDB27F1B5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650DD8A1-947F-8F07-93AB-A40EF04FDF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60000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04975F1-C05A-1F8D-7E3A-2F1589A4DD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8445" y="1501413"/>
            <a:ext cx="6863932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06ED13DD-6DF2-F50D-26A3-FD10F14995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63951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D917ADE9-5F71-6C61-E67F-FBE028C251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2260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Chart Placeholder 56">
            <a:extLst>
              <a:ext uri="{FF2B5EF4-FFF2-40B4-BE49-F238E27FC236}">
                <a16:creationId xmlns:a16="http://schemas.microsoft.com/office/drawing/2014/main" id="{3E906642-ECAC-F54B-5543-3825A12B4E2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89400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B340CD37-1B87-00B6-5E57-D55AAF8536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430CE6F3-F391-1382-61C7-7841BF993D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934D75B2-B160-3924-EE10-A7E18ABF93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85560222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Cinza Claro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58134C6-2685-E631-0922-38E109DC3D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4643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8134C6-2685-E631-0922-38E109DC3D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94365A6E-758D-3E5C-AD84-D5AE47370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5" name="Google Shape;4546;p456">
            <a:extLst>
              <a:ext uri="{FF2B5EF4-FFF2-40B4-BE49-F238E27FC236}">
                <a16:creationId xmlns:a16="http://schemas.microsoft.com/office/drawing/2014/main" id="{04212ACC-5AB5-7E90-4A7E-4F3BC0BED6F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C1003A35-16F0-6A43-5044-7EFBF15EF1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E8C8209-B4A1-245C-93A5-B5A89253D3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EFDD814-6412-39CF-649F-8FD4B10EB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60000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3499164C-4D4D-FD1A-9E9D-39C859A007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8445" y="1501413"/>
            <a:ext cx="6863932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93493471-2497-21B2-4B44-74EDA5E731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63951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000B1622-ABAD-5280-3CB5-9A2AAA8F00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2260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Chart Placeholder 56">
            <a:extLst>
              <a:ext uri="{FF2B5EF4-FFF2-40B4-BE49-F238E27FC236}">
                <a16:creationId xmlns:a16="http://schemas.microsoft.com/office/drawing/2014/main" id="{E7DA3DAF-C417-F696-7A8D-DEC16EAB0A9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89400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8514E3F-27C2-0D9D-01A1-49C5239E75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6B6AE38-B925-98EC-AD44-D816BB0AAD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BF3B4464-6F82-DB5C-FD37-590D937C3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71231728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9D70D69-B4D7-B774-CE69-AEC747C9BF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4558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D70D69-B4D7-B774-CE69-AEC747C9BF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999"/>
            <a:ext cx="37476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5002E8C-C568-172D-3109-85A55236B2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4348" y="1501200"/>
            <a:ext cx="3746966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84326CA-7B90-4056-3C9C-24A905DEC8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89792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E137C798-7CCC-8C7D-D495-0AEC858F97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4844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3F429A4A-06DC-1E3A-5A65-0C3997FDCCC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90800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pic>
        <p:nvPicPr>
          <p:cNvPr id="4" name="Google Shape;2417;p84">
            <a:extLst>
              <a:ext uri="{FF2B5EF4-FFF2-40B4-BE49-F238E27FC236}">
                <a16:creationId xmlns:a16="http://schemas.microsoft.com/office/drawing/2014/main" id="{23FCB833-941F-6595-929E-8CDE9F8767A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55BCCC9F-12BA-1AC7-F575-E03E54A2B7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8F4643BE-BB97-4DB6-085A-60C5E725A2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9D2B60D9-BF99-DCF4-16A1-2B2DB3AEA6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275753740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58147B-14FB-9F96-5E58-F34604FA03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3938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58147B-14FB-9F96-5E58-F34604FA03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3813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4" y="165544"/>
            <a:ext cx="10117976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1" y="824400"/>
            <a:ext cx="1125551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0964751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4BEC0F7-A4F7-DE4C-BAD2-C14F65CFF4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15897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BEC0F7-A4F7-DE4C-BAD2-C14F65CFF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C2B49C8-5587-3CB9-BD73-530C192F48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600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CCD5DB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EF406C78-B1F5-AB03-82A5-7DF8C0747F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6F14D0AD-9C0F-D98D-BCB7-363101D50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F8A4A206-C721-0C4B-953D-3F1BCB6B18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C0D0EDD7-6D67-670B-9270-19E08DE70C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013F624-E35B-F58C-648D-C3A004B708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2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19EEA635-C715-2C9F-7862-EE40366C91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5A64E133-61F8-AFC9-4C48-ABDBEE214E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253148215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Marinh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264642F-C110-6C14-3C41-3E88DE381A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6094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264642F-C110-6C14-3C41-3E88DE381A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solidFill>
                <a:schemeClr val="accent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BF4007C-AEF5-1786-9FF8-F60CDACA0F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3B8C4F1-E7F7-1D6D-955B-75C67D6C5F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953A4B2F-B127-7B18-CE54-EC01AF7BF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0A365680-547C-C246-87C0-E4B630AEC8F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EB28C7E4-8F9A-2C71-9E1F-4208A79CB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6408949-5F76-4553-CBE0-95BB98206B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BC3ED72-423E-D7C5-D057-74AB3C3894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1711466F-E196-2186-7321-D3E46A5E61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411563672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Marinho E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B64AB8B-E8D9-8490-5CCA-78956D7C93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1536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64AB8B-E8D9-8490-5CCA-78956D7C9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solidFill>
                <a:schemeClr val="accent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6697B59E-38DE-7EC1-5EDD-7785F77BB184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BA14547C-7285-CF58-B9B3-541BB36551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Slide Number Placeholder 2">
            <a:extLst>
              <a:ext uri="{FF2B5EF4-FFF2-40B4-BE49-F238E27FC236}">
                <a16:creationId xmlns:a16="http://schemas.microsoft.com/office/drawing/2014/main" id="{53326B84-0BDE-C405-8470-D2F50864E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11C8FB31-E72F-324A-BCFE-AD2FBF56E2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58627F7B-32F7-BB81-CFBD-7C75ACADDC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BB4EE01-B1A3-8500-2FD4-449DAED00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76D4820-2CC0-20DE-3F85-5CE1CEBFE4A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40827809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ópicos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37EBD19-97DB-1365-8E72-D64DB77D01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9712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7EBD19-97DB-1365-8E72-D64DB77D01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EBEE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795" y="1501326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794" y="1832991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795" y="2417043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794" y="2748708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795" y="3332762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794" y="3664427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795" y="4248480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794" y="4580145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795" y="5164197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794" y="5495862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8696" y="1501200"/>
            <a:ext cx="4159754" cy="42027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00865820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ópicos E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23DB6ED-C52A-45D3-95A4-3E0BC94EAB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8186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3DB6ED-C52A-45D3-95A4-3E0BC94EAB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795" y="1501326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794" y="1832991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795" y="2417043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794" y="2748708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795" y="3332762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794" y="3664427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795" y="4248480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794" y="4580145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795" y="5164197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794" y="5495862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8696" y="1501200"/>
            <a:ext cx="4159754" cy="42027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88936584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33B46D7-1D97-B6D7-BB6F-F230FA9C3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0706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3B46D7-1D97-B6D7-BB6F-F230FA9C3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sz="1000" b="0" i="0">
              <a:latin typeface="Arial Nova Cond" panose="020F0502020204030204" pitchFamily="34" charset="0"/>
              <a:cs typeface="Arial Nova Cond" panose="020F050202020403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FBCC3E6-F254-1271-02D3-8E7D096D6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2AEEF9D3-747E-0AF9-2735-B1FB0BD19E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4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E88700D0-AF50-0AE3-4914-55445C2AD7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2" name="Text Placeholder 45">
            <a:extLst>
              <a:ext uri="{FF2B5EF4-FFF2-40B4-BE49-F238E27FC236}">
                <a16:creationId xmlns:a16="http://schemas.microsoft.com/office/drawing/2014/main" id="{D0D91D7B-D576-E0CF-A653-226D2E7780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906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59FC3F61-7FB1-3688-D59D-E451A69A2E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6635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642A086A-A6CE-4854-A9C9-6ACC4B9C4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635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6" name="Text Placeholder 45">
            <a:extLst>
              <a:ext uri="{FF2B5EF4-FFF2-40B4-BE49-F238E27FC236}">
                <a16:creationId xmlns:a16="http://schemas.microsoft.com/office/drawing/2014/main" id="{D86A93A7-01C6-7729-2E05-E679D1E9E7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55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7" name="Text Placeholder 45">
            <a:extLst>
              <a:ext uri="{FF2B5EF4-FFF2-40B4-BE49-F238E27FC236}">
                <a16:creationId xmlns:a16="http://schemas.microsoft.com/office/drawing/2014/main" id="{C7BC30AB-E71A-4818-D6E8-D4E2682D2E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0751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FF0BF134-3C85-87DB-C197-C0CA5CEAA2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7725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9" name="Text Placeholder 59">
            <a:extLst>
              <a:ext uri="{FF2B5EF4-FFF2-40B4-BE49-F238E27FC236}">
                <a16:creationId xmlns:a16="http://schemas.microsoft.com/office/drawing/2014/main" id="{46188C8A-C985-78A6-66D4-3832C406C4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3937" y="1494951"/>
            <a:ext cx="1078201" cy="107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accent4"/>
            </a:solidFill>
          </a:ln>
        </p:spPr>
        <p:txBody>
          <a:bodyPr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D006269E-75A3-226C-ADE1-F41E4096F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846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1" name="Text Placeholder 45">
            <a:extLst>
              <a:ext uri="{FF2B5EF4-FFF2-40B4-BE49-F238E27FC236}">
                <a16:creationId xmlns:a16="http://schemas.microsoft.com/office/drawing/2014/main" id="{EB96BB0D-8BE0-E46F-DA58-EE988F233A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7930" y="3331874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2" name="Text Placeholder 45">
            <a:extLst>
              <a:ext uri="{FF2B5EF4-FFF2-40B4-BE49-F238E27FC236}">
                <a16:creationId xmlns:a16="http://schemas.microsoft.com/office/drawing/2014/main" id="{9C641DBF-75C7-1771-2CF8-BC6EAACD33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5722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4" name="Text Placeholder 45">
            <a:extLst>
              <a:ext uri="{FF2B5EF4-FFF2-40B4-BE49-F238E27FC236}">
                <a16:creationId xmlns:a16="http://schemas.microsoft.com/office/drawing/2014/main" id="{670AF307-9708-4A42-06DC-03BE2A566D1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6238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5" name="Text Placeholder 45">
            <a:extLst>
              <a:ext uri="{FF2B5EF4-FFF2-40B4-BE49-F238E27FC236}">
                <a16:creationId xmlns:a16="http://schemas.microsoft.com/office/drawing/2014/main" id="{A2A07650-485F-4781-9344-52465646623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8303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B84D5F0D-8CD2-4364-2E92-0B2BE5EEC4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5902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46C78987-82E3-C545-6C09-F2DB1E9C1D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86300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69844F0D-82D9-2C9A-2CD8-9261D84BBFF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86300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71A075F2-D7D5-5B33-37BD-E63A40C84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86300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117" name="Picture Placeholder 112">
            <a:extLst>
              <a:ext uri="{FF2B5EF4-FFF2-40B4-BE49-F238E27FC236}">
                <a16:creationId xmlns:a16="http://schemas.microsoft.com/office/drawing/2014/main" id="{EFC886AE-3FFF-D88F-6F1F-75E4441DC42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18" name="Picture Placeholder 112">
            <a:extLst>
              <a:ext uri="{FF2B5EF4-FFF2-40B4-BE49-F238E27FC236}">
                <a16:creationId xmlns:a16="http://schemas.microsoft.com/office/drawing/2014/main" id="{4464FD34-1C93-7040-81B4-713987BC8E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19" name="Picture Placeholder 112">
            <a:extLst>
              <a:ext uri="{FF2B5EF4-FFF2-40B4-BE49-F238E27FC236}">
                <a16:creationId xmlns:a16="http://schemas.microsoft.com/office/drawing/2014/main" id="{051F496B-741B-E770-D8E1-89B776F3C1D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20" name="Picture Placeholder 112">
            <a:extLst>
              <a:ext uri="{FF2B5EF4-FFF2-40B4-BE49-F238E27FC236}">
                <a16:creationId xmlns:a16="http://schemas.microsoft.com/office/drawing/2014/main" id="{C4BF5B86-BF55-9B71-F9DD-19479EAA430F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1" name="Picture Placeholder 112">
            <a:extLst>
              <a:ext uri="{FF2B5EF4-FFF2-40B4-BE49-F238E27FC236}">
                <a16:creationId xmlns:a16="http://schemas.microsoft.com/office/drawing/2014/main" id="{086B2653-5939-A196-AD7B-E9BA87AE168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393495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2" name="Picture Placeholder 112">
            <a:extLst>
              <a:ext uri="{FF2B5EF4-FFF2-40B4-BE49-F238E27FC236}">
                <a16:creationId xmlns:a16="http://schemas.microsoft.com/office/drawing/2014/main" id="{95ED886E-C68F-3627-210E-CA7ACFF6473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3988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3" name="Picture Placeholder 112">
            <a:extLst>
              <a:ext uri="{FF2B5EF4-FFF2-40B4-BE49-F238E27FC236}">
                <a16:creationId xmlns:a16="http://schemas.microsoft.com/office/drawing/2014/main" id="{02C89B8C-F038-BD43-275B-6A310132C3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393495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4" name="Picture Placeholder 112">
            <a:extLst>
              <a:ext uri="{FF2B5EF4-FFF2-40B4-BE49-F238E27FC236}">
                <a16:creationId xmlns:a16="http://schemas.microsoft.com/office/drawing/2014/main" id="{3ACA967E-2F7F-BC02-BC67-2E97C5B09DF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3988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5" name="Picture Placeholder 112">
            <a:extLst>
              <a:ext uri="{FF2B5EF4-FFF2-40B4-BE49-F238E27FC236}">
                <a16:creationId xmlns:a16="http://schemas.microsoft.com/office/drawing/2014/main" id="{6795F334-AEA2-E9D9-1F73-CB69AA374A01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30542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6" name="Picture Placeholder 112">
            <a:extLst>
              <a:ext uri="{FF2B5EF4-FFF2-40B4-BE49-F238E27FC236}">
                <a16:creationId xmlns:a16="http://schemas.microsoft.com/office/drawing/2014/main" id="{5B7C59A9-1F7E-7F84-2656-1CBFEF340FAD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151809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7" name="Picture Placeholder 112">
            <a:extLst>
              <a:ext uri="{FF2B5EF4-FFF2-40B4-BE49-F238E27FC236}">
                <a16:creationId xmlns:a16="http://schemas.microsoft.com/office/drawing/2014/main" id="{BF351E6D-0A32-FE10-87B8-B5CA7368FCD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30542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8" name="Picture Placeholder 112">
            <a:extLst>
              <a:ext uri="{FF2B5EF4-FFF2-40B4-BE49-F238E27FC236}">
                <a16:creationId xmlns:a16="http://schemas.microsoft.com/office/drawing/2014/main" id="{EA0ED369-4028-2215-2505-FA6C595573B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151809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9" name="Picture Placeholder 112">
            <a:extLst>
              <a:ext uri="{FF2B5EF4-FFF2-40B4-BE49-F238E27FC236}">
                <a16:creationId xmlns:a16="http://schemas.microsoft.com/office/drawing/2014/main" id="{B7BD2977-9780-B538-E033-8FC9EC83043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238730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0" name="Picture Placeholder 112">
            <a:extLst>
              <a:ext uri="{FF2B5EF4-FFF2-40B4-BE49-F238E27FC236}">
                <a16:creationId xmlns:a16="http://schemas.microsoft.com/office/drawing/2014/main" id="{9950FEFA-7BB0-4CC2-C294-BE01645205C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7085117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1" name="Picture Placeholder 112">
            <a:extLst>
              <a:ext uri="{FF2B5EF4-FFF2-40B4-BE49-F238E27FC236}">
                <a16:creationId xmlns:a16="http://schemas.microsoft.com/office/drawing/2014/main" id="{01C554D2-147A-0A03-9778-037D4B31307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38730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2" name="Picture Placeholder 112">
            <a:extLst>
              <a:ext uri="{FF2B5EF4-FFF2-40B4-BE49-F238E27FC236}">
                <a16:creationId xmlns:a16="http://schemas.microsoft.com/office/drawing/2014/main" id="{3796D47D-50C7-A02C-0E05-5B609B6026ED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085117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3" name="Picture Placeholder 112">
            <a:extLst>
              <a:ext uri="{FF2B5EF4-FFF2-40B4-BE49-F238E27FC236}">
                <a16:creationId xmlns:a16="http://schemas.microsoft.com/office/drawing/2014/main" id="{FB8CC0EB-F747-1AC5-4A63-20852F73AAC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150657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4" name="Picture Placeholder 112">
            <a:extLst>
              <a:ext uri="{FF2B5EF4-FFF2-40B4-BE49-F238E27FC236}">
                <a16:creationId xmlns:a16="http://schemas.microsoft.com/office/drawing/2014/main" id="{13316271-9073-FA34-D257-81CFACC2F9A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8997044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5" name="Picture Placeholder 112">
            <a:extLst>
              <a:ext uri="{FF2B5EF4-FFF2-40B4-BE49-F238E27FC236}">
                <a16:creationId xmlns:a16="http://schemas.microsoft.com/office/drawing/2014/main" id="{2D081C9F-FFDB-5E72-CDC1-08FD1EAA9CE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50657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6" name="Picture Placeholder 112">
            <a:extLst>
              <a:ext uri="{FF2B5EF4-FFF2-40B4-BE49-F238E27FC236}">
                <a16:creationId xmlns:a16="http://schemas.microsoft.com/office/drawing/2014/main" id="{FCD0971A-AD15-24CB-AADC-A5A5CD3D3080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8997044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7" name="Picture Placeholder 112">
            <a:extLst>
              <a:ext uri="{FF2B5EF4-FFF2-40B4-BE49-F238E27FC236}">
                <a16:creationId xmlns:a16="http://schemas.microsoft.com/office/drawing/2014/main" id="{1EDAEA0A-1F9E-0266-BFBB-C120CB2AF84F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0083366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8" name="Picture Placeholder 112">
            <a:extLst>
              <a:ext uri="{FF2B5EF4-FFF2-40B4-BE49-F238E27FC236}">
                <a16:creationId xmlns:a16="http://schemas.microsoft.com/office/drawing/2014/main" id="{2F5FA254-F578-81A3-41F5-C3A4188C9153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0929753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9" name="Picture Placeholder 112">
            <a:extLst>
              <a:ext uri="{FF2B5EF4-FFF2-40B4-BE49-F238E27FC236}">
                <a16:creationId xmlns:a16="http://schemas.microsoft.com/office/drawing/2014/main" id="{02ADE5EA-819B-4009-A707-05360E76DE58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0083366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70" name="Picture Placeholder 112">
            <a:extLst>
              <a:ext uri="{FF2B5EF4-FFF2-40B4-BE49-F238E27FC236}">
                <a16:creationId xmlns:a16="http://schemas.microsoft.com/office/drawing/2014/main" id="{C4EA6999-AB5E-2535-979C-4547E9F93104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0929753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4CE98C3B-F2FD-4710-D7AF-EC1A816EB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1490688-2F65-8813-6E96-E782F8AB17E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997925-6C1B-75CB-9C47-5312C73D4159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303937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B2A9D99-7A40-D467-4341-077D5AC15500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618578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8B31671-5EE3-00D1-EA29-BBE17921CD02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613498" y="149495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087106C0-D350-5125-E860-B60E2D3276F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39349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9E8C993E-EF4E-8727-7C79-6E3D1180AEFF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816005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FC415ADE-C3F8-91AC-F68C-D5E927FD832E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086300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B89E0082-032B-70FF-9173-66B12D61DB04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8369EF3-1596-2394-03AC-0A91B472CB9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8693DB5C-7904-70C2-FCEF-ABD2C965D52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505A0876-127F-1D5E-0992-B049EAAA0F09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79407965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E3B5AB7-79A7-69C7-4504-DCE2A3B738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0555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3B5AB7-79A7-69C7-4504-DCE2A3B73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5">
            <a:extLst>
              <a:ext uri="{FF2B5EF4-FFF2-40B4-BE49-F238E27FC236}">
                <a16:creationId xmlns:a16="http://schemas.microsoft.com/office/drawing/2014/main" id="{184BEF38-BA57-9233-BF32-353FC9FCD75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781299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45">
            <a:extLst>
              <a:ext uri="{FF2B5EF4-FFF2-40B4-BE49-F238E27FC236}">
                <a16:creationId xmlns:a16="http://schemas.microsoft.com/office/drawing/2014/main" id="{BE8E19FD-DD8D-5555-7920-3C12693E3EDF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095874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079AD012-955D-AE9B-8117-2C6FA7564B1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10449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C026705F-51AF-1B05-9BB9-12BC90AFB3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72174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C05C7977-0EB4-D1DB-AC0F-A4E6F70944A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721742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D13853F8-E884-3F6A-37C8-60DE3B863DE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9725024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78F24FCF-0EC8-F34A-D906-F142EE9EE42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40473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D4CACC7C-0A4F-9F8D-8E3C-57DEA8E6C0D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404734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69B840AF-EFC8-FB29-99C1-7C1B78335862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094233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87C8AD8F-B1BA-D416-A5DD-13F662AF0E0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094233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F3EEA961-FF4F-9EB2-69E5-E19924923EAA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277722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21447B95-70B2-E5FD-E24A-FC67D4385B0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777225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38" name="Picture Placeholder 112">
            <a:extLst>
              <a:ext uri="{FF2B5EF4-FFF2-40B4-BE49-F238E27FC236}">
                <a16:creationId xmlns:a16="http://schemas.microsoft.com/office/drawing/2014/main" id="{9725F242-22D1-387E-1CEF-6BFE9A78FA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39" name="Picture Placeholder 112">
            <a:extLst>
              <a:ext uri="{FF2B5EF4-FFF2-40B4-BE49-F238E27FC236}">
                <a16:creationId xmlns:a16="http://schemas.microsoft.com/office/drawing/2014/main" id="{E384AB8E-6BD9-FF09-4073-A1FAF4A77E6F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9636A67-51C5-7A83-C35B-88F45050439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61E875A4-B648-1039-EF17-648980A0A6D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CF3E0D15-B00C-6931-2ECA-29D1EAE0835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78373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0536C028-A154-D1F3-1B94-1D6C9CB557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630119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75EF1F6A-112A-3B2B-6CDF-59BF6EB4BC2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78373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10BDBBED-1442-5A27-AAFD-AA804B45752B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630119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88AA171C-6D7D-16DD-C625-FD357EF52E9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90814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A129352-6C9F-86C0-B95F-3D3E42A9C23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937201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914857E5-53CF-D040-A651-C41C6C01DE7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090814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46F1550C-FEA2-AEA3-87ED-0707444F1AE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937201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902AE775-8DB5-9035-189C-7F1A39BC579A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40473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E16E7B59-3B86-42B9-64FC-AD62C3DC672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25112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2" name="Picture Placeholder 112">
            <a:extLst>
              <a:ext uri="{FF2B5EF4-FFF2-40B4-BE49-F238E27FC236}">
                <a16:creationId xmlns:a16="http://schemas.microsoft.com/office/drawing/2014/main" id="{83DC49ED-EDA8-E6EB-7A6F-D95390AA8CC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740473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3" name="Picture Placeholder 112">
            <a:extLst>
              <a:ext uri="{FF2B5EF4-FFF2-40B4-BE49-F238E27FC236}">
                <a16:creationId xmlns:a16="http://schemas.microsoft.com/office/drawing/2014/main" id="{26F60E47-19D1-BFC3-6C8F-749C4B12AAF6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825112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4" name="Picture Placeholder 112">
            <a:extLst>
              <a:ext uri="{FF2B5EF4-FFF2-40B4-BE49-F238E27FC236}">
                <a16:creationId xmlns:a16="http://schemas.microsoft.com/office/drawing/2014/main" id="{42275787-A019-11AD-46FE-A7DDC6704D54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72174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5" name="Picture Placeholder 112">
            <a:extLst>
              <a:ext uri="{FF2B5EF4-FFF2-40B4-BE49-F238E27FC236}">
                <a16:creationId xmlns:a16="http://schemas.microsoft.com/office/drawing/2014/main" id="{5DF57175-AB66-192C-5CB7-93049ECC0CF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0568129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060C51A-D08F-54FB-FCB0-EAB2C4861B82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72174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E1F4FC93-69A8-3BD1-3329-13A5836424E9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0568129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Slide Number Placeholder 2">
            <a:extLst>
              <a:ext uri="{FF2B5EF4-FFF2-40B4-BE49-F238E27FC236}">
                <a16:creationId xmlns:a16="http://schemas.microsoft.com/office/drawing/2014/main" id="{13547A98-9145-52DB-0778-F0964B590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9" name="Text Placeholder 32">
            <a:extLst>
              <a:ext uri="{FF2B5EF4-FFF2-40B4-BE49-F238E27FC236}">
                <a16:creationId xmlns:a16="http://schemas.microsoft.com/office/drawing/2014/main" id="{76CD81D2-BF90-68D8-E1AE-B8E0CF4C5A4A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0374A75-F50D-5070-A973-581B679CC4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1624A0F-DB18-4583-6553-B7380C6BCA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1AE847BA-635A-59E4-30D3-6F045F2092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34" name="Text Placeholder 45">
            <a:extLst>
              <a:ext uri="{FF2B5EF4-FFF2-40B4-BE49-F238E27FC236}">
                <a16:creationId xmlns:a16="http://schemas.microsoft.com/office/drawing/2014/main" id="{89BC3310-EF60-69C0-3707-2C9B77B411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8FAFCE19-6536-97A8-08AE-68DC35A66E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4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27DE418C-1E9A-7C24-A28E-C30E5B7365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C01BEAB5-0771-F15C-BA83-EFF62E18272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7B2CDD9-20B4-A792-0865-2F1F48726D14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2781490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4A90DFAB-D24E-2600-E000-0F70F5A05CC0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509866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D227A52C-BD35-961E-2984-AD74E25BC609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7405444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FD4D05F0-1624-0D4B-287B-C5C59F1C3E0F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9712226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312385280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1C041A4-5AA0-6EFB-9417-27190299D0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49594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C041A4-5AA0-6EFB-9417-27190299D0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40804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5443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0804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25443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3412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18051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633412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18051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26465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111039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Picture Placeholder 112">
            <a:extLst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26465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9" name="Picture Placeholder 112">
            <a:extLst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111039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6559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559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65592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9883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9883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398835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3245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3245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33245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6890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26890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26890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339883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633245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26890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2880491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E0457FE-5554-E1B0-E782-6E482D7F81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29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0457FE-5554-E1B0-E782-6E482D7F81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4FB47104-05AB-F959-CC2B-C55944736CA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2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7" name="Text Placeholder 45">
            <a:extLst>
              <a:ext uri="{FF2B5EF4-FFF2-40B4-BE49-F238E27FC236}">
                <a16:creationId xmlns:a16="http://schemas.microsoft.com/office/drawing/2014/main" id="{FD9BDD92-6A6B-6575-FFB2-A083DA24942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239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A3799709-E02F-EB91-5C64-E86F20212DF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68238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8F8CF298-DF97-ED45-B093-56367D0C2AA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39806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A0C6D49E-8B2E-11B4-DC60-2B4E3A9763E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39806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1" name="Text Placeholder 45">
            <a:extLst>
              <a:ext uri="{FF2B5EF4-FFF2-40B4-BE49-F238E27FC236}">
                <a16:creationId xmlns:a16="http://schemas.microsoft.com/office/drawing/2014/main" id="{895A063C-E7F9-1644-609D-CD895FAB3867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398064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92" name="Text Placeholder 45">
            <a:extLst>
              <a:ext uri="{FF2B5EF4-FFF2-40B4-BE49-F238E27FC236}">
                <a16:creationId xmlns:a16="http://schemas.microsoft.com/office/drawing/2014/main" id="{737A549F-309E-E290-D495-3091A1CCDBB1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327891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3" name="Text Placeholder 45">
            <a:extLst>
              <a:ext uri="{FF2B5EF4-FFF2-40B4-BE49-F238E27FC236}">
                <a16:creationId xmlns:a16="http://schemas.microsoft.com/office/drawing/2014/main" id="{517C5E15-6C1C-4465-2D55-38597807144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327891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4" name="Text Placeholder 45">
            <a:extLst>
              <a:ext uri="{FF2B5EF4-FFF2-40B4-BE49-F238E27FC236}">
                <a16:creationId xmlns:a16="http://schemas.microsoft.com/office/drawing/2014/main" id="{691C9150-7ECF-93A2-6868-E1D1BC6EC186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327890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95" name="Slide Number Placeholder 2">
            <a:extLst>
              <a:ext uri="{FF2B5EF4-FFF2-40B4-BE49-F238E27FC236}">
                <a16:creationId xmlns:a16="http://schemas.microsoft.com/office/drawing/2014/main" id="{117322D5-038E-2FA7-9F29-EC97D8955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6" name="Text Placeholder 32">
            <a:extLst>
              <a:ext uri="{FF2B5EF4-FFF2-40B4-BE49-F238E27FC236}">
                <a16:creationId xmlns:a16="http://schemas.microsoft.com/office/drawing/2014/main" id="{B7A6DF6F-63E1-D210-CE01-59B350B9365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34FC260-27B4-BBEC-33CB-B74788847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C62E8DE-62BC-4B0F-802B-96F211FC09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E295935C-3475-1D0A-6612-639B74DBEF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9A56846C-3944-27A1-FB3E-2E39071B885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E0B43B2E-D350-8DA8-B494-38CAF3B0CEB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Picture Placeholder 112">
            <a:extLst>
              <a:ext uri="{FF2B5EF4-FFF2-40B4-BE49-F238E27FC236}">
                <a16:creationId xmlns:a16="http://schemas.microsoft.com/office/drawing/2014/main" id="{E06D1F11-1B6A-63F8-D776-0CC786BC82D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48B2F433-F7C5-077F-E8E3-6A78FB8A32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24D368B3-06EE-320F-A632-E201AC667073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4398645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CD644C02-AC36-F309-FBBE-25CBD3406D8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245032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9" name="Picture Placeholder 112">
            <a:extLst>
              <a:ext uri="{FF2B5EF4-FFF2-40B4-BE49-F238E27FC236}">
                <a16:creationId xmlns:a16="http://schemas.microsoft.com/office/drawing/2014/main" id="{358FC273-3BAB-3B7F-BFDA-58B0C2447F3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398645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0" name="Picture Placeholder 112">
            <a:extLst>
              <a:ext uri="{FF2B5EF4-FFF2-40B4-BE49-F238E27FC236}">
                <a16:creationId xmlns:a16="http://schemas.microsoft.com/office/drawing/2014/main" id="{387999AB-EA53-7A44-25FF-C161955524AC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245032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1" name="Picture Placeholder 112">
            <a:extLst>
              <a:ext uri="{FF2B5EF4-FFF2-40B4-BE49-F238E27FC236}">
                <a16:creationId xmlns:a16="http://schemas.microsoft.com/office/drawing/2014/main" id="{7D8118F4-491B-DB48-BF4E-05CEF3F970D0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321421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2" name="Picture Placeholder 112">
            <a:extLst>
              <a:ext uri="{FF2B5EF4-FFF2-40B4-BE49-F238E27FC236}">
                <a16:creationId xmlns:a16="http://schemas.microsoft.com/office/drawing/2014/main" id="{16EE0C90-2BA6-0C41-48E3-265438620598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167808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3" name="Picture Placeholder 112">
            <a:extLst>
              <a:ext uri="{FF2B5EF4-FFF2-40B4-BE49-F238E27FC236}">
                <a16:creationId xmlns:a16="http://schemas.microsoft.com/office/drawing/2014/main" id="{C222AFDC-D942-D82C-A35D-EE2CAC98BEC7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321421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C2F6A864-0DC7-D96C-350D-57A24353F64A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9167808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A498B515-6E8A-7B62-FA93-36A2AE935AD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BCD1BCE2-0464-ED5E-8BED-DBBBBE4A9338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4402473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36261CC2-6FA1-BEAD-AD50-1E8BF5149ECD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831984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312189178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FBE4C4C-EE56-9598-C8FB-187C587508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01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BE4C4C-EE56-9598-C8FB-187C587508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Freeform 80">
            <a:extLst>
              <a:ext uri="{FF2B5EF4-FFF2-40B4-BE49-F238E27FC236}">
                <a16:creationId xmlns:a16="http://schemas.microsoft.com/office/drawing/2014/main" id="{CAC1AD48-42E9-F9A8-69CF-369C6A88307D}"/>
              </a:ext>
            </a:extLst>
          </p:cNvPr>
          <p:cNvSpPr/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97AA01CA-292A-F8BE-32EB-FF5E7C064B5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5" name="Picture Placeholder 112">
            <a:extLst>
              <a:ext uri="{FF2B5EF4-FFF2-40B4-BE49-F238E27FC236}">
                <a16:creationId xmlns:a16="http://schemas.microsoft.com/office/drawing/2014/main" id="{1B696CCB-40AF-F338-6FD7-59BDD5AEB60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Picture Placeholder 112">
            <a:extLst>
              <a:ext uri="{FF2B5EF4-FFF2-40B4-BE49-F238E27FC236}">
                <a16:creationId xmlns:a16="http://schemas.microsoft.com/office/drawing/2014/main" id="{F3841364-4E1B-24E4-BA35-7DBA4224680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7" name="Picture Placeholder 112">
            <a:extLst>
              <a:ext uri="{FF2B5EF4-FFF2-40B4-BE49-F238E27FC236}">
                <a16:creationId xmlns:a16="http://schemas.microsoft.com/office/drawing/2014/main" id="{866F270C-D053-5181-935F-A9219FE6D39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9B2BE02F-B85D-5DB2-5797-EF405921DCED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336584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5B991AB5-B14A-8BB5-C049-259CF161535D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7182971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88F9D75-124C-EA17-DD50-B381E97653CD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6336584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DBF140F7-2D02-2629-9675-8E8C8BD47CCA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7182971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6539CBD3-1DA4-A720-4494-A76BB8CA50A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2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B9BEAAE2-AD37-E17E-377E-7BA811ACE37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239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5" name="Text Placeholder 45">
            <a:extLst>
              <a:ext uri="{FF2B5EF4-FFF2-40B4-BE49-F238E27FC236}">
                <a16:creationId xmlns:a16="http://schemas.microsoft.com/office/drawing/2014/main" id="{1541C547-93D3-858D-BC61-538939400DD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68238" y="3672236"/>
            <a:ext cx="4924499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20D77299-9F37-393B-0E25-FF4E0DA5634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33377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9" name="Text Placeholder 45">
            <a:extLst>
              <a:ext uri="{FF2B5EF4-FFF2-40B4-BE49-F238E27FC236}">
                <a16:creationId xmlns:a16="http://schemas.microsoft.com/office/drawing/2014/main" id="{4796DE47-8C8F-F47D-F769-C8BB036265F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33377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333771" y="3672236"/>
            <a:ext cx="4924499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BA06D9F4-9E5A-4CE3-5516-40CA7044D02F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83413F62-B916-6013-4BE5-5A54E9929835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633518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5960875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53E2B38-7926-8C96-C741-16BDBA1544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65117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3E2B38-7926-8C96-C741-16BDBA1544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Freeform 52">
            <a:extLst>
              <a:ext uri="{FF2B5EF4-FFF2-40B4-BE49-F238E27FC236}">
                <a16:creationId xmlns:a16="http://schemas.microsoft.com/office/drawing/2014/main" id="{EDBE913B-C502-F40B-9169-EE6267C41860}"/>
              </a:ext>
            </a:extLst>
          </p:cNvPr>
          <p:cNvSpPr/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571398" y="2543075"/>
            <a:ext cx="5864225" cy="296677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600" b="0" i="0">
                <a:latin typeface="Arial Nova Cond" panose="020B0506020202020204" pitchFamily="34" charset="0"/>
                <a:cs typeface="Arial Nova Cond" panose="020B050602020202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cxnSp>
        <p:nvCxnSpPr>
          <p:cNvPr id="45" name="Google Shape;3493;p411">
            <a:extLst>
              <a:ext uri="{FF2B5EF4-FFF2-40B4-BE49-F238E27FC236}">
                <a16:creationId xmlns:a16="http://schemas.microsoft.com/office/drawing/2014/main" id="{140DD431-E78B-5725-42B7-6F4CE2CDD3C7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10589634" y="3984689"/>
            <a:ext cx="1660973" cy="296677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0F784DCA-9360-1C78-DC88-51D07E5BA46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588152" y="1630843"/>
            <a:ext cx="4907745" cy="29162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27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8B7C5652-0FC9-0AD4-5F6F-E2CA450601A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588152" y="2066574"/>
            <a:ext cx="490774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6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4BDB89-018E-698E-CBD4-CFAD6FDB6EA3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66724" y="2311633"/>
            <a:ext cx="2930526" cy="2930526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8" name="Picture Placeholder 112">
            <a:extLst>
              <a:ext uri="{FF2B5EF4-FFF2-40B4-BE49-F238E27FC236}">
                <a16:creationId xmlns:a16="http://schemas.microsoft.com/office/drawing/2014/main" id="{17219938-892C-015F-D864-74BEF4A6B268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4567782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9" name="Picture Placeholder 112">
            <a:extLst>
              <a:ext uri="{FF2B5EF4-FFF2-40B4-BE49-F238E27FC236}">
                <a16:creationId xmlns:a16="http://schemas.microsoft.com/office/drawing/2014/main" id="{48773842-1770-4EA8-9525-C012110030B5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5414169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0" name="Picture Placeholder 112">
            <a:extLst>
              <a:ext uri="{FF2B5EF4-FFF2-40B4-BE49-F238E27FC236}">
                <a16:creationId xmlns:a16="http://schemas.microsoft.com/office/drawing/2014/main" id="{8FB49647-C55A-2FE2-6AD7-DDE189395316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6260556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1" name="Picture Placeholder 112">
            <a:extLst>
              <a:ext uri="{FF2B5EF4-FFF2-40B4-BE49-F238E27FC236}">
                <a16:creationId xmlns:a16="http://schemas.microsoft.com/office/drawing/2014/main" id="{50B99053-DE49-32A9-D3CB-5A194CD43C84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7106943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75715706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espedi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A885DCA-9AF8-677A-7469-8C2C77FEAE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1563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885DCA-9AF8-677A-7469-8C2C77FEAE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0588" y="3453157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9362" y="2510756"/>
            <a:ext cx="3746967" cy="678546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700" b="0" i="0">
                <a:solidFill>
                  <a:schemeClr val="bg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Mensagem de despedida com até duas linhas</a:t>
            </a:r>
          </a:p>
        </p:txBody>
      </p:sp>
      <p:pic>
        <p:nvPicPr>
          <p:cNvPr id="35" name="Google Shape;4895;p463" descr="Image">
            <a:extLst>
              <a:ext uri="{FF2B5EF4-FFF2-40B4-BE49-F238E27FC236}">
                <a16:creationId xmlns:a16="http://schemas.microsoft.com/office/drawing/2014/main" id="{FB2A2C54-C0B5-CC83-2D1A-4308D61B1F1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r="4906" b="3809"/>
          <a:stretch/>
        </p:blipFill>
        <p:spPr>
          <a:xfrm>
            <a:off x="-1328529" y="-965731"/>
            <a:ext cx="7037531" cy="789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8398FCF1-61E4-B37C-044F-27AB18FD45B8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6154240" y="1671305"/>
            <a:ext cx="2773825" cy="50232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875BC9F-40E8-ECC5-D4AC-9C8CE7C69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0588" y="5830645"/>
            <a:ext cx="2464162" cy="5365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3518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D0E23D2-2CBE-1591-06CF-3DEF5A5FD9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7906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0E23D2-2CBE-1591-06CF-3DEF5A5FD9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72115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FBE3E19-F514-A6BC-5DE7-E0CD4F509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827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BE3E19-F514-A6BC-5DE7-E0CD4F509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6235590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 em 1 linha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8D46798-BE2D-4165-B198-F8BD240FC5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0184742"/>
              </p:ext>
            </p:extLst>
          </p:nvPr>
        </p:nvGraphicFramePr>
        <p:xfrm>
          <a:off x="1104" y="1104"/>
          <a:ext cx="1103" cy="1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6" progId="TCLayout.ActiveDocument.1">
                  <p:embed/>
                </p:oleObj>
              </mc:Choice>
              <mc:Fallback>
                <p:oleObj name="Slide do think-cell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8D46798-BE2D-4165-B198-F8BD240FC5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4" y="1104"/>
                        <a:ext cx="1103" cy="1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85D1C17A-0574-4BC4-8F85-2BF35E201A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260" y="6548610"/>
            <a:ext cx="7725447" cy="2077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0" indent="0" rtl="0">
              <a:buNone/>
              <a:defRPr lang="pt-BR" sz="896" i="1" dirty="0">
                <a:solidFill>
                  <a:srgbClr val="002B49"/>
                </a:solidFill>
                <a:latin typeface="Calibri" panose="020F0502020204030204" pitchFamily="34" charset="0"/>
              </a:defRPr>
            </a:lvl1pPr>
          </a:lstStyle>
          <a:p>
            <a:pPr marL="210581" lvl="0" indent="-210581" defTabSz="842442">
              <a:spcBef>
                <a:spcPts val="0"/>
              </a:spcBef>
            </a:pPr>
            <a:r>
              <a:rPr lang="pt-BR"/>
              <a:t>Clique para inserir rodapé/fonte</a:t>
            </a: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22479EE-D2FD-4BCE-8401-4F542E50A9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10250" cy="110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pt-BR" sz="2560" b="0" i="1" u="none" cap="none" baseline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0" name="Título 19"/>
          <p:cNvSpPr>
            <a:spLocks noGrp="1"/>
          </p:cNvSpPr>
          <p:nvPr>
            <p:ph type="title" hasCustomPrompt="1"/>
          </p:nvPr>
        </p:nvSpPr>
        <p:spPr>
          <a:xfrm>
            <a:off x="459982" y="255356"/>
            <a:ext cx="11273625" cy="533760"/>
          </a:xfrm>
          <a:prstGeom prst="rect">
            <a:avLst/>
          </a:prstGeom>
        </p:spPr>
        <p:txBody>
          <a:bodyPr vert="horz"/>
          <a:lstStyle>
            <a:lvl1pPr algn="l" rtl="0">
              <a:defRPr sz="3628" b="1" i="0" spc="-200" baseline="0">
                <a:solidFill>
                  <a:srgbClr val="002B49"/>
                </a:solidFill>
                <a:latin typeface="Avenir Next LT Pro Demi" panose="020B07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592B1FFA-24D0-4B8B-9F12-C7B77564486C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142" y="852817"/>
            <a:ext cx="11738446" cy="0"/>
          </a:xfrm>
          <a:prstGeom prst="line">
            <a:avLst/>
          </a:prstGeom>
          <a:ln w="38100">
            <a:solidFill>
              <a:srgbClr val="002B49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4">
            <a:extLst>
              <a:ext uri="{FF2B5EF4-FFF2-40B4-BE49-F238E27FC236}">
                <a16:creationId xmlns:a16="http://schemas.microsoft.com/office/drawing/2014/main" id="{43CEA02B-3EB7-EB39-88D7-1D64541ABEC5}"/>
              </a:ext>
            </a:extLst>
          </p:cNvPr>
          <p:cNvCxnSpPr>
            <a:cxnSpLocks/>
          </p:cNvCxnSpPr>
          <p:nvPr userDrawn="1"/>
        </p:nvCxnSpPr>
        <p:spPr>
          <a:xfrm>
            <a:off x="0" y="6432781"/>
            <a:ext cx="11075843" cy="0"/>
          </a:xfrm>
          <a:prstGeom prst="line">
            <a:avLst/>
          </a:prstGeom>
          <a:ln w="38100">
            <a:solidFill>
              <a:srgbClr val="002B49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rupo Fleury - AEVO Connect">
            <a:extLst>
              <a:ext uri="{FF2B5EF4-FFF2-40B4-BE49-F238E27FC236}">
                <a16:creationId xmlns:a16="http://schemas.microsoft.com/office/drawing/2014/main" id="{399B62DD-0DD5-650B-EF07-04F803891C1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69"/>
          <a:stretch/>
        </p:blipFill>
        <p:spPr bwMode="auto">
          <a:xfrm>
            <a:off x="10682424" y="139528"/>
            <a:ext cx="1295914" cy="42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4584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0912201"/>
              </p:ext>
            </p:extLst>
          </p:nvPr>
        </p:nvGraphicFramePr>
        <p:xfrm>
          <a:off x="1813" y="1445"/>
          <a:ext cx="1810" cy="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287" imgH="287" progId="TCLayout.ActiveDocument.1">
                  <p:embed/>
                </p:oleObj>
              </mc:Choice>
              <mc:Fallback>
                <p:oleObj name="Slide do think-cell" r:id="rId4" imgW="287" imgH="287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13" y="1445"/>
                        <a:ext cx="1810" cy="1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880F8DC-A41A-47B0-93A7-23CCC27883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8034" cy="140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Aft>
                <a:spcPts val="353"/>
              </a:spcAft>
            </a:pPr>
            <a:endParaRPr lang="pt-BR" sz="2281" b="0" i="0" baseline="0">
              <a:solidFill>
                <a:schemeClr val="bg1"/>
              </a:solidFill>
              <a:latin typeface="Arial Nova Cond" panose="020B0506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15761" y="403413"/>
            <a:ext cx="10981001" cy="724321"/>
          </a:xfrm>
        </p:spPr>
        <p:txBody>
          <a:bodyPr vert="horz"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12" name="Text Placeholder 52"/>
          <p:cNvSpPr>
            <a:spLocks noGrp="1"/>
          </p:cNvSpPr>
          <p:nvPr>
            <p:ph type="body" sz="quarter" idx="34" hasCustomPrompt="1"/>
          </p:nvPr>
        </p:nvSpPr>
        <p:spPr>
          <a:xfrm>
            <a:off x="615761" y="1277471"/>
            <a:ext cx="10981001" cy="225514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466" b="0" i="0" kern="800" spc="0" baseline="0">
                <a:solidFill>
                  <a:schemeClr val="accent3"/>
                </a:solidFill>
                <a:latin typeface="Arial Nova Cond" panose="020B0506020202020204" pitchFamily="34" charset="0"/>
                <a:ea typeface="Arial Nova Cond" panose="020B0506020202020204" pitchFamily="34" charset="0"/>
                <a:cs typeface="Arial" charset="0"/>
              </a:defRPr>
            </a:lvl1pPr>
          </a:lstStyle>
          <a:p>
            <a:pPr lvl="0"/>
            <a:r>
              <a:rPr lang="pt-BR" err="1"/>
              <a:t>Subtitle</a:t>
            </a:r>
            <a:r>
              <a:rPr lang="pt-BR"/>
              <a:t> to slide </a:t>
            </a:r>
            <a:r>
              <a:rPr lang="pt-BR" err="1"/>
              <a:t>goes</a:t>
            </a:r>
            <a:r>
              <a:rPr lang="pt-BR"/>
              <a:t> </a:t>
            </a:r>
            <a:r>
              <a:rPr lang="pt-BR" err="1"/>
              <a:t>here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48666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1D2890F-C215-48BE-796D-84EF2BA452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2636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D2890F-C215-48BE-796D-84EF2BA452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98012326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FCE95F8-C822-B46B-B6A3-834FB43252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7465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CE95F8-C822-B46B-B6A3-834FB43252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63872664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D918ACD-6B87-1291-B7D1-766FADC577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2016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918ACD-6B87-1291-B7D1-766FADC577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22314423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E0BA147-B798-5B19-1A87-711E609CF4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8632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0BA147-B798-5B19-1A87-711E609CF4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50298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5BC8F1E-C10E-E18D-1436-42986F29E8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9952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BC8F1E-C10E-E18D-1436-42986F29E8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95214034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CB51231-F912-F660-C8BE-A54DA9C518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0959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B51231-F912-F660-C8BE-A54DA9C518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84012581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BAF13AB-3020-18AA-E6AF-D7AA88F007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1440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AF13AB-3020-18AA-E6AF-D7AA88F00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10643789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7197D55-0E03-AAB1-DFD0-0D55CC1200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1478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197D55-0E03-AAB1-DFD0-0D55CC120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50020673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C285EE-2C36-3DD3-23F6-0B1981808F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24361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285EE-2C36-3DD3-23F6-0B1981808F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06019493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63CF5AF-E42A-CF27-F51A-3BB66FF718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1542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3CF5AF-E42A-CF27-F51A-3BB66FF718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801225" y="2643188"/>
            <a:ext cx="2396152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4" y="5262680"/>
            <a:ext cx="3658240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Texto introdutório</a:t>
            </a:r>
          </a:p>
        </p:txBody>
      </p:sp>
    </p:spTree>
    <p:extLst>
      <p:ext uri="{BB962C8B-B14F-4D97-AF65-F5344CB8AC3E}">
        <p14:creationId xmlns:p14="http://schemas.microsoft.com/office/powerpoint/2010/main" val="249409213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1C7DA3C-57DE-0BBC-9743-04018BD956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3712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C7DA3C-57DE-0BBC-9743-04018BD956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71650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B386C5-D941-63C2-609E-B20095611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56384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B386C5-D941-63C2-609E-B20095611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9228566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Custom Layout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98128BB-E4E5-9970-E561-2E27E17F0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9796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128BB-E4E5-9970-E561-2E27E17F0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26319863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F4A3522-AD9B-0676-F0C8-851311B3AC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1902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4A3522-AD9B-0676-F0C8-851311B3A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9427828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AF623E9-69BA-58B1-5684-0056E8B4DF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6010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623E9-69BA-58B1-5684-0056E8B4DF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29030265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6F9F67C-6101-BF8B-C3AA-207C2D73E7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84353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F9F67C-6101-BF8B-C3AA-207C2D73E7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52654048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2324B5C-36DC-8FFB-6BF1-A8CB566DD3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0885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324B5C-36DC-8FFB-6BF1-A8CB566DD3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69900"/>
            <a:ext cx="5859740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180571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6B31A75-3B8C-D69E-FF25-C4B51855D9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76425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B31A75-3B8C-D69E-FF25-C4B51855D9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503435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C1AA78C-8E6D-7A5D-23A0-07F2E88563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501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1AA78C-8E6D-7A5D-23A0-07F2E88563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00352AE0-1FDD-71F9-F635-DFA80534988F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44800" y="378000"/>
            <a:ext cx="3398400" cy="615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2191;p71" descr="Image">
            <a:extLst>
              <a:ext uri="{FF2B5EF4-FFF2-40B4-BE49-F238E27FC236}">
                <a16:creationId xmlns:a16="http://schemas.microsoft.com/office/drawing/2014/main" id="{EC6C0446-F797-6696-0691-D5D3B578AF10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C14F297-9874-216E-C433-100105B370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2" name="Text Placeholder 51">
            <a:extLst>
              <a:ext uri="{FF2B5EF4-FFF2-40B4-BE49-F238E27FC236}">
                <a16:creationId xmlns:a16="http://schemas.microsoft.com/office/drawing/2014/main" id="{75372B82-6F2D-B889-B523-C81CB9485F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6F7FB5DE-6524-46C4-6448-A348016D67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295458434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05B3372-0A99-7192-893F-173B8BD2DA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62226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5B3372-0A99-7192-893F-173B8BD2DA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47144233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7888E58-CD10-3E07-78C2-EF9BF5D7F1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08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888E58-CD10-3E07-78C2-EF9BF5D7F1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6B29C221-5495-9FBB-7826-D3F8A5161ABE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244800" y="378000"/>
            <a:ext cx="3398400" cy="61543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</p:spTree>
    <p:extLst>
      <p:ext uri="{BB962C8B-B14F-4D97-AF65-F5344CB8AC3E}">
        <p14:creationId xmlns:p14="http://schemas.microsoft.com/office/powerpoint/2010/main" val="425908847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E791FBE-895D-3FA1-7675-35893FF817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8560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791FBE-895D-3FA1-7675-35893FF81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481330"/>
            <a:ext cx="5859740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28177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FF15C56-5D2C-B6F9-5377-89CDDEBBF7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5764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F15C56-5D2C-B6F9-5377-89CDDEBBF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rgbClr val="002B4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358271321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3332FE0-6090-53B4-5DDF-FF8785F696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5028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332FE0-6090-53B4-5DDF-FF8785F696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71800775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C477BE-3380-76FD-1708-9A952EBA16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97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C477BE-3380-76FD-1708-9A952EBA1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2732" y="0"/>
            <a:ext cx="5850855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39" y="-162500"/>
            <a:ext cx="661600" cy="1146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5369112" cy="98990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7" y="319405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437" y="319405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847" y="389692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437" y="389692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7" y="4599800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437" y="4599800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847" y="5302675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437" y="5302675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847" y="6005551"/>
            <a:ext cx="579589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437" y="6005551"/>
            <a:ext cx="4789522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419624483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FE6EFA-701D-0170-7B41-88BB30107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8523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FE6EFA-701D-0170-7B41-88BB301071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58CAD3D-53F0-C007-3B6F-487D8D4CF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566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03C918B-A40E-78C0-68EB-C7E23CED14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96532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C918B-A40E-78C0-68EB-C7E23CED14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274087C-72B1-96E7-75D7-4BDB29B42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2A037618-E33F-236A-769A-CE8780F812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3168356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F322633-E03E-5E5A-E63D-53CDE16D8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56155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322633-E03E-5E5A-E63D-53CDE16D8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235258190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28E52AE-E801-D47E-197F-68E45C0F51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8693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8E52AE-E801-D47E-197F-68E45C0F51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ECAFDD1-7D78-2A7E-03A2-6743279AF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B7F0073E-EB2D-D16E-80E9-A09645EDDE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313192503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55ABA36-816E-8860-0193-0CC128867F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57664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5ABA36-816E-8860-0193-0CC128867F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71CC5C-2A4E-7204-7756-A5B0FE473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55A47EE-45A2-013D-C6BA-D422F5D193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06467021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4CFFC76-04DF-3BFE-B958-4B52E59DBF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05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CFFC76-04DF-3BFE-B958-4B52E59DB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3618318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rgbClr val="5E8AB4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</a:p>
          <a:p>
            <a:pPr lvl="0"/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A3D49FF-7D2A-31C4-3B04-1E85A2F86F52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7058441-2B0D-8A51-03AE-072010720B37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4CE061C-E9CC-50FC-7D29-A3E07C5FE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1F22D8B2-F079-A72A-5DEC-76F9134FCD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401431816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698DB1DF-583C-06DD-B7D9-791FB793BD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38675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8DB1DF-583C-06DD-B7D9-791FB793BD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6216" y="-107233"/>
            <a:ext cx="3981156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1615956"/>
            <a:ext cx="11258551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accent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3663950"/>
            <a:ext cx="11258551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 rtl="0">
              <a:lnSpc>
                <a:spcPct val="90000"/>
              </a:lnSpc>
              <a:spcBef>
                <a:spcPts val="0"/>
              </a:spcBef>
              <a:buNone/>
              <a:defRPr sz="3600" b="0" i="0">
                <a:solidFill>
                  <a:schemeClr val="accent2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pic>
        <p:nvPicPr>
          <p:cNvPr id="8" name="Google Shape;2417;p84">
            <a:extLst>
              <a:ext uri="{FF2B5EF4-FFF2-40B4-BE49-F238E27FC236}">
                <a16:creationId xmlns:a16="http://schemas.microsoft.com/office/drawing/2014/main" id="{6EC923C3-CEE6-4744-CA85-5C78000D5433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B53ED4-2A73-E2FC-9899-EA6F4C416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CB2D25B6-DC85-6734-010A-2F74DAE856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Nota ou fonte</a:t>
            </a:r>
          </a:p>
        </p:txBody>
      </p:sp>
    </p:spTree>
    <p:extLst>
      <p:ext uri="{BB962C8B-B14F-4D97-AF65-F5344CB8AC3E}">
        <p14:creationId xmlns:p14="http://schemas.microsoft.com/office/powerpoint/2010/main" val="12995362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9B03BC8-E989-8D60-1053-B4C53093D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7588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B03BC8-E989-8D60-1053-B4C53093D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70002" y="-1640735"/>
            <a:ext cx="7656723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32173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331268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18646486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F996902-E198-B080-1CB4-752F3C5097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664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996902-E198-B080-1CB4-752F3C5097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69201131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6556AD-DD4B-1826-750F-77D81E04B7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4405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6556AD-DD4B-1826-750F-77D81E04B7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34767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CA29CD5-C0FA-D797-2054-4A19A23C7B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582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A29CD5-C0FA-D797-2054-4A19A23C7B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2648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4951"/>
            <a:ext cx="5390202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rtl="0"/>
            <a:fld id="{D275052D-D27A-7447-8473-BC7C732ED008}" type="slidenum">
              <a:rPr lang="pt-BR" smtClean="0">
                <a:latin typeface="Arial Nova Cond" panose="020B0506020202020204" pitchFamily="34" charset="0"/>
              </a:rPr>
              <a:pPr rtl="0"/>
              <a:t>‹nº›</a:t>
            </a:fld>
            <a:endParaRPr lang="pt-BR">
              <a:latin typeface="Arial Nova Cond" panose="020B0506020202020204" pitchFamily="34" charset="0"/>
            </a:endParaRP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356442255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22FB3F-FD24-8D5A-705E-352ECA1A74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78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22FB3F-FD24-8D5A-705E-352ECA1A74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7691"/>
            <a:ext cx="5390202" cy="81163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31105" y="1492648"/>
            <a:ext cx="5390202" cy="81898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31105" y="2584875"/>
            <a:ext cx="5390202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79685098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03EF53E-2588-B75C-E9B0-8E435BEF3C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7871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3EF53E-2588-B75C-E9B0-8E435BEF3C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06724164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hink-cell data - do not delete" hidden="1">
            <a:extLst>
              <a:ext uri="{FF2B5EF4-FFF2-40B4-BE49-F238E27FC236}">
                <a16:creationId xmlns:a16="http://schemas.microsoft.com/office/drawing/2014/main" id="{0326C3D3-07A8-69D4-64E1-AEF817C9BA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3050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3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26C3D3-07A8-69D4-64E1-AEF817C9BA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Google Shape;4366;p121">
            <a:extLst>
              <a:ext uri="{FF2B5EF4-FFF2-40B4-BE49-F238E27FC236}">
                <a16:creationId xmlns:a16="http://schemas.microsoft.com/office/drawing/2014/main" id="{7DDCA40D-C579-79A0-C41C-A991A5BF5AD7}"/>
              </a:ext>
            </a:extLst>
          </p:cNvPr>
          <p:cNvGrpSpPr/>
          <p:nvPr userDrawn="1"/>
        </p:nvGrpSpPr>
        <p:grpSpPr>
          <a:xfrm>
            <a:off x="-1428545" y="749135"/>
            <a:ext cx="1199343" cy="2311369"/>
            <a:chOff x="381324" y="1303600"/>
            <a:chExt cx="2660476" cy="3366725"/>
          </a:xfrm>
        </p:grpSpPr>
        <p:sp>
          <p:nvSpPr>
            <p:cNvPr id="5" name="Google Shape;4367;p121">
              <a:extLst>
                <a:ext uri="{FF2B5EF4-FFF2-40B4-BE49-F238E27FC236}">
                  <a16:creationId xmlns:a16="http://schemas.microsoft.com/office/drawing/2014/main" id="{D4339293-FEF3-F663-098B-1A146867E849}"/>
                </a:ext>
              </a:extLst>
            </p:cNvPr>
            <p:cNvSpPr/>
            <p:nvPr/>
          </p:nvSpPr>
          <p:spPr>
            <a:xfrm>
              <a:off x="381325" y="1521975"/>
              <a:ext cx="6651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6" name="Google Shape;4368;p121">
              <a:extLst>
                <a:ext uri="{FF2B5EF4-FFF2-40B4-BE49-F238E27FC236}">
                  <a16:creationId xmlns:a16="http://schemas.microsoft.com/office/drawing/2014/main" id="{56C7BD4E-5E66-8E6C-3678-A4E9F83A8990}"/>
                </a:ext>
              </a:extLst>
            </p:cNvPr>
            <p:cNvSpPr/>
            <p:nvPr/>
          </p:nvSpPr>
          <p:spPr>
            <a:xfrm>
              <a:off x="1046456" y="1521975"/>
              <a:ext cx="6651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7" name="Google Shape;4369;p121">
              <a:extLst>
                <a:ext uri="{FF2B5EF4-FFF2-40B4-BE49-F238E27FC236}">
                  <a16:creationId xmlns:a16="http://schemas.microsoft.com/office/drawing/2014/main" id="{4E1D14F5-3E07-D0C5-7C88-18ED177A9FD8}"/>
                </a:ext>
              </a:extLst>
            </p:cNvPr>
            <p:cNvSpPr/>
            <p:nvPr/>
          </p:nvSpPr>
          <p:spPr>
            <a:xfrm>
              <a:off x="1711584" y="1521975"/>
              <a:ext cx="6651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8" name="Google Shape;4370;p121">
              <a:extLst>
                <a:ext uri="{FF2B5EF4-FFF2-40B4-BE49-F238E27FC236}">
                  <a16:creationId xmlns:a16="http://schemas.microsoft.com/office/drawing/2014/main" id="{1C04547F-1C5C-E632-8E94-D925CC3F37EE}"/>
                </a:ext>
              </a:extLst>
            </p:cNvPr>
            <p:cNvSpPr/>
            <p:nvPr/>
          </p:nvSpPr>
          <p:spPr>
            <a:xfrm>
              <a:off x="2376700" y="1521975"/>
              <a:ext cx="6651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9" name="Google Shape;4371;p121">
              <a:extLst>
                <a:ext uri="{FF2B5EF4-FFF2-40B4-BE49-F238E27FC236}">
                  <a16:creationId xmlns:a16="http://schemas.microsoft.com/office/drawing/2014/main" id="{3A46FC81-9D85-21BA-948B-9AB506CD5762}"/>
                </a:ext>
              </a:extLst>
            </p:cNvPr>
            <p:cNvSpPr txBox="1"/>
            <p:nvPr/>
          </p:nvSpPr>
          <p:spPr>
            <a:xfrm>
              <a:off x="381324" y="1303600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Principais</a:t>
              </a:r>
            </a:p>
          </p:txBody>
        </p:sp>
        <p:sp>
          <p:nvSpPr>
            <p:cNvPr id="10" name="Google Shape;4372;p121">
              <a:extLst>
                <a:ext uri="{FF2B5EF4-FFF2-40B4-BE49-F238E27FC236}">
                  <a16:creationId xmlns:a16="http://schemas.microsoft.com/office/drawing/2014/main" id="{B849B5E4-5123-21BC-43B3-32154DF5288F}"/>
                </a:ext>
              </a:extLst>
            </p:cNvPr>
            <p:cNvSpPr txBox="1"/>
            <p:nvPr/>
          </p:nvSpPr>
          <p:spPr>
            <a:xfrm>
              <a:off x="381324" y="2115425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Proporções</a:t>
              </a:r>
            </a:p>
          </p:txBody>
        </p:sp>
        <p:sp>
          <p:nvSpPr>
            <p:cNvPr id="11" name="Google Shape;4373;p121">
              <a:extLst>
                <a:ext uri="{FF2B5EF4-FFF2-40B4-BE49-F238E27FC236}">
                  <a16:creationId xmlns:a16="http://schemas.microsoft.com/office/drawing/2014/main" id="{EF3B06C7-B890-EAF7-285E-DC94D4E1CA57}"/>
                </a:ext>
              </a:extLst>
            </p:cNvPr>
            <p:cNvSpPr/>
            <p:nvPr/>
          </p:nvSpPr>
          <p:spPr>
            <a:xfrm>
              <a:off x="1466755" y="2389950"/>
              <a:ext cx="10857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2" name="Google Shape;4374;p121">
              <a:extLst>
                <a:ext uri="{FF2B5EF4-FFF2-40B4-BE49-F238E27FC236}">
                  <a16:creationId xmlns:a16="http://schemas.microsoft.com/office/drawing/2014/main" id="{2B594578-FB8A-B469-524A-242DAA4A7E57}"/>
                </a:ext>
              </a:extLst>
            </p:cNvPr>
            <p:cNvSpPr/>
            <p:nvPr/>
          </p:nvSpPr>
          <p:spPr>
            <a:xfrm>
              <a:off x="2796999" y="2389950"/>
              <a:ext cx="2448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3" name="Google Shape;4375;p121">
              <a:extLst>
                <a:ext uri="{FF2B5EF4-FFF2-40B4-BE49-F238E27FC236}">
                  <a16:creationId xmlns:a16="http://schemas.microsoft.com/office/drawing/2014/main" id="{F22D117F-90E1-C78E-9901-5EF7E456C3C2}"/>
                </a:ext>
              </a:extLst>
            </p:cNvPr>
            <p:cNvSpPr/>
            <p:nvPr/>
          </p:nvSpPr>
          <p:spPr>
            <a:xfrm>
              <a:off x="381324" y="2389950"/>
              <a:ext cx="10857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4" name="Google Shape;4376;p121">
              <a:extLst>
                <a:ext uri="{FF2B5EF4-FFF2-40B4-BE49-F238E27FC236}">
                  <a16:creationId xmlns:a16="http://schemas.microsoft.com/office/drawing/2014/main" id="{85E29869-2B29-E368-310E-8503183F5201}"/>
                </a:ext>
              </a:extLst>
            </p:cNvPr>
            <p:cNvSpPr/>
            <p:nvPr/>
          </p:nvSpPr>
          <p:spPr>
            <a:xfrm>
              <a:off x="2552201" y="2389950"/>
              <a:ext cx="2448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5" name="Google Shape;4377;p121">
              <a:extLst>
                <a:ext uri="{FF2B5EF4-FFF2-40B4-BE49-F238E27FC236}">
                  <a16:creationId xmlns:a16="http://schemas.microsoft.com/office/drawing/2014/main" id="{97C067ED-BFB4-CB88-E489-913D73421A3D}"/>
                </a:ext>
              </a:extLst>
            </p:cNvPr>
            <p:cNvSpPr txBox="1"/>
            <p:nvPr/>
          </p:nvSpPr>
          <p:spPr>
            <a:xfrm>
              <a:off x="381324" y="2905076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Variações</a:t>
              </a:r>
            </a:p>
          </p:txBody>
        </p:sp>
        <p:sp>
          <p:nvSpPr>
            <p:cNvPr id="16" name="Google Shape;4378;p121">
              <a:extLst>
                <a:ext uri="{FF2B5EF4-FFF2-40B4-BE49-F238E27FC236}">
                  <a16:creationId xmlns:a16="http://schemas.microsoft.com/office/drawing/2014/main" id="{E77A94A2-BE0B-1586-79A8-6EBC95B68E22}"/>
                </a:ext>
              </a:extLst>
            </p:cNvPr>
            <p:cNvSpPr/>
            <p:nvPr/>
          </p:nvSpPr>
          <p:spPr>
            <a:xfrm>
              <a:off x="381325" y="3215925"/>
              <a:ext cx="6651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7" name="Google Shape;4379;p121">
              <a:extLst>
                <a:ext uri="{FF2B5EF4-FFF2-40B4-BE49-F238E27FC236}">
                  <a16:creationId xmlns:a16="http://schemas.microsoft.com/office/drawing/2014/main" id="{AE8F4D1B-B67F-E93A-CB50-842E8806D2F1}"/>
                </a:ext>
              </a:extLst>
            </p:cNvPr>
            <p:cNvSpPr/>
            <p:nvPr/>
          </p:nvSpPr>
          <p:spPr>
            <a:xfrm>
              <a:off x="1046456" y="3215925"/>
              <a:ext cx="6651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8" name="Google Shape;4380;p121">
              <a:extLst>
                <a:ext uri="{FF2B5EF4-FFF2-40B4-BE49-F238E27FC236}">
                  <a16:creationId xmlns:a16="http://schemas.microsoft.com/office/drawing/2014/main" id="{EFC5B8C6-8CEC-11E9-C078-DEDE2E8925DF}"/>
                </a:ext>
              </a:extLst>
            </p:cNvPr>
            <p:cNvSpPr/>
            <p:nvPr/>
          </p:nvSpPr>
          <p:spPr>
            <a:xfrm>
              <a:off x="1711584" y="3215925"/>
              <a:ext cx="6651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9" name="Google Shape;4381;p121">
              <a:extLst>
                <a:ext uri="{FF2B5EF4-FFF2-40B4-BE49-F238E27FC236}">
                  <a16:creationId xmlns:a16="http://schemas.microsoft.com/office/drawing/2014/main" id="{022AF7CF-A0F9-4989-6A92-686EFF80FD1D}"/>
                </a:ext>
              </a:extLst>
            </p:cNvPr>
            <p:cNvSpPr/>
            <p:nvPr/>
          </p:nvSpPr>
          <p:spPr>
            <a:xfrm>
              <a:off x="2376700" y="3215925"/>
              <a:ext cx="6651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0" name="Google Shape;4382;p121">
              <a:extLst>
                <a:ext uri="{FF2B5EF4-FFF2-40B4-BE49-F238E27FC236}">
                  <a16:creationId xmlns:a16="http://schemas.microsoft.com/office/drawing/2014/main" id="{0DC5CD3D-E0C2-39F3-D95B-705276DEF89F}"/>
                </a:ext>
              </a:extLst>
            </p:cNvPr>
            <p:cNvSpPr/>
            <p:nvPr/>
          </p:nvSpPr>
          <p:spPr>
            <a:xfrm>
              <a:off x="381325" y="3579525"/>
              <a:ext cx="665100" cy="363600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1" name="Google Shape;4383;p121">
              <a:extLst>
                <a:ext uri="{FF2B5EF4-FFF2-40B4-BE49-F238E27FC236}">
                  <a16:creationId xmlns:a16="http://schemas.microsoft.com/office/drawing/2014/main" id="{0D532DCC-E581-1DC7-F516-DAA9A053DE11}"/>
                </a:ext>
              </a:extLst>
            </p:cNvPr>
            <p:cNvSpPr/>
            <p:nvPr/>
          </p:nvSpPr>
          <p:spPr>
            <a:xfrm>
              <a:off x="1046456" y="3579525"/>
              <a:ext cx="665100" cy="363600"/>
            </a:xfrm>
            <a:prstGeom prst="rect">
              <a:avLst/>
            </a:prstGeom>
            <a:solidFill>
              <a:srgbClr val="F9A3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2" name="Google Shape;4384;p121">
              <a:extLst>
                <a:ext uri="{FF2B5EF4-FFF2-40B4-BE49-F238E27FC236}">
                  <a16:creationId xmlns:a16="http://schemas.microsoft.com/office/drawing/2014/main" id="{F7A5E766-2AEA-48FB-26A4-700EF970CC05}"/>
                </a:ext>
              </a:extLst>
            </p:cNvPr>
            <p:cNvSpPr/>
            <p:nvPr/>
          </p:nvSpPr>
          <p:spPr>
            <a:xfrm>
              <a:off x="1711584" y="3579525"/>
              <a:ext cx="665100" cy="363600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3" name="Google Shape;4385;p121">
              <a:extLst>
                <a:ext uri="{FF2B5EF4-FFF2-40B4-BE49-F238E27FC236}">
                  <a16:creationId xmlns:a16="http://schemas.microsoft.com/office/drawing/2014/main" id="{37C6ED8F-D40B-CF0D-B423-55A8BAE7FE26}"/>
                </a:ext>
              </a:extLst>
            </p:cNvPr>
            <p:cNvSpPr/>
            <p:nvPr/>
          </p:nvSpPr>
          <p:spPr>
            <a:xfrm>
              <a:off x="2376700" y="3579525"/>
              <a:ext cx="665100" cy="363600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4" name="Google Shape;4386;p121">
              <a:extLst>
                <a:ext uri="{FF2B5EF4-FFF2-40B4-BE49-F238E27FC236}">
                  <a16:creationId xmlns:a16="http://schemas.microsoft.com/office/drawing/2014/main" id="{C11B80B9-53A8-C7AA-A5DD-E4E8850BC7F4}"/>
                </a:ext>
              </a:extLst>
            </p:cNvPr>
            <p:cNvSpPr/>
            <p:nvPr/>
          </p:nvSpPr>
          <p:spPr>
            <a:xfrm>
              <a:off x="381325" y="3943125"/>
              <a:ext cx="665100" cy="363600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5" name="Google Shape;4387;p121">
              <a:extLst>
                <a:ext uri="{FF2B5EF4-FFF2-40B4-BE49-F238E27FC236}">
                  <a16:creationId xmlns:a16="http://schemas.microsoft.com/office/drawing/2014/main" id="{20DC67CF-0EC8-8F3F-2AD7-8D01AFBF462F}"/>
                </a:ext>
              </a:extLst>
            </p:cNvPr>
            <p:cNvSpPr/>
            <p:nvPr/>
          </p:nvSpPr>
          <p:spPr>
            <a:xfrm>
              <a:off x="1046456" y="3943125"/>
              <a:ext cx="665100" cy="363600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6" name="Google Shape;4388;p121">
              <a:extLst>
                <a:ext uri="{FF2B5EF4-FFF2-40B4-BE49-F238E27FC236}">
                  <a16:creationId xmlns:a16="http://schemas.microsoft.com/office/drawing/2014/main" id="{BEEE1928-A90A-B29B-4C4F-10F2E5F34B76}"/>
                </a:ext>
              </a:extLst>
            </p:cNvPr>
            <p:cNvSpPr/>
            <p:nvPr/>
          </p:nvSpPr>
          <p:spPr>
            <a:xfrm>
              <a:off x="1711584" y="3943125"/>
              <a:ext cx="665100" cy="363600"/>
            </a:xfrm>
            <a:prstGeom prst="rect">
              <a:avLst/>
            </a:prstGeom>
            <a:solidFill>
              <a:srgbClr val="EBEE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7" name="Google Shape;4389;p121">
              <a:extLst>
                <a:ext uri="{FF2B5EF4-FFF2-40B4-BE49-F238E27FC236}">
                  <a16:creationId xmlns:a16="http://schemas.microsoft.com/office/drawing/2014/main" id="{37F719F8-4E1B-9BF1-174E-8AE6E15B364D}"/>
                </a:ext>
              </a:extLst>
            </p:cNvPr>
            <p:cNvSpPr/>
            <p:nvPr/>
          </p:nvSpPr>
          <p:spPr>
            <a:xfrm>
              <a:off x="2376700" y="3943125"/>
              <a:ext cx="665100" cy="363600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8" name="Google Shape;4390;p121">
              <a:extLst>
                <a:ext uri="{FF2B5EF4-FFF2-40B4-BE49-F238E27FC236}">
                  <a16:creationId xmlns:a16="http://schemas.microsoft.com/office/drawing/2014/main" id="{80BB6BBE-D597-4D2D-178F-84C5466E8672}"/>
                </a:ext>
              </a:extLst>
            </p:cNvPr>
            <p:cNvSpPr/>
            <p:nvPr/>
          </p:nvSpPr>
          <p:spPr>
            <a:xfrm>
              <a:off x="381325" y="4306725"/>
              <a:ext cx="665100" cy="363600"/>
            </a:xfrm>
            <a:prstGeom prst="rect">
              <a:avLst/>
            </a:prstGeom>
            <a:solidFill>
              <a:srgbClr val="CC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9" name="Google Shape;4391;p121">
              <a:extLst>
                <a:ext uri="{FF2B5EF4-FFF2-40B4-BE49-F238E27FC236}">
                  <a16:creationId xmlns:a16="http://schemas.microsoft.com/office/drawing/2014/main" id="{CA697B94-E355-3A1F-D165-E99BED143F8E}"/>
                </a:ext>
              </a:extLst>
            </p:cNvPr>
            <p:cNvSpPr/>
            <p:nvPr/>
          </p:nvSpPr>
          <p:spPr>
            <a:xfrm>
              <a:off x="1046456" y="4306725"/>
              <a:ext cx="665100" cy="363600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30" name="Google Shape;4392;p121">
              <a:extLst>
                <a:ext uri="{FF2B5EF4-FFF2-40B4-BE49-F238E27FC236}">
                  <a16:creationId xmlns:a16="http://schemas.microsoft.com/office/drawing/2014/main" id="{38760D9B-A5D7-3036-5693-5A7102C37F89}"/>
                </a:ext>
              </a:extLst>
            </p:cNvPr>
            <p:cNvSpPr/>
            <p:nvPr/>
          </p:nvSpPr>
          <p:spPr>
            <a:xfrm>
              <a:off x="1711584" y="4306725"/>
              <a:ext cx="665100" cy="363600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31" name="Google Shape;4393;p121">
              <a:extLst>
                <a:ext uri="{FF2B5EF4-FFF2-40B4-BE49-F238E27FC236}">
                  <a16:creationId xmlns:a16="http://schemas.microsoft.com/office/drawing/2014/main" id="{300562F7-51CC-9FB3-A223-87E281A158B6}"/>
                </a:ext>
              </a:extLst>
            </p:cNvPr>
            <p:cNvSpPr/>
            <p:nvPr/>
          </p:nvSpPr>
          <p:spPr>
            <a:xfrm>
              <a:off x="2376700" y="4306725"/>
              <a:ext cx="665100" cy="363600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</p:grp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600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951"/>
            <a:ext cx="3398031" cy="8143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4400"/>
            <a:ext cx="339803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77890802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5B8143E-5474-0E2D-A2A2-46F74F6C10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51123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B8143E-5474-0E2D-A2A2-46F74F6C1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0739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86801866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think-cell data - do not delete" hidden="1">
            <a:extLst>
              <a:ext uri="{FF2B5EF4-FFF2-40B4-BE49-F238E27FC236}">
                <a16:creationId xmlns:a16="http://schemas.microsoft.com/office/drawing/2014/main" id="{59B9F7A3-BDD2-4737-24DF-62EBD28C3E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9397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4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B9F7A3-BDD2-4737-24DF-62EBD28C3E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Google Shape;4366;p121">
            <a:extLst>
              <a:ext uri="{FF2B5EF4-FFF2-40B4-BE49-F238E27FC236}">
                <a16:creationId xmlns:a16="http://schemas.microsoft.com/office/drawing/2014/main" id="{7DDCA40D-C579-79A0-C41C-A991A5BF5AD7}"/>
              </a:ext>
            </a:extLst>
          </p:cNvPr>
          <p:cNvGrpSpPr/>
          <p:nvPr userDrawn="1"/>
        </p:nvGrpSpPr>
        <p:grpSpPr>
          <a:xfrm>
            <a:off x="-1594800" y="2214253"/>
            <a:ext cx="1199343" cy="2311369"/>
            <a:chOff x="381324" y="1303600"/>
            <a:chExt cx="2660476" cy="3366725"/>
          </a:xfrm>
        </p:grpSpPr>
        <p:sp>
          <p:nvSpPr>
            <p:cNvPr id="5" name="Google Shape;4367;p121">
              <a:extLst>
                <a:ext uri="{FF2B5EF4-FFF2-40B4-BE49-F238E27FC236}">
                  <a16:creationId xmlns:a16="http://schemas.microsoft.com/office/drawing/2014/main" id="{D4339293-FEF3-F663-098B-1A146867E849}"/>
                </a:ext>
              </a:extLst>
            </p:cNvPr>
            <p:cNvSpPr/>
            <p:nvPr/>
          </p:nvSpPr>
          <p:spPr>
            <a:xfrm>
              <a:off x="381325" y="1521975"/>
              <a:ext cx="6651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6" name="Google Shape;4368;p121">
              <a:extLst>
                <a:ext uri="{FF2B5EF4-FFF2-40B4-BE49-F238E27FC236}">
                  <a16:creationId xmlns:a16="http://schemas.microsoft.com/office/drawing/2014/main" id="{56C7BD4E-5E66-8E6C-3678-A4E9F83A8990}"/>
                </a:ext>
              </a:extLst>
            </p:cNvPr>
            <p:cNvSpPr/>
            <p:nvPr/>
          </p:nvSpPr>
          <p:spPr>
            <a:xfrm>
              <a:off x="1046456" y="1521975"/>
              <a:ext cx="6651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7" name="Google Shape;4369;p121">
              <a:extLst>
                <a:ext uri="{FF2B5EF4-FFF2-40B4-BE49-F238E27FC236}">
                  <a16:creationId xmlns:a16="http://schemas.microsoft.com/office/drawing/2014/main" id="{4E1D14F5-3E07-D0C5-7C88-18ED177A9FD8}"/>
                </a:ext>
              </a:extLst>
            </p:cNvPr>
            <p:cNvSpPr/>
            <p:nvPr/>
          </p:nvSpPr>
          <p:spPr>
            <a:xfrm>
              <a:off x="1711584" y="1521975"/>
              <a:ext cx="6651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8" name="Google Shape;4370;p121">
              <a:extLst>
                <a:ext uri="{FF2B5EF4-FFF2-40B4-BE49-F238E27FC236}">
                  <a16:creationId xmlns:a16="http://schemas.microsoft.com/office/drawing/2014/main" id="{1C04547F-1C5C-E632-8E94-D925CC3F37EE}"/>
                </a:ext>
              </a:extLst>
            </p:cNvPr>
            <p:cNvSpPr/>
            <p:nvPr/>
          </p:nvSpPr>
          <p:spPr>
            <a:xfrm>
              <a:off x="2376700" y="1521975"/>
              <a:ext cx="6651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9" name="Google Shape;4371;p121">
              <a:extLst>
                <a:ext uri="{FF2B5EF4-FFF2-40B4-BE49-F238E27FC236}">
                  <a16:creationId xmlns:a16="http://schemas.microsoft.com/office/drawing/2014/main" id="{3A46FC81-9D85-21BA-948B-9AB506CD5762}"/>
                </a:ext>
              </a:extLst>
            </p:cNvPr>
            <p:cNvSpPr txBox="1"/>
            <p:nvPr/>
          </p:nvSpPr>
          <p:spPr>
            <a:xfrm>
              <a:off x="381324" y="1303600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Principais</a:t>
              </a:r>
            </a:p>
          </p:txBody>
        </p:sp>
        <p:sp>
          <p:nvSpPr>
            <p:cNvPr id="10" name="Google Shape;4372;p121">
              <a:extLst>
                <a:ext uri="{FF2B5EF4-FFF2-40B4-BE49-F238E27FC236}">
                  <a16:creationId xmlns:a16="http://schemas.microsoft.com/office/drawing/2014/main" id="{B849B5E4-5123-21BC-43B3-32154DF5288F}"/>
                </a:ext>
              </a:extLst>
            </p:cNvPr>
            <p:cNvSpPr txBox="1"/>
            <p:nvPr/>
          </p:nvSpPr>
          <p:spPr>
            <a:xfrm>
              <a:off x="381324" y="2115425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Proporções</a:t>
              </a:r>
            </a:p>
          </p:txBody>
        </p:sp>
        <p:sp>
          <p:nvSpPr>
            <p:cNvPr id="11" name="Google Shape;4373;p121">
              <a:extLst>
                <a:ext uri="{FF2B5EF4-FFF2-40B4-BE49-F238E27FC236}">
                  <a16:creationId xmlns:a16="http://schemas.microsoft.com/office/drawing/2014/main" id="{EF3B06C7-B890-EAF7-285E-DC94D4E1CA57}"/>
                </a:ext>
              </a:extLst>
            </p:cNvPr>
            <p:cNvSpPr/>
            <p:nvPr/>
          </p:nvSpPr>
          <p:spPr>
            <a:xfrm>
              <a:off x="1466755" y="2389950"/>
              <a:ext cx="10857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2" name="Google Shape;4374;p121">
              <a:extLst>
                <a:ext uri="{FF2B5EF4-FFF2-40B4-BE49-F238E27FC236}">
                  <a16:creationId xmlns:a16="http://schemas.microsoft.com/office/drawing/2014/main" id="{2B594578-FB8A-B469-524A-242DAA4A7E57}"/>
                </a:ext>
              </a:extLst>
            </p:cNvPr>
            <p:cNvSpPr/>
            <p:nvPr/>
          </p:nvSpPr>
          <p:spPr>
            <a:xfrm>
              <a:off x="2796999" y="2389950"/>
              <a:ext cx="2448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3" name="Google Shape;4375;p121">
              <a:extLst>
                <a:ext uri="{FF2B5EF4-FFF2-40B4-BE49-F238E27FC236}">
                  <a16:creationId xmlns:a16="http://schemas.microsoft.com/office/drawing/2014/main" id="{F22D117F-90E1-C78E-9901-5EF7E456C3C2}"/>
                </a:ext>
              </a:extLst>
            </p:cNvPr>
            <p:cNvSpPr/>
            <p:nvPr/>
          </p:nvSpPr>
          <p:spPr>
            <a:xfrm>
              <a:off x="381324" y="2389950"/>
              <a:ext cx="10857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4" name="Google Shape;4376;p121">
              <a:extLst>
                <a:ext uri="{FF2B5EF4-FFF2-40B4-BE49-F238E27FC236}">
                  <a16:creationId xmlns:a16="http://schemas.microsoft.com/office/drawing/2014/main" id="{85E29869-2B29-E368-310E-8503183F5201}"/>
                </a:ext>
              </a:extLst>
            </p:cNvPr>
            <p:cNvSpPr/>
            <p:nvPr/>
          </p:nvSpPr>
          <p:spPr>
            <a:xfrm>
              <a:off x="2552201" y="2389950"/>
              <a:ext cx="2448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5" name="Google Shape;4377;p121">
              <a:extLst>
                <a:ext uri="{FF2B5EF4-FFF2-40B4-BE49-F238E27FC236}">
                  <a16:creationId xmlns:a16="http://schemas.microsoft.com/office/drawing/2014/main" id="{97C067ED-BFB4-CB88-E489-913D73421A3D}"/>
                </a:ext>
              </a:extLst>
            </p:cNvPr>
            <p:cNvSpPr txBox="1"/>
            <p:nvPr/>
          </p:nvSpPr>
          <p:spPr>
            <a:xfrm>
              <a:off x="381324" y="2905076"/>
              <a:ext cx="665100" cy="1075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>
                <a:lnSpc>
                  <a:spcPct val="120000"/>
                </a:lnSpc>
              </a:pPr>
              <a:r>
                <a:rPr lang="pt-BR" sz="400" b="1">
                  <a:solidFill>
                    <a:srgbClr val="002B4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Variações</a:t>
              </a:r>
            </a:p>
          </p:txBody>
        </p:sp>
        <p:sp>
          <p:nvSpPr>
            <p:cNvPr id="16" name="Google Shape;4378;p121">
              <a:extLst>
                <a:ext uri="{FF2B5EF4-FFF2-40B4-BE49-F238E27FC236}">
                  <a16:creationId xmlns:a16="http://schemas.microsoft.com/office/drawing/2014/main" id="{E77A94A2-BE0B-1586-79A8-6EBC95B68E22}"/>
                </a:ext>
              </a:extLst>
            </p:cNvPr>
            <p:cNvSpPr/>
            <p:nvPr/>
          </p:nvSpPr>
          <p:spPr>
            <a:xfrm>
              <a:off x="381325" y="3215925"/>
              <a:ext cx="665100" cy="363600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7" name="Google Shape;4379;p121">
              <a:extLst>
                <a:ext uri="{FF2B5EF4-FFF2-40B4-BE49-F238E27FC236}">
                  <a16:creationId xmlns:a16="http://schemas.microsoft.com/office/drawing/2014/main" id="{AE8F4D1B-B67F-E93A-CB50-842E8806D2F1}"/>
                </a:ext>
              </a:extLst>
            </p:cNvPr>
            <p:cNvSpPr/>
            <p:nvPr/>
          </p:nvSpPr>
          <p:spPr>
            <a:xfrm>
              <a:off x="1046456" y="3215925"/>
              <a:ext cx="665100" cy="363600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8" name="Google Shape;4380;p121">
              <a:extLst>
                <a:ext uri="{FF2B5EF4-FFF2-40B4-BE49-F238E27FC236}">
                  <a16:creationId xmlns:a16="http://schemas.microsoft.com/office/drawing/2014/main" id="{EFC5B8C6-8CEC-11E9-C078-DEDE2E8925DF}"/>
                </a:ext>
              </a:extLst>
            </p:cNvPr>
            <p:cNvSpPr/>
            <p:nvPr/>
          </p:nvSpPr>
          <p:spPr>
            <a:xfrm>
              <a:off x="1711584" y="3215925"/>
              <a:ext cx="665100" cy="363600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19" name="Google Shape;4381;p121">
              <a:extLst>
                <a:ext uri="{FF2B5EF4-FFF2-40B4-BE49-F238E27FC236}">
                  <a16:creationId xmlns:a16="http://schemas.microsoft.com/office/drawing/2014/main" id="{022AF7CF-A0F9-4989-6A92-686EFF80FD1D}"/>
                </a:ext>
              </a:extLst>
            </p:cNvPr>
            <p:cNvSpPr/>
            <p:nvPr/>
          </p:nvSpPr>
          <p:spPr>
            <a:xfrm>
              <a:off x="2376700" y="3215925"/>
              <a:ext cx="665100" cy="363600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0" name="Google Shape;4382;p121">
              <a:extLst>
                <a:ext uri="{FF2B5EF4-FFF2-40B4-BE49-F238E27FC236}">
                  <a16:creationId xmlns:a16="http://schemas.microsoft.com/office/drawing/2014/main" id="{0DC5CD3D-E0C2-39F3-D95B-705276DEF89F}"/>
                </a:ext>
              </a:extLst>
            </p:cNvPr>
            <p:cNvSpPr/>
            <p:nvPr/>
          </p:nvSpPr>
          <p:spPr>
            <a:xfrm>
              <a:off x="381325" y="3579525"/>
              <a:ext cx="665100" cy="363600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1" name="Google Shape;4383;p121">
              <a:extLst>
                <a:ext uri="{FF2B5EF4-FFF2-40B4-BE49-F238E27FC236}">
                  <a16:creationId xmlns:a16="http://schemas.microsoft.com/office/drawing/2014/main" id="{0D532DCC-E581-1DC7-F516-DAA9A053DE11}"/>
                </a:ext>
              </a:extLst>
            </p:cNvPr>
            <p:cNvSpPr/>
            <p:nvPr/>
          </p:nvSpPr>
          <p:spPr>
            <a:xfrm>
              <a:off x="1046456" y="3579525"/>
              <a:ext cx="665100" cy="363600"/>
            </a:xfrm>
            <a:prstGeom prst="rect">
              <a:avLst/>
            </a:prstGeom>
            <a:solidFill>
              <a:srgbClr val="F9A3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2" name="Google Shape;4384;p121">
              <a:extLst>
                <a:ext uri="{FF2B5EF4-FFF2-40B4-BE49-F238E27FC236}">
                  <a16:creationId xmlns:a16="http://schemas.microsoft.com/office/drawing/2014/main" id="{F7A5E766-2AEA-48FB-26A4-700EF970CC05}"/>
                </a:ext>
              </a:extLst>
            </p:cNvPr>
            <p:cNvSpPr/>
            <p:nvPr/>
          </p:nvSpPr>
          <p:spPr>
            <a:xfrm>
              <a:off x="1711584" y="3579525"/>
              <a:ext cx="665100" cy="363600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3" name="Google Shape;4385;p121">
              <a:extLst>
                <a:ext uri="{FF2B5EF4-FFF2-40B4-BE49-F238E27FC236}">
                  <a16:creationId xmlns:a16="http://schemas.microsoft.com/office/drawing/2014/main" id="{37C6ED8F-D40B-CF0D-B423-55A8BAE7FE26}"/>
                </a:ext>
              </a:extLst>
            </p:cNvPr>
            <p:cNvSpPr/>
            <p:nvPr/>
          </p:nvSpPr>
          <p:spPr>
            <a:xfrm>
              <a:off x="2376700" y="3579525"/>
              <a:ext cx="665100" cy="363600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4" name="Google Shape;4386;p121">
              <a:extLst>
                <a:ext uri="{FF2B5EF4-FFF2-40B4-BE49-F238E27FC236}">
                  <a16:creationId xmlns:a16="http://schemas.microsoft.com/office/drawing/2014/main" id="{C11B80B9-53A8-C7AA-A5DD-E4E8850BC7F4}"/>
                </a:ext>
              </a:extLst>
            </p:cNvPr>
            <p:cNvSpPr/>
            <p:nvPr/>
          </p:nvSpPr>
          <p:spPr>
            <a:xfrm>
              <a:off x="381325" y="3943125"/>
              <a:ext cx="665100" cy="363600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5" name="Google Shape;4387;p121">
              <a:extLst>
                <a:ext uri="{FF2B5EF4-FFF2-40B4-BE49-F238E27FC236}">
                  <a16:creationId xmlns:a16="http://schemas.microsoft.com/office/drawing/2014/main" id="{20DC67CF-0EC8-8F3F-2AD7-8D01AFBF462F}"/>
                </a:ext>
              </a:extLst>
            </p:cNvPr>
            <p:cNvSpPr/>
            <p:nvPr/>
          </p:nvSpPr>
          <p:spPr>
            <a:xfrm>
              <a:off x="1046456" y="3943125"/>
              <a:ext cx="665100" cy="363600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6" name="Google Shape;4388;p121">
              <a:extLst>
                <a:ext uri="{FF2B5EF4-FFF2-40B4-BE49-F238E27FC236}">
                  <a16:creationId xmlns:a16="http://schemas.microsoft.com/office/drawing/2014/main" id="{BEEE1928-A90A-B29B-4C4F-10F2E5F34B76}"/>
                </a:ext>
              </a:extLst>
            </p:cNvPr>
            <p:cNvSpPr/>
            <p:nvPr/>
          </p:nvSpPr>
          <p:spPr>
            <a:xfrm>
              <a:off x="1711584" y="3943125"/>
              <a:ext cx="665100" cy="363600"/>
            </a:xfrm>
            <a:prstGeom prst="rect">
              <a:avLst/>
            </a:prstGeom>
            <a:solidFill>
              <a:srgbClr val="EBEE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7" name="Google Shape;4389;p121">
              <a:extLst>
                <a:ext uri="{FF2B5EF4-FFF2-40B4-BE49-F238E27FC236}">
                  <a16:creationId xmlns:a16="http://schemas.microsoft.com/office/drawing/2014/main" id="{37F719F8-4E1B-9BF1-174E-8AE6E15B364D}"/>
                </a:ext>
              </a:extLst>
            </p:cNvPr>
            <p:cNvSpPr/>
            <p:nvPr/>
          </p:nvSpPr>
          <p:spPr>
            <a:xfrm>
              <a:off x="2376700" y="3943125"/>
              <a:ext cx="665100" cy="363600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8" name="Google Shape;4390;p121">
              <a:extLst>
                <a:ext uri="{FF2B5EF4-FFF2-40B4-BE49-F238E27FC236}">
                  <a16:creationId xmlns:a16="http://schemas.microsoft.com/office/drawing/2014/main" id="{80BB6BBE-D597-4D2D-178F-84C5466E8672}"/>
                </a:ext>
              </a:extLst>
            </p:cNvPr>
            <p:cNvSpPr/>
            <p:nvPr/>
          </p:nvSpPr>
          <p:spPr>
            <a:xfrm>
              <a:off x="381325" y="4306725"/>
              <a:ext cx="665100" cy="363600"/>
            </a:xfrm>
            <a:prstGeom prst="rect">
              <a:avLst/>
            </a:prstGeom>
            <a:solidFill>
              <a:srgbClr val="CC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29" name="Google Shape;4391;p121">
              <a:extLst>
                <a:ext uri="{FF2B5EF4-FFF2-40B4-BE49-F238E27FC236}">
                  <a16:creationId xmlns:a16="http://schemas.microsoft.com/office/drawing/2014/main" id="{CA697B94-E355-3A1F-D165-E99BED143F8E}"/>
                </a:ext>
              </a:extLst>
            </p:cNvPr>
            <p:cNvSpPr/>
            <p:nvPr/>
          </p:nvSpPr>
          <p:spPr>
            <a:xfrm>
              <a:off x="1046456" y="4306725"/>
              <a:ext cx="665100" cy="363600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30" name="Google Shape;4392;p121">
              <a:extLst>
                <a:ext uri="{FF2B5EF4-FFF2-40B4-BE49-F238E27FC236}">
                  <a16:creationId xmlns:a16="http://schemas.microsoft.com/office/drawing/2014/main" id="{38760D9B-A5D7-3036-5693-5A7102C37F89}"/>
                </a:ext>
              </a:extLst>
            </p:cNvPr>
            <p:cNvSpPr/>
            <p:nvPr/>
          </p:nvSpPr>
          <p:spPr>
            <a:xfrm>
              <a:off x="1711584" y="4306725"/>
              <a:ext cx="665100" cy="363600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  <p:sp>
          <p:nvSpPr>
            <p:cNvPr id="31" name="Google Shape;4393;p121">
              <a:extLst>
                <a:ext uri="{FF2B5EF4-FFF2-40B4-BE49-F238E27FC236}">
                  <a16:creationId xmlns:a16="http://schemas.microsoft.com/office/drawing/2014/main" id="{300562F7-51CC-9FB3-A223-87E281A158B6}"/>
                </a:ext>
              </a:extLst>
            </p:cNvPr>
            <p:cNvSpPr/>
            <p:nvPr/>
          </p:nvSpPr>
          <p:spPr>
            <a:xfrm>
              <a:off x="2376700" y="4306725"/>
              <a:ext cx="665100" cy="363600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400">
                <a:latin typeface="Arial Nova Cond" panose="020B0506020202020204" pitchFamily="34" charset="0"/>
              </a:endParaRPr>
            </a:p>
          </p:txBody>
        </p:sp>
      </p:grp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501200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2" y="2159999"/>
            <a:ext cx="33984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0848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289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404673" y="3674406"/>
            <a:ext cx="3398031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42696408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B540873-82F6-56BC-E3A7-0440EAD8B0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553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540873-82F6-56BC-E3A7-0440EAD8B0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08296349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736F0D5-656D-76A3-07DC-5EFF72508D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40461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36F0D5-656D-76A3-07DC-5EFF72508D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159390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70848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3289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04673" y="4333057"/>
            <a:ext cx="3398031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8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40276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850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8334688" y="19151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30423" y="14954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7084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8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0276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850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334688" y="4099574"/>
            <a:ext cx="3398031" cy="11243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30423" y="3679825"/>
            <a:ext cx="1702875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352641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51E734F-A37D-F725-D820-25BAD25CBD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66739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1E734F-A37D-F725-D820-25BAD25CB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13FE857-09EF-6320-AEC5-6F9618E95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2" name="Google Shape;4546;p456">
            <a:extLst>
              <a:ext uri="{FF2B5EF4-FFF2-40B4-BE49-F238E27FC236}">
                <a16:creationId xmlns:a16="http://schemas.microsoft.com/office/drawing/2014/main" id="{BDF08FE4-6E2D-5166-08BA-CE39A101E6C8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8BFB194-2672-16B7-ED2C-9B1C972E24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E0F91D7-7C08-A520-E598-9CDB27F1B5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650DD8A1-947F-8F07-93AB-A40EF04FDF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60000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04975F1-C05A-1F8D-7E3A-2F1589A4DD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8445" y="1501413"/>
            <a:ext cx="6863932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06ED13DD-6DF2-F50D-26A3-FD10F14995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63951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D917ADE9-5F71-6C61-E67F-FBE028C251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2260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Chart Placeholder 56">
            <a:extLst>
              <a:ext uri="{FF2B5EF4-FFF2-40B4-BE49-F238E27FC236}">
                <a16:creationId xmlns:a16="http://schemas.microsoft.com/office/drawing/2014/main" id="{3E906642-ECAC-F54B-5543-3825A12B4E2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89400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B340CD37-1B87-00B6-5E57-D55AAF8536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430CE6F3-F391-1382-61C7-7841BF993D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934D75B2-B160-3924-EE10-A7E18ABF93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2815186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E8ECD5-C53F-82E9-736F-8057C432D6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0418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E8ECD5-C53F-82E9-736F-8057C432D6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94365A6E-758D-3E5C-AD84-D5AE47370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5" name="Google Shape;4546;p456">
            <a:extLst>
              <a:ext uri="{FF2B5EF4-FFF2-40B4-BE49-F238E27FC236}">
                <a16:creationId xmlns:a16="http://schemas.microsoft.com/office/drawing/2014/main" id="{04212ACC-5AB5-7E90-4A7E-4F3BC0BED6FF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C1003A35-16F0-6A43-5044-7EFBF15EF1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E8C8209-B4A1-245C-93A5-B5A89253D3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EFDD814-6412-39CF-649F-8FD4B10EB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60000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3499164C-4D4D-FD1A-9E9D-39C859A007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8445" y="1501413"/>
            <a:ext cx="6863932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93493471-2497-21B2-4B44-74EDA5E731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63951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000B1622-ABAD-5280-3CB5-9A2AAA8F00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2260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Chart Placeholder 56">
            <a:extLst>
              <a:ext uri="{FF2B5EF4-FFF2-40B4-BE49-F238E27FC236}">
                <a16:creationId xmlns:a16="http://schemas.microsoft.com/office/drawing/2014/main" id="{E7DA3DAF-C417-F696-7A8D-DEC16EAB0A9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89400"/>
          </a:xfrm>
          <a:prstGeom prst="rect">
            <a:avLst/>
          </a:prstGeom>
        </p:spPr>
        <p:txBody>
          <a:bodyPr/>
          <a:lstStyle>
            <a:lvl1pPr rtl="0">
              <a:defRPr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8514E3F-27C2-0D9D-01A1-49C5239E75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6B6AE38-B925-98EC-AD44-D816BB0AAD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BF3B4464-6F82-DB5C-FD37-590D937C3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413061625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B1F7498-BB37-177C-ED51-28B4FB204E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5286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1F7498-BB37-177C-ED51-28B4FB204E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501200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159999"/>
            <a:ext cx="3747600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5002E8C-C568-172D-3109-85A55236B2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4348" y="1501200"/>
            <a:ext cx="3746966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84326CA-7B90-4056-3C9C-24A905DEC8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848" y="3689792"/>
            <a:ext cx="3746966" cy="52687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E137C798-7CCC-8C7D-D495-0AEC858F97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848" y="4348443"/>
            <a:ext cx="3746966" cy="12708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3F429A4A-06DC-1E3A-5A65-0C3997FDCCC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8445" y="1803600"/>
            <a:ext cx="6864295" cy="3790800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Gráfico</a:t>
            </a:r>
          </a:p>
        </p:txBody>
      </p:sp>
      <p:pic>
        <p:nvPicPr>
          <p:cNvPr id="4" name="Google Shape;2417;p84">
            <a:extLst>
              <a:ext uri="{FF2B5EF4-FFF2-40B4-BE49-F238E27FC236}">
                <a16:creationId xmlns:a16="http://schemas.microsoft.com/office/drawing/2014/main" id="{23FCB833-941F-6595-929E-8CDE9F8767AD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55BCCC9F-12BA-1AC7-F575-E03E54A2B7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8F4643BE-BB97-4DB6-085A-60C5E725A2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9D2B60D9-BF99-DCF4-16A1-2B2DB3AEA6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57652224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D1F0D5C-A2B9-3310-111D-14EA91D962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6720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1F0D5C-A2B9-3310-111D-14EA91D962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3813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4" y="165544"/>
            <a:ext cx="10117976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1" y="824400"/>
            <a:ext cx="1125551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93636445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D8D0C97-1C47-9F79-1D50-304036DF99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32127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8D0C97-1C47-9F79-1D50-304036DF99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C2B49C8-5587-3CB9-BD73-530C192F48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600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CCD5DB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EF406C78-B1F5-AB03-82A5-7DF8C0747F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6F14D0AD-9C0F-D98D-BCB7-363101D50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F8A4A206-C721-0C4B-953D-3F1BCB6B18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C0D0EDD7-6D67-670B-9270-19E08DE70C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013F624-E35B-F58C-648D-C3A004B708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2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19EEA635-C715-2C9F-7862-EE40366C91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5A64E133-61F8-AFC9-4C48-ABDBEE214E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2642697407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A80910B-7DEE-2030-CB93-72F5EDCC51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490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80910B-7DEE-2030-CB93-72F5EDCC51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solidFill>
                <a:schemeClr val="accent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BF4007C-AEF5-1786-9FF8-F60CDACA0F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3B8C4F1-E7F7-1D6D-955B-75C67D6C5F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953A4B2F-B127-7B18-CE54-EC01AF7BF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0A365680-547C-C246-87C0-E4B630AEC8F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EB28C7E4-8F9A-2C71-9E1F-4208A79CB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6408949-5F76-4553-CBE0-95BB98206B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BC3ED72-423E-D7C5-D057-74AB3C3894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1711466F-E196-2186-7321-D3E46A5E61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164457915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6D158F2-F594-06B7-92EF-CC59D8AECC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894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D158F2-F594-06B7-92EF-CC59D8AECC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solidFill>
                <a:schemeClr val="accent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6697B59E-38DE-7EC1-5EDD-7785F77BB184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BA14547C-7285-CF58-B9B3-541BB36551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5600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Slide Number Placeholder 2">
            <a:extLst>
              <a:ext uri="{FF2B5EF4-FFF2-40B4-BE49-F238E27FC236}">
                <a16:creationId xmlns:a16="http://schemas.microsoft.com/office/drawing/2014/main" id="{53326B84-0BDE-C405-8470-D2F50864E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11C8FB31-E72F-324A-BCFE-AD2FBF56E2D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58627F7B-32F7-BB81-CFBD-7C75ACADDC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BB4EE01-B1A3-8500-2FD4-449DAED00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76D4820-2CC0-20DE-3F85-5CE1CEBFE4A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3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50550319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5142FF-4352-28DD-AB14-9A1543A191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201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5142FF-4352-28DD-AB14-9A1543A191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159" b="159"/>
          <a:stretch/>
        </p:blipFill>
        <p:spPr>
          <a:xfrm>
            <a:off x="10587600" y="134942"/>
            <a:ext cx="1199469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795" y="1501326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794" y="1832991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795" y="2417043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794" y="2748708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795" y="3332762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794" y="3664427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795" y="4248480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794" y="4580145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795" y="5164197"/>
            <a:ext cx="5628480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pt-BR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794" y="5495862"/>
            <a:ext cx="5628480" cy="3761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Texto em até duas linhas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8696" y="1501200"/>
            <a:ext cx="4159754" cy="42027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2800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618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622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 </a:t>
            </a:r>
          </a:p>
        </p:txBody>
      </p:sp>
    </p:spTree>
    <p:extLst>
      <p:ext uri="{BB962C8B-B14F-4D97-AF65-F5344CB8AC3E}">
        <p14:creationId xmlns:p14="http://schemas.microsoft.com/office/powerpoint/2010/main" val="340277483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E9914B0-0213-1C1B-39AC-CA304AE17E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73361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9914B0-0213-1C1B-39AC-CA304AE17E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 sz="1000" b="0" i="0">
              <a:latin typeface="Arial Nova Cond" panose="020F0502020204030204" pitchFamily="34" charset="0"/>
              <a:cs typeface="Arial Nova Cond" panose="020F050202020403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FBCC3E6-F254-1271-02D3-8E7D096D6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2AEEF9D3-747E-0AF9-2735-B1FB0BD19E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4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E88700D0-AF50-0AE3-4914-55445C2AD7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2" name="Text Placeholder 45">
            <a:extLst>
              <a:ext uri="{FF2B5EF4-FFF2-40B4-BE49-F238E27FC236}">
                <a16:creationId xmlns:a16="http://schemas.microsoft.com/office/drawing/2014/main" id="{D0D91D7B-D576-E0CF-A653-226D2E7780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906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59FC3F61-7FB1-3688-D59D-E451A69A2E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6635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642A086A-A6CE-4854-A9C9-6ACC4B9C4F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635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6" name="Text Placeholder 45">
            <a:extLst>
              <a:ext uri="{FF2B5EF4-FFF2-40B4-BE49-F238E27FC236}">
                <a16:creationId xmlns:a16="http://schemas.microsoft.com/office/drawing/2014/main" id="{D86A93A7-01C6-7729-2E05-E679D1E9E7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55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7" name="Text Placeholder 45">
            <a:extLst>
              <a:ext uri="{FF2B5EF4-FFF2-40B4-BE49-F238E27FC236}">
                <a16:creationId xmlns:a16="http://schemas.microsoft.com/office/drawing/2014/main" id="{C7BC30AB-E71A-4818-D6E8-D4E2682D2E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0751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FF0BF134-3C85-87DB-C197-C0CA5CEAA2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7725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9" name="Text Placeholder 59">
            <a:extLst>
              <a:ext uri="{FF2B5EF4-FFF2-40B4-BE49-F238E27FC236}">
                <a16:creationId xmlns:a16="http://schemas.microsoft.com/office/drawing/2014/main" id="{46188C8A-C985-78A6-66D4-3832C406C4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3937" y="1494951"/>
            <a:ext cx="1078201" cy="107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accent4"/>
            </a:solidFill>
          </a:ln>
        </p:spPr>
        <p:txBody>
          <a:bodyPr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D006269E-75A3-226C-ADE1-F41E4096F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846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1" name="Text Placeholder 45">
            <a:extLst>
              <a:ext uri="{FF2B5EF4-FFF2-40B4-BE49-F238E27FC236}">
                <a16:creationId xmlns:a16="http://schemas.microsoft.com/office/drawing/2014/main" id="{EB96BB0D-8BE0-E46F-DA58-EE988F233A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7930" y="3331874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2" name="Text Placeholder 45">
            <a:extLst>
              <a:ext uri="{FF2B5EF4-FFF2-40B4-BE49-F238E27FC236}">
                <a16:creationId xmlns:a16="http://schemas.microsoft.com/office/drawing/2014/main" id="{9C641DBF-75C7-1771-2CF8-BC6EAACD33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5722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4" name="Text Placeholder 45">
            <a:extLst>
              <a:ext uri="{FF2B5EF4-FFF2-40B4-BE49-F238E27FC236}">
                <a16:creationId xmlns:a16="http://schemas.microsoft.com/office/drawing/2014/main" id="{670AF307-9708-4A42-06DC-03BE2A566D1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6238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5" name="Text Placeholder 45">
            <a:extLst>
              <a:ext uri="{FF2B5EF4-FFF2-40B4-BE49-F238E27FC236}">
                <a16:creationId xmlns:a16="http://schemas.microsoft.com/office/drawing/2014/main" id="{A2A07650-485F-4781-9344-52465646623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8303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B84D5F0D-8CD2-4364-2E92-0B2BE5EEC4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5902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46C78987-82E3-C545-6C09-F2DB1E9C1D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86300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69844F0D-82D9-2C9A-2CD8-9261D84BBFF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86300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71A075F2-D7D5-5B33-37BD-E63A40C84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86300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117" name="Picture Placeholder 112">
            <a:extLst>
              <a:ext uri="{FF2B5EF4-FFF2-40B4-BE49-F238E27FC236}">
                <a16:creationId xmlns:a16="http://schemas.microsoft.com/office/drawing/2014/main" id="{EFC886AE-3FFF-D88F-6F1F-75E4441DC42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18" name="Picture Placeholder 112">
            <a:extLst>
              <a:ext uri="{FF2B5EF4-FFF2-40B4-BE49-F238E27FC236}">
                <a16:creationId xmlns:a16="http://schemas.microsoft.com/office/drawing/2014/main" id="{4464FD34-1C93-7040-81B4-713987BC8E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19" name="Picture Placeholder 112">
            <a:extLst>
              <a:ext uri="{FF2B5EF4-FFF2-40B4-BE49-F238E27FC236}">
                <a16:creationId xmlns:a16="http://schemas.microsoft.com/office/drawing/2014/main" id="{051F496B-741B-E770-D8E1-89B776F3C1D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20" name="Picture Placeholder 112">
            <a:extLst>
              <a:ext uri="{FF2B5EF4-FFF2-40B4-BE49-F238E27FC236}">
                <a16:creationId xmlns:a16="http://schemas.microsoft.com/office/drawing/2014/main" id="{C4BF5B86-BF55-9B71-F9DD-19479EAA430F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1" name="Picture Placeholder 112">
            <a:extLst>
              <a:ext uri="{FF2B5EF4-FFF2-40B4-BE49-F238E27FC236}">
                <a16:creationId xmlns:a16="http://schemas.microsoft.com/office/drawing/2014/main" id="{086B2653-5939-A196-AD7B-E9BA87AE168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393495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2" name="Picture Placeholder 112">
            <a:extLst>
              <a:ext uri="{FF2B5EF4-FFF2-40B4-BE49-F238E27FC236}">
                <a16:creationId xmlns:a16="http://schemas.microsoft.com/office/drawing/2014/main" id="{95ED886E-C68F-3627-210E-CA7ACFF6473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3988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3" name="Picture Placeholder 112">
            <a:extLst>
              <a:ext uri="{FF2B5EF4-FFF2-40B4-BE49-F238E27FC236}">
                <a16:creationId xmlns:a16="http://schemas.microsoft.com/office/drawing/2014/main" id="{02C89B8C-F038-BD43-275B-6A310132C3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393495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4" name="Picture Placeholder 112">
            <a:extLst>
              <a:ext uri="{FF2B5EF4-FFF2-40B4-BE49-F238E27FC236}">
                <a16:creationId xmlns:a16="http://schemas.microsoft.com/office/drawing/2014/main" id="{3ACA967E-2F7F-BC02-BC67-2E97C5B09DF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3988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5" name="Picture Placeholder 112">
            <a:extLst>
              <a:ext uri="{FF2B5EF4-FFF2-40B4-BE49-F238E27FC236}">
                <a16:creationId xmlns:a16="http://schemas.microsoft.com/office/drawing/2014/main" id="{6795F334-AEA2-E9D9-1F73-CB69AA374A01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305422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6" name="Picture Placeholder 112">
            <a:extLst>
              <a:ext uri="{FF2B5EF4-FFF2-40B4-BE49-F238E27FC236}">
                <a16:creationId xmlns:a16="http://schemas.microsoft.com/office/drawing/2014/main" id="{5B7C59A9-1F7E-7F84-2656-1CBFEF340FAD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151809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7" name="Picture Placeholder 112">
            <a:extLst>
              <a:ext uri="{FF2B5EF4-FFF2-40B4-BE49-F238E27FC236}">
                <a16:creationId xmlns:a16="http://schemas.microsoft.com/office/drawing/2014/main" id="{BF351E6D-0A32-FE10-87B8-B5CA7368FCD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305422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8" name="Picture Placeholder 112">
            <a:extLst>
              <a:ext uri="{FF2B5EF4-FFF2-40B4-BE49-F238E27FC236}">
                <a16:creationId xmlns:a16="http://schemas.microsoft.com/office/drawing/2014/main" id="{EA0ED369-4028-2215-2505-FA6C595573B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151809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59" name="Picture Placeholder 112">
            <a:extLst>
              <a:ext uri="{FF2B5EF4-FFF2-40B4-BE49-F238E27FC236}">
                <a16:creationId xmlns:a16="http://schemas.microsoft.com/office/drawing/2014/main" id="{B7BD2977-9780-B538-E033-8FC9EC83043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238730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0" name="Picture Placeholder 112">
            <a:extLst>
              <a:ext uri="{FF2B5EF4-FFF2-40B4-BE49-F238E27FC236}">
                <a16:creationId xmlns:a16="http://schemas.microsoft.com/office/drawing/2014/main" id="{9950FEFA-7BB0-4CC2-C294-BE01645205C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7085117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1" name="Picture Placeholder 112">
            <a:extLst>
              <a:ext uri="{FF2B5EF4-FFF2-40B4-BE49-F238E27FC236}">
                <a16:creationId xmlns:a16="http://schemas.microsoft.com/office/drawing/2014/main" id="{01C554D2-147A-0A03-9778-037D4B31307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38730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2" name="Picture Placeholder 112">
            <a:extLst>
              <a:ext uri="{FF2B5EF4-FFF2-40B4-BE49-F238E27FC236}">
                <a16:creationId xmlns:a16="http://schemas.microsoft.com/office/drawing/2014/main" id="{3796D47D-50C7-A02C-0E05-5B609B6026ED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085117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3" name="Picture Placeholder 112">
            <a:extLst>
              <a:ext uri="{FF2B5EF4-FFF2-40B4-BE49-F238E27FC236}">
                <a16:creationId xmlns:a16="http://schemas.microsoft.com/office/drawing/2014/main" id="{FB8CC0EB-F747-1AC5-4A63-20852F73AAC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150657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4" name="Picture Placeholder 112">
            <a:extLst>
              <a:ext uri="{FF2B5EF4-FFF2-40B4-BE49-F238E27FC236}">
                <a16:creationId xmlns:a16="http://schemas.microsoft.com/office/drawing/2014/main" id="{13316271-9073-FA34-D257-81CFACC2F9A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8997044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5" name="Picture Placeholder 112">
            <a:extLst>
              <a:ext uri="{FF2B5EF4-FFF2-40B4-BE49-F238E27FC236}">
                <a16:creationId xmlns:a16="http://schemas.microsoft.com/office/drawing/2014/main" id="{2D081C9F-FFDB-5E72-CDC1-08FD1EAA9CE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50657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6" name="Picture Placeholder 112">
            <a:extLst>
              <a:ext uri="{FF2B5EF4-FFF2-40B4-BE49-F238E27FC236}">
                <a16:creationId xmlns:a16="http://schemas.microsoft.com/office/drawing/2014/main" id="{FCD0971A-AD15-24CB-AADC-A5A5CD3D3080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8997044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7" name="Picture Placeholder 112">
            <a:extLst>
              <a:ext uri="{FF2B5EF4-FFF2-40B4-BE49-F238E27FC236}">
                <a16:creationId xmlns:a16="http://schemas.microsoft.com/office/drawing/2014/main" id="{1EDAEA0A-1F9E-0266-BFBB-C120CB2AF84F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0083366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8" name="Picture Placeholder 112">
            <a:extLst>
              <a:ext uri="{FF2B5EF4-FFF2-40B4-BE49-F238E27FC236}">
                <a16:creationId xmlns:a16="http://schemas.microsoft.com/office/drawing/2014/main" id="{2F5FA254-F578-81A3-41F5-C3A4188C9153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0929753" y="5759530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69" name="Picture Placeholder 112">
            <a:extLst>
              <a:ext uri="{FF2B5EF4-FFF2-40B4-BE49-F238E27FC236}">
                <a16:creationId xmlns:a16="http://schemas.microsoft.com/office/drawing/2014/main" id="{02ADE5EA-819B-4009-A707-05360E76DE58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0083366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170" name="Picture Placeholder 112">
            <a:extLst>
              <a:ext uri="{FF2B5EF4-FFF2-40B4-BE49-F238E27FC236}">
                <a16:creationId xmlns:a16="http://schemas.microsoft.com/office/drawing/2014/main" id="{C4EA6999-AB5E-2535-979C-4547E9F93104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0929753" y="6076925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 b="0" i="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4CE98C3B-F2FD-4710-D7AF-EC1A816EB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1490688-2F65-8813-6E96-E782F8AB17E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997925-6C1B-75CB-9C47-5312C73D4159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303937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B2A9D99-7A40-D467-4341-077D5AC15500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618578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8B31671-5EE3-00D1-EA29-BBE17921CD02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613498" y="1494951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087106C0-D350-5125-E860-B60E2D3276F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39349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9E8C993E-EF4E-8727-7C79-6E3D1180AEFF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816005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FC415ADE-C3F8-91AC-F68C-D5E927FD832E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086300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B89E0082-032B-70FF-9173-66B12D61DB04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8369EF3-1596-2394-03AC-0A91B472CB9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8693DB5C-7904-70C2-FCEF-ABD2C965D52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505A0876-127F-1D5E-0992-B049EAAA0F09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65749175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E7AC94A-462C-DF7E-4669-511F7438DB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8067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7AC94A-462C-DF7E-4669-511F7438DB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5">
            <a:extLst>
              <a:ext uri="{FF2B5EF4-FFF2-40B4-BE49-F238E27FC236}">
                <a16:creationId xmlns:a16="http://schemas.microsoft.com/office/drawing/2014/main" id="{184BEF38-BA57-9233-BF32-353FC9FCD75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781299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45">
            <a:extLst>
              <a:ext uri="{FF2B5EF4-FFF2-40B4-BE49-F238E27FC236}">
                <a16:creationId xmlns:a16="http://schemas.microsoft.com/office/drawing/2014/main" id="{BE8E19FD-DD8D-5555-7920-3C12693E3EDF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095874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079AD012-955D-AE9B-8117-2C6FA7564B1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10449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C026705F-51AF-1B05-9BB9-12BC90AFB3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72174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C05C7977-0EB4-D1DB-AC0F-A4E6F70944A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721742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D13853F8-E884-3F6A-37C8-60DE3B863DE7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9725024" y="3672236"/>
            <a:ext cx="199800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78F24FCF-0EC8-F34A-D906-F142EE9EE42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40473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D4CACC7C-0A4F-9F8D-8E3C-57DEA8E6C0D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404734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69B840AF-EFC8-FB29-99C1-7C1B78335862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094233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87C8AD8F-B1BA-D416-A5DD-13F662AF0E0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094233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F3EEA961-FF4F-9EB2-69E5-E19924923EAA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277722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21447B95-70B2-E5FD-E24A-FC67D4385B0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777225" y="3338607"/>
            <a:ext cx="199800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38" name="Picture Placeholder 112">
            <a:extLst>
              <a:ext uri="{FF2B5EF4-FFF2-40B4-BE49-F238E27FC236}">
                <a16:creationId xmlns:a16="http://schemas.microsoft.com/office/drawing/2014/main" id="{9725F242-22D1-387E-1CEF-6BFE9A78FA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39" name="Picture Placeholder 112">
            <a:extLst>
              <a:ext uri="{FF2B5EF4-FFF2-40B4-BE49-F238E27FC236}">
                <a16:creationId xmlns:a16="http://schemas.microsoft.com/office/drawing/2014/main" id="{E384AB8E-6BD9-FF09-4073-A1FAF4A77E6F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9636A67-51C5-7A83-C35B-88F45050439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61E875A4-B648-1039-EF17-648980A0A6D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CF3E0D15-B00C-6931-2ECA-29D1EAE0835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78373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0536C028-A154-D1F3-1B94-1D6C9CB557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630119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75EF1F6A-112A-3B2B-6CDF-59BF6EB4BC2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78373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10BDBBED-1442-5A27-AAFD-AA804B45752B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630119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88AA171C-6D7D-16DD-C625-FD357EF52E9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90814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A129352-6C9F-86C0-B95F-3D3E42A9C23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937201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914857E5-53CF-D040-A651-C41C6C01DE7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090814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46F1550C-FEA2-AEA3-87ED-0707444F1AE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937201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902AE775-8DB5-9035-189C-7F1A39BC579A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40473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E16E7B59-3B86-42B9-64FC-AD62C3DC672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25112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2" name="Picture Placeholder 112">
            <a:extLst>
              <a:ext uri="{FF2B5EF4-FFF2-40B4-BE49-F238E27FC236}">
                <a16:creationId xmlns:a16="http://schemas.microsoft.com/office/drawing/2014/main" id="{83DC49ED-EDA8-E6EB-7A6F-D95390AA8CC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740473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3" name="Picture Placeholder 112">
            <a:extLst>
              <a:ext uri="{FF2B5EF4-FFF2-40B4-BE49-F238E27FC236}">
                <a16:creationId xmlns:a16="http://schemas.microsoft.com/office/drawing/2014/main" id="{26F60E47-19D1-BFC3-6C8F-749C4B12AAF6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825112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4" name="Picture Placeholder 112">
            <a:extLst>
              <a:ext uri="{FF2B5EF4-FFF2-40B4-BE49-F238E27FC236}">
                <a16:creationId xmlns:a16="http://schemas.microsoft.com/office/drawing/2014/main" id="{42275787-A019-11AD-46FE-A7DDC6704D54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72174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5" name="Picture Placeholder 112">
            <a:extLst>
              <a:ext uri="{FF2B5EF4-FFF2-40B4-BE49-F238E27FC236}">
                <a16:creationId xmlns:a16="http://schemas.microsoft.com/office/drawing/2014/main" id="{5DF57175-AB66-192C-5CB7-93049ECC0CF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0568129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060C51A-D08F-54FB-FCB0-EAB2C4861B82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72174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E1F4FC93-69A8-3BD1-3329-13A5836424E9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0568129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Slide Number Placeholder 2">
            <a:extLst>
              <a:ext uri="{FF2B5EF4-FFF2-40B4-BE49-F238E27FC236}">
                <a16:creationId xmlns:a16="http://schemas.microsoft.com/office/drawing/2014/main" id="{13547A98-9145-52DB-0778-F0964B590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9" name="Text Placeholder 32">
            <a:extLst>
              <a:ext uri="{FF2B5EF4-FFF2-40B4-BE49-F238E27FC236}">
                <a16:creationId xmlns:a16="http://schemas.microsoft.com/office/drawing/2014/main" id="{76CD81D2-BF90-68D8-E1AE-B8E0CF4C5A4A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0374A75-F50D-5070-A973-581B679CC4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1624A0F-DB18-4583-6553-B7380C6BCA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1AE847BA-635A-59E4-30D3-6F045F2092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34" name="Text Placeholder 45">
            <a:extLst>
              <a:ext uri="{FF2B5EF4-FFF2-40B4-BE49-F238E27FC236}">
                <a16:creationId xmlns:a16="http://schemas.microsoft.com/office/drawing/2014/main" id="{89BC3310-EF60-69C0-3707-2C9B77B411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8FAFCE19-6536-97A8-08AE-68DC35A66E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4" y="3338607"/>
            <a:ext cx="163897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27DE418C-1E9A-7C24-A28E-C30E5B7365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3672236"/>
            <a:ext cx="1638975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C01BEAB5-0771-F15C-BA83-EFF62E18272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7B2CDD9-20B4-A792-0865-2F1F48726D14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2781490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4A90DFAB-D24E-2600-E000-0F70F5A05CC0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509866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D227A52C-BD35-961E-2984-AD74E25BC609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7405444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FD4D05F0-1624-0D4B-287B-C5C59F1C3E0F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9712226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94340792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9451DEE-5B2B-5FC5-35E7-3D0ECBACCC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4491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51DEE-5B2B-5FC5-35E7-3D0ECBACCC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40804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5443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0804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25443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3412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18051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633412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18051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26465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111039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Picture Placeholder 112">
            <a:extLst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26465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9" name="Picture Placeholder 112">
            <a:extLst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111039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6559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559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65592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9883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9883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398835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3245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3245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33245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6890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26890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26890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339883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633245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26890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78013556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C605B49-0071-096C-77E7-20D160B958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0849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605B49-0071-096C-77E7-20D160B958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4FB47104-05AB-F959-CC2B-C55944736CA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2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7" name="Text Placeholder 45">
            <a:extLst>
              <a:ext uri="{FF2B5EF4-FFF2-40B4-BE49-F238E27FC236}">
                <a16:creationId xmlns:a16="http://schemas.microsoft.com/office/drawing/2014/main" id="{FD9BDD92-6A6B-6575-FFB2-A083DA24942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239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A3799709-E02F-EB91-5C64-E86F20212DF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68238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8F8CF298-DF97-ED45-B093-56367D0C2AA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39806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A0C6D49E-8B2E-11B4-DC60-2B4E3A9763E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39806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1" name="Text Placeholder 45">
            <a:extLst>
              <a:ext uri="{FF2B5EF4-FFF2-40B4-BE49-F238E27FC236}">
                <a16:creationId xmlns:a16="http://schemas.microsoft.com/office/drawing/2014/main" id="{895A063C-E7F9-1644-609D-CD895FAB3867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398064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92" name="Text Placeholder 45">
            <a:extLst>
              <a:ext uri="{FF2B5EF4-FFF2-40B4-BE49-F238E27FC236}">
                <a16:creationId xmlns:a16="http://schemas.microsoft.com/office/drawing/2014/main" id="{737A549F-309E-E290-D495-3091A1CCDBB1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327891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3" name="Text Placeholder 45">
            <a:extLst>
              <a:ext uri="{FF2B5EF4-FFF2-40B4-BE49-F238E27FC236}">
                <a16:creationId xmlns:a16="http://schemas.microsoft.com/office/drawing/2014/main" id="{517C5E15-6C1C-4465-2D55-38597807144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327891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94" name="Text Placeholder 45">
            <a:extLst>
              <a:ext uri="{FF2B5EF4-FFF2-40B4-BE49-F238E27FC236}">
                <a16:creationId xmlns:a16="http://schemas.microsoft.com/office/drawing/2014/main" id="{691C9150-7ECF-93A2-6868-E1D1BC6EC186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327890" y="3672236"/>
            <a:ext cx="340064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95" name="Slide Number Placeholder 2">
            <a:extLst>
              <a:ext uri="{FF2B5EF4-FFF2-40B4-BE49-F238E27FC236}">
                <a16:creationId xmlns:a16="http://schemas.microsoft.com/office/drawing/2014/main" id="{117322D5-038E-2FA7-9F29-EC97D8955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6" name="Text Placeholder 32">
            <a:extLst>
              <a:ext uri="{FF2B5EF4-FFF2-40B4-BE49-F238E27FC236}">
                <a16:creationId xmlns:a16="http://schemas.microsoft.com/office/drawing/2014/main" id="{B7A6DF6F-63E1-D210-CE01-59B350B9365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34FC260-27B4-BBEC-33CB-B74788847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C62E8DE-62BC-4B0F-802B-96F211FC09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E295935C-3475-1D0A-6612-639B74DBEF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9A56846C-3944-27A1-FB3E-2E39071B885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E0B43B2E-D350-8DA8-B494-38CAF3B0CEB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Picture Placeholder 112">
            <a:extLst>
              <a:ext uri="{FF2B5EF4-FFF2-40B4-BE49-F238E27FC236}">
                <a16:creationId xmlns:a16="http://schemas.microsoft.com/office/drawing/2014/main" id="{E06D1F11-1B6A-63F8-D776-0CC786BC82D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48B2F433-F7C5-077F-E8E3-6A78FB8A32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24D368B3-06EE-320F-A632-E201AC667073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4398645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CD644C02-AC36-F309-FBBE-25CBD3406D8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245032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9" name="Picture Placeholder 112">
            <a:extLst>
              <a:ext uri="{FF2B5EF4-FFF2-40B4-BE49-F238E27FC236}">
                <a16:creationId xmlns:a16="http://schemas.microsoft.com/office/drawing/2014/main" id="{358FC273-3BAB-3B7F-BFDA-58B0C2447F3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398645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0" name="Picture Placeholder 112">
            <a:extLst>
              <a:ext uri="{FF2B5EF4-FFF2-40B4-BE49-F238E27FC236}">
                <a16:creationId xmlns:a16="http://schemas.microsoft.com/office/drawing/2014/main" id="{387999AB-EA53-7A44-25FF-C161955524AC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245032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1" name="Picture Placeholder 112">
            <a:extLst>
              <a:ext uri="{FF2B5EF4-FFF2-40B4-BE49-F238E27FC236}">
                <a16:creationId xmlns:a16="http://schemas.microsoft.com/office/drawing/2014/main" id="{7D8118F4-491B-DB48-BF4E-05CEF3F970D0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321421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2" name="Picture Placeholder 112">
            <a:extLst>
              <a:ext uri="{FF2B5EF4-FFF2-40B4-BE49-F238E27FC236}">
                <a16:creationId xmlns:a16="http://schemas.microsoft.com/office/drawing/2014/main" id="{16EE0C90-2BA6-0C41-48E3-265438620598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167808" y="57642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3" name="Picture Placeholder 112">
            <a:extLst>
              <a:ext uri="{FF2B5EF4-FFF2-40B4-BE49-F238E27FC236}">
                <a16:creationId xmlns:a16="http://schemas.microsoft.com/office/drawing/2014/main" id="{C222AFDC-D942-D82C-A35D-EE2CAC98BEC7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321421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C2F6A864-0DC7-D96C-350D-57A24353F64A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9167808" y="608161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A498B515-6E8A-7B62-FA93-36A2AE935AD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BCD1BCE2-0464-ED5E-8BED-DBBBBE4A9338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4402473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36261CC2-6FA1-BEAD-AD50-1E8BF5149ECD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831984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217345234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CC92078-BE92-1124-6BDD-A4E8B107FF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94406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C92078-BE92-1124-6BDD-A4E8B107FF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Freeform 80">
            <a:extLst>
              <a:ext uri="{FF2B5EF4-FFF2-40B4-BE49-F238E27FC236}">
                <a16:creationId xmlns:a16="http://schemas.microsoft.com/office/drawing/2014/main" id="{CAC1AD48-42E9-F9A8-69CF-369C6A88307D}"/>
              </a:ext>
            </a:extLst>
          </p:cNvPr>
          <p:cNvSpPr/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97AA01CA-292A-F8BE-32EB-FF5E7C064B5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725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5" name="Picture Placeholder 112">
            <a:extLst>
              <a:ext uri="{FF2B5EF4-FFF2-40B4-BE49-F238E27FC236}">
                <a16:creationId xmlns:a16="http://schemas.microsoft.com/office/drawing/2014/main" id="{1B696CCB-40AF-F338-6FD7-59BDD5AEB60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3112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6" name="Picture Placeholder 112">
            <a:extLst>
              <a:ext uri="{FF2B5EF4-FFF2-40B4-BE49-F238E27FC236}">
                <a16:creationId xmlns:a16="http://schemas.microsoft.com/office/drawing/2014/main" id="{F3841364-4E1B-24E4-BA35-7DBA4224680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725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7" name="Picture Placeholder 112">
            <a:extLst>
              <a:ext uri="{FF2B5EF4-FFF2-40B4-BE49-F238E27FC236}">
                <a16:creationId xmlns:a16="http://schemas.microsoft.com/office/drawing/2014/main" id="{866F270C-D053-5181-935F-A9219FE6D39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3112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9B2BE02F-B85D-5DB2-5797-EF405921DCED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336584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5B991AB5-B14A-8BB5-C049-259CF161535D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7182971" y="575358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88F9D75-124C-EA17-DD50-B381E97653CD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6336584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DBF140F7-2D02-2629-9675-8E8C8BD47CCA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7182971" y="607097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6539CBD3-1DA4-A720-4494-A76BB8CA50A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239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B9BEAAE2-AD37-E17E-377E-7BA811ACE37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239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75" name="Text Placeholder 45">
            <a:extLst>
              <a:ext uri="{FF2B5EF4-FFF2-40B4-BE49-F238E27FC236}">
                <a16:creationId xmlns:a16="http://schemas.microsoft.com/office/drawing/2014/main" id="{1541C547-93D3-858D-BC61-538939400DD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68238" y="3672236"/>
            <a:ext cx="4924499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20D77299-9F37-393B-0E25-FF4E0DA5634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33377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79" name="Text Placeholder 45">
            <a:extLst>
              <a:ext uri="{FF2B5EF4-FFF2-40B4-BE49-F238E27FC236}">
                <a16:creationId xmlns:a16="http://schemas.microsoft.com/office/drawing/2014/main" id="{4796DE47-8C8F-F47D-F769-C8BB036265F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33377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333771" y="3672236"/>
            <a:ext cx="4924499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BA06D9F4-9E5A-4CE3-5516-40CA7044D02F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83413F62-B916-6013-4BE5-5A54E9929835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6335182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201821141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55677F0-2283-D826-9AE9-AEA4CE0D43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6457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5677F0-2283-D826-9AE9-AEA4CE0D43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Freeform 52">
            <a:extLst>
              <a:ext uri="{FF2B5EF4-FFF2-40B4-BE49-F238E27FC236}">
                <a16:creationId xmlns:a16="http://schemas.microsoft.com/office/drawing/2014/main" id="{EDBE913B-C502-F40B-9169-EE6267C41860}"/>
              </a:ext>
            </a:extLst>
          </p:cNvPr>
          <p:cNvSpPr/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571398" y="2543075"/>
            <a:ext cx="5864225" cy="296677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600" b="0" i="0">
                <a:latin typeface="Arial Nova Cond" panose="020B0506020202020204" pitchFamily="34" charset="0"/>
                <a:cs typeface="Arial Nova Cond" panose="020B050602020202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cxnSp>
        <p:nvCxnSpPr>
          <p:cNvPr id="45" name="Google Shape;3493;p411">
            <a:extLst>
              <a:ext uri="{FF2B5EF4-FFF2-40B4-BE49-F238E27FC236}">
                <a16:creationId xmlns:a16="http://schemas.microsoft.com/office/drawing/2014/main" id="{140DD431-E78B-5725-42B7-6F4CE2CDD3C7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10589634" y="3984689"/>
            <a:ext cx="1660973" cy="296677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0F784DCA-9360-1C78-DC88-51D07E5BA46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588152" y="1630843"/>
            <a:ext cx="4907745" cy="29162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27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8B7C5652-0FC9-0AD4-5F6F-E2CA450601A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588152" y="2066574"/>
            <a:ext cx="490774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6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4BDB89-018E-698E-CBD4-CFAD6FDB6EA3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66724" y="2311633"/>
            <a:ext cx="2930526" cy="2930526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58" name="Picture Placeholder 112">
            <a:extLst>
              <a:ext uri="{FF2B5EF4-FFF2-40B4-BE49-F238E27FC236}">
                <a16:creationId xmlns:a16="http://schemas.microsoft.com/office/drawing/2014/main" id="{17219938-892C-015F-D864-74BEF4A6B268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4567782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59" name="Picture Placeholder 112">
            <a:extLst>
              <a:ext uri="{FF2B5EF4-FFF2-40B4-BE49-F238E27FC236}">
                <a16:creationId xmlns:a16="http://schemas.microsoft.com/office/drawing/2014/main" id="{48773842-1770-4EA8-9525-C012110030B5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5414169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0" name="Picture Placeholder 112">
            <a:extLst>
              <a:ext uri="{FF2B5EF4-FFF2-40B4-BE49-F238E27FC236}">
                <a16:creationId xmlns:a16="http://schemas.microsoft.com/office/drawing/2014/main" id="{8FB49647-C55A-2FE2-6AD7-DDE189395316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6260556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1" name="Picture Placeholder 112">
            <a:extLst>
              <a:ext uri="{FF2B5EF4-FFF2-40B4-BE49-F238E27FC236}">
                <a16:creationId xmlns:a16="http://schemas.microsoft.com/office/drawing/2014/main" id="{50B99053-DE49-32A9-D3CB-5A194CD43C84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7106943" y="566728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40083791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3660AB8-2A3D-EB92-0159-4A3313D5BE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9250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660AB8-2A3D-EB92-0159-4A3313D5BE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0588" y="3453157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9362" y="2510756"/>
            <a:ext cx="3746967" cy="678546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700" b="0" i="0">
                <a:solidFill>
                  <a:schemeClr val="bg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Mensagem de despedida com até duas linhas</a:t>
            </a:r>
          </a:p>
        </p:txBody>
      </p:sp>
      <p:pic>
        <p:nvPicPr>
          <p:cNvPr id="35" name="Google Shape;4895;p463" descr="Image">
            <a:extLst>
              <a:ext uri="{FF2B5EF4-FFF2-40B4-BE49-F238E27FC236}">
                <a16:creationId xmlns:a16="http://schemas.microsoft.com/office/drawing/2014/main" id="{FB2A2C54-C0B5-CC83-2D1A-4308D61B1F1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r="4906" b="3809"/>
          <a:stretch/>
        </p:blipFill>
        <p:spPr>
          <a:xfrm>
            <a:off x="-1328529" y="-965731"/>
            <a:ext cx="7037531" cy="789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8398FCF1-61E4-B37C-044F-27AB18FD45B8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6154240" y="1671305"/>
            <a:ext cx="2773825" cy="50232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875BC9F-40E8-ECC5-D4AC-9C8CE7C69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0588" y="5830645"/>
            <a:ext cx="2464162" cy="53656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70730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4 1">
  <p:cSld name="Blank 4 1"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5DCF4E-1C28-8D33-28D0-66AD0F43AB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8572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5DCF4E-1C28-8D33-28D0-66AD0F43AB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8" name="Google Shape;1328;p352"/>
          <p:cNvSpPr txBox="1">
            <a:spLocks noGrp="1"/>
          </p:cNvSpPr>
          <p:nvPr>
            <p:ph type="sldNum" idx="12"/>
          </p:nvPr>
        </p:nvSpPr>
        <p:spPr>
          <a:xfrm>
            <a:off x="6007056" y="6405254"/>
            <a:ext cx="1728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Work Sans"/>
              <a:buNone/>
              <a:defRPr sz="9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 sz="13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15965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E598B16-B752-72F9-1298-1503EDEF87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96534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598B16-B752-72F9-1298-1503EDEF87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0"/>
            <a:ext cx="8794750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48" y="1501200"/>
            <a:ext cx="3746966" cy="67854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700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2503813"/>
            <a:ext cx="3746966" cy="1332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4" y="165544"/>
            <a:ext cx="10117976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1" y="824400"/>
            <a:ext cx="11255513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5652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260297026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exto 1 Coluna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5A28F55-C085-3676-C7E9-2FFD73896F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6157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A28F55-C085-3676-C7E9-2FFD73896F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951"/>
            <a:ext cx="11254426" cy="816682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7" y="2584875"/>
            <a:ext cx="11254427" cy="319931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49585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Equi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CF57F3A-C8BD-0FAB-5350-F98A8D8083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5740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F57F3A-C8BD-0FAB-5350-F98A8D808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0260479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t-BR">
              <a:latin typeface="Arial Nova Cond" panose="020B050602020202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40804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5443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0804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25443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34125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18051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6334125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18051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264652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111039" y="5754583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8" name="Picture Placeholder 112">
            <a:extLst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264652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79" name="Picture Placeholder 112">
            <a:extLst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111039" y="6071978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65592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5592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65592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98835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98835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398835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3245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3245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33245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68908" y="2724595"/>
            <a:ext cx="1529013" cy="538391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/>
            </a:lvl2pPr>
            <a:lvl3pPr marL="914400" indent="0">
              <a:lnSpc>
                <a:spcPct val="90000"/>
              </a:lnSpc>
              <a:buNone/>
              <a:defRPr/>
            </a:lvl3pPr>
            <a:lvl4pPr marL="1371600" indent="0">
              <a:lnSpc>
                <a:spcPct val="90000"/>
              </a:lnSpc>
              <a:buNone/>
              <a:defRPr/>
            </a:lvl4pPr>
            <a:lvl5pPr marL="1828800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268908" y="3338607"/>
            <a:ext cx="2462214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1000"/>
            </a:lvl2pPr>
            <a:lvl3pPr marL="914400" indent="0">
              <a:lnSpc>
                <a:spcPct val="90000"/>
              </a:lnSpc>
              <a:buNone/>
              <a:defRPr sz="1000"/>
            </a:lvl3pPr>
            <a:lvl4pPr marL="1371600" indent="0">
              <a:lnSpc>
                <a:spcPct val="90000"/>
              </a:lnSpc>
              <a:buNone/>
              <a:defRPr sz="1000"/>
            </a:lvl4pPr>
            <a:lvl5pPr marL="1828800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pt-BR"/>
              <a:t>Cargo</a:t>
            </a:r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268908" y="3672236"/>
            <a:ext cx="2462214" cy="106521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200" indent="0">
              <a:lnSpc>
                <a:spcPct val="90000"/>
              </a:lnSpc>
              <a:buNone/>
              <a:defRPr sz="800"/>
            </a:lvl2pPr>
            <a:lvl3pPr marL="914400" indent="0">
              <a:lnSpc>
                <a:spcPct val="90000"/>
              </a:lnSpc>
              <a:buNone/>
              <a:defRPr sz="800"/>
            </a:lvl3pPr>
            <a:lvl4pPr marL="1371600" indent="0">
              <a:lnSpc>
                <a:spcPct val="90000"/>
              </a:lnSpc>
              <a:buNone/>
              <a:defRPr sz="800"/>
            </a:lvl4pPr>
            <a:lvl5pPr marL="1828800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62" y="822256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466725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313112" y="5758126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466725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13112" y="6075521"/>
            <a:ext cx="682625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 rtl="0">
              <a:buNone/>
              <a:defRPr sz="1000">
                <a:latin typeface="Arial Nova Cond" panose="020B0506020202020204" pitchFamily="34" charset="0"/>
              </a:defRPr>
            </a:lvl1pPr>
          </a:lstStyle>
          <a:p>
            <a:r>
              <a:rPr lang="pt-BR"/>
              <a:t>Logo</a:t>
            </a:r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709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3398835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633245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268908" y="1494951"/>
            <a:ext cx="1123950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 rtl="0">
              <a:buNone/>
              <a:defRPr sz="100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t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96053214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5_Capa Grafism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9C3855F-5414-2B85-CB35-86BE41C871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05836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C3855F-5414-2B85-CB35-86BE41C87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5"/>
          <a:srcRect/>
          <a:stretch/>
        </p:blipFill>
        <p:spPr>
          <a:xfrm>
            <a:off x="243085" y="379284"/>
            <a:ext cx="3397213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623" y="3673678"/>
            <a:ext cx="5859740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endParaRPr lang="pt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623" y="5836630"/>
            <a:ext cx="5873109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Nome do Cliente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623" y="6222044"/>
            <a:ext cx="245931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pt-BR"/>
              <a:t>Mês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 t="9998" r="12703" b="4392"/>
          <a:stretch/>
        </p:blipFill>
        <p:spPr>
          <a:xfrm>
            <a:off x="5887945" y="1"/>
            <a:ext cx="630564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35874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exto 3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6FF68F2-58BA-F622-B1F3-D869A56211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7278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4" imgH="405" progId="TCLayout.ActiveDocument.1">
                  <p:embed/>
                </p:oleObj>
              </mc:Choice>
              <mc:Fallback>
                <p:oleObj name="Slide do think-cell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FF68F2-58BA-F622-B1F3-D869A56211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0"/>
            <a:ext cx="4627656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D275052D-D27A-7447-8473-BC7C732ED00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87600" y="133200"/>
            <a:ext cx="1200110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4" y="6381750"/>
            <a:ext cx="10120876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 rtl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 Cond" panose="020B0506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848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3289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04673" y="1494000"/>
            <a:ext cx="3398031" cy="74027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848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3289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04673" y="2595600"/>
            <a:ext cx="339803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700" b="0" i="0">
                <a:latin typeface="Arial Nova Light" panose="020B0304020202020204" pitchFamily="34" charset="0"/>
              </a:defRPr>
            </a:lvl2pPr>
            <a:lvl3pPr>
              <a:defRPr sz="2700" b="0" i="0">
                <a:latin typeface="Arial Nova Light" panose="020B0304020202020204" pitchFamily="34" charset="0"/>
              </a:defRPr>
            </a:lvl3pPr>
            <a:lvl4pPr>
              <a:defRPr sz="2700" b="0" i="0">
                <a:latin typeface="Arial Nova Light" panose="020B0304020202020204" pitchFamily="34" charset="0"/>
              </a:defRPr>
            </a:lvl4pPr>
            <a:lvl5pPr>
              <a:defRPr sz="2700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Click to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623" y="165544"/>
            <a:ext cx="10117977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rtl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4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6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80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1 – Pode ou não ser aplicável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62" y="824400"/>
            <a:ext cx="11255652" cy="18682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200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40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600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800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pt-BR"/>
              <a:t>Linha 3 – Subtítulo com 1 ou 2 linhas</a:t>
            </a:r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pt-BR"/>
              <a:t>Linha 2 – Título de 1 ou 2 linhas</a:t>
            </a:r>
          </a:p>
        </p:txBody>
      </p:sp>
    </p:spTree>
    <p:extLst>
      <p:ext uri="{BB962C8B-B14F-4D97-AF65-F5344CB8AC3E}">
        <p14:creationId xmlns:p14="http://schemas.microsoft.com/office/powerpoint/2010/main" val="147912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oleObject" Target="../embeddings/oleObject1.bin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9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26" Type="http://schemas.openxmlformats.org/officeDocument/2006/relationships/slideLayout" Target="../slideLayouts/slideLayout118.xml"/><Relationship Id="rId39" Type="http://schemas.openxmlformats.org/officeDocument/2006/relationships/slideLayout" Target="../slideLayouts/slideLayout131.xml"/><Relationship Id="rId21" Type="http://schemas.openxmlformats.org/officeDocument/2006/relationships/slideLayout" Target="../slideLayouts/slideLayout113.xml"/><Relationship Id="rId34" Type="http://schemas.openxmlformats.org/officeDocument/2006/relationships/slideLayout" Target="../slideLayouts/slideLayout126.xml"/><Relationship Id="rId42" Type="http://schemas.openxmlformats.org/officeDocument/2006/relationships/slideLayout" Target="../slideLayouts/slideLayout134.xml"/><Relationship Id="rId47" Type="http://schemas.openxmlformats.org/officeDocument/2006/relationships/slideLayout" Target="../slideLayouts/slideLayout139.xml"/><Relationship Id="rId50" Type="http://schemas.openxmlformats.org/officeDocument/2006/relationships/slideLayout" Target="../slideLayouts/slideLayout142.xml"/><Relationship Id="rId55" Type="http://schemas.openxmlformats.org/officeDocument/2006/relationships/slideLayout" Target="../slideLayouts/slideLayout147.xml"/><Relationship Id="rId63" Type="http://schemas.openxmlformats.org/officeDocument/2006/relationships/oleObject" Target="../embeddings/oleObject85.bin"/><Relationship Id="rId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03.xml"/><Relationship Id="rId24" Type="http://schemas.openxmlformats.org/officeDocument/2006/relationships/slideLayout" Target="../slideLayouts/slideLayout116.xml"/><Relationship Id="rId32" Type="http://schemas.openxmlformats.org/officeDocument/2006/relationships/slideLayout" Target="../slideLayouts/slideLayout124.xml"/><Relationship Id="rId37" Type="http://schemas.openxmlformats.org/officeDocument/2006/relationships/slideLayout" Target="../slideLayouts/slideLayout129.xml"/><Relationship Id="rId40" Type="http://schemas.openxmlformats.org/officeDocument/2006/relationships/slideLayout" Target="../slideLayouts/slideLayout132.xml"/><Relationship Id="rId45" Type="http://schemas.openxmlformats.org/officeDocument/2006/relationships/slideLayout" Target="../slideLayouts/slideLayout137.xml"/><Relationship Id="rId53" Type="http://schemas.openxmlformats.org/officeDocument/2006/relationships/slideLayout" Target="../slideLayouts/slideLayout145.xml"/><Relationship Id="rId58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97.xml"/><Relationship Id="rId61" Type="http://schemas.openxmlformats.org/officeDocument/2006/relationships/theme" Target="../theme/theme2.xml"/><Relationship Id="rId1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14.xml"/><Relationship Id="rId27" Type="http://schemas.openxmlformats.org/officeDocument/2006/relationships/slideLayout" Target="../slideLayouts/slideLayout119.xml"/><Relationship Id="rId30" Type="http://schemas.openxmlformats.org/officeDocument/2006/relationships/slideLayout" Target="../slideLayouts/slideLayout122.xml"/><Relationship Id="rId35" Type="http://schemas.openxmlformats.org/officeDocument/2006/relationships/slideLayout" Target="../slideLayouts/slideLayout127.xml"/><Relationship Id="rId43" Type="http://schemas.openxmlformats.org/officeDocument/2006/relationships/slideLayout" Target="../slideLayouts/slideLayout135.xml"/><Relationship Id="rId48" Type="http://schemas.openxmlformats.org/officeDocument/2006/relationships/slideLayout" Target="../slideLayouts/slideLayout140.xml"/><Relationship Id="rId56" Type="http://schemas.openxmlformats.org/officeDocument/2006/relationships/slideLayout" Target="../slideLayouts/slideLayout148.xml"/><Relationship Id="rId64" Type="http://schemas.openxmlformats.org/officeDocument/2006/relationships/image" Target="../media/image11.emf"/><Relationship Id="rId8" Type="http://schemas.openxmlformats.org/officeDocument/2006/relationships/slideLayout" Target="../slideLayouts/slideLayout100.xml"/><Relationship Id="rId51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5" Type="http://schemas.openxmlformats.org/officeDocument/2006/relationships/slideLayout" Target="../slideLayouts/slideLayout117.xml"/><Relationship Id="rId33" Type="http://schemas.openxmlformats.org/officeDocument/2006/relationships/slideLayout" Target="../slideLayouts/slideLayout125.xml"/><Relationship Id="rId38" Type="http://schemas.openxmlformats.org/officeDocument/2006/relationships/slideLayout" Target="../slideLayouts/slideLayout130.xml"/><Relationship Id="rId46" Type="http://schemas.openxmlformats.org/officeDocument/2006/relationships/slideLayout" Target="../slideLayouts/slideLayout138.xml"/><Relationship Id="rId59" Type="http://schemas.openxmlformats.org/officeDocument/2006/relationships/slideLayout" Target="../slideLayouts/slideLayout151.xml"/><Relationship Id="rId20" Type="http://schemas.openxmlformats.org/officeDocument/2006/relationships/slideLayout" Target="../slideLayouts/slideLayout112.xml"/><Relationship Id="rId41" Type="http://schemas.openxmlformats.org/officeDocument/2006/relationships/slideLayout" Target="../slideLayouts/slideLayout133.xml"/><Relationship Id="rId54" Type="http://schemas.openxmlformats.org/officeDocument/2006/relationships/slideLayout" Target="../slideLayouts/slideLayout146.xml"/><Relationship Id="rId62" Type="http://schemas.openxmlformats.org/officeDocument/2006/relationships/tags" Target="../tags/tag97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7.xml"/><Relationship Id="rId23" Type="http://schemas.openxmlformats.org/officeDocument/2006/relationships/slideLayout" Target="../slideLayouts/slideLayout115.xml"/><Relationship Id="rId28" Type="http://schemas.openxmlformats.org/officeDocument/2006/relationships/slideLayout" Target="../slideLayouts/slideLayout120.xml"/><Relationship Id="rId36" Type="http://schemas.openxmlformats.org/officeDocument/2006/relationships/slideLayout" Target="../slideLayouts/slideLayout128.xml"/><Relationship Id="rId49" Type="http://schemas.openxmlformats.org/officeDocument/2006/relationships/slideLayout" Target="../slideLayouts/slideLayout141.xml"/><Relationship Id="rId57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02.xml"/><Relationship Id="rId31" Type="http://schemas.openxmlformats.org/officeDocument/2006/relationships/slideLayout" Target="../slideLayouts/slideLayout123.xml"/><Relationship Id="rId44" Type="http://schemas.openxmlformats.org/officeDocument/2006/relationships/slideLayout" Target="../slideLayouts/slideLayout136.xml"/><Relationship Id="rId52" Type="http://schemas.openxmlformats.org/officeDocument/2006/relationships/slideLayout" Target="../slideLayouts/slideLayout144.xml"/><Relationship Id="rId60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6F9D061-FC48-0DC7-14C0-9B81C8F553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4"/>
            </p:custDataLst>
            <p:extLst>
              <p:ext uri="{D42A27DB-BD31-4B8C-83A1-F6EECF244321}">
                <p14:modId xmlns:p14="http://schemas.microsoft.com/office/powerpoint/2010/main" val="21722855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95" imgW="486" imgH="486" progId="TCLayout.ActiveDocument.1">
                  <p:embed/>
                </p:oleObj>
              </mc:Choice>
              <mc:Fallback>
                <p:oleObj name="Slide do think-cell" r:id="rId95" imgW="486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F9D061-FC48-0DC7-14C0-9B81C8F55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Google Shape;4367;p121">
            <a:extLst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/>
          <p:nvPr userDrawn="1"/>
        </p:nvSpPr>
        <p:spPr>
          <a:xfrm>
            <a:off x="-1434499" y="169682"/>
            <a:ext cx="299827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33" name="Google Shape;4368;p121">
            <a:extLst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/>
          <p:nvPr userDrawn="1"/>
        </p:nvSpPr>
        <p:spPr>
          <a:xfrm>
            <a:off x="-1134657" y="169682"/>
            <a:ext cx="299827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34" name="Google Shape;4369;p121">
            <a:extLst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/>
          <p:nvPr userDrawn="1"/>
        </p:nvSpPr>
        <p:spPr>
          <a:xfrm>
            <a:off x="-834818" y="169682"/>
            <a:ext cx="299827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35" name="Google Shape;4370;p121">
            <a:extLst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/>
          <p:nvPr userDrawn="1"/>
        </p:nvSpPr>
        <p:spPr>
          <a:xfrm>
            <a:off x="-534983" y="169682"/>
            <a:ext cx="299827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36" name="Google Shape;4371;p121">
            <a:extLst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 txBox="1"/>
          <p:nvPr userDrawn="1"/>
        </p:nvSpPr>
        <p:spPr>
          <a:xfrm>
            <a:off x="-1434499" y="0"/>
            <a:ext cx="48931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</a:p>
        </p:txBody>
      </p:sp>
      <p:sp>
        <p:nvSpPr>
          <p:cNvPr id="44" name="Google Shape;4372;p121">
            <a:extLst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 txBox="1"/>
          <p:nvPr userDrawn="1"/>
        </p:nvSpPr>
        <p:spPr>
          <a:xfrm>
            <a:off x="-1434499" y="446172"/>
            <a:ext cx="59412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</a:p>
        </p:txBody>
      </p:sp>
      <p:sp>
        <p:nvSpPr>
          <p:cNvPr id="45" name="Google Shape;4373;p121">
            <a:extLst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/>
          <p:nvPr userDrawn="1"/>
        </p:nvSpPr>
        <p:spPr>
          <a:xfrm>
            <a:off x="-945187" y="620410"/>
            <a:ext cx="489434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58" name="Google Shape;4374;p121">
            <a:extLst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/>
          <p:nvPr userDrawn="1"/>
        </p:nvSpPr>
        <p:spPr>
          <a:xfrm>
            <a:off x="-345512" y="620410"/>
            <a:ext cx="110356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59" name="Google Shape;4375;p121">
            <a:extLst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/>
          <p:nvPr userDrawn="1"/>
        </p:nvSpPr>
        <p:spPr>
          <a:xfrm>
            <a:off x="-1434499" y="620410"/>
            <a:ext cx="489434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0" name="Google Shape;4376;p121">
            <a:extLst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/>
          <p:nvPr userDrawn="1"/>
        </p:nvSpPr>
        <p:spPr>
          <a:xfrm>
            <a:off x="-455867" y="620410"/>
            <a:ext cx="110356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1" name="Google Shape;4377;p121">
            <a:extLst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 txBox="1"/>
          <p:nvPr userDrawn="1"/>
        </p:nvSpPr>
        <p:spPr>
          <a:xfrm>
            <a:off x="-1440046" y="1088229"/>
            <a:ext cx="413964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</a:p>
        </p:txBody>
      </p:sp>
      <p:sp>
        <p:nvSpPr>
          <p:cNvPr id="62" name="Google Shape;4378;p121">
            <a:extLst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/>
          <p:nvPr userDrawn="1"/>
        </p:nvSpPr>
        <p:spPr>
          <a:xfrm>
            <a:off x="-1440046" y="1264247"/>
            <a:ext cx="299827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4" name="Google Shape;4379;p121">
            <a:extLst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/>
          <p:nvPr userDrawn="1"/>
        </p:nvSpPr>
        <p:spPr>
          <a:xfrm>
            <a:off x="-1140204" y="1264247"/>
            <a:ext cx="299827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5" name="Google Shape;4380;p121">
            <a:extLst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/>
          <p:nvPr userDrawn="1"/>
        </p:nvSpPr>
        <p:spPr>
          <a:xfrm>
            <a:off x="-840365" y="1264247"/>
            <a:ext cx="299827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6" name="Google Shape;4381;p121">
            <a:extLst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/>
          <p:nvPr userDrawn="1"/>
        </p:nvSpPr>
        <p:spPr>
          <a:xfrm>
            <a:off x="-540530" y="1264247"/>
            <a:ext cx="299827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7" name="Google Shape;4382;p121">
            <a:extLst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/>
          <p:nvPr userDrawn="1"/>
        </p:nvSpPr>
        <p:spPr>
          <a:xfrm>
            <a:off x="-1440046" y="1513870"/>
            <a:ext cx="299827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8" name="Google Shape;4383;p121">
            <a:extLst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/>
          <p:nvPr userDrawn="1"/>
        </p:nvSpPr>
        <p:spPr>
          <a:xfrm>
            <a:off x="-1140204" y="1513870"/>
            <a:ext cx="299827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69" name="Google Shape;4384;p121">
            <a:extLst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/>
          <p:nvPr userDrawn="1"/>
        </p:nvSpPr>
        <p:spPr>
          <a:xfrm>
            <a:off x="-840365" y="1513870"/>
            <a:ext cx="299827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0" name="Google Shape;4385;p121">
            <a:extLst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/>
          <p:nvPr userDrawn="1"/>
        </p:nvSpPr>
        <p:spPr>
          <a:xfrm>
            <a:off x="-540530" y="1513870"/>
            <a:ext cx="299827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1" name="Google Shape;4386;p121">
            <a:extLst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/>
          <p:nvPr userDrawn="1"/>
        </p:nvSpPr>
        <p:spPr>
          <a:xfrm>
            <a:off x="-1440046" y="1763494"/>
            <a:ext cx="299827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2" name="Google Shape;4387;p121">
            <a:extLst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/>
          <p:nvPr userDrawn="1"/>
        </p:nvSpPr>
        <p:spPr>
          <a:xfrm>
            <a:off x="-1140204" y="1763494"/>
            <a:ext cx="299827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3" name="Google Shape;4388;p121">
            <a:extLst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/>
          <p:nvPr userDrawn="1"/>
        </p:nvSpPr>
        <p:spPr>
          <a:xfrm>
            <a:off x="-840365" y="1763494"/>
            <a:ext cx="299827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75" name="Google Shape;4389;p121">
            <a:extLst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/>
          <p:nvPr userDrawn="1"/>
        </p:nvSpPr>
        <p:spPr>
          <a:xfrm>
            <a:off x="-540530" y="1763494"/>
            <a:ext cx="299827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0" name="Google Shape;4390;p121">
            <a:extLst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/>
          <p:nvPr userDrawn="1"/>
        </p:nvSpPr>
        <p:spPr>
          <a:xfrm>
            <a:off x="-1440046" y="2013117"/>
            <a:ext cx="299827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1" name="Google Shape;4391;p121">
            <a:extLst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/>
          <p:nvPr userDrawn="1"/>
        </p:nvSpPr>
        <p:spPr>
          <a:xfrm>
            <a:off x="-1140204" y="2013117"/>
            <a:ext cx="299827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2" name="Google Shape;4392;p121">
            <a:extLst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/>
          <p:nvPr userDrawn="1"/>
        </p:nvSpPr>
        <p:spPr>
          <a:xfrm>
            <a:off x="-840365" y="2013117"/>
            <a:ext cx="299827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4" name="Google Shape;4393;p121">
            <a:extLst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/>
          <p:nvPr userDrawn="1"/>
        </p:nvSpPr>
        <p:spPr>
          <a:xfrm>
            <a:off x="-540530" y="2013117"/>
            <a:ext cx="299827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15" name="Google Shape;2062;p65">
            <a:extLst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 txBox="1"/>
          <p:nvPr userDrawn="1"/>
        </p:nvSpPr>
        <p:spPr>
          <a:xfrm>
            <a:off x="12405127" y="150422"/>
            <a:ext cx="5176316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</a:t>
            </a:r>
            <a:r>
              <a:rPr lang="pt-BR" sz="3333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</a:p>
        </p:txBody>
      </p:sp>
      <p:sp>
        <p:nvSpPr>
          <p:cNvPr id="116" name="Google Shape;2068;p65">
            <a:extLst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 txBox="1"/>
          <p:nvPr userDrawn="1"/>
        </p:nvSpPr>
        <p:spPr>
          <a:xfrm>
            <a:off x="12405128" y="1064893"/>
            <a:ext cx="43563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</a:p>
        </p:txBody>
      </p:sp>
      <p:sp>
        <p:nvSpPr>
          <p:cNvPr id="117" name="Google Shape;2068;p65">
            <a:extLst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 txBox="1"/>
          <p:nvPr userDrawn="1"/>
        </p:nvSpPr>
        <p:spPr>
          <a:xfrm>
            <a:off x="12405128" y="715222"/>
            <a:ext cx="44163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20pt</a:t>
            </a:r>
          </a:p>
        </p:txBody>
      </p:sp>
      <p:sp>
        <p:nvSpPr>
          <p:cNvPr id="118" name="Google Shape;2062;p65">
            <a:extLst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 txBox="1"/>
          <p:nvPr userDrawn="1"/>
        </p:nvSpPr>
        <p:spPr>
          <a:xfrm>
            <a:off x="12405127" y="1514819"/>
            <a:ext cx="517631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7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27pt</a:t>
            </a:r>
          </a:p>
        </p:txBody>
      </p:sp>
      <p:sp>
        <p:nvSpPr>
          <p:cNvPr id="119" name="Google Shape;2068;p65">
            <a:extLst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 txBox="1"/>
          <p:nvPr userDrawn="1"/>
        </p:nvSpPr>
        <p:spPr>
          <a:xfrm>
            <a:off x="12405128" y="2252207"/>
            <a:ext cx="43563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20" name="Google Shape;2068;p65">
            <a:extLst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 txBox="1"/>
          <p:nvPr userDrawn="1"/>
        </p:nvSpPr>
        <p:spPr>
          <a:xfrm>
            <a:off x="12405128" y="1961151"/>
            <a:ext cx="44163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21" name="Google Shape;2062;p65">
            <a:extLst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 txBox="1"/>
          <p:nvPr userDrawn="1"/>
        </p:nvSpPr>
        <p:spPr>
          <a:xfrm>
            <a:off x="12405127" y="2646370"/>
            <a:ext cx="51763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22pt</a:t>
            </a:r>
          </a:p>
        </p:txBody>
      </p:sp>
      <p:sp>
        <p:nvSpPr>
          <p:cNvPr id="122" name="Google Shape;2068;p65">
            <a:extLst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 txBox="1"/>
          <p:nvPr userDrawn="1"/>
        </p:nvSpPr>
        <p:spPr>
          <a:xfrm>
            <a:off x="12405128" y="3326800"/>
            <a:ext cx="43563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23" name="Google Shape;2068;p65">
            <a:extLst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 txBox="1"/>
          <p:nvPr userDrawn="1"/>
        </p:nvSpPr>
        <p:spPr>
          <a:xfrm>
            <a:off x="12405128" y="3035744"/>
            <a:ext cx="44163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24" name="Google Shape;2062;p65">
            <a:extLst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 txBox="1"/>
          <p:nvPr userDrawn="1"/>
        </p:nvSpPr>
        <p:spPr>
          <a:xfrm>
            <a:off x="12405127" y="3736961"/>
            <a:ext cx="517631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16pt</a:t>
            </a:r>
          </a:p>
        </p:txBody>
      </p:sp>
      <p:sp>
        <p:nvSpPr>
          <p:cNvPr id="125" name="Google Shape;2068;p65">
            <a:extLst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 txBox="1"/>
          <p:nvPr userDrawn="1"/>
        </p:nvSpPr>
        <p:spPr>
          <a:xfrm>
            <a:off x="12405128" y="4251503"/>
            <a:ext cx="43563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</a:p>
        </p:txBody>
      </p:sp>
      <p:sp>
        <p:nvSpPr>
          <p:cNvPr id="126" name="Google Shape;2068;p65">
            <a:extLst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 txBox="1"/>
          <p:nvPr userDrawn="1"/>
        </p:nvSpPr>
        <p:spPr>
          <a:xfrm>
            <a:off x="12405128" y="4020248"/>
            <a:ext cx="441634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12pt</a:t>
            </a:r>
          </a:p>
        </p:txBody>
      </p:sp>
      <p:sp>
        <p:nvSpPr>
          <p:cNvPr id="127" name="Google Shape;2062;p65">
            <a:extLst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 txBox="1"/>
          <p:nvPr userDrawn="1"/>
        </p:nvSpPr>
        <p:spPr>
          <a:xfrm>
            <a:off x="12405127" y="4642886"/>
            <a:ext cx="517631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12pt</a:t>
            </a:r>
          </a:p>
        </p:txBody>
      </p:sp>
      <p:sp>
        <p:nvSpPr>
          <p:cNvPr id="128" name="Google Shape;2068;p65">
            <a:extLst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 txBox="1"/>
          <p:nvPr userDrawn="1"/>
        </p:nvSpPr>
        <p:spPr>
          <a:xfrm>
            <a:off x="12405128" y="5085064"/>
            <a:ext cx="435630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</a:p>
        </p:txBody>
      </p:sp>
      <p:sp>
        <p:nvSpPr>
          <p:cNvPr id="129" name="Google Shape;2068;p65">
            <a:extLst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 txBox="1"/>
          <p:nvPr userDrawn="1"/>
        </p:nvSpPr>
        <p:spPr>
          <a:xfrm>
            <a:off x="12405128" y="4901851"/>
            <a:ext cx="441634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9pt</a:t>
            </a:r>
          </a:p>
        </p:txBody>
      </p:sp>
      <p:sp>
        <p:nvSpPr>
          <p:cNvPr id="130" name="Google Shape;2079;p65">
            <a:extLst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 txBox="1"/>
          <p:nvPr userDrawn="1"/>
        </p:nvSpPr>
        <p:spPr>
          <a:xfrm>
            <a:off x="-1444789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 positiva</a:t>
            </a:r>
          </a:p>
        </p:txBody>
      </p:sp>
      <p:sp>
        <p:nvSpPr>
          <p:cNvPr id="131" name="Google Shape;2080;p65">
            <a:extLst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 txBox="1"/>
          <p:nvPr userDrawn="1"/>
        </p:nvSpPr>
        <p:spPr>
          <a:xfrm>
            <a:off x="-631008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BE2326-221B-5378-9255-0AAA6E586BC8}"/>
              </a:ext>
            </a:extLst>
          </p:cNvPr>
          <p:cNvGrpSpPr/>
          <p:nvPr userDrawn="1"/>
        </p:nvGrpSpPr>
        <p:grpSpPr>
          <a:xfrm>
            <a:off x="-1440047" y="2398327"/>
            <a:ext cx="1199343" cy="245918"/>
            <a:chOff x="-2710109" y="2381849"/>
            <a:chExt cx="2469406" cy="317600"/>
          </a:xfrm>
        </p:grpSpPr>
        <p:sp>
          <p:nvSpPr>
            <p:cNvPr id="133" name="Google Shape;2077;p65">
              <a:extLst>
                <a:ext uri="{FF2B5EF4-FFF2-40B4-BE49-F238E27FC236}">
                  <a16:creationId xmlns:a16="http://schemas.microsoft.com/office/drawing/2014/main" id="{58ADFA13-969F-48B7-5DDF-8EBD97A6664B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Google Shape;2078;p65">
              <a:extLst>
                <a:ext uri="{FF2B5EF4-FFF2-40B4-BE49-F238E27FC236}">
                  <a16:creationId xmlns:a16="http://schemas.microsoft.com/office/drawing/2014/main" id="{0D7EC73A-274B-02A6-74D5-ED794C567839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Google Shape;2078;p65">
              <a:extLst>
                <a:ext uri="{FF2B5EF4-FFF2-40B4-BE49-F238E27FC236}">
                  <a16:creationId xmlns:a16="http://schemas.microsoft.com/office/drawing/2014/main" id="{2E346C85-EB7E-0E05-BD64-2CF60AA7B02C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" name="Google Shape;2080;p65">
            <a:extLst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 txBox="1"/>
          <p:nvPr userDrawn="1"/>
        </p:nvSpPr>
        <p:spPr>
          <a:xfrm>
            <a:off x="-1040268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atenção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7" name="Google Shape;2079;p65">
            <a:extLst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 txBox="1"/>
          <p:nvPr userDrawn="1"/>
        </p:nvSpPr>
        <p:spPr>
          <a:xfrm>
            <a:off x="-1440046" y="921489"/>
            <a:ext cx="1281917" cy="95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 é usado apenas para os detalhes.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685AF82-57B5-8D84-F2AE-D7E1FA9EF387}"/>
              </a:ext>
            </a:extLst>
          </p:cNvPr>
          <p:cNvGrpSpPr/>
          <p:nvPr userDrawn="1"/>
        </p:nvGrpSpPr>
        <p:grpSpPr>
          <a:xfrm>
            <a:off x="-1444784" y="3206791"/>
            <a:ext cx="1213558" cy="1751766"/>
            <a:chOff x="-1444785" y="2466243"/>
            <a:chExt cx="1259273" cy="1751766"/>
          </a:xfrm>
        </p:grpSpPr>
        <p:sp>
          <p:nvSpPr>
            <p:cNvPr id="139" name="Google Shape;2044;p65">
              <a:extLst>
                <a:ext uri="{FF2B5EF4-FFF2-40B4-BE49-F238E27FC236}">
                  <a16:creationId xmlns:a16="http://schemas.microsoft.com/office/drawing/2014/main" id="{61BA2172-E0BC-E8F7-D981-96D6486F331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2046;p65">
              <a:extLst>
                <a:ext uri="{FF2B5EF4-FFF2-40B4-BE49-F238E27FC236}">
                  <a16:creationId xmlns:a16="http://schemas.microsoft.com/office/drawing/2014/main" id="{2851AD25-31B9-8510-0E47-4B7FB99C4EC1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Google Shape;2044;p65">
              <a:extLst>
                <a:ext uri="{FF2B5EF4-FFF2-40B4-BE49-F238E27FC236}">
                  <a16:creationId xmlns:a16="http://schemas.microsoft.com/office/drawing/2014/main" id="{C7B2946F-1D70-A896-0AFF-FB293D5ACB24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Google Shape;2046;p65">
              <a:extLst>
                <a:ext uri="{FF2B5EF4-FFF2-40B4-BE49-F238E27FC236}">
                  <a16:creationId xmlns:a16="http://schemas.microsoft.com/office/drawing/2014/main" id="{F9621CF3-0D94-5A57-97C3-1C9E5B7B3C44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Google Shape;2044;p65">
              <a:extLst>
                <a:ext uri="{FF2B5EF4-FFF2-40B4-BE49-F238E27FC236}">
                  <a16:creationId xmlns:a16="http://schemas.microsoft.com/office/drawing/2014/main" id="{B2E0E65B-21FC-6DFA-676B-1305060856A9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Google Shape;2046;p65">
              <a:extLst>
                <a:ext uri="{FF2B5EF4-FFF2-40B4-BE49-F238E27FC236}">
                  <a16:creationId xmlns:a16="http://schemas.microsoft.com/office/drawing/2014/main" id="{43B42479-24C1-FF3E-D6DD-24C97FEC8596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2044;p65">
              <a:extLst>
                <a:ext uri="{FF2B5EF4-FFF2-40B4-BE49-F238E27FC236}">
                  <a16:creationId xmlns:a16="http://schemas.microsoft.com/office/drawing/2014/main" id="{F91FF434-C34F-A97B-71D6-7DB206C7B070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Google Shape;2046;p65">
              <a:extLst>
                <a:ext uri="{FF2B5EF4-FFF2-40B4-BE49-F238E27FC236}">
                  <a16:creationId xmlns:a16="http://schemas.microsoft.com/office/drawing/2014/main" id="{CEFB54E8-01BA-475E-6616-ADC8422D1333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Google Shape;2044;p65">
              <a:extLst>
                <a:ext uri="{FF2B5EF4-FFF2-40B4-BE49-F238E27FC236}">
                  <a16:creationId xmlns:a16="http://schemas.microsoft.com/office/drawing/2014/main" id="{9E8947A3-CD33-08E6-551F-DBABC6EC775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Google Shape;2046;p65">
              <a:extLst>
                <a:ext uri="{FF2B5EF4-FFF2-40B4-BE49-F238E27FC236}">
                  <a16:creationId xmlns:a16="http://schemas.microsoft.com/office/drawing/2014/main" id="{031CE37B-8FC4-FCA1-E4E6-4969AE26EF50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Google Shape;2044;p65">
              <a:extLst>
                <a:ext uri="{FF2B5EF4-FFF2-40B4-BE49-F238E27FC236}">
                  <a16:creationId xmlns:a16="http://schemas.microsoft.com/office/drawing/2014/main" id="{3E5993F7-47F6-8956-74EE-31397D322DBC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Google Shape;2046;p65">
              <a:extLst>
                <a:ext uri="{FF2B5EF4-FFF2-40B4-BE49-F238E27FC236}">
                  <a16:creationId xmlns:a16="http://schemas.microsoft.com/office/drawing/2014/main" id="{E2B38AE2-89B5-585C-05E6-8B36F97C2C27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Google Shape;2044;p65">
              <a:extLst>
                <a:ext uri="{FF2B5EF4-FFF2-40B4-BE49-F238E27FC236}">
                  <a16:creationId xmlns:a16="http://schemas.microsoft.com/office/drawing/2014/main" id="{5E3BA80B-1F79-A0E5-99B3-CD3483B541F1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Google Shape;2046;p65">
              <a:extLst>
                <a:ext uri="{FF2B5EF4-FFF2-40B4-BE49-F238E27FC236}">
                  <a16:creationId xmlns:a16="http://schemas.microsoft.com/office/drawing/2014/main" id="{27E3083C-8BAD-A9E4-ABC8-B172A4D11BDE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Google Shape;2044;p65">
              <a:extLst>
                <a:ext uri="{FF2B5EF4-FFF2-40B4-BE49-F238E27FC236}">
                  <a16:creationId xmlns:a16="http://schemas.microsoft.com/office/drawing/2014/main" id="{6EE9E18F-C701-B314-854D-3C3E43F04FC4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Google Shape;2046;p65">
              <a:extLst>
                <a:ext uri="{FF2B5EF4-FFF2-40B4-BE49-F238E27FC236}">
                  <a16:creationId xmlns:a16="http://schemas.microsoft.com/office/drawing/2014/main" id="{4597C2A6-F09A-1CC4-21BC-9BEA35CFB4BE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Google Shape;2044;p65">
              <a:extLst>
                <a:ext uri="{FF2B5EF4-FFF2-40B4-BE49-F238E27FC236}">
                  <a16:creationId xmlns:a16="http://schemas.microsoft.com/office/drawing/2014/main" id="{0F6DFE9B-DBB4-E3E7-CCDF-935A9FF28336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Google Shape;2046;p65">
              <a:extLst>
                <a:ext uri="{FF2B5EF4-FFF2-40B4-BE49-F238E27FC236}">
                  <a16:creationId xmlns:a16="http://schemas.microsoft.com/office/drawing/2014/main" id="{DA0D66D5-1E52-D2DE-C3D7-04133A587CFA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Google Shape;2044;p65">
              <a:extLst>
                <a:ext uri="{FF2B5EF4-FFF2-40B4-BE49-F238E27FC236}">
                  <a16:creationId xmlns:a16="http://schemas.microsoft.com/office/drawing/2014/main" id="{43396D54-FA55-2839-2C5B-75C418920C2D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Google Shape;2046;p65">
              <a:extLst>
                <a:ext uri="{FF2B5EF4-FFF2-40B4-BE49-F238E27FC236}">
                  <a16:creationId xmlns:a16="http://schemas.microsoft.com/office/drawing/2014/main" id="{FA627806-B77D-326A-E1B7-1C2BE4991142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Google Shape;2044;p65">
              <a:extLst>
                <a:ext uri="{FF2B5EF4-FFF2-40B4-BE49-F238E27FC236}">
                  <a16:creationId xmlns:a16="http://schemas.microsoft.com/office/drawing/2014/main" id="{D5B279CD-8810-F776-840C-06A366CBE950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Google Shape;2046;p65">
              <a:extLst>
                <a:ext uri="{FF2B5EF4-FFF2-40B4-BE49-F238E27FC236}">
                  <a16:creationId xmlns:a16="http://schemas.microsoft.com/office/drawing/2014/main" id="{BDBA4FCA-0466-1A8E-8F04-F30441809382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Google Shape;2044;p65">
              <a:extLst>
                <a:ext uri="{FF2B5EF4-FFF2-40B4-BE49-F238E27FC236}">
                  <a16:creationId xmlns:a16="http://schemas.microsoft.com/office/drawing/2014/main" id="{DEAAF9F3-AF0F-73E6-B3C4-AF4B33D9D6A9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Google Shape;2046;p65">
              <a:extLst>
                <a:ext uri="{FF2B5EF4-FFF2-40B4-BE49-F238E27FC236}">
                  <a16:creationId xmlns:a16="http://schemas.microsoft.com/office/drawing/2014/main" id="{83FA1228-403F-038F-31EF-4EBB214C54BD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Google Shape;2044;p65">
              <a:extLst>
                <a:ext uri="{FF2B5EF4-FFF2-40B4-BE49-F238E27FC236}">
                  <a16:creationId xmlns:a16="http://schemas.microsoft.com/office/drawing/2014/main" id="{B6C961CD-0B0B-0251-2502-95693D13EDB5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Google Shape;2046;p65">
              <a:extLst>
                <a:ext uri="{FF2B5EF4-FFF2-40B4-BE49-F238E27FC236}">
                  <a16:creationId xmlns:a16="http://schemas.microsoft.com/office/drawing/2014/main" id="{477B1E57-8694-E576-0DC9-698A1559CFD6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Google Shape;2044;p65">
              <a:extLst>
                <a:ext uri="{FF2B5EF4-FFF2-40B4-BE49-F238E27FC236}">
                  <a16:creationId xmlns:a16="http://schemas.microsoft.com/office/drawing/2014/main" id="{FA1957F1-8B6C-F3C5-728F-722B33DAEB50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Google Shape;2046;p65">
              <a:extLst>
                <a:ext uri="{FF2B5EF4-FFF2-40B4-BE49-F238E27FC236}">
                  <a16:creationId xmlns:a16="http://schemas.microsoft.com/office/drawing/2014/main" id="{DB7A707D-2BA5-1F9D-9B5A-9351EBBEC44F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Google Shape;2044;p65">
              <a:extLst>
                <a:ext uri="{FF2B5EF4-FFF2-40B4-BE49-F238E27FC236}">
                  <a16:creationId xmlns:a16="http://schemas.microsoft.com/office/drawing/2014/main" id="{3253B3C4-D520-A0A3-18C1-81AC802AF831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Google Shape;2046;p65">
              <a:extLst>
                <a:ext uri="{FF2B5EF4-FFF2-40B4-BE49-F238E27FC236}">
                  <a16:creationId xmlns:a16="http://schemas.microsoft.com/office/drawing/2014/main" id="{F0CF77E9-D22B-DE68-B07B-BD01079E50C7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Google Shape;2044;p65">
              <a:extLst>
                <a:ext uri="{FF2B5EF4-FFF2-40B4-BE49-F238E27FC236}">
                  <a16:creationId xmlns:a16="http://schemas.microsoft.com/office/drawing/2014/main" id="{A95FD43C-A7FF-6F21-6AAA-F801C2023470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Google Shape;2046;p65">
              <a:extLst>
                <a:ext uri="{FF2B5EF4-FFF2-40B4-BE49-F238E27FC236}">
                  <a16:creationId xmlns:a16="http://schemas.microsoft.com/office/drawing/2014/main" id="{9B5E832F-E96B-9209-82E4-97327B4B8198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Google Shape;4377;p121">
            <a:extLst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 txBox="1"/>
          <p:nvPr userDrawn="1"/>
        </p:nvSpPr>
        <p:spPr>
          <a:xfrm>
            <a:off x="-1440046" y="3006239"/>
            <a:ext cx="1094534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 de cores</a:t>
            </a:r>
          </a:p>
        </p:txBody>
      </p:sp>
      <p:sp>
        <p:nvSpPr>
          <p:cNvPr id="172" name="Google Shape;4371;p121">
            <a:extLst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 txBox="1"/>
          <p:nvPr userDrawn="1"/>
        </p:nvSpPr>
        <p:spPr>
          <a:xfrm>
            <a:off x="12405135" y="0"/>
            <a:ext cx="48931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</a:p>
        </p:txBody>
      </p:sp>
    </p:spTree>
    <p:extLst>
      <p:ext uri="{BB962C8B-B14F-4D97-AF65-F5344CB8AC3E}">
        <p14:creationId xmlns:p14="http://schemas.microsoft.com/office/powerpoint/2010/main" val="200281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850" r:id="rId2"/>
    <p:sldLayoutId id="2147483890" r:id="rId3"/>
    <p:sldLayoutId id="2147483860" r:id="rId4"/>
    <p:sldLayoutId id="2147483855" r:id="rId5"/>
    <p:sldLayoutId id="2147483854" r:id="rId6"/>
    <p:sldLayoutId id="2147483853" r:id="rId7"/>
    <p:sldLayoutId id="2147483749" r:id="rId8"/>
    <p:sldLayoutId id="2147483751" r:id="rId9"/>
    <p:sldLayoutId id="2147483754" r:id="rId10"/>
    <p:sldLayoutId id="2147483846" r:id="rId11"/>
    <p:sldLayoutId id="2147483750" r:id="rId12"/>
    <p:sldLayoutId id="2147483863" r:id="rId13"/>
    <p:sldLayoutId id="2147483864" r:id="rId14"/>
    <p:sldLayoutId id="2147483865" r:id="rId15"/>
    <p:sldLayoutId id="2147483866" r:id="rId16"/>
    <p:sldLayoutId id="2147483868" r:id="rId17"/>
    <p:sldLayoutId id="2147483867" r:id="rId18"/>
    <p:sldLayoutId id="2147483848" r:id="rId19"/>
    <p:sldLayoutId id="2147483847" r:id="rId20"/>
    <p:sldLayoutId id="2147483870" r:id="rId21"/>
    <p:sldLayoutId id="2147483869" r:id="rId22"/>
    <p:sldLayoutId id="2147483871" r:id="rId23"/>
    <p:sldLayoutId id="2147483763" r:id="rId24"/>
    <p:sldLayoutId id="2147483762" r:id="rId25"/>
    <p:sldLayoutId id="2147483874" r:id="rId26"/>
    <p:sldLayoutId id="2147483843" r:id="rId27"/>
    <p:sldLayoutId id="2147483856" r:id="rId28"/>
    <p:sldLayoutId id="2147483875" r:id="rId29"/>
    <p:sldLayoutId id="2147483873" r:id="rId30"/>
    <p:sldLayoutId id="2147483872" r:id="rId31"/>
    <p:sldLayoutId id="2147483845" r:id="rId32"/>
    <p:sldLayoutId id="2147483764" r:id="rId33"/>
    <p:sldLayoutId id="2147483844" r:id="rId34"/>
    <p:sldLayoutId id="2147483851" r:id="rId35"/>
    <p:sldLayoutId id="2147483852" r:id="rId36"/>
    <p:sldLayoutId id="2147483756" r:id="rId37"/>
    <p:sldLayoutId id="2147483757" r:id="rId38"/>
    <p:sldLayoutId id="2147483758" r:id="rId39"/>
    <p:sldLayoutId id="2147483759" r:id="rId40"/>
    <p:sldLayoutId id="2147483767" r:id="rId41"/>
    <p:sldLayoutId id="2147483876" r:id="rId42"/>
    <p:sldLayoutId id="2147483877" r:id="rId43"/>
    <p:sldLayoutId id="2147483878" r:id="rId44"/>
    <p:sldLayoutId id="2147483800" r:id="rId45"/>
    <p:sldLayoutId id="2147483886" r:id="rId46"/>
    <p:sldLayoutId id="2147483755" r:id="rId47"/>
    <p:sldLayoutId id="2147483883" r:id="rId48"/>
    <p:sldLayoutId id="2147483802" r:id="rId49"/>
    <p:sldLayoutId id="2147483887" r:id="rId50"/>
    <p:sldLayoutId id="2147483801" r:id="rId51"/>
    <p:sldLayoutId id="2147483882" r:id="rId52"/>
    <p:sldLayoutId id="2147483798" r:id="rId53"/>
    <p:sldLayoutId id="2147483880" r:id="rId54"/>
    <p:sldLayoutId id="2147483799" r:id="rId55"/>
    <p:sldLayoutId id="2147483881" r:id="rId56"/>
    <p:sldLayoutId id="2147483891" r:id="rId57"/>
    <p:sldLayoutId id="2147483892" r:id="rId58"/>
    <p:sldLayoutId id="2147483893" r:id="rId59"/>
    <p:sldLayoutId id="2147483894" r:id="rId60"/>
    <p:sldLayoutId id="2147483795" r:id="rId61"/>
    <p:sldLayoutId id="2147483888" r:id="rId62"/>
    <p:sldLayoutId id="2147483796" r:id="rId63"/>
    <p:sldLayoutId id="2147483884" r:id="rId64"/>
    <p:sldLayoutId id="2147483858" r:id="rId65"/>
    <p:sldLayoutId id="2147483889" r:id="rId66"/>
    <p:sldLayoutId id="2147483859" r:id="rId67"/>
    <p:sldLayoutId id="2147483885" r:id="rId68"/>
    <p:sldLayoutId id="2147483752" r:id="rId69"/>
    <p:sldLayoutId id="2147483753" r:id="rId70"/>
    <p:sldLayoutId id="2147483797" r:id="rId71"/>
    <p:sldLayoutId id="2147483768" r:id="rId72"/>
    <p:sldLayoutId id="2147483769" r:id="rId73"/>
    <p:sldLayoutId id="2147483770" r:id="rId74"/>
    <p:sldLayoutId id="2147483771" r:id="rId75"/>
    <p:sldLayoutId id="2147483879" r:id="rId76"/>
    <p:sldLayoutId id="2147483772" r:id="rId77"/>
    <p:sldLayoutId id="2147483773" r:id="rId78"/>
    <p:sldLayoutId id="2147483774" r:id="rId79"/>
    <p:sldLayoutId id="2147483775" r:id="rId80"/>
    <p:sldLayoutId id="2147483776" r:id="rId81"/>
    <p:sldLayoutId id="2147483777" r:id="rId82"/>
    <p:sldLayoutId id="2147483857" r:id="rId83"/>
    <p:sldLayoutId id="2147483861" r:id="rId84"/>
    <p:sldLayoutId id="2147483862" r:id="rId85"/>
    <p:sldLayoutId id="2147483895" r:id="rId86"/>
    <p:sldLayoutId id="2147483901" r:id="rId87"/>
    <p:sldLayoutId id="2147483902" r:id="rId88"/>
    <p:sldLayoutId id="2147483903" r:id="rId89"/>
    <p:sldLayoutId id="2147483904" r:id="rId90"/>
    <p:sldLayoutId id="2147483905" r:id="rId91"/>
    <p:sldLayoutId id="2147483975" r:id="rId9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 userDrawn="1">
          <p15:clr>
            <a:srgbClr val="F26B43"/>
          </p15:clr>
        </p15:guide>
        <p15:guide id="2" pos="294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4" orient="horz" pos="4020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orient="horz" pos="2024" userDrawn="1">
          <p15:clr>
            <a:srgbClr val="F26B43"/>
          </p15:clr>
        </p15:guide>
        <p15:guide id="9" pos="7386" userDrawn="1">
          <p15:clr>
            <a:srgbClr val="F26B43"/>
          </p15:clr>
        </p15:guide>
        <p15:guide id="11" pos="3987" userDrawn="1">
          <p15:clr>
            <a:srgbClr val="F26B43"/>
          </p15:clr>
        </p15:guide>
        <p15:guide id="12" pos="5540" userDrawn="1">
          <p15:clr>
            <a:srgbClr val="F26B43"/>
          </p15:clr>
        </p15:guide>
        <p15:guide id="13" orient="horz" userDrawn="1">
          <p15:clr>
            <a:srgbClr val="F26B43"/>
          </p15:clr>
        </p15:guide>
        <p15:guide id="14" pos="3692" userDrawn="1">
          <p15:clr>
            <a:srgbClr val="F26B43"/>
          </p15:clr>
        </p15:guide>
        <p15:guide id="15" pos="5688" userDrawn="1">
          <p15:clr>
            <a:srgbClr val="F26B43"/>
          </p15:clr>
        </p15:guide>
        <p15:guide id="17" pos="2140" userDrawn="1">
          <p15:clr>
            <a:srgbClr val="F26B43"/>
          </p15:clr>
        </p15:guide>
        <p15:guide id="19" pos="1845" userDrawn="1">
          <p15:clr>
            <a:srgbClr val="F26B43"/>
          </p15:clr>
        </p15:guide>
        <p15:guide id="20" pos="1992" userDrawn="1">
          <p15:clr>
            <a:srgbClr val="F26B43"/>
          </p15:clr>
        </p15:guide>
        <p15:guide id="21" pos="3840" userDrawn="1">
          <p15:clr>
            <a:srgbClr val="F26B43"/>
          </p15:clr>
        </p15:guide>
        <p15:guide id="22" orient="horz" pos="2296" userDrawn="1">
          <p15:clr>
            <a:srgbClr val="F26B43"/>
          </p15:clr>
        </p15:guide>
        <p15:guide id="23" orient="horz" pos="1071" userDrawn="1">
          <p15:clr>
            <a:srgbClr val="F26B43"/>
          </p15:clr>
        </p15:guide>
        <p15:guide id="24" orient="horz" pos="29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65AF4F4-9DAA-CAD5-DF5F-160B9305FD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2"/>
            </p:custDataLst>
            <p:extLst>
              <p:ext uri="{D42A27DB-BD31-4B8C-83A1-F6EECF244321}">
                <p14:modId xmlns:p14="http://schemas.microsoft.com/office/powerpoint/2010/main" val="26652835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3" imgW="395" imgH="396" progId="TCLayout.ActiveDocument.1">
                  <p:embed/>
                </p:oleObj>
              </mc:Choice>
              <mc:Fallback>
                <p:oleObj name="Slide do think-cell" r:id="rId63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5AF4F4-9DAA-CAD5-DF5F-160B9305FD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8488" y="6383062"/>
            <a:ext cx="1136787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rtl="0">
              <a:defRPr sz="8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1" name="Google Shape;4367;p121">
            <a:extLst>
              <a:ext uri="{FF2B5EF4-FFF2-40B4-BE49-F238E27FC236}">
                <a16:creationId xmlns:a16="http://schemas.microsoft.com/office/drawing/2014/main" id="{FBEE4B16-6E38-0E1C-CB7B-EA3191860EFC}"/>
              </a:ext>
            </a:extLst>
          </p:cNvPr>
          <p:cNvSpPr/>
          <p:nvPr userDrawn="1"/>
        </p:nvSpPr>
        <p:spPr>
          <a:xfrm>
            <a:off x="-1434499" y="169682"/>
            <a:ext cx="299827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2" name="Google Shape;4368;p121">
            <a:extLst>
              <a:ext uri="{FF2B5EF4-FFF2-40B4-BE49-F238E27FC236}">
                <a16:creationId xmlns:a16="http://schemas.microsoft.com/office/drawing/2014/main" id="{035D3C02-4465-E95C-F72E-C130065EA550}"/>
              </a:ext>
            </a:extLst>
          </p:cNvPr>
          <p:cNvSpPr/>
          <p:nvPr userDrawn="1"/>
        </p:nvSpPr>
        <p:spPr>
          <a:xfrm>
            <a:off x="-1134657" y="169682"/>
            <a:ext cx="299827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3" name="Google Shape;4369;p121">
            <a:extLst>
              <a:ext uri="{FF2B5EF4-FFF2-40B4-BE49-F238E27FC236}">
                <a16:creationId xmlns:a16="http://schemas.microsoft.com/office/drawing/2014/main" id="{0093816B-D82D-EBDF-FE2E-69B7AD4A784C}"/>
              </a:ext>
            </a:extLst>
          </p:cNvPr>
          <p:cNvSpPr/>
          <p:nvPr userDrawn="1"/>
        </p:nvSpPr>
        <p:spPr>
          <a:xfrm>
            <a:off x="-834818" y="169682"/>
            <a:ext cx="299827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4" name="Google Shape;4370;p121">
            <a:extLst>
              <a:ext uri="{FF2B5EF4-FFF2-40B4-BE49-F238E27FC236}">
                <a16:creationId xmlns:a16="http://schemas.microsoft.com/office/drawing/2014/main" id="{154C1933-3857-0F93-FE6B-5A51B250F34E}"/>
              </a:ext>
            </a:extLst>
          </p:cNvPr>
          <p:cNvSpPr/>
          <p:nvPr userDrawn="1"/>
        </p:nvSpPr>
        <p:spPr>
          <a:xfrm>
            <a:off x="-534983" y="169682"/>
            <a:ext cx="299827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5" name="Google Shape;4371;p121">
            <a:extLst>
              <a:ext uri="{FF2B5EF4-FFF2-40B4-BE49-F238E27FC236}">
                <a16:creationId xmlns:a16="http://schemas.microsoft.com/office/drawing/2014/main" id="{05462A90-40EE-F041-C7B5-A7087D53CCE3}"/>
              </a:ext>
            </a:extLst>
          </p:cNvPr>
          <p:cNvSpPr txBox="1"/>
          <p:nvPr userDrawn="1"/>
        </p:nvSpPr>
        <p:spPr>
          <a:xfrm>
            <a:off x="-1434499" y="0"/>
            <a:ext cx="48931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</a:p>
        </p:txBody>
      </p:sp>
      <p:sp>
        <p:nvSpPr>
          <p:cNvPr id="136" name="Google Shape;4372;p121">
            <a:extLst>
              <a:ext uri="{FF2B5EF4-FFF2-40B4-BE49-F238E27FC236}">
                <a16:creationId xmlns:a16="http://schemas.microsoft.com/office/drawing/2014/main" id="{DC95121B-37C9-B7F7-7B86-FBD054A1A875}"/>
              </a:ext>
            </a:extLst>
          </p:cNvPr>
          <p:cNvSpPr txBox="1"/>
          <p:nvPr userDrawn="1"/>
        </p:nvSpPr>
        <p:spPr>
          <a:xfrm>
            <a:off x="-1434499" y="446172"/>
            <a:ext cx="59412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</a:p>
        </p:txBody>
      </p:sp>
      <p:sp>
        <p:nvSpPr>
          <p:cNvPr id="137" name="Google Shape;4373;p121">
            <a:extLst>
              <a:ext uri="{FF2B5EF4-FFF2-40B4-BE49-F238E27FC236}">
                <a16:creationId xmlns:a16="http://schemas.microsoft.com/office/drawing/2014/main" id="{BF44784C-7C90-99B3-6CC8-717EBB94D131}"/>
              </a:ext>
            </a:extLst>
          </p:cNvPr>
          <p:cNvSpPr/>
          <p:nvPr userDrawn="1"/>
        </p:nvSpPr>
        <p:spPr>
          <a:xfrm>
            <a:off x="-945187" y="620410"/>
            <a:ext cx="489434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8" name="Google Shape;4374;p121">
            <a:extLst>
              <a:ext uri="{FF2B5EF4-FFF2-40B4-BE49-F238E27FC236}">
                <a16:creationId xmlns:a16="http://schemas.microsoft.com/office/drawing/2014/main" id="{DB2B1A32-A143-37A6-923D-FE98CCA85AF0}"/>
              </a:ext>
            </a:extLst>
          </p:cNvPr>
          <p:cNvSpPr/>
          <p:nvPr userDrawn="1"/>
        </p:nvSpPr>
        <p:spPr>
          <a:xfrm>
            <a:off x="-345512" y="620410"/>
            <a:ext cx="110356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39" name="Google Shape;4375;p121">
            <a:extLst>
              <a:ext uri="{FF2B5EF4-FFF2-40B4-BE49-F238E27FC236}">
                <a16:creationId xmlns:a16="http://schemas.microsoft.com/office/drawing/2014/main" id="{3FAD9FFD-5340-A0FE-B9B0-3DE144754586}"/>
              </a:ext>
            </a:extLst>
          </p:cNvPr>
          <p:cNvSpPr/>
          <p:nvPr userDrawn="1"/>
        </p:nvSpPr>
        <p:spPr>
          <a:xfrm>
            <a:off x="-1434499" y="620410"/>
            <a:ext cx="489434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0" name="Google Shape;4376;p121">
            <a:extLst>
              <a:ext uri="{FF2B5EF4-FFF2-40B4-BE49-F238E27FC236}">
                <a16:creationId xmlns:a16="http://schemas.microsoft.com/office/drawing/2014/main" id="{8A8C7B32-F70E-F987-9188-1B2A7049AC7D}"/>
              </a:ext>
            </a:extLst>
          </p:cNvPr>
          <p:cNvSpPr/>
          <p:nvPr userDrawn="1"/>
        </p:nvSpPr>
        <p:spPr>
          <a:xfrm>
            <a:off x="-455867" y="620410"/>
            <a:ext cx="110356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1" name="Google Shape;4377;p121">
            <a:extLst>
              <a:ext uri="{FF2B5EF4-FFF2-40B4-BE49-F238E27FC236}">
                <a16:creationId xmlns:a16="http://schemas.microsoft.com/office/drawing/2014/main" id="{1F8A0813-C064-6174-545E-9D60B7D35496}"/>
              </a:ext>
            </a:extLst>
          </p:cNvPr>
          <p:cNvSpPr txBox="1"/>
          <p:nvPr userDrawn="1"/>
        </p:nvSpPr>
        <p:spPr>
          <a:xfrm>
            <a:off x="-1440046" y="1088229"/>
            <a:ext cx="413964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</a:p>
        </p:txBody>
      </p:sp>
      <p:sp>
        <p:nvSpPr>
          <p:cNvPr id="142" name="Google Shape;4378;p121">
            <a:extLst>
              <a:ext uri="{FF2B5EF4-FFF2-40B4-BE49-F238E27FC236}">
                <a16:creationId xmlns:a16="http://schemas.microsoft.com/office/drawing/2014/main" id="{578E90A3-D00B-1B56-FB0A-03D359F23014}"/>
              </a:ext>
            </a:extLst>
          </p:cNvPr>
          <p:cNvSpPr/>
          <p:nvPr userDrawn="1"/>
        </p:nvSpPr>
        <p:spPr>
          <a:xfrm>
            <a:off x="-1440046" y="1264247"/>
            <a:ext cx="299827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3" name="Google Shape;4379;p121">
            <a:extLst>
              <a:ext uri="{FF2B5EF4-FFF2-40B4-BE49-F238E27FC236}">
                <a16:creationId xmlns:a16="http://schemas.microsoft.com/office/drawing/2014/main" id="{074F072F-EFD4-0D17-6990-29B048AF2749}"/>
              </a:ext>
            </a:extLst>
          </p:cNvPr>
          <p:cNvSpPr/>
          <p:nvPr userDrawn="1"/>
        </p:nvSpPr>
        <p:spPr>
          <a:xfrm>
            <a:off x="-1140204" y="1264247"/>
            <a:ext cx="299827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4" name="Google Shape;4380;p121">
            <a:extLst>
              <a:ext uri="{FF2B5EF4-FFF2-40B4-BE49-F238E27FC236}">
                <a16:creationId xmlns:a16="http://schemas.microsoft.com/office/drawing/2014/main" id="{80C3D767-11DD-34D1-E6C7-3FF6AB9BB4AB}"/>
              </a:ext>
            </a:extLst>
          </p:cNvPr>
          <p:cNvSpPr/>
          <p:nvPr userDrawn="1"/>
        </p:nvSpPr>
        <p:spPr>
          <a:xfrm>
            <a:off x="-840365" y="1264247"/>
            <a:ext cx="299827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5" name="Google Shape;4381;p121">
            <a:extLst>
              <a:ext uri="{FF2B5EF4-FFF2-40B4-BE49-F238E27FC236}">
                <a16:creationId xmlns:a16="http://schemas.microsoft.com/office/drawing/2014/main" id="{0F076841-BACB-7566-43DD-8D0B623E5103}"/>
              </a:ext>
            </a:extLst>
          </p:cNvPr>
          <p:cNvSpPr/>
          <p:nvPr userDrawn="1"/>
        </p:nvSpPr>
        <p:spPr>
          <a:xfrm>
            <a:off x="-540530" y="1264247"/>
            <a:ext cx="299827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6" name="Google Shape;4382;p121">
            <a:extLst>
              <a:ext uri="{FF2B5EF4-FFF2-40B4-BE49-F238E27FC236}">
                <a16:creationId xmlns:a16="http://schemas.microsoft.com/office/drawing/2014/main" id="{FCEE22BA-2AFD-5A71-59E3-3134FF1229B5}"/>
              </a:ext>
            </a:extLst>
          </p:cNvPr>
          <p:cNvSpPr/>
          <p:nvPr userDrawn="1"/>
        </p:nvSpPr>
        <p:spPr>
          <a:xfrm>
            <a:off x="-1440046" y="1513870"/>
            <a:ext cx="299827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7" name="Google Shape;4383;p121">
            <a:extLst>
              <a:ext uri="{FF2B5EF4-FFF2-40B4-BE49-F238E27FC236}">
                <a16:creationId xmlns:a16="http://schemas.microsoft.com/office/drawing/2014/main" id="{F39079FA-6A8B-CFBF-A739-2915896567DF}"/>
              </a:ext>
            </a:extLst>
          </p:cNvPr>
          <p:cNvSpPr/>
          <p:nvPr userDrawn="1"/>
        </p:nvSpPr>
        <p:spPr>
          <a:xfrm>
            <a:off x="-1140204" y="1513870"/>
            <a:ext cx="299827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8" name="Google Shape;4384;p121">
            <a:extLst>
              <a:ext uri="{FF2B5EF4-FFF2-40B4-BE49-F238E27FC236}">
                <a16:creationId xmlns:a16="http://schemas.microsoft.com/office/drawing/2014/main" id="{F9EEAB6D-4045-BDE7-25D6-A754B01EF0AC}"/>
              </a:ext>
            </a:extLst>
          </p:cNvPr>
          <p:cNvSpPr/>
          <p:nvPr userDrawn="1"/>
        </p:nvSpPr>
        <p:spPr>
          <a:xfrm>
            <a:off x="-840365" y="1513870"/>
            <a:ext cx="299827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49" name="Google Shape;4385;p121">
            <a:extLst>
              <a:ext uri="{FF2B5EF4-FFF2-40B4-BE49-F238E27FC236}">
                <a16:creationId xmlns:a16="http://schemas.microsoft.com/office/drawing/2014/main" id="{9EF802D6-7FE2-FA10-B8CC-365F09807793}"/>
              </a:ext>
            </a:extLst>
          </p:cNvPr>
          <p:cNvSpPr/>
          <p:nvPr userDrawn="1"/>
        </p:nvSpPr>
        <p:spPr>
          <a:xfrm>
            <a:off x="-540530" y="1513870"/>
            <a:ext cx="299827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0" name="Google Shape;4386;p121">
            <a:extLst>
              <a:ext uri="{FF2B5EF4-FFF2-40B4-BE49-F238E27FC236}">
                <a16:creationId xmlns:a16="http://schemas.microsoft.com/office/drawing/2014/main" id="{3982156F-C51C-A4EA-07CA-3B39F2C8E623}"/>
              </a:ext>
            </a:extLst>
          </p:cNvPr>
          <p:cNvSpPr/>
          <p:nvPr userDrawn="1"/>
        </p:nvSpPr>
        <p:spPr>
          <a:xfrm>
            <a:off x="-1440046" y="1763494"/>
            <a:ext cx="299827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1" name="Google Shape;4387;p121">
            <a:extLst>
              <a:ext uri="{FF2B5EF4-FFF2-40B4-BE49-F238E27FC236}">
                <a16:creationId xmlns:a16="http://schemas.microsoft.com/office/drawing/2014/main" id="{4154F778-73BA-75DE-9BE9-994808626CB2}"/>
              </a:ext>
            </a:extLst>
          </p:cNvPr>
          <p:cNvSpPr/>
          <p:nvPr userDrawn="1"/>
        </p:nvSpPr>
        <p:spPr>
          <a:xfrm>
            <a:off x="-1140204" y="1763494"/>
            <a:ext cx="299827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2" name="Google Shape;4388;p121">
            <a:extLst>
              <a:ext uri="{FF2B5EF4-FFF2-40B4-BE49-F238E27FC236}">
                <a16:creationId xmlns:a16="http://schemas.microsoft.com/office/drawing/2014/main" id="{A33C529B-D272-E7A9-9375-C28A78BEB21C}"/>
              </a:ext>
            </a:extLst>
          </p:cNvPr>
          <p:cNvSpPr/>
          <p:nvPr userDrawn="1"/>
        </p:nvSpPr>
        <p:spPr>
          <a:xfrm>
            <a:off x="-840365" y="1763494"/>
            <a:ext cx="299827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3" name="Google Shape;4389;p121">
            <a:extLst>
              <a:ext uri="{FF2B5EF4-FFF2-40B4-BE49-F238E27FC236}">
                <a16:creationId xmlns:a16="http://schemas.microsoft.com/office/drawing/2014/main" id="{DFD068A6-F1F8-94EB-7828-DAD7799C1455}"/>
              </a:ext>
            </a:extLst>
          </p:cNvPr>
          <p:cNvSpPr/>
          <p:nvPr userDrawn="1"/>
        </p:nvSpPr>
        <p:spPr>
          <a:xfrm>
            <a:off x="-540530" y="1763494"/>
            <a:ext cx="299827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4" name="Google Shape;4390;p121">
            <a:extLst>
              <a:ext uri="{FF2B5EF4-FFF2-40B4-BE49-F238E27FC236}">
                <a16:creationId xmlns:a16="http://schemas.microsoft.com/office/drawing/2014/main" id="{3B6F2D0D-1BEC-4493-8ECF-B111B20CED80}"/>
              </a:ext>
            </a:extLst>
          </p:cNvPr>
          <p:cNvSpPr/>
          <p:nvPr userDrawn="1"/>
        </p:nvSpPr>
        <p:spPr>
          <a:xfrm>
            <a:off x="-1440046" y="2013117"/>
            <a:ext cx="299827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5" name="Google Shape;4391;p121">
            <a:extLst>
              <a:ext uri="{FF2B5EF4-FFF2-40B4-BE49-F238E27FC236}">
                <a16:creationId xmlns:a16="http://schemas.microsoft.com/office/drawing/2014/main" id="{D291BEC1-6EE5-620A-B6C8-8B8428979E48}"/>
              </a:ext>
            </a:extLst>
          </p:cNvPr>
          <p:cNvSpPr/>
          <p:nvPr userDrawn="1"/>
        </p:nvSpPr>
        <p:spPr>
          <a:xfrm>
            <a:off x="-1140204" y="2013117"/>
            <a:ext cx="299827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6" name="Google Shape;4392;p121">
            <a:extLst>
              <a:ext uri="{FF2B5EF4-FFF2-40B4-BE49-F238E27FC236}">
                <a16:creationId xmlns:a16="http://schemas.microsoft.com/office/drawing/2014/main" id="{EE935045-E8DF-E28C-5CC3-014582981D04}"/>
              </a:ext>
            </a:extLst>
          </p:cNvPr>
          <p:cNvSpPr/>
          <p:nvPr userDrawn="1"/>
        </p:nvSpPr>
        <p:spPr>
          <a:xfrm>
            <a:off x="-840365" y="2013117"/>
            <a:ext cx="299827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7" name="Google Shape;4393;p121">
            <a:extLst>
              <a:ext uri="{FF2B5EF4-FFF2-40B4-BE49-F238E27FC236}">
                <a16:creationId xmlns:a16="http://schemas.microsoft.com/office/drawing/2014/main" id="{8E31BB69-9869-6AAC-6CFA-433B0BC1A4F1}"/>
              </a:ext>
            </a:extLst>
          </p:cNvPr>
          <p:cNvSpPr/>
          <p:nvPr userDrawn="1"/>
        </p:nvSpPr>
        <p:spPr>
          <a:xfrm>
            <a:off x="-540530" y="2013117"/>
            <a:ext cx="299827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rtl="0"/>
            <a:endParaRPr lang="pt-BR" sz="400">
              <a:latin typeface="Arial Nova Cond" panose="020B0506020202020204" pitchFamily="34" charset="0"/>
            </a:endParaRPr>
          </a:p>
        </p:txBody>
      </p:sp>
      <p:sp>
        <p:nvSpPr>
          <p:cNvPr id="158" name="Google Shape;2062;p65">
            <a:extLst>
              <a:ext uri="{FF2B5EF4-FFF2-40B4-BE49-F238E27FC236}">
                <a16:creationId xmlns:a16="http://schemas.microsoft.com/office/drawing/2014/main" id="{4E703894-088B-7E19-F8DF-CF46E4BD95EA}"/>
              </a:ext>
            </a:extLst>
          </p:cNvPr>
          <p:cNvSpPr txBox="1"/>
          <p:nvPr userDrawn="1"/>
        </p:nvSpPr>
        <p:spPr>
          <a:xfrm>
            <a:off x="12405127" y="150422"/>
            <a:ext cx="5176316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</a:t>
            </a:r>
            <a:r>
              <a:rPr lang="pt-BR" sz="3333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</a:p>
        </p:txBody>
      </p:sp>
      <p:sp>
        <p:nvSpPr>
          <p:cNvPr id="159" name="Google Shape;2068;p65">
            <a:extLst>
              <a:ext uri="{FF2B5EF4-FFF2-40B4-BE49-F238E27FC236}">
                <a16:creationId xmlns:a16="http://schemas.microsoft.com/office/drawing/2014/main" id="{0BBD316E-EA6E-6533-2855-B72FB255FFEF}"/>
              </a:ext>
            </a:extLst>
          </p:cNvPr>
          <p:cNvSpPr txBox="1"/>
          <p:nvPr userDrawn="1"/>
        </p:nvSpPr>
        <p:spPr>
          <a:xfrm>
            <a:off x="12405128" y="1064893"/>
            <a:ext cx="435630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</a:p>
        </p:txBody>
      </p:sp>
      <p:sp>
        <p:nvSpPr>
          <p:cNvPr id="160" name="Google Shape;2068;p65">
            <a:extLst>
              <a:ext uri="{FF2B5EF4-FFF2-40B4-BE49-F238E27FC236}">
                <a16:creationId xmlns:a16="http://schemas.microsoft.com/office/drawing/2014/main" id="{038CF146-7839-8D59-8648-0B8CDF29D3E5}"/>
              </a:ext>
            </a:extLst>
          </p:cNvPr>
          <p:cNvSpPr txBox="1"/>
          <p:nvPr userDrawn="1"/>
        </p:nvSpPr>
        <p:spPr>
          <a:xfrm>
            <a:off x="12405128" y="715222"/>
            <a:ext cx="44163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20pt</a:t>
            </a:r>
          </a:p>
        </p:txBody>
      </p:sp>
      <p:sp>
        <p:nvSpPr>
          <p:cNvPr id="161" name="Google Shape;2062;p65">
            <a:extLst>
              <a:ext uri="{FF2B5EF4-FFF2-40B4-BE49-F238E27FC236}">
                <a16:creationId xmlns:a16="http://schemas.microsoft.com/office/drawing/2014/main" id="{ED62D566-10BF-BCAB-C9EF-07DC90A1C690}"/>
              </a:ext>
            </a:extLst>
          </p:cNvPr>
          <p:cNvSpPr txBox="1"/>
          <p:nvPr userDrawn="1"/>
        </p:nvSpPr>
        <p:spPr>
          <a:xfrm>
            <a:off x="12405127" y="1514819"/>
            <a:ext cx="517631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7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27pt</a:t>
            </a:r>
          </a:p>
        </p:txBody>
      </p:sp>
      <p:sp>
        <p:nvSpPr>
          <p:cNvPr id="162" name="Google Shape;2068;p65">
            <a:extLst>
              <a:ext uri="{FF2B5EF4-FFF2-40B4-BE49-F238E27FC236}">
                <a16:creationId xmlns:a16="http://schemas.microsoft.com/office/drawing/2014/main" id="{B5F14EA2-3811-DB7B-FE59-7B550CB8FF8C}"/>
              </a:ext>
            </a:extLst>
          </p:cNvPr>
          <p:cNvSpPr txBox="1"/>
          <p:nvPr userDrawn="1"/>
        </p:nvSpPr>
        <p:spPr>
          <a:xfrm>
            <a:off x="12405128" y="2252207"/>
            <a:ext cx="43563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63" name="Google Shape;2068;p65">
            <a:extLst>
              <a:ext uri="{FF2B5EF4-FFF2-40B4-BE49-F238E27FC236}">
                <a16:creationId xmlns:a16="http://schemas.microsoft.com/office/drawing/2014/main" id="{49061A48-7984-EC5B-CC56-51377888CED1}"/>
              </a:ext>
            </a:extLst>
          </p:cNvPr>
          <p:cNvSpPr txBox="1"/>
          <p:nvPr userDrawn="1"/>
        </p:nvSpPr>
        <p:spPr>
          <a:xfrm>
            <a:off x="12405128" y="1961151"/>
            <a:ext cx="44163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64" name="Google Shape;2062;p65">
            <a:extLst>
              <a:ext uri="{FF2B5EF4-FFF2-40B4-BE49-F238E27FC236}">
                <a16:creationId xmlns:a16="http://schemas.microsoft.com/office/drawing/2014/main" id="{920F7153-7A80-C823-41DB-26B21A4EAF33}"/>
              </a:ext>
            </a:extLst>
          </p:cNvPr>
          <p:cNvSpPr txBox="1"/>
          <p:nvPr userDrawn="1"/>
        </p:nvSpPr>
        <p:spPr>
          <a:xfrm>
            <a:off x="12405127" y="2646370"/>
            <a:ext cx="51763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22pt</a:t>
            </a:r>
          </a:p>
        </p:txBody>
      </p:sp>
      <p:sp>
        <p:nvSpPr>
          <p:cNvPr id="165" name="Google Shape;2068;p65">
            <a:extLst>
              <a:ext uri="{FF2B5EF4-FFF2-40B4-BE49-F238E27FC236}">
                <a16:creationId xmlns:a16="http://schemas.microsoft.com/office/drawing/2014/main" id="{FAECCA7D-86CE-E329-E376-AD38F2BB39EC}"/>
              </a:ext>
            </a:extLst>
          </p:cNvPr>
          <p:cNvSpPr txBox="1"/>
          <p:nvPr userDrawn="1"/>
        </p:nvSpPr>
        <p:spPr>
          <a:xfrm>
            <a:off x="12405128" y="3326800"/>
            <a:ext cx="43563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</a:p>
        </p:txBody>
      </p:sp>
      <p:sp>
        <p:nvSpPr>
          <p:cNvPr id="166" name="Google Shape;2068;p65">
            <a:extLst>
              <a:ext uri="{FF2B5EF4-FFF2-40B4-BE49-F238E27FC236}">
                <a16:creationId xmlns:a16="http://schemas.microsoft.com/office/drawing/2014/main" id="{ADE11058-FBB1-ADE9-B53F-F060141422AE}"/>
              </a:ext>
            </a:extLst>
          </p:cNvPr>
          <p:cNvSpPr txBox="1"/>
          <p:nvPr userDrawn="1"/>
        </p:nvSpPr>
        <p:spPr>
          <a:xfrm>
            <a:off x="12405128" y="3035744"/>
            <a:ext cx="44163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16pt</a:t>
            </a:r>
          </a:p>
        </p:txBody>
      </p:sp>
      <p:sp>
        <p:nvSpPr>
          <p:cNvPr id="167" name="Google Shape;2062;p65">
            <a:extLst>
              <a:ext uri="{FF2B5EF4-FFF2-40B4-BE49-F238E27FC236}">
                <a16:creationId xmlns:a16="http://schemas.microsoft.com/office/drawing/2014/main" id="{85A02C5E-44F8-7586-1632-C41105D65A69}"/>
              </a:ext>
            </a:extLst>
          </p:cNvPr>
          <p:cNvSpPr txBox="1"/>
          <p:nvPr userDrawn="1"/>
        </p:nvSpPr>
        <p:spPr>
          <a:xfrm>
            <a:off x="12405127" y="3736961"/>
            <a:ext cx="517631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16pt</a:t>
            </a:r>
          </a:p>
        </p:txBody>
      </p:sp>
      <p:sp>
        <p:nvSpPr>
          <p:cNvPr id="168" name="Google Shape;2068;p65">
            <a:extLst>
              <a:ext uri="{FF2B5EF4-FFF2-40B4-BE49-F238E27FC236}">
                <a16:creationId xmlns:a16="http://schemas.microsoft.com/office/drawing/2014/main" id="{68C05078-A71D-DF0C-EAE8-4A7CDAC52029}"/>
              </a:ext>
            </a:extLst>
          </p:cNvPr>
          <p:cNvSpPr txBox="1"/>
          <p:nvPr userDrawn="1"/>
        </p:nvSpPr>
        <p:spPr>
          <a:xfrm>
            <a:off x="12405128" y="4251503"/>
            <a:ext cx="43563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</a:p>
        </p:txBody>
      </p:sp>
      <p:sp>
        <p:nvSpPr>
          <p:cNvPr id="169" name="Google Shape;2068;p65">
            <a:extLst>
              <a:ext uri="{FF2B5EF4-FFF2-40B4-BE49-F238E27FC236}">
                <a16:creationId xmlns:a16="http://schemas.microsoft.com/office/drawing/2014/main" id="{56BE847A-68DA-D8BC-6417-E961AD3FCF0B}"/>
              </a:ext>
            </a:extLst>
          </p:cNvPr>
          <p:cNvSpPr txBox="1"/>
          <p:nvPr userDrawn="1"/>
        </p:nvSpPr>
        <p:spPr>
          <a:xfrm>
            <a:off x="12405128" y="4020248"/>
            <a:ext cx="441634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12pt</a:t>
            </a:r>
          </a:p>
        </p:txBody>
      </p:sp>
      <p:sp>
        <p:nvSpPr>
          <p:cNvPr id="170" name="Google Shape;2062;p65">
            <a:extLst>
              <a:ext uri="{FF2B5EF4-FFF2-40B4-BE49-F238E27FC236}">
                <a16:creationId xmlns:a16="http://schemas.microsoft.com/office/drawing/2014/main" id="{B8D680A6-3BEF-8B5A-EFCD-93E34BBD598D}"/>
              </a:ext>
            </a:extLst>
          </p:cNvPr>
          <p:cNvSpPr txBox="1"/>
          <p:nvPr userDrawn="1"/>
        </p:nvSpPr>
        <p:spPr>
          <a:xfrm>
            <a:off x="12405127" y="4642886"/>
            <a:ext cx="517631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 Arial Nova Light 12pt</a:t>
            </a:r>
          </a:p>
        </p:txBody>
      </p:sp>
      <p:sp>
        <p:nvSpPr>
          <p:cNvPr id="171" name="Google Shape;2068;p65">
            <a:extLst>
              <a:ext uri="{FF2B5EF4-FFF2-40B4-BE49-F238E27FC236}">
                <a16:creationId xmlns:a16="http://schemas.microsoft.com/office/drawing/2014/main" id="{2CA0E3FB-8F8A-9066-853C-B75775F14CBF}"/>
              </a:ext>
            </a:extLst>
          </p:cNvPr>
          <p:cNvSpPr txBox="1"/>
          <p:nvPr userDrawn="1"/>
        </p:nvSpPr>
        <p:spPr>
          <a:xfrm>
            <a:off x="12405128" y="5085064"/>
            <a:ext cx="435630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</a:p>
        </p:txBody>
      </p:sp>
      <p:sp>
        <p:nvSpPr>
          <p:cNvPr id="172" name="Google Shape;2068;p65">
            <a:extLst>
              <a:ext uri="{FF2B5EF4-FFF2-40B4-BE49-F238E27FC236}">
                <a16:creationId xmlns:a16="http://schemas.microsoft.com/office/drawing/2014/main" id="{2CEA1EB8-7962-4C77-1A66-12A21869F5D0}"/>
              </a:ext>
            </a:extLst>
          </p:cNvPr>
          <p:cNvSpPr txBox="1"/>
          <p:nvPr userDrawn="1"/>
        </p:nvSpPr>
        <p:spPr>
          <a:xfrm>
            <a:off x="12405128" y="4901851"/>
            <a:ext cx="441634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 Arial Nova Condensed Bold 9pt</a:t>
            </a:r>
          </a:p>
        </p:txBody>
      </p:sp>
      <p:sp>
        <p:nvSpPr>
          <p:cNvPr id="173" name="Google Shape;2079;p65">
            <a:extLst>
              <a:ext uri="{FF2B5EF4-FFF2-40B4-BE49-F238E27FC236}">
                <a16:creationId xmlns:a16="http://schemas.microsoft.com/office/drawing/2014/main" id="{C8F3F3AF-B4A5-56E1-E0A7-1DEE24D88A1C}"/>
              </a:ext>
            </a:extLst>
          </p:cNvPr>
          <p:cNvSpPr txBox="1"/>
          <p:nvPr userDrawn="1"/>
        </p:nvSpPr>
        <p:spPr>
          <a:xfrm>
            <a:off x="-1444789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 positiva</a:t>
            </a:r>
          </a:p>
        </p:txBody>
      </p:sp>
      <p:sp>
        <p:nvSpPr>
          <p:cNvPr id="174" name="Google Shape;2080;p65">
            <a:extLst>
              <a:ext uri="{FF2B5EF4-FFF2-40B4-BE49-F238E27FC236}">
                <a16:creationId xmlns:a16="http://schemas.microsoft.com/office/drawing/2014/main" id="{B8625E32-B368-B3E7-8A22-87FAE20DC9F4}"/>
              </a:ext>
            </a:extLst>
          </p:cNvPr>
          <p:cNvSpPr txBox="1"/>
          <p:nvPr userDrawn="1"/>
        </p:nvSpPr>
        <p:spPr>
          <a:xfrm>
            <a:off x="-631008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030CE10-39BC-BE5D-FE58-08C90132901B}"/>
              </a:ext>
            </a:extLst>
          </p:cNvPr>
          <p:cNvGrpSpPr/>
          <p:nvPr userDrawn="1"/>
        </p:nvGrpSpPr>
        <p:grpSpPr>
          <a:xfrm>
            <a:off x="-1440047" y="2398327"/>
            <a:ext cx="1199343" cy="245918"/>
            <a:chOff x="-2710109" y="2381849"/>
            <a:chExt cx="2469406" cy="317600"/>
          </a:xfrm>
        </p:grpSpPr>
        <p:sp>
          <p:nvSpPr>
            <p:cNvPr id="176" name="Google Shape;2077;p65">
              <a:extLst>
                <a:ext uri="{FF2B5EF4-FFF2-40B4-BE49-F238E27FC236}">
                  <a16:creationId xmlns:a16="http://schemas.microsoft.com/office/drawing/2014/main" id="{CE1E0FC0-5623-0806-F163-3FC6E4E0DB98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Google Shape;2078;p65">
              <a:extLst>
                <a:ext uri="{FF2B5EF4-FFF2-40B4-BE49-F238E27FC236}">
                  <a16:creationId xmlns:a16="http://schemas.microsoft.com/office/drawing/2014/main" id="{B3530A5F-03B8-AED1-AAEA-4E1157E3970C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Google Shape;2078;p65">
              <a:extLst>
                <a:ext uri="{FF2B5EF4-FFF2-40B4-BE49-F238E27FC236}">
                  <a16:creationId xmlns:a16="http://schemas.microsoft.com/office/drawing/2014/main" id="{A40BF5C2-05BA-6630-AD7D-5F59BC12CD2E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solidFill>
                  <a:srgbClr val="CF3D3D"/>
                </a:solidFill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9" name="Google Shape;2080;p65">
            <a:extLst>
              <a:ext uri="{FF2B5EF4-FFF2-40B4-BE49-F238E27FC236}">
                <a16:creationId xmlns:a16="http://schemas.microsoft.com/office/drawing/2014/main" id="{C851E7B6-9736-5B45-889A-9C7921F4E372}"/>
              </a:ext>
            </a:extLst>
          </p:cNvPr>
          <p:cNvSpPr txBox="1"/>
          <p:nvPr userDrawn="1"/>
        </p:nvSpPr>
        <p:spPr>
          <a:xfrm>
            <a:off x="-1040268" y="2687498"/>
            <a:ext cx="3997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atenção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80" name="Google Shape;2079;p65">
            <a:extLst>
              <a:ext uri="{FF2B5EF4-FFF2-40B4-BE49-F238E27FC236}">
                <a16:creationId xmlns:a16="http://schemas.microsoft.com/office/drawing/2014/main" id="{98F1A997-ABEA-04EE-216E-76936CCFD2BD}"/>
              </a:ext>
            </a:extLst>
          </p:cNvPr>
          <p:cNvSpPr txBox="1"/>
          <p:nvPr userDrawn="1"/>
        </p:nvSpPr>
        <p:spPr>
          <a:xfrm>
            <a:off x="-1440046" y="921489"/>
            <a:ext cx="1281917" cy="95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/>
            <a:r>
              <a:rPr lang="pt-BR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 é usado apenas para os detalhes.</a:t>
            </a:r>
            <a:endParaRPr lang="pt-BR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A4CC64EC-6A5B-9E85-C83D-F5CBCD8AFB12}"/>
              </a:ext>
            </a:extLst>
          </p:cNvPr>
          <p:cNvGrpSpPr/>
          <p:nvPr userDrawn="1"/>
        </p:nvGrpSpPr>
        <p:grpSpPr>
          <a:xfrm>
            <a:off x="-1444784" y="3206791"/>
            <a:ext cx="1213558" cy="1751766"/>
            <a:chOff x="-1444785" y="2466243"/>
            <a:chExt cx="1259273" cy="1751766"/>
          </a:xfrm>
        </p:grpSpPr>
        <p:sp>
          <p:nvSpPr>
            <p:cNvPr id="182" name="Google Shape;2044;p65">
              <a:extLst>
                <a:ext uri="{FF2B5EF4-FFF2-40B4-BE49-F238E27FC236}">
                  <a16:creationId xmlns:a16="http://schemas.microsoft.com/office/drawing/2014/main" id="{C1423D59-D6F2-42D9-3048-1D6A4C6405F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Google Shape;2046;p65">
              <a:extLst>
                <a:ext uri="{FF2B5EF4-FFF2-40B4-BE49-F238E27FC236}">
                  <a16:creationId xmlns:a16="http://schemas.microsoft.com/office/drawing/2014/main" id="{54CF2C90-BA15-653F-CBD6-D20AB62A0B88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Google Shape;2044;p65">
              <a:extLst>
                <a:ext uri="{FF2B5EF4-FFF2-40B4-BE49-F238E27FC236}">
                  <a16:creationId xmlns:a16="http://schemas.microsoft.com/office/drawing/2014/main" id="{2549E464-93E0-75FB-419D-75744386EB3B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Google Shape;2046;p65">
              <a:extLst>
                <a:ext uri="{FF2B5EF4-FFF2-40B4-BE49-F238E27FC236}">
                  <a16:creationId xmlns:a16="http://schemas.microsoft.com/office/drawing/2014/main" id="{6398199E-B68C-4226-B98D-FECD1387B60C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Google Shape;2044;p65">
              <a:extLst>
                <a:ext uri="{FF2B5EF4-FFF2-40B4-BE49-F238E27FC236}">
                  <a16:creationId xmlns:a16="http://schemas.microsoft.com/office/drawing/2014/main" id="{C56EAB83-0EFA-EF32-E619-2743CA20C36A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Google Shape;2046;p65">
              <a:extLst>
                <a:ext uri="{FF2B5EF4-FFF2-40B4-BE49-F238E27FC236}">
                  <a16:creationId xmlns:a16="http://schemas.microsoft.com/office/drawing/2014/main" id="{D4A1CD4F-43E2-5DD9-1549-50C21A76DD2D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Google Shape;2044;p65">
              <a:extLst>
                <a:ext uri="{FF2B5EF4-FFF2-40B4-BE49-F238E27FC236}">
                  <a16:creationId xmlns:a16="http://schemas.microsoft.com/office/drawing/2014/main" id="{43CEFB10-F8A0-70B6-4723-7D999148B043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Google Shape;2046;p65">
              <a:extLst>
                <a:ext uri="{FF2B5EF4-FFF2-40B4-BE49-F238E27FC236}">
                  <a16:creationId xmlns:a16="http://schemas.microsoft.com/office/drawing/2014/main" id="{A86E54A8-F2B0-7630-3476-9BEA9C82B7A7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Google Shape;2044;p65">
              <a:extLst>
                <a:ext uri="{FF2B5EF4-FFF2-40B4-BE49-F238E27FC236}">
                  <a16:creationId xmlns:a16="http://schemas.microsoft.com/office/drawing/2014/main" id="{B32CD912-ACA2-4FC5-F673-BCF84ACF608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Google Shape;2046;p65">
              <a:extLst>
                <a:ext uri="{FF2B5EF4-FFF2-40B4-BE49-F238E27FC236}">
                  <a16:creationId xmlns:a16="http://schemas.microsoft.com/office/drawing/2014/main" id="{F845CA83-6165-A2A8-2F60-B04BA74CEC84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2044;p65">
              <a:extLst>
                <a:ext uri="{FF2B5EF4-FFF2-40B4-BE49-F238E27FC236}">
                  <a16:creationId xmlns:a16="http://schemas.microsoft.com/office/drawing/2014/main" id="{04AE18FF-FF37-374F-0C5A-6B017B908426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Google Shape;2046;p65">
              <a:extLst>
                <a:ext uri="{FF2B5EF4-FFF2-40B4-BE49-F238E27FC236}">
                  <a16:creationId xmlns:a16="http://schemas.microsoft.com/office/drawing/2014/main" id="{20696C8C-970B-9C25-3B20-1EF6D7DF1372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Google Shape;2044;p65">
              <a:extLst>
                <a:ext uri="{FF2B5EF4-FFF2-40B4-BE49-F238E27FC236}">
                  <a16:creationId xmlns:a16="http://schemas.microsoft.com/office/drawing/2014/main" id="{C88FF8EA-5BED-4B34-295E-A60FC95B04F7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Google Shape;2046;p65">
              <a:extLst>
                <a:ext uri="{FF2B5EF4-FFF2-40B4-BE49-F238E27FC236}">
                  <a16:creationId xmlns:a16="http://schemas.microsoft.com/office/drawing/2014/main" id="{E4FD17E5-8061-6ECF-7C7A-979810B458B5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Google Shape;2044;p65">
              <a:extLst>
                <a:ext uri="{FF2B5EF4-FFF2-40B4-BE49-F238E27FC236}">
                  <a16:creationId xmlns:a16="http://schemas.microsoft.com/office/drawing/2014/main" id="{25E3440E-6525-DEDA-ACE7-8CC38C04F376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Google Shape;2046;p65">
              <a:extLst>
                <a:ext uri="{FF2B5EF4-FFF2-40B4-BE49-F238E27FC236}">
                  <a16:creationId xmlns:a16="http://schemas.microsoft.com/office/drawing/2014/main" id="{A859B22B-DF0F-AF90-6478-CA5453E5CC28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Google Shape;2044;p65">
              <a:extLst>
                <a:ext uri="{FF2B5EF4-FFF2-40B4-BE49-F238E27FC236}">
                  <a16:creationId xmlns:a16="http://schemas.microsoft.com/office/drawing/2014/main" id="{C09DC30A-FA09-C08E-741E-E179DD225ADE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Google Shape;2046;p65">
              <a:extLst>
                <a:ext uri="{FF2B5EF4-FFF2-40B4-BE49-F238E27FC236}">
                  <a16:creationId xmlns:a16="http://schemas.microsoft.com/office/drawing/2014/main" id="{C297A522-F1DC-0DD0-74D6-0BFF20E9B359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Google Shape;2044;p65">
              <a:extLst>
                <a:ext uri="{FF2B5EF4-FFF2-40B4-BE49-F238E27FC236}">
                  <a16:creationId xmlns:a16="http://schemas.microsoft.com/office/drawing/2014/main" id="{2A41E048-51EA-097D-C092-9068221C5BD1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Google Shape;2046;p65">
              <a:extLst>
                <a:ext uri="{FF2B5EF4-FFF2-40B4-BE49-F238E27FC236}">
                  <a16:creationId xmlns:a16="http://schemas.microsoft.com/office/drawing/2014/main" id="{F4F8ACEE-E5C1-2657-BF09-2DBAB949B048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Google Shape;2044;p65">
              <a:extLst>
                <a:ext uri="{FF2B5EF4-FFF2-40B4-BE49-F238E27FC236}">
                  <a16:creationId xmlns:a16="http://schemas.microsoft.com/office/drawing/2014/main" id="{A0172F36-71D8-33DF-76DB-CEFBA4DE3216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Google Shape;2046;p65">
              <a:extLst>
                <a:ext uri="{FF2B5EF4-FFF2-40B4-BE49-F238E27FC236}">
                  <a16:creationId xmlns:a16="http://schemas.microsoft.com/office/drawing/2014/main" id="{AE9EDE59-83FF-4E90-BE44-A11E0C7E0103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Google Shape;2044;p65">
              <a:extLst>
                <a:ext uri="{FF2B5EF4-FFF2-40B4-BE49-F238E27FC236}">
                  <a16:creationId xmlns:a16="http://schemas.microsoft.com/office/drawing/2014/main" id="{A152A5F4-BAFD-76C0-40F4-53C64084062F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Google Shape;2046;p65">
              <a:extLst>
                <a:ext uri="{FF2B5EF4-FFF2-40B4-BE49-F238E27FC236}">
                  <a16:creationId xmlns:a16="http://schemas.microsoft.com/office/drawing/2014/main" id="{CF109ED9-212F-3BB3-913E-327B6F26646F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Google Shape;2044;p65">
              <a:extLst>
                <a:ext uri="{FF2B5EF4-FFF2-40B4-BE49-F238E27FC236}">
                  <a16:creationId xmlns:a16="http://schemas.microsoft.com/office/drawing/2014/main" id="{302411DA-9E1C-F74C-E3ED-23C82D95776F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Google Shape;2046;p65">
              <a:extLst>
                <a:ext uri="{FF2B5EF4-FFF2-40B4-BE49-F238E27FC236}">
                  <a16:creationId xmlns:a16="http://schemas.microsoft.com/office/drawing/2014/main" id="{7E03C002-8B93-A2C1-6C79-99026F5599FF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Google Shape;2044;p65">
              <a:extLst>
                <a:ext uri="{FF2B5EF4-FFF2-40B4-BE49-F238E27FC236}">
                  <a16:creationId xmlns:a16="http://schemas.microsoft.com/office/drawing/2014/main" id="{D0E0C55A-5C6D-AEAB-8821-ADB2742CC938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Google Shape;2046;p65">
              <a:extLst>
                <a:ext uri="{FF2B5EF4-FFF2-40B4-BE49-F238E27FC236}">
                  <a16:creationId xmlns:a16="http://schemas.microsoft.com/office/drawing/2014/main" id="{AB98B7E5-7804-C10F-3EB9-F2B68587D536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Google Shape;2044;p65">
              <a:extLst>
                <a:ext uri="{FF2B5EF4-FFF2-40B4-BE49-F238E27FC236}">
                  <a16:creationId xmlns:a16="http://schemas.microsoft.com/office/drawing/2014/main" id="{F40BB09D-59BD-0A9D-9EB3-E1E0F7F40377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Google Shape;2046;p65">
              <a:extLst>
                <a:ext uri="{FF2B5EF4-FFF2-40B4-BE49-F238E27FC236}">
                  <a16:creationId xmlns:a16="http://schemas.microsoft.com/office/drawing/2014/main" id="{65011066-C2A7-A13A-9AD3-5DF93EE4E151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Google Shape;2044;p65">
              <a:extLst>
                <a:ext uri="{FF2B5EF4-FFF2-40B4-BE49-F238E27FC236}">
                  <a16:creationId xmlns:a16="http://schemas.microsoft.com/office/drawing/2014/main" id="{9EE770A1-EB90-0F14-4C4E-A8A0E1C6C82F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Google Shape;2046;p65">
              <a:extLst>
                <a:ext uri="{FF2B5EF4-FFF2-40B4-BE49-F238E27FC236}">
                  <a16:creationId xmlns:a16="http://schemas.microsoft.com/office/drawing/2014/main" id="{FE9FF170-6804-B73C-EA18-FF388C72DCCB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rtl="0"/>
              <a:endParaRPr lang="pt-BR" sz="2489">
                <a:latin typeface="Arial Nova Cond" panose="020B0506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4" name="Google Shape;4377;p121">
            <a:extLst>
              <a:ext uri="{FF2B5EF4-FFF2-40B4-BE49-F238E27FC236}">
                <a16:creationId xmlns:a16="http://schemas.microsoft.com/office/drawing/2014/main" id="{813F4CA4-6097-75C3-76A5-3BAF5D4B5A93}"/>
              </a:ext>
            </a:extLst>
          </p:cNvPr>
          <p:cNvSpPr txBox="1"/>
          <p:nvPr userDrawn="1"/>
        </p:nvSpPr>
        <p:spPr>
          <a:xfrm>
            <a:off x="-1440046" y="3006239"/>
            <a:ext cx="1094534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 de cores</a:t>
            </a:r>
          </a:p>
        </p:txBody>
      </p:sp>
      <p:sp>
        <p:nvSpPr>
          <p:cNvPr id="215" name="Google Shape;4371;p121">
            <a:extLst>
              <a:ext uri="{FF2B5EF4-FFF2-40B4-BE49-F238E27FC236}">
                <a16:creationId xmlns:a16="http://schemas.microsoft.com/office/drawing/2014/main" id="{686EAA63-2314-BF34-52FD-DAD3BDBC8197}"/>
              </a:ext>
            </a:extLst>
          </p:cNvPr>
          <p:cNvSpPr txBox="1"/>
          <p:nvPr userDrawn="1"/>
        </p:nvSpPr>
        <p:spPr>
          <a:xfrm>
            <a:off x="12405135" y="0"/>
            <a:ext cx="489312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>
              <a:lnSpc>
                <a:spcPct val="120000"/>
              </a:lnSpc>
            </a:pPr>
            <a:r>
              <a:rPr lang="pt-BR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</a:p>
        </p:txBody>
      </p:sp>
    </p:spTree>
    <p:extLst>
      <p:ext uri="{BB962C8B-B14F-4D97-AF65-F5344CB8AC3E}">
        <p14:creationId xmlns:p14="http://schemas.microsoft.com/office/powerpoint/2010/main" val="354027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  <p:sldLayoutId id="2147483925" r:id="rId19"/>
    <p:sldLayoutId id="2147483926" r:id="rId20"/>
    <p:sldLayoutId id="2147483927" r:id="rId21"/>
    <p:sldLayoutId id="2147483928" r:id="rId22"/>
    <p:sldLayoutId id="2147483929" r:id="rId23"/>
    <p:sldLayoutId id="2147483930" r:id="rId24"/>
    <p:sldLayoutId id="2147483931" r:id="rId25"/>
    <p:sldLayoutId id="2147483932" r:id="rId26"/>
    <p:sldLayoutId id="2147483933" r:id="rId27"/>
    <p:sldLayoutId id="2147483934" r:id="rId28"/>
    <p:sldLayoutId id="2147483935" r:id="rId29"/>
    <p:sldLayoutId id="2147483936" r:id="rId30"/>
    <p:sldLayoutId id="2147483937" r:id="rId31"/>
    <p:sldLayoutId id="2147483938" r:id="rId32"/>
    <p:sldLayoutId id="2147483939" r:id="rId33"/>
    <p:sldLayoutId id="2147483940" r:id="rId34"/>
    <p:sldLayoutId id="2147483941" r:id="rId35"/>
    <p:sldLayoutId id="2147483942" r:id="rId36"/>
    <p:sldLayoutId id="2147483943" r:id="rId37"/>
    <p:sldLayoutId id="2147483944" r:id="rId38"/>
    <p:sldLayoutId id="2147483945" r:id="rId39"/>
    <p:sldLayoutId id="2147483946" r:id="rId40"/>
    <p:sldLayoutId id="2147483947" r:id="rId41"/>
    <p:sldLayoutId id="2147483948" r:id="rId42"/>
    <p:sldLayoutId id="2147483949" r:id="rId43"/>
    <p:sldLayoutId id="2147483950" r:id="rId44"/>
    <p:sldLayoutId id="2147483951" r:id="rId45"/>
    <p:sldLayoutId id="2147483952" r:id="rId46"/>
    <p:sldLayoutId id="2147483953" r:id="rId47"/>
    <p:sldLayoutId id="2147483954" r:id="rId48"/>
    <p:sldLayoutId id="2147483955" r:id="rId49"/>
    <p:sldLayoutId id="2147483956" r:id="rId50"/>
    <p:sldLayoutId id="2147483957" r:id="rId51"/>
    <p:sldLayoutId id="2147483958" r:id="rId52"/>
    <p:sldLayoutId id="2147483959" r:id="rId53"/>
    <p:sldLayoutId id="2147483960" r:id="rId54"/>
    <p:sldLayoutId id="2147483961" r:id="rId55"/>
    <p:sldLayoutId id="2147483962" r:id="rId56"/>
    <p:sldLayoutId id="2147483963" r:id="rId57"/>
    <p:sldLayoutId id="2147483964" r:id="rId58"/>
    <p:sldLayoutId id="2147483965" r:id="rId59"/>
    <p:sldLayoutId id="2147483966" r:id="rId6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val="F26B43"/>
          </p15:clr>
        </p15:guide>
        <p15:guide id="2" pos="294">
          <p15:clr>
            <a:srgbClr val="F26B43"/>
          </p15:clr>
        </p15:guide>
        <p15:guide id="3">
          <p15:clr>
            <a:srgbClr val="F26B43"/>
          </p15:clr>
        </p15:guide>
        <p15:guide id="4" orient="horz" pos="4020">
          <p15:clr>
            <a:srgbClr val="F26B43"/>
          </p15:clr>
        </p15:guide>
        <p15:guide id="5" orient="horz" pos="292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2012">
          <p15:clr>
            <a:srgbClr val="F26B43"/>
          </p15:clr>
        </p15:guide>
        <p15:guide id="9" pos="7386">
          <p15:clr>
            <a:srgbClr val="F26B43"/>
          </p15:clr>
        </p15:guide>
        <p15:guide id="11" pos="3987">
          <p15:clr>
            <a:srgbClr val="F26B43"/>
          </p15:clr>
        </p15:guide>
        <p15:guide id="12" pos="5540">
          <p15:clr>
            <a:srgbClr val="F26B43"/>
          </p15:clr>
        </p15:guide>
        <p15:guide id="13" orient="horz">
          <p15:clr>
            <a:srgbClr val="F26B43"/>
          </p15:clr>
        </p15:guide>
        <p15:guide id="14" pos="3692">
          <p15:clr>
            <a:srgbClr val="F26B43"/>
          </p15:clr>
        </p15:guide>
        <p15:guide id="15" pos="5688">
          <p15:clr>
            <a:srgbClr val="F26B43"/>
          </p15:clr>
        </p15:guide>
        <p15:guide id="17" pos="2140">
          <p15:clr>
            <a:srgbClr val="F26B43"/>
          </p15:clr>
        </p15:guide>
        <p15:guide id="19" pos="1845">
          <p15:clr>
            <a:srgbClr val="F26B43"/>
          </p15:clr>
        </p15:guide>
        <p15:guide id="20" pos="1992">
          <p15:clr>
            <a:srgbClr val="F26B43"/>
          </p15:clr>
        </p15:guide>
        <p15:guide id="21" pos="3840">
          <p15:clr>
            <a:srgbClr val="F26B43"/>
          </p15:clr>
        </p15:guide>
        <p15:guide id="22" orient="horz" pos="230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5" Type="http://schemas.openxmlformats.org/officeDocument/2006/relationships/image" Target="../media/image3.emf"/></Relationships>
</file>

<file path=ppt/slides/_rels/slide2.xml.rels><?xml version='1.0' encoding='UTF-8' standalone='yes'?>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56.svg"/><Relationship Id="rId7" Type="http://schemas.openxmlformats.org/officeDocument/2006/relationships/image" Target="../media/image52.emf"/><Relationship Id="rId12" Type="http://schemas.openxmlformats.org/officeDocument/2006/relationships/image" Target="../media/image55.png"/><Relationship Id="rId11" Type="http://schemas.openxmlformats.org/officeDocument/2006/relationships/image" Target="../media/image54.svg"/><Relationship Id="rId10" Type="http://schemas.openxmlformats.org/officeDocument/2006/relationships/image" Target="../media/image53.png"/><Relationship Id="rId4" Type="http://schemas.openxmlformats.org/officeDocument/2006/relationships/slideLayout" Target="../slideLayouts/slideLayout53.xml"/><Relationship Id="rId9" Type="http://schemas.openxmlformats.org/officeDocument/2006/relationships/image" Target="../media/image18.sv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51.png"/><Relationship Id="rId1" Type="http://schemas.openxmlformats.org/officeDocument/2006/relationships/slideLayout" Target="../slideLayouts/slideLayout86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" Type="http://schemas.openxmlformats.org/officeDocument/2006/relationships/slideLayout" Target="../slideLayouts/slideLayout86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10" Type="http://schemas.openxmlformats.org/officeDocument/2006/relationships/image" Target="../media/s4_icon_idea.png"/><Relationship Id="rId11" Type="http://schemas.openxmlformats.org/officeDocument/2006/relationships/image" Target="../media/s4_icon_lightbulb.png"/><Relationship Id="rId12" Type="http://schemas.openxmlformats.org/officeDocument/2006/relationships/image" Target="../media/s4_icon_growth.png"/><Relationship Id="rId13" Type="http://schemas.openxmlformats.org/officeDocument/2006/relationships/image" Target="../media/s4_icon_trophy.png"/><Relationship Id="rId14" Type="http://schemas.openxmlformats.org/officeDocument/2006/relationships/image" Target="../media/s4_icon_cheers.pn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5" Type="http://schemas.openxmlformats.org/officeDocument/2006/relationships/image" Target="../media/image7.emf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86.xml"/><Relationship Id="rId4" Type="http://schemas.openxmlformats.org/officeDocument/2006/relationships/image" Target="../media/image4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06A76-B644-C8F6-D798-1CBCCE2421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623" y="3310128"/>
            <a:ext cx="5859740" cy="1993392"/>
          </a:xfrm>
        </p:spPr>
        <p:txBody>
          <a:bodyPr/>
          <a:lstStyle/>
          <a:p>
            <a:r>
              <a:rPr lang="pt-BR" sz="4800" noProof="0"/>
              <a:t>Proposta Técnica</a:t>
            </a:r>
            <a:endParaRPr lang="pt-BR" sz="4800" noProof="0"/>
          </a:p>
          <a:p>
            <a:r>
              <a:rPr lang="pt-BR" sz="2800"/>
              <a:t>Gestão de Mudança para a adoção do AXOL no ONS</a:t>
            </a:r>
            <a:endParaRPr lang="pt-BR" sz="2800"/>
          </a:p>
          <a:p>
            <a:r>
              <a:rPr lang="pt-BR" sz="1600">
                <a:solidFill>
                  <a:schemeClr val="tx2"/>
                </a:solidFill>
              </a:rPr>
              <a:t>Quem roda a cadeia hoje desenha o fluxograma de amanhã</a:t>
            </a:r>
            <a:endParaRPr lang="pt-BR" sz="16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E8F75-3980-C584-6A99-39645CB4E7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623" y="6222044"/>
            <a:ext cx="2459315" cy="202267"/>
          </a:xfrm>
        </p:spPr>
        <p:txBody>
          <a:bodyPr/>
          <a:lstStyle/>
          <a:p>
            <a:r>
              <a:rPr lang="pt-BR" noProof="0"/>
              <a:t>out/2026</a:t>
            </a:r>
            <a:endParaRPr lang="pt-BR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5A315-0CF9-2EC7-20B1-F408920ADA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33FBAF-CC45-994F-83CC-A12951D2A66F}" type="slidenum">
              <a:rPr lang="pt-BR" noProof="0" smtClean="0"/>
              <a:pPr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58040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AEE7-E756-5D7B-3718-A84D45538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744E9FF-7F44-FD13-4870-1AC1FAF0AE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848" y="1325880"/>
            <a:ext cx="4425696" cy="4069080"/>
          </a:xfrm>
        </p:spPr>
        <p:txBody>
          <a:bodyPr/>
          <a:lstStyle/>
          <a:p>
            <a:pPr indent="-180000">
              <a:lnSpc>
                <a:spcPct val="105000"/>
              </a:lnSpc>
              <a:buClr>
                <a:srgbClr val="FFFFFF"/>
              </a:buClr>
              <a:buSzPct val="100000"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lang="pt-BR" b="1" sz="1400">
                <a:solidFill>
                  <a:srgbClr val="F78C16"/>
                </a:solidFill>
                <a:latin typeface="Arial Nova Cond" panose="020B0506020202020204" pitchFamily="34" charset="0"/>
                <a:cs typeface="Arial" panose="020B0604020202020204" pitchFamily="34" charset="0"/>
              </a:rPr>
              <a:t>Nosso entendimento</a:t>
            </a:r>
          </a:p>
          <a:p>
            <a:pPr marL="171450" indent="-1714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pt-BR" sz="1300" b="0"/>
              <a:t>O </a:t>
            </a:r>
            <a:r>
              <a:rPr lang="pt-BR" sz="1300" b="1"/>
              <a:t>ONS</a:t>
            </a:r>
            <a:r>
              <a:rPr lang="pt-BR" sz="1300" b="0"/>
              <a:t> conduz uma cadeia de </a:t>
            </a:r>
            <a:r>
              <a:rPr lang="pt-BR" sz="1300" b="1"/>
              <a:t>modelos eletroenergéticos</a:t>
            </a:r>
            <a:r>
              <a:rPr lang="pt-BR" sz="1300" b="0"/>
              <a:t>: o médio prazo (</a:t>
            </a:r>
            <a:r>
              <a:rPr lang="pt-BR" sz="1300" b="1"/>
              <a:t>NEWAVE</a:t>
            </a:r>
            <a:r>
              <a:rPr lang="pt-BR" sz="1300" b="0"/>
              <a:t>), o curto prazo (</a:t>
            </a:r>
            <a:r>
              <a:rPr lang="pt-BR" sz="1300" b="1"/>
              <a:t>DECOMP</a:t>
            </a:r>
            <a:r>
              <a:rPr lang="pt-BR" sz="1300" b="0"/>
              <a:t>) e a programação diária (</a:t>
            </a:r>
            <a:r>
              <a:rPr lang="pt-BR" sz="1300" b="1"/>
              <a:t>DESSEM</a:t>
            </a:r>
            <a:r>
              <a:rPr lang="pt-BR" sz="1300" b="0"/>
              <a:t>) se encadeiam pelas </a:t>
            </a:r>
            <a:r>
              <a:rPr lang="pt-BR" sz="1300" b="1"/>
              <a:t>funções de custo futuro (FCF)</a:t>
            </a:r>
            <a:r>
              <a:rPr lang="pt-BR" sz="1300" b="0"/>
              <a:t>. Preparar entradas, disparar e acompanhar rodadas e validar resultados apoia-se hoje em </a:t>
            </a:r>
            <a:r>
              <a:rPr lang="pt-BR" sz="1300" b="1"/>
              <a:t>pessoas</a:t>
            </a:r>
            <a:r>
              <a:rPr lang="pt-BR" sz="1300" b="0"/>
              <a:t> e em </a:t>
            </a:r>
            <a:r>
              <a:rPr lang="pt-BR" sz="1300" b="1"/>
              <a:t>sistemas legados atualizados por outras pessoas</a:t>
            </a:r>
            <a:r>
              <a:rPr lang="pt-BR" sz="1300" b="0"/>
              <a:t>¹.</a:t>
            </a:r>
          </a:p>
          <a:p>
            <a:pPr marL="171450" indent="-1714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pt-BR" sz="1300" b="0"/>
              <a:t>O </a:t>
            </a:r>
            <a:r>
              <a:rPr lang="pt-BR" sz="1300" b="1"/>
              <a:t>AXOL</a:t>
            </a:r>
            <a:r>
              <a:rPr lang="pt-BR" sz="1300" b="0"/>
              <a:t> orquestra essa cadeia de forma </a:t>
            </a:r>
            <a:r>
              <a:rPr lang="pt-BR" sz="1300" b="1"/>
              <a:t>visual e low-code</a:t>
            </a:r>
            <a:r>
              <a:rPr lang="pt-BR" sz="1300" b="0"/>
              <a:t>: cada rodada é um </a:t>
            </a:r>
            <a:r>
              <a:rPr lang="pt-BR" sz="1300" b="1"/>
              <a:t>job</a:t>
            </a:r>
            <a:r>
              <a:rPr lang="pt-BR" sz="1300" b="0"/>
              <a:t>, e o </a:t>
            </a:r>
            <a:r>
              <a:rPr lang="pt-BR" sz="1300" b="1"/>
              <a:t>fluxograma de execução</a:t>
            </a:r>
            <a:r>
              <a:rPr lang="pt-BR" sz="1300" b="0"/>
              <a:t> organiza jobs e dependências sobre servidores em </a:t>
            </a:r>
            <a:r>
              <a:rPr lang="pt-BR" sz="1300" b="1"/>
              <a:t>cloud</a:t>
            </a:r>
            <a:r>
              <a:rPr lang="pt-BR" sz="1300" b="0"/>
              <a:t>, com </a:t>
            </a:r>
            <a:r>
              <a:rPr lang="pt-BR" sz="1300" b="1"/>
              <a:t>previsibilidade de custo de execução</a:t>
            </a:r>
            <a:r>
              <a:rPr lang="pt-BR" sz="1300" b="0"/>
              <a:t>.</a:t>
            </a:r>
          </a:p>
          <a:p>
            <a:pPr marL="171450" indent="-1714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pt-BR" sz="1300" b="0"/>
              <a:t>Ao </a:t>
            </a:r>
            <a:r>
              <a:rPr lang="pt-BR" sz="1300" b="1"/>
              <a:t>desativar legados</a:t>
            </a:r>
            <a:r>
              <a:rPr lang="pt-BR" sz="1300" b="0"/>
              <a:t> e </a:t>
            </a:r>
            <a:r>
              <a:rPr lang="pt-BR" sz="1300" b="1"/>
              <a:t>assumir o trabalho operacional</a:t>
            </a:r>
            <a:r>
              <a:rPr lang="pt-BR" sz="1300" b="0"/>
              <a:t> de preparar, disparar e acompanhar rodadas, o AXOL pede uma regra de adoção: o </a:t>
            </a:r>
            <a:r>
              <a:rPr lang="pt-BR" sz="1300" b="1"/>
              <a:t>herdeiro</a:t>
            </a:r>
            <a:r>
              <a:rPr lang="pt-BR" sz="1300" b="0"/>
              <a:t>, quem hoje mantém ou atualiza o legado, desenha com o especialista do modelo o fluxograma que o substitui.¹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9BDA9F6-8EB1-9607-BB04-6D30B57DA3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724" y="6381750"/>
            <a:ext cx="10120876" cy="347464"/>
          </a:xfrm>
        </p:spPr>
        <p:txBody>
          <a:bodyPr/>
          <a:lstStyle/>
          <a:p>
            <a:r>
              <a:rPr lang="pt-BR"/>
              <a:t>1. PREMISSAS A VALIDAR NO DIAGNÓSTICO: catálogo efetivo de modelos do AXOL, legados a substituir e quem os mantém, perfis e volumes de pessoas, cadência de cada modelo e etapas da cadeia executadas fora do ONS.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FFD9773D-2A19-8BC1-68C0-59D6D98913BD}"/>
              </a:ext>
            </a:extLst>
          </p:cNvPr>
          <p:cNvSpPr txBox="1">
            <a:spLocks/>
          </p:cNvSpPr>
          <p:nvPr/>
        </p:nvSpPr>
        <p:spPr>
          <a:xfrm>
            <a:off x="469623" y="469899"/>
            <a:ext cx="11252754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0" i="0" kern="1200">
                <a:solidFill>
                  <a:schemeClr val="tx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pt-BR">
                <a:latin typeface="Arial Nova Light"/>
              </a:rPr>
              <a:t>Ao substituir legados, o AXOL precisa herdar o que as pessoas sabem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8"/>
          </p:nvPr>
        </p:nvSpPr>
        <p:spPr>
          <a:xfrm>
            <a:off x="469762" y="824400"/>
            <a:ext cx="11255652" cy="502920"/>
          </a:xfrm>
        </p:spPr>
        <p:txBody>
          <a:bodyPr/>
          <a:lstStyle/>
          <a:p>
            <a:r>
              <a:rPr lang="pt-BR"/>
              <a:t>Orquestrar NEWAVE, DECOMP e DESSEM em fluxogramas só substitui o legado com segurança se quem o mantém desenhar o fluxograma que o substitui: nenhum legado desliga sem herdeiro.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5D9427-3138-FAAD-132C-FC4BC2C88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488003"/>
              </p:ext>
            </p:extLst>
          </p:nvPr>
        </p:nvGraphicFramePr>
        <p:xfrm>
          <a:off x="5313145" y="1325880"/>
          <a:ext cx="6412131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2131">
                  <a:extLst>
                    <a:ext uri="{9D8B030D-6E8A-4147-A177-3AD203B41FA5}">
                      <a16:colId xmlns:a16="http://schemas.microsoft.com/office/drawing/2014/main" val="887581671"/>
                    </a:ext>
                  </a:extLst>
                </a:gridCol>
              </a:tblGrid>
              <a:tr h="2852928">
                <a:tc>
                  <a:txBody>
                    <a:bodyPr/>
                    <a:lstStyle/>
                    <a:p>
                      <a:pPr marL="0" indent="0" rtl="0">
                        <a:lnSpc>
                          <a:spcPct val="105000"/>
                        </a:lnSpc>
                        <a:buClr>
                          <a:srgbClr val="FFFFFF"/>
                        </a:buClr>
                        <a:buSzPct val="100000"/>
                        <a:buFontTx/>
                        <a:buNone/>
                      </a:pPr>
                      <a:r>
                        <a:rPr lang="pt-BR" sz="16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anose="020B0604020202020204" pitchFamily="34" charset="0"/>
                        </a:rPr>
                        <a:t>Principais desafios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Conhecimento fora do inventário: 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ajustes, rotinas paralelas e consumidores das saídas dos legados podem não estar documentados; desligar sem mapeá-los quebra a cadeia sem aviso.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Elos dependentes pela FCF: 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cada modelo seguinte consome a FCF do anterior, então uma diferença no primeiro elo se propaga; quem valida precisa reproduzir o resultado, dentro da tolerância acordada, antes de abandonar o legado.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Trabalho que sai das mãos: 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preparar, disparar e acompanhar rodadas passam ao AXOL; tempo liberado sem destino e esforço dobrado na operação em paralelo geram insegurança e resistência.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Linguagem comum: 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engenharia, TI e gestão podem usar termos diferentes (caso, rodada, execução, job); falta uma tradução única de modelo para fluxograma.</a:t>
                      </a:r>
                    </a:p>
                    <a:p>
                      <a:pPr marL="180000" marR="0" lvl="0" indent="-180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  <a:tabLst/>
                        <a:defRPr/>
                      </a:pPr>
                      <a:r>
                        <a:rPr lang="pt-BR" sz="1100" b="1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Custo de execução visível: </a:t>
                      </a:r>
                      <a:r>
                        <a:rPr lang="pt-BR" sz="1100" b="0">
                          <a:solidFill>
                            <a:srgbClr val="002B49"/>
                          </a:solidFill>
                          <a:latin typeface="Arial Nova Cond" panose="020B0506020202020204" pitchFamily="34" charset="0"/>
                        </a:rPr>
                        <a:t>rodar em cloud dá capacidade sob demanda e previsibilidade de custo de execução; quem dispara rodadas passa a decidir com essa informação, sem inibir a experimentação.</a:t>
                      </a:r>
                    </a:p>
                  </a:txBody>
                  <a:tcPr marL="540000" marR="90000" marT="90000" marB="90000"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209324"/>
                  </a:ext>
                </a:extLst>
              </a:tr>
              <a:tr h="2130552">
                <a:tc>
                  <a:txBody>
                    <a:bodyPr/>
                    <a:lstStyle/>
                    <a:p>
                      <a:pPr marL="0" indent="0" rtl="0">
                        <a:lnSpc>
                          <a:spcPct val="105000"/>
                        </a:lnSpc>
                        <a:buClr>
                          <a:srgbClr val="FFFFFF"/>
                        </a:buClr>
                        <a:buSzPct val="100000"/>
                        <a:buFontTx/>
                        <a:buNone/>
                      </a:pPr>
                      <a:r>
                        <a:rPr lang="pt-BR" sz="16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anose="020B0604020202020204" pitchFamily="34" charset="0"/>
                        </a:rPr>
                        <a:t>Solução esperada</a:t>
                      </a:r>
                    </a:p>
                    <a:p>
                      <a:pPr marL="180000" indent="-180000" rtl="0">
                        <a:lnSpc>
                          <a:spcPct val="100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 A&amp;M conduz a </a:t>
                      </a:r>
                      <a:r>
                        <a:rPr lang="pt-BR" sz="1100" b="1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 Organizacional (GMO)</a:t>
                      </a: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, integrada ao </a:t>
                      </a:r>
                      <a:r>
                        <a:rPr lang="pt-BR" sz="1100" b="1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TMO</a:t>
                      </a: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 (Transformation Management Office, escritório de gestão da transformação) do programa, para adotar o AXOL com </a:t>
                      </a:r>
                      <a:r>
                        <a:rPr lang="pt-BR" sz="1100" b="1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 mínimo de impacto em pessoas</a:t>
                      </a: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:</a:t>
                      </a:r>
                    </a:p>
                    <a:p>
                      <a:pPr marL="285750" indent="-285750" rtl="0">
                        <a:lnSpc>
                          <a:spcPct val="100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Mapear impactos e inventariar legados, herdeiros e consumidores das saídas;</a:t>
                      </a:r>
                    </a:p>
                    <a:p>
                      <a:pPr marL="285750" indent="-285750" rtl="0">
                        <a:lnSpc>
                          <a:spcPct val="100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Formar (</a:t>
                      </a:r>
                      <a:r>
                        <a:rPr lang="pt-BR" sz="1100" b="1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catequizar</a:t>
                      </a: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) nos modelos: o que cada um faz, como se encadeiam e entram no AXOL;</a:t>
                      </a:r>
                    </a:p>
                    <a:p>
                      <a:pPr marL="285750" indent="-285750" rtl="0">
                        <a:lnSpc>
                          <a:spcPct val="100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Capacitar no AXOL com prática guiada e operação sombra, elo a elo da cadeia;</a:t>
                      </a:r>
                    </a:p>
                    <a:p>
                      <a:pPr marL="285750" indent="-285750" rtl="0">
                        <a:lnSpc>
                          <a:spcPct val="100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Reestruturar o trabalho: o tempo liberado vira análise, curadoria e autoria;</a:t>
                      </a:r>
                    </a:p>
                    <a:p>
                      <a:pPr marL="285750" indent="-285750" rtl="0">
                        <a:lnSpc>
                          <a:spcPct val="100000"/>
                        </a:lnSpc>
                        <a:spcBef>
                          <a:spcPts val="500"/>
                        </a:spcBef>
                        <a:buClr>
                          <a:srgbClr val="002B49"/>
                        </a:buClr>
                        <a:buSzPts val="800"/>
                        <a:buFont typeface="+mj-lt"/>
                        <a:buAutoNum type="romanLcPeriod"/>
                      </a:pPr>
                      <a:r>
                        <a:rPr lang="pt-BR" sz="1100" b="0" i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Desligar cada legado por gate, com resultados reconciliados e pessoas prontas.</a:t>
                      </a:r>
                    </a:p>
                  </a:txBody>
                  <a:tcPr marL="540000" marR="90000" marT="90000" marB="90000"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536010"/>
                  </a:ext>
                </a:extLst>
              </a:tr>
            </a:tbl>
          </a:graphicData>
        </a:graphic>
      </p:graphicFrame>
      <p:pic>
        <p:nvPicPr>
          <p:cNvPr id="3" name="A3_Misc_Lightbulb-01">
            <a:extLst>
              <a:ext uri="{FF2B5EF4-FFF2-40B4-BE49-F238E27FC236}">
                <a16:creationId xmlns:a16="http://schemas.microsoft.com/office/drawing/2014/main" id="{65F11E54-0B1B-042E-6DA1-8806169BB8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28039" y="1335024"/>
            <a:ext cx="485775" cy="485775"/>
          </a:xfrm>
          <a:prstGeom prst="rect">
            <a:avLst/>
          </a:prstGeom>
        </p:spPr>
      </p:pic>
      <p:pic>
        <p:nvPicPr>
          <p:cNvPr id="5" name="A8_Gears_Time_Clock_Process_v1-01">
            <a:extLst>
              <a:ext uri="{FF2B5EF4-FFF2-40B4-BE49-F238E27FC236}">
                <a16:creationId xmlns:a16="http://schemas.microsoft.com/office/drawing/2014/main" id="{4508FB96-5123-1D61-A9FC-880F5F19A4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28039" y="4215384"/>
            <a:ext cx="485775" cy="485775"/>
          </a:xfrm>
          <a:prstGeom prst="rect">
            <a:avLst/>
          </a:prstGeom>
        </p:spPr>
      </p:pic>
      <p:sp>
        <p:nvSpPr>
          <p:cNvPr id="31" name="Legenda Cadeia"/>
          <p:cNvSpPr txBox="1"/>
          <p:nvPr/>
        </p:nvSpPr>
        <p:spPr>
          <a:xfrm>
            <a:off x="466344" y="5486400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1000" b="0">
                <a:solidFill>
                  <a:schemeClr val="accent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Cadeia de modelos, encadeada pelas FCF</a:t>
            </a:r>
          </a:p>
        </p:txBody>
      </p:sp>
      <p:sp>
        <p:nvSpPr>
          <p:cNvPr id="32" name="Cadeia NEWAVE"/>
          <p:cNvSpPr/>
          <p:nvPr/>
        </p:nvSpPr>
        <p:spPr>
          <a:xfrm>
            <a:off x="466344" y="5760720"/>
            <a:ext cx="1463040" cy="530352"/>
          </a:xfrm>
          <a:prstGeom prst="homePlate">
            <a:avLst>
              <a:gd name="adj" fmla="val 3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lt1"/>
          </a:lnRef>
          <a:fillRef idx="1">
            <a:scrgbClr r="0" g="0" b="0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8288" rIns="0" bIns="18288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NEWAVE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1000" b="0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médio prazo</a:t>
            </a:r>
          </a:p>
        </p:txBody>
      </p:sp>
      <p:sp>
        <p:nvSpPr>
          <p:cNvPr id="33" name="Cadeia DECOMP"/>
          <p:cNvSpPr/>
          <p:nvPr/>
        </p:nvSpPr>
        <p:spPr>
          <a:xfrm>
            <a:off x="1837944" y="5760720"/>
            <a:ext cx="1463040" cy="530352"/>
          </a:xfrm>
          <a:prstGeom prst="chevron">
            <a:avLst>
              <a:gd name="adj" fmla="val 3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lt1"/>
          </a:lnRef>
          <a:fillRef idx="1">
            <a:scrgbClr r="0" g="0" b="0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18288" rIns="0" bIns="18288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DECOMP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1000" b="0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curto prazo</a:t>
            </a:r>
          </a:p>
        </p:txBody>
      </p:sp>
      <p:sp>
        <p:nvSpPr>
          <p:cNvPr id="34" name="Cadeia DESSEM"/>
          <p:cNvSpPr/>
          <p:nvPr/>
        </p:nvSpPr>
        <p:spPr>
          <a:xfrm>
            <a:off x="3209544" y="5760720"/>
            <a:ext cx="1463040" cy="530352"/>
          </a:xfrm>
          <a:prstGeom prst="chevron">
            <a:avLst>
              <a:gd name="adj" fmla="val 3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lt1"/>
          </a:lnRef>
          <a:fillRef idx="1">
            <a:scrgbClr r="0" g="0" b="0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8016" tIns="18288" rIns="0" bIns="18288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DESSEM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1000" b="0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programação diária</a:t>
            </a:r>
          </a:p>
        </p:txBody>
      </p:sp>
      <p:sp>
        <p:nvSpPr>
          <p:cNvPr id="35" name="FCF 1"/>
          <p:cNvSpPr/>
          <p:nvPr/>
        </p:nvSpPr>
        <p:spPr>
          <a:xfrm>
            <a:off x="1700784" y="5925312"/>
            <a:ext cx="365760" cy="2011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lt1"/>
          </a:lnRef>
          <a:fillRef idx="1">
            <a:scrgbClr r="0" g="0" b="0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900" b="1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FCF</a:t>
            </a:r>
          </a:p>
        </p:txBody>
      </p:sp>
      <p:sp>
        <p:nvSpPr>
          <p:cNvPr id="36" name="FCF 2"/>
          <p:cNvSpPr/>
          <p:nvPr/>
        </p:nvSpPr>
        <p:spPr>
          <a:xfrm>
            <a:off x="3072384" y="5925312"/>
            <a:ext cx="365760" cy="2011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lt1"/>
          </a:lnRef>
          <a:fillRef idx="1">
            <a:scrgbClr r="0" g="0" b="0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pt-BR" sz="900" b="1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FCF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931C40-50A7-243C-A3F6-EA99D6FDC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37" name="Text Placeholder Etiqueta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/>
              <a:t>Contexto</a:t>
            </a:r>
          </a:p>
        </p:txBody>
      </p:sp>
    </p:spTree>
    <p:extLst>
      <p:ext uri="{BB962C8B-B14F-4D97-AF65-F5344CB8AC3E}">
        <p14:creationId xmlns:p14="http://schemas.microsoft.com/office/powerpoint/2010/main" val="3831404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8">
          <a:extLst>
            <a:ext uri="{FF2B5EF4-FFF2-40B4-BE49-F238E27FC236}">
              <a16:creationId xmlns:a16="http://schemas.microsoft.com/office/drawing/2014/main" id="{42ED8640-7F0C-519C-4366-3308CD79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6A78B7D7-4182-FE0C-EA86-6FDADE71B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A maior carga da mudança tende a recair sobre quem mantém os legados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B2FD6-B50C-2BA3-D877-215820097D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496" y="824400"/>
            <a:ext cx="11251148" cy="602059"/>
          </a:xfrm>
        </p:spPr>
        <p:txBody>
          <a:bodyPr/>
          <a:lstStyle/>
          <a:p>
            <a:r>
              <a:rPr lang="pt-BR"/>
              <a:t>Hipótese inicial: seis grupos, dez dimensões do trabalho e uma escala de 1 a 5 apontam os herdeiros dos legados como o maior impacto e o maior risco de perda de conhecimento; eles entram primeiro na jornada.</a:t>
            </a:r>
            <a:endParaRPr lang="pt-BR"/>
          </a:p>
        </p:txBody>
      </p:sp>
      <p:sp>
        <p:nvSpPr>
          <p:cNvPr id="101" name="Anel 1 - Processos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16260000"/>
              <a:gd name="adj2" fmla="val 18300000"/>
              <a:gd name="adj3" fmla="val 7941"/>
            </a:avLst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102" name="Anel 2 - Sistemas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18420000"/>
              <a:gd name="adj2" fmla="val 20460000"/>
              <a:gd name="adj3" fmla="val 7941"/>
            </a:avLst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103" name="Anel 3 - Ferramentas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20580000"/>
              <a:gd name="adj2" fmla="val 1020000"/>
              <a:gd name="adj3" fmla="val 7941"/>
            </a:avLst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104" name="Anel 4 - Funções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1140000"/>
              <a:gd name="adj2" fmla="val 3180000"/>
              <a:gd name="adj3" fmla="val 7941"/>
            </a:avLst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105" name="Anel 5 - Comportamentos críticos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3300000"/>
              <a:gd name="adj2" fmla="val 5340000"/>
              <a:gd name="adj3" fmla="val 7941"/>
            </a:avLst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106" name="Anel 6 - Mindset / Atitudes / Crenças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5460000"/>
              <a:gd name="adj2" fmla="val 7500000"/>
              <a:gd name="adj3" fmla="val 7941"/>
            </a:avLst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107" name="Anel 7 - Estrutura hierárquica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7620000"/>
              <a:gd name="adj2" fmla="val 9660000"/>
              <a:gd name="adj3" fmla="val 7941"/>
            </a:avLst>
          </a:prstGeom>
          <a:solidFill>
            <a:srgbClr val="CCD4DA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108" name="Anel 8 - Mensuração da performance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9780000"/>
              <a:gd name="adj2" fmla="val 11820000"/>
              <a:gd name="adj3" fmla="val 7941"/>
            </a:avLst>
          </a:prstGeom>
          <a:solidFill>
            <a:srgbClr val="FFC508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109" name="Anel 9 - Cargos e remuneração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11940000"/>
              <a:gd name="adj2" fmla="val 13980000"/>
              <a:gd name="adj3" fmla="val 7941"/>
            </a:avLst>
          </a:prstGeom>
          <a:solidFill>
            <a:srgbClr val="CCD4DA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110" name="Anel 10 - Local e custo de execução (cloud)"/>
          <p:cNvSpPr/>
          <p:nvPr/>
        </p:nvSpPr>
        <p:spPr>
          <a:xfrm>
            <a:off x="2075688" y="2057400"/>
            <a:ext cx="1554480" cy="1554480"/>
          </a:xfrm>
          <a:prstGeom prst="blockArc">
            <a:avLst>
              <a:gd name="adj1" fmla="val 14100000"/>
              <a:gd name="adj2" fmla="val 16140000"/>
              <a:gd name="adj3" fmla="val 7941"/>
            </a:avLst>
          </a:prstGeom>
          <a:solidFill>
            <a:srgbClr val="FFC508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sp>
        <p:nvSpPr>
          <p:cNvPr id="27" name="Centro da roda - círculo">
            <a:extLst>
              <a:ext uri="{FF2B5EF4-FFF2-40B4-BE49-F238E27FC236}">
                <a16:creationId xmlns:a16="http://schemas.microsoft.com/office/drawing/2014/main" id="{5B21E680-7696-0941-0898-CEACD91DB950}"/>
              </a:ext>
            </a:extLst>
          </p:cNvPr>
          <p:cNvSpPr/>
          <p:nvPr/>
        </p:nvSpPr>
        <p:spPr>
          <a:xfrm>
            <a:off x="2212848" y="2194560"/>
            <a:ext cx="1280160" cy="1280160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41">
              <a:buClrTx/>
              <a:defRPr/>
            </a:pPr>
            <a:endParaRPr lang="pt-BR" sz="1800" kern="12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Centro da roda">
            <a:extLst>
              <a:ext uri="{FF2B5EF4-FFF2-40B4-BE49-F238E27FC236}">
                <a16:creationId xmlns:a16="http://schemas.microsoft.com/office/drawing/2014/main" id="{53D6F912-42AD-ACA4-5D7B-E0ED72EC054E}"/>
              </a:ext>
            </a:extLst>
          </p:cNvPr>
          <p:cNvSpPr txBox="1"/>
          <p:nvPr/>
        </p:nvSpPr>
        <p:spPr>
          <a:xfrm>
            <a:off x="2331720" y="2400300"/>
            <a:ext cx="1042416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914341">
              <a:buClrTx/>
              <a:defRPr/>
            </a:pPr>
            <a:r>
              <a:rPr lang="pt-BR" sz="1000" b="1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Dimensões críticas do trabalho impactadas pela adoção do AXOL</a:t>
            </a:r>
          </a:p>
        </p:txBody>
      </p:sp>
      <p:cxnSp>
        <p:nvCxnSpPr>
          <p:cNvPr id="114" name="Conector 1"/>
          <p:cNvCxnSpPr/>
          <p:nvPr/>
        </p:nvCxnSpPr>
        <p:spPr>
          <a:xfrm flipV="1">
            <a:off x="3093108" y="1737360"/>
            <a:ext cx="628500" cy="358081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cxnSp>
        <p:nvCxnSpPr>
          <p:cNvPr id="118" name="Conector 2"/>
          <p:cNvCxnSpPr/>
          <p:nvPr/>
        </p:nvCxnSpPr>
        <p:spPr>
          <a:xfrm flipV="1">
            <a:off x="3481728" y="2286000"/>
            <a:ext cx="239880" cy="91790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cxnSp>
        <p:nvCxnSpPr>
          <p:cNvPr id="122" name="Conector 3"/>
          <p:cNvCxnSpPr/>
          <p:nvPr/>
        </p:nvCxnSpPr>
        <p:spPr>
          <a:xfrm>
            <a:off x="3630168" y="2834640"/>
            <a:ext cx="91440" cy="0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cxnSp>
        <p:nvCxnSpPr>
          <p:cNvPr id="126" name="Conector 4"/>
          <p:cNvCxnSpPr/>
          <p:nvPr/>
        </p:nvCxnSpPr>
        <p:spPr>
          <a:xfrm>
            <a:off x="3481728" y="3291490"/>
            <a:ext cx="239880" cy="91790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cxnSp>
        <p:nvCxnSpPr>
          <p:cNvPr id="130" name="Conector 5"/>
          <p:cNvCxnSpPr/>
          <p:nvPr/>
        </p:nvCxnSpPr>
        <p:spPr>
          <a:xfrm>
            <a:off x="3093108" y="3573839"/>
            <a:ext cx="628500" cy="358081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cxnSp>
        <p:nvCxnSpPr>
          <p:cNvPr id="134" name="Conector 10"/>
          <p:cNvCxnSpPr/>
          <p:nvPr/>
        </p:nvCxnSpPr>
        <p:spPr>
          <a:xfrm flipH="1" flipV="1">
            <a:off x="1984248" y="1737360"/>
            <a:ext cx="628500" cy="358081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cxnSp>
        <p:nvCxnSpPr>
          <p:cNvPr id="138" name="Conector 9"/>
          <p:cNvCxnSpPr/>
          <p:nvPr/>
        </p:nvCxnSpPr>
        <p:spPr>
          <a:xfrm flipH="1" flipV="1">
            <a:off x="1984248" y="2286000"/>
            <a:ext cx="239880" cy="91790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cxnSp>
        <p:nvCxnSpPr>
          <p:cNvPr id="142" name="Conector 8"/>
          <p:cNvCxnSpPr/>
          <p:nvPr/>
        </p:nvCxnSpPr>
        <p:spPr>
          <a:xfrm flipH="1">
            <a:off x="1984248" y="2834640"/>
            <a:ext cx="91440" cy="0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cxnSp>
        <p:nvCxnSpPr>
          <p:cNvPr id="146" name="Conector 7"/>
          <p:cNvCxnSpPr/>
          <p:nvPr/>
        </p:nvCxnSpPr>
        <p:spPr>
          <a:xfrm flipH="1">
            <a:off x="1984248" y="3291490"/>
            <a:ext cx="239880" cy="91790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cxnSp>
        <p:nvCxnSpPr>
          <p:cNvPr id="150" name="Conector 6"/>
          <p:cNvCxnSpPr/>
          <p:nvPr/>
        </p:nvCxnSpPr>
        <p:spPr>
          <a:xfrm flipH="1">
            <a:off x="1984248" y="3573839"/>
            <a:ext cx="628500" cy="358081"/>
          </a:xfrm>
          <a:prstGeom prst="line">
            <a:avLst/>
          </a:prstGeom>
          <a:ln w="9525">
            <a:solidFill>
              <a:schemeClr val="accent6"/>
            </a:solidFill>
            <a:headEnd type="oval" w="sm" len="sm"/>
          </a:ln>
        </p:spPr>
      </p:cxnSp>
      <p:sp>
        <p:nvSpPr>
          <p:cNvPr id="111" name="Chip 1 - Processos"/>
          <p:cNvSpPr/>
          <p:nvPr/>
        </p:nvSpPr>
        <p:spPr>
          <a:xfrm>
            <a:off x="3721608" y="150876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461772" tIns="0" rIns="36576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Processos</a:t>
            </a:r>
          </a:p>
        </p:txBody>
      </p:sp>
      <p:sp>
        <p:nvSpPr>
          <p:cNvPr id="115" name="Chip 2 - Sistemas"/>
          <p:cNvSpPr/>
          <p:nvPr/>
        </p:nvSpPr>
        <p:spPr>
          <a:xfrm>
            <a:off x="3721608" y="205740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461772" tIns="0" rIns="36576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Sistemas</a:t>
            </a:r>
          </a:p>
        </p:txBody>
      </p:sp>
      <p:sp>
        <p:nvSpPr>
          <p:cNvPr id="119" name="Chip 3 - Ferramentas"/>
          <p:cNvSpPr/>
          <p:nvPr/>
        </p:nvSpPr>
        <p:spPr>
          <a:xfrm>
            <a:off x="3721608" y="260604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461772" tIns="0" rIns="36576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Ferramentas</a:t>
            </a:r>
          </a:p>
        </p:txBody>
      </p:sp>
      <p:sp>
        <p:nvSpPr>
          <p:cNvPr id="123" name="Chip 4 - Funções"/>
          <p:cNvSpPr/>
          <p:nvPr/>
        </p:nvSpPr>
        <p:spPr>
          <a:xfrm>
            <a:off x="3721608" y="315468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461772" tIns="0" rIns="36576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Funções</a:t>
            </a:r>
          </a:p>
        </p:txBody>
      </p:sp>
      <p:sp>
        <p:nvSpPr>
          <p:cNvPr id="127" name="Chip 5 - Comportamentos críticos"/>
          <p:cNvSpPr/>
          <p:nvPr/>
        </p:nvSpPr>
        <p:spPr>
          <a:xfrm>
            <a:off x="3721608" y="370332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461772" tIns="0" rIns="36576" bIns="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Comportamentos críticos</a:t>
            </a:r>
          </a:p>
        </p:txBody>
      </p:sp>
      <p:sp>
        <p:nvSpPr>
          <p:cNvPr id="131" name="Chip 10 - Local e custo de execução (cloud)"/>
          <p:cNvSpPr/>
          <p:nvPr/>
        </p:nvSpPr>
        <p:spPr>
          <a:xfrm>
            <a:off x="466344" y="150876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36576" tIns="0" rIns="461772" bIns="0" rtlCol="0" anchor="ctr">
            <a:no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Local e custo de execução (cloud)</a:t>
            </a:r>
          </a:p>
        </p:txBody>
      </p:sp>
      <p:sp>
        <p:nvSpPr>
          <p:cNvPr id="135" name="Chip 9 - Cargos e remuneração"/>
          <p:cNvSpPr/>
          <p:nvPr/>
        </p:nvSpPr>
        <p:spPr>
          <a:xfrm>
            <a:off x="466344" y="205740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36576" tIns="0" rIns="461772" bIns="0" rtlCol="0" anchor="ctr">
            <a:no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Cargos e remuneração</a:t>
            </a:r>
          </a:p>
        </p:txBody>
      </p:sp>
      <p:sp>
        <p:nvSpPr>
          <p:cNvPr id="139" name="Chip 8 - Mensuração da performance"/>
          <p:cNvSpPr/>
          <p:nvPr/>
        </p:nvSpPr>
        <p:spPr>
          <a:xfrm>
            <a:off x="466344" y="260604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36576" tIns="0" rIns="461772" bIns="0" rtlCol="0" anchor="ctr">
            <a:no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Mensuração da performance</a:t>
            </a:r>
          </a:p>
        </p:txBody>
      </p:sp>
      <p:sp>
        <p:nvSpPr>
          <p:cNvPr id="143" name="Chip 7 - Estrutura hierárquica"/>
          <p:cNvSpPr/>
          <p:nvPr/>
        </p:nvSpPr>
        <p:spPr>
          <a:xfrm>
            <a:off x="466344" y="315468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36576" tIns="0" rIns="461772" bIns="0" rtlCol="0" anchor="ctr">
            <a:no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Estrutura hierárquica</a:t>
            </a:r>
          </a:p>
        </p:txBody>
      </p:sp>
      <p:sp>
        <p:nvSpPr>
          <p:cNvPr id="147" name="Chip 6 - Mindset / Atitudes / Crenças"/>
          <p:cNvSpPr/>
          <p:nvPr/>
        </p:nvSpPr>
        <p:spPr>
          <a:xfrm>
            <a:off x="466344" y="3703320"/>
            <a:ext cx="1517904" cy="457200"/>
          </a:xfrm>
          <a:prstGeom prst="roundRect">
            <a:avLst>
              <a:gd name="adj" fmla="val 30000"/>
            </a:avLst>
          </a:prstGeom>
          <a:solidFill>
            <a:srgbClr val="F5F7F8"/>
          </a:solidFill>
          <a:ln>
            <a:noFill/>
          </a:ln>
        </p:spPr>
        <p:txBody>
          <a:bodyPr wrap="square" lIns="36576" tIns="0" rIns="461772" bIns="0" rtlCol="0" anchor="ctr">
            <a:noAutofit/>
          </a:bodyPr>
          <a:lstStyle/>
          <a:p>
            <a:pPr mar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Mindset /</a:t>
            </a:r>
            <a:b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</a:b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Atitudes / Crenças</a:t>
            </a:r>
          </a:p>
        </p:txBody>
      </p:sp>
      <p:pic>
        <p:nvPicPr>
          <p:cNvPr id="112" name="Ícone 1 - Processos" descr="Ícone 1 - Processos"/>
          <p:cNvPicPr>
            <a:picLocks noChangeAspect="1"/>
          </p:cNvPicPr>
          <p:nvPr/>
        </p:nvPicPr>
        <p:blipFill>
          <a:blip r:embed="rId3"/>
          <a:srcRect l="63584" t="4954" r="28131" b="79450"/>
          <a:stretch>
            <a:fillRect/>
          </a:stretch>
        </p:blipFill>
        <p:spPr>
          <a:xfrm>
            <a:off x="3758184" y="1563624"/>
            <a:ext cx="347472" cy="347472"/>
          </a:xfrm>
          <a:prstGeom prst="ellipse">
            <a:avLst/>
          </a:prstGeom>
        </p:spPr>
      </p:pic>
      <p:pic>
        <p:nvPicPr>
          <p:cNvPr id="116" name="Ícone 2 - Sistemas" descr="Ícone 2 - Sistemas"/>
          <p:cNvPicPr>
            <a:picLocks noChangeAspect="1"/>
          </p:cNvPicPr>
          <p:nvPr/>
        </p:nvPicPr>
        <p:blipFill>
          <a:blip r:embed="rId3"/>
          <a:srcRect l="73218" t="21651" r="18497" b="62569"/>
          <a:stretch>
            <a:fillRect/>
          </a:stretch>
        </p:blipFill>
        <p:spPr>
          <a:xfrm>
            <a:off x="3758184" y="2112264"/>
            <a:ext cx="347472" cy="347472"/>
          </a:xfrm>
          <a:prstGeom prst="ellipse">
            <a:avLst/>
          </a:prstGeom>
        </p:spPr>
      </p:pic>
      <p:pic>
        <p:nvPicPr>
          <p:cNvPr id="120" name="Ícone 3 - Ferramentas" descr="Ícone 3 - Ferramentas"/>
          <p:cNvPicPr>
            <a:picLocks noChangeAspect="1"/>
          </p:cNvPicPr>
          <p:nvPr/>
        </p:nvPicPr>
        <p:blipFill>
          <a:blip r:embed="rId3"/>
          <a:srcRect l="73218" t="42202" r="18497" b="42385"/>
          <a:stretch>
            <a:fillRect/>
          </a:stretch>
        </p:blipFill>
        <p:spPr>
          <a:xfrm>
            <a:off x="3758184" y="2660904"/>
            <a:ext cx="347472" cy="347472"/>
          </a:xfrm>
          <a:prstGeom prst="ellipse">
            <a:avLst/>
          </a:prstGeom>
        </p:spPr>
      </p:pic>
      <p:pic>
        <p:nvPicPr>
          <p:cNvPr id="124" name="Ícone 4 - Funções" descr="Ícone 4 - Funções"/>
          <p:cNvPicPr>
            <a:picLocks noChangeAspect="1"/>
          </p:cNvPicPr>
          <p:nvPr/>
        </p:nvPicPr>
        <p:blipFill>
          <a:blip r:embed="rId3"/>
          <a:srcRect l="73218" t="62202" r="18497" b="22202"/>
          <a:stretch>
            <a:fillRect/>
          </a:stretch>
        </p:blipFill>
        <p:spPr>
          <a:xfrm>
            <a:off x="3758184" y="3209544"/>
            <a:ext cx="347472" cy="347472"/>
          </a:xfrm>
          <a:prstGeom prst="ellipse">
            <a:avLst/>
          </a:prstGeom>
        </p:spPr>
      </p:pic>
      <p:pic>
        <p:nvPicPr>
          <p:cNvPr id="128" name="Ícone 5 - Comportamentos críticos" descr="Ícone 5 - Comportamentos críticos"/>
          <p:cNvPicPr>
            <a:picLocks noChangeAspect="1"/>
          </p:cNvPicPr>
          <p:nvPr/>
        </p:nvPicPr>
        <p:blipFill>
          <a:blip r:embed="rId3"/>
          <a:srcRect l="63584" t="77798" r="28131" b="6422"/>
          <a:stretch>
            <a:fillRect/>
          </a:stretch>
        </p:blipFill>
        <p:spPr>
          <a:xfrm>
            <a:off x="3758184" y="3758184"/>
            <a:ext cx="347472" cy="347472"/>
          </a:xfrm>
          <a:prstGeom prst="ellipse">
            <a:avLst/>
          </a:prstGeom>
        </p:spPr>
      </p:pic>
      <p:pic>
        <p:nvPicPr>
          <p:cNvPr id="132" name="Ícone 10 - Local e custo de execução (cloud)" descr="Ícone 10 - Local e custo de execução (cloud)"/>
          <p:cNvPicPr>
            <a:picLocks noChangeAspect="1"/>
          </p:cNvPicPr>
          <p:nvPr/>
        </p:nvPicPr>
        <p:blipFill>
          <a:blip r:embed="rId3"/>
          <a:srcRect l="28420" t="4954" r="63487" b="79450"/>
          <a:stretch>
            <a:fillRect/>
          </a:stretch>
        </p:blipFill>
        <p:spPr>
          <a:xfrm>
            <a:off x="1600200" y="1563624"/>
            <a:ext cx="347472" cy="347472"/>
          </a:xfrm>
          <a:prstGeom prst="ellipse">
            <a:avLst/>
          </a:prstGeom>
        </p:spPr>
      </p:pic>
      <p:pic>
        <p:nvPicPr>
          <p:cNvPr id="136" name="Ícone 9 - Cargos e remuneração" descr="Ícone 9 - Cargos e remuneração"/>
          <p:cNvPicPr>
            <a:picLocks noChangeAspect="1"/>
          </p:cNvPicPr>
          <p:nvPr/>
        </p:nvPicPr>
        <p:blipFill>
          <a:blip r:embed="rId3"/>
          <a:srcRect l="18593" t="21651" r="73121" b="62569"/>
          <a:stretch>
            <a:fillRect/>
          </a:stretch>
        </p:blipFill>
        <p:spPr>
          <a:xfrm>
            <a:off x="1600200" y="2112264"/>
            <a:ext cx="347472" cy="347472"/>
          </a:xfrm>
          <a:prstGeom prst="ellipse">
            <a:avLst/>
          </a:prstGeom>
        </p:spPr>
      </p:pic>
      <p:pic>
        <p:nvPicPr>
          <p:cNvPr id="140" name="Ícone 8 - Mensuração da performance" descr="Ícone 8 - Mensuração da performance"/>
          <p:cNvPicPr>
            <a:picLocks noChangeAspect="1"/>
          </p:cNvPicPr>
          <p:nvPr/>
        </p:nvPicPr>
        <p:blipFill>
          <a:blip r:embed="rId3"/>
          <a:srcRect l="18593" t="42202" r="73121" b="42385"/>
          <a:stretch>
            <a:fillRect/>
          </a:stretch>
        </p:blipFill>
        <p:spPr>
          <a:xfrm>
            <a:off x="1600200" y="2660904"/>
            <a:ext cx="347472" cy="347472"/>
          </a:xfrm>
          <a:prstGeom prst="ellipse">
            <a:avLst/>
          </a:prstGeom>
        </p:spPr>
      </p:pic>
      <p:pic>
        <p:nvPicPr>
          <p:cNvPr id="144" name="Ícone 7 - Estrutura hierárquica" descr="Ícone 7 - Estrutura hierárquica"/>
          <p:cNvPicPr>
            <a:picLocks noChangeAspect="1"/>
          </p:cNvPicPr>
          <p:nvPr/>
        </p:nvPicPr>
        <p:blipFill>
          <a:blip r:embed="rId3"/>
          <a:srcRect l="18593" t="61835" r="73121" b="22385"/>
          <a:stretch>
            <a:fillRect/>
          </a:stretch>
        </p:blipFill>
        <p:spPr>
          <a:xfrm>
            <a:off x="1600200" y="3209544"/>
            <a:ext cx="347472" cy="347472"/>
          </a:xfrm>
          <a:prstGeom prst="ellipse">
            <a:avLst/>
          </a:prstGeom>
        </p:spPr>
      </p:pic>
      <p:pic>
        <p:nvPicPr>
          <p:cNvPr id="148" name="Ícone 6 - Mindset / Atitudes / Crenças" descr="Ícone 6 - Mindset / Atitudes / Crenças"/>
          <p:cNvPicPr>
            <a:picLocks noChangeAspect="1"/>
          </p:cNvPicPr>
          <p:nvPr/>
        </p:nvPicPr>
        <p:blipFill>
          <a:blip r:embed="rId3"/>
          <a:srcRect l="28420" t="77982" r="63487" b="6422"/>
          <a:stretch>
            <a:fillRect/>
          </a:stretch>
        </p:blipFill>
        <p:spPr>
          <a:xfrm>
            <a:off x="1600200" y="3758184"/>
            <a:ext cx="347472" cy="347472"/>
          </a:xfrm>
          <a:prstGeom prst="ellipse">
            <a:avLst/>
          </a:prstGeom>
        </p:spPr>
      </p:pic>
      <p:sp>
        <p:nvSpPr>
          <p:cNvPr id="113" name="Nível 1 - Processos"/>
          <p:cNvSpPr/>
          <p:nvPr/>
        </p:nvSpPr>
        <p:spPr>
          <a:xfrm>
            <a:off x="3963924" y="1522476"/>
            <a:ext cx="201168" cy="201168"/>
          </a:xfrm>
          <a:prstGeom prst="ellipse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117" name="Nível 2 - Sistemas"/>
          <p:cNvSpPr/>
          <p:nvPr/>
        </p:nvSpPr>
        <p:spPr>
          <a:xfrm>
            <a:off x="3963924" y="2071116"/>
            <a:ext cx="201168" cy="201168"/>
          </a:xfrm>
          <a:prstGeom prst="ellipse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121" name="Nível 3 - Ferramentas"/>
          <p:cNvSpPr/>
          <p:nvPr/>
        </p:nvSpPr>
        <p:spPr>
          <a:xfrm>
            <a:off x="3963924" y="2619756"/>
            <a:ext cx="201168" cy="201168"/>
          </a:xfrm>
          <a:prstGeom prst="ellipse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25" name="Nível 4 - Funções"/>
          <p:cNvSpPr/>
          <p:nvPr/>
        </p:nvSpPr>
        <p:spPr>
          <a:xfrm>
            <a:off x="3963924" y="3168396"/>
            <a:ext cx="201168" cy="201168"/>
          </a:xfrm>
          <a:prstGeom prst="ellipse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29" name="Nível 5 - Comportamentos críticos"/>
          <p:cNvSpPr/>
          <p:nvPr/>
        </p:nvSpPr>
        <p:spPr>
          <a:xfrm>
            <a:off x="3963924" y="3717036"/>
            <a:ext cx="201168" cy="201168"/>
          </a:xfrm>
          <a:prstGeom prst="ellipse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33" name="Nível 10 - Local e custo de execução (cloud)"/>
          <p:cNvSpPr/>
          <p:nvPr/>
        </p:nvSpPr>
        <p:spPr>
          <a:xfrm>
            <a:off x="1540764" y="1522476"/>
            <a:ext cx="201168" cy="201168"/>
          </a:xfrm>
          <a:prstGeom prst="ellipse">
            <a:avLst/>
          </a:prstGeom>
          <a:solidFill>
            <a:srgbClr val="FFC508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137" name="Nível 9 - Cargos e remuneração"/>
          <p:cNvSpPr/>
          <p:nvPr/>
        </p:nvSpPr>
        <p:spPr>
          <a:xfrm>
            <a:off x="1540764" y="2071116"/>
            <a:ext cx="201168" cy="201168"/>
          </a:xfrm>
          <a:prstGeom prst="ellipse">
            <a:avLst/>
          </a:prstGeom>
          <a:solidFill>
            <a:srgbClr val="CCD4DA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?</a:t>
            </a:r>
          </a:p>
        </p:txBody>
      </p:sp>
      <p:sp>
        <p:nvSpPr>
          <p:cNvPr id="141" name="Nível 8 - Mensuração da performance"/>
          <p:cNvSpPr/>
          <p:nvPr/>
        </p:nvSpPr>
        <p:spPr>
          <a:xfrm>
            <a:off x="1540764" y="2619756"/>
            <a:ext cx="201168" cy="201168"/>
          </a:xfrm>
          <a:prstGeom prst="ellipse">
            <a:avLst/>
          </a:prstGeom>
          <a:solidFill>
            <a:srgbClr val="FFC508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145" name="Nível 7 - Estrutura hierárquica"/>
          <p:cNvSpPr/>
          <p:nvPr/>
        </p:nvSpPr>
        <p:spPr>
          <a:xfrm>
            <a:off x="1540764" y="3168396"/>
            <a:ext cx="201168" cy="201168"/>
          </a:xfrm>
          <a:prstGeom prst="ellipse">
            <a:avLst/>
          </a:prstGeom>
          <a:solidFill>
            <a:srgbClr val="CCD4DA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?</a:t>
            </a:r>
          </a:p>
        </p:txBody>
      </p:sp>
      <p:sp>
        <p:nvSpPr>
          <p:cNvPr id="149" name="Nível 6 - Mindset / Atitudes / Crenças"/>
          <p:cNvSpPr/>
          <p:nvPr/>
        </p:nvSpPr>
        <p:spPr>
          <a:xfrm>
            <a:off x="1540764" y="3717036"/>
            <a:ext cx="201168" cy="201168"/>
          </a:xfrm>
          <a:prstGeom prst="ellipse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51" name="Legenda nível 1"/>
          <p:cNvSpPr/>
          <p:nvPr/>
        </p:nvSpPr>
        <p:spPr>
          <a:xfrm>
            <a:off x="466344" y="4334256"/>
            <a:ext cx="274320" cy="274320"/>
          </a:xfrm>
          <a:prstGeom prst="rect">
            <a:avLst/>
          </a:prstGeom>
          <a:solidFill>
            <a:srgbClr val="86C337"/>
          </a:solidFill>
          <a:ln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52" name="Legenda nível 2"/>
          <p:cNvSpPr/>
          <p:nvPr/>
        </p:nvSpPr>
        <p:spPr>
          <a:xfrm>
            <a:off x="786384" y="4334256"/>
            <a:ext cx="274320" cy="274320"/>
          </a:xfrm>
          <a:prstGeom prst="rect">
            <a:avLst/>
          </a:prstGeom>
          <a:solidFill>
            <a:srgbClr val="86C337"/>
          </a:solidFill>
          <a:ln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53" name="Legenda nível 3"/>
          <p:cNvSpPr/>
          <p:nvPr/>
        </p:nvSpPr>
        <p:spPr>
          <a:xfrm>
            <a:off x="1106424" y="4334256"/>
            <a:ext cx="274320" cy="274320"/>
          </a:xfrm>
          <a:prstGeom prst="rect">
            <a:avLst/>
          </a:prstGeom>
          <a:solidFill>
            <a:srgbClr val="FFC508"/>
          </a:solidFill>
          <a:ln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154" name="Legenda nível 4"/>
          <p:cNvSpPr/>
          <p:nvPr/>
        </p:nvSpPr>
        <p:spPr>
          <a:xfrm>
            <a:off x="1426464" y="4334256"/>
            <a:ext cx="27432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55" name="Legenda nível 5"/>
          <p:cNvSpPr/>
          <p:nvPr/>
        </p:nvSpPr>
        <p:spPr>
          <a:xfrm>
            <a:off x="1746504" y="4334256"/>
            <a:ext cx="27432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156" name="Legenda a definir"/>
          <p:cNvSpPr/>
          <p:nvPr/>
        </p:nvSpPr>
        <p:spPr>
          <a:xfrm>
            <a:off x="2203704" y="4334256"/>
            <a:ext cx="274320" cy="274320"/>
          </a:xfrm>
          <a:prstGeom prst="rect">
            <a:avLst/>
          </a:prstGeom>
          <a:solidFill>
            <a:srgbClr val="CCD4DA"/>
          </a:solidFill>
          <a:ln>
            <a:noFill/>
          </a:ln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?</a:t>
            </a:r>
          </a:p>
        </p:txBody>
      </p:sp>
      <p:sp>
        <p:nvSpPr>
          <p:cNvPr id="157" name="Legenda da escala"/>
          <p:cNvSpPr txBox="1"/>
          <p:nvPr/>
        </p:nvSpPr>
        <p:spPr>
          <a:xfrm>
            <a:off x="466344" y="4663440"/>
            <a:ext cx="4773168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1 Muito baixo · 2 Baixo · 3 Moderado · 4 Alto · 5 Muito alto. ? A definir pelo ONS: a proposta não presume mudança de quadro, cargos ou remuneração; novos papéis serão desenhados e submetidos ao ONS (a validar).</a:t>
            </a:r>
          </a:p>
        </p:txBody>
      </p:sp>
      <p:sp>
        <p:nvSpPr>
          <p:cNvPr id="158" name="Callout - Como usamos o mapa"/>
          <p:cNvSpPr/>
          <p:nvPr/>
        </p:nvSpPr>
        <p:spPr>
          <a:xfrm>
            <a:off x="466344" y="5340096"/>
            <a:ext cx="4773168" cy="941832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wrap="square" lIns="219456" tIns="54864" rIns="146304" bIns="54864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000" b="1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Como usamos o mapa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Quanto maior o nível do grupo, </a:t>
            </a:r>
            <a:r>
              <a:rPr lang="pt-BR" sz="1050" b="1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mais cedo ele entra na jornada</a:t>
            </a:r>
            <a:r>
              <a:rPr lang="pt-BR" sz="105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 (inventário, formação, sombra) e </a:t>
            </a:r>
            <a:r>
              <a:rPr lang="pt-BR" sz="1050" b="1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mais protegido é o desligamento do legado</a:t>
            </a:r>
            <a:r>
              <a:rPr lang="pt-BR" sz="105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rPr>
              <a:t>: só após a dupla chave, com destino de trabalho nomeado, na onda do seu modelo.</a:t>
            </a:r>
          </a:p>
        </p:txBody>
      </p:sp>
      <p:sp>
        <p:nvSpPr>
          <p:cNvPr id="159" name="Callout - filete"/>
          <p:cNvSpPr/>
          <p:nvPr/>
        </p:nvSpPr>
        <p:spPr>
          <a:xfrm>
            <a:off x="466344" y="5340096"/>
            <a:ext cx="54864" cy="9418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endParaRPr lang="pt-BR" sz="1000"/>
          </a:p>
        </p:txBody>
      </p:sp>
      <p:graphicFrame>
        <p:nvGraphicFramePr>
          <p:cNvPr id="160" name="Tabela de grupos impactados"/>
          <p:cNvGraphicFramePr>
            <a:graphicFrameLocks noGrp="1"/>
          </p:cNvGraphicFramePr>
          <p:nvPr/>
        </p:nvGraphicFramePr>
        <p:xfrm>
          <a:off x="5449824" y="1508760"/>
          <a:ext cx="6272784" cy="4773168"/>
        </p:xfrm>
        <a:graphic>
          <a:graphicData uri="http://schemas.openxmlformats.org/drawingml/2006/table">
            <a:tbl>
              <a:tblPr firstRow="1" bandRow="1"/>
              <a:tblGrid>
                <a:gridCol w="1261872"/>
                <a:gridCol w="457200"/>
                <a:gridCol w="1655064"/>
                <a:gridCol w="2898648"/>
              </a:tblGrid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GRUPO IMPACTADO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NÍVEL</a:t>
                      </a:r>
                    </a:p>
                  </a:txBody>
                  <a:tcPr marL="36576" marR="36576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O QUE MUDA NO TRABALHO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RISCO E PLANO DE AÇÃO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tx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Herdeiros dos legados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(quem os mantém e atualiza)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200" b="1" i="0" kern="1200">
                          <a:solidFill>
                            <a:srgbClr val="FFFFFF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36576" marR="36576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O legado sai e o conhecimento vira fluxograma: a função passa a ser autor de fluxograma.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Risco: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perda de conhecimento tácito e de consumidores ocultos. </a:t>
                      </a: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Ação: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inventário reverso (mapear quem consome cada saída do legado); legado em operação até a dupla chave (resultados reconciliados e herdeiros prontos) e, depois, em leitura no hypercare.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Quem prepara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entradas e parâmetros das rodadas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200" b="1" i="0" kern="1200">
                          <a:solidFill>
                            <a:srgbClr val="FFFFFF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576" marR="36576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Preparar entradas e parâmetros vira etapa do fluxograma; restam exceções e autoria.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Risco: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entradas diferentes entre o processo atual e o AXOL. </a:t>
                      </a: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Ação: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checklist de entradas e reconciliação em operação sombra.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Quem dispara e acompanha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rodadas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200" b="1" i="0" kern="1200">
                          <a:solidFill>
                            <a:srgbClr val="FFFFFF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576" marR="36576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Disparo e acompanhamento passam ao fluxograma; a pessoa trata as exceções.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Risco: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tempo liberado sem destino e carga dupla na sombra. </a:t>
                      </a: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Ação: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destino definido por pessoa antes do go-live; sombra comparada pelo AXOL¹.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Quem valida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resultados (especialistas dos modelos)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2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576" marR="36576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rgbClr val="FFC50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O julgamento técnico permanece; muda onde se comparam e rastreiam os resultados.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Risco: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diferença numérica sem erro lida como falha, ou aceita sem critério. </a:t>
                      </a: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Ação: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tolerância por variável assinada por quem valida; mesmas versões dos modelos¹.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Gestores e aprovadores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2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576" marR="36576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rgbClr val="FFC50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Ganham visibilidade de prazo, rastreabilidade e custo de execução; decidem o destino do tempo liberado.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Risco: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custo de execução sem dono e patrocínio passivo. </a:t>
                      </a: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Ação: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showback (mostrar o custo de execução de cada fluxograma) antes de qualquer cobrança¹.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TI e infraestrutura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200" b="1" i="0" kern="1200">
                          <a:solidFill>
                            <a:srgbClr val="FFFFFF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576" marR="36576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Proveem a capacidade em cloud e, com a saída dos legados, descomissionam a infraestrutura que os sustentava¹.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Risco: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instabilidade em janela crítica e interfaces que quebram em silêncio. </a:t>
                      </a:r>
                      <a:r>
                        <a:rPr lang="pt-BR" sz="1000" b="1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Ação:</a:t>
                      </a:r>
                      <a:r>
                        <a:rPr lang="pt-BR" sz="1000" b="0" i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mapa de interfaces, cutover fora de janelas críticas, rollback ensaiado.</a:t>
                      </a:r>
                    </a:p>
                  </a:txBody>
                  <a:tcPr marL="64008" marR="64008" marT="36576" marB="36576" anchor="ctr">
                    <a:lnL w="12700">
                      <a:noFill/>
                    </a:lnL>
                    <a:lnR w="12700">
                      <a:noFill/>
                    </a:lnR>
                    <a:lnT w="12700" cmpd="sng">
                      <a:solidFill>
                        <a:schemeClr val="bg1"/>
                      </a:solidFill>
                    </a:lnT>
                    <a:lnB w="12700" cmpd="sng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61" name="Selo PRELIMINAR"/>
          <p:cNvGrpSpPr/>
          <p:nvPr/>
        </p:nvGrpSpPr>
        <p:grpSpPr>
          <a:xfrm>
            <a:off x="10566820" y="491335"/>
            <a:ext cx="1223412" cy="276999"/>
            <a:chOff x="10566820" y="491335"/>
            <a:chExt cx="1223412" cy="276999"/>
          </a:xfrm>
        </p:grpSpPr>
        <p:sp>
          <p:nvSpPr>
            <p:cNvPr id="162" name="CaixaDeTexto - PRELIMINAR"/>
            <p:cNvSpPr txBox="1"/>
            <p:nvPr/>
          </p:nvSpPr>
          <p:spPr>
            <a:xfrm>
              <a:off x="10566820" y="491335"/>
              <a:ext cx="1223412" cy="27699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pt-BR" sz="1200" b="1" u="sng">
                  <a:solidFill>
                    <a:schemeClr val="accent4"/>
                  </a:solidFill>
                  <a:latin typeface="Arial Nova Cond" panose="020B0506020202020204" pitchFamily="34" charset="0"/>
                  <a:ea typeface="+mn-ea"/>
                  <a:cs typeface="+mn-cs"/>
                </a:rPr>
                <a:t>PRELIMINAR</a:t>
              </a:r>
            </a:p>
          </p:txBody>
        </p:sp>
        <p:cxnSp>
          <p:nvCxnSpPr>
            <p:cNvPr id="163" name="Filete - PRELIMINAR"/>
            <p:cNvCxnSpPr/>
            <p:nvPr/>
          </p:nvCxnSpPr>
          <p:spPr>
            <a:xfrm>
              <a:off x="10670365" y="536160"/>
              <a:ext cx="1008000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</p:cxnSp>
      </p:grpSp>
      <p:sp>
        <p:nvSpPr>
          <p:cNvPr id="164" name="Text Placeholder 4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800"/>
              <a:t>1. Grupos, níveis e riscos são preliminares, a validar no diagnóstico (perfis, volumes e legados). Sombra comparada, showback, versões dos modelos e retirada da infraestrutura dos legados: a validar com a equipe do AXOL e a TI.</a:t>
            </a:r>
          </a:p>
          <a:p>
            <a:r>
              <a:rPr lang="pt-BR" sz="800"/>
              <a:t>@PROSCI</a:t>
            </a:r>
          </a:p>
        </p:txBody>
      </p:sp>
      <p:sp>
        <p:nvSpPr>
          <p:cNvPr id="165" name="Text Placeholder Etiqueta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Impactos e riscos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682D0775-52E6-7ADD-05B5-D29610636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81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1">
          <a:extLst>
            <a:ext uri="{FF2B5EF4-FFF2-40B4-BE49-F238E27FC236}">
              <a16:creationId xmlns:a16="http://schemas.microsoft.com/office/drawing/2014/main" id="{A7E06B1F-46D9-C248-8C24-D72D99801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2EC56FB-C0B7-3261-9493-E19C55C54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rPr lang="pt-BR"/>
              <a:t>ADKAR por papel: o primeiro elemento abaixo da meta trava o desligamento do legado</a:t>
            </a:r>
            <a:endParaRPr lang="pt-BR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2516FB-17E4-6842-3D2C-8BAA303B5E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ADKAR (Awareness, Desire, Knowledge, Ability, Reinforcement) vira, para cada papel, uma entrega com evidência: o primeiro elemento abaixo da meta bloqueia o gate do legado daquele grupo. Seis frentes críticas sustentam a jornada.</a:t>
            </a:r>
            <a:endParaRPr lang="pt-BR"/>
          </a:p>
        </p:txBody>
      </p:sp>
      <p:sp>
        <p:nvSpPr>
          <p:cNvPr id="39" name="Left Arrow 40">
            <a:extLst>
              <a:ext uri="{FF2B5EF4-FFF2-40B4-BE49-F238E27FC236}">
                <a16:creationId xmlns:a16="http://schemas.microsoft.com/office/drawing/2014/main" id="{941CB1DC-C07D-D743-D196-79A698675A0A}"/>
              </a:ext>
            </a:extLst>
          </p:cNvPr>
          <p:cNvSpPr/>
          <p:nvPr/>
        </p:nvSpPr>
        <p:spPr>
          <a:xfrm>
            <a:off x="521208" y="4416552"/>
            <a:ext cx="6633058" cy="237744"/>
          </a:xfrm>
          <a:prstGeom prst="leftArrow">
            <a:avLst>
              <a:gd name="adj1" fmla="val 76000"/>
              <a:gd name="adj2" fmla="val 80000"/>
            </a:avLst>
          </a:prstGeom>
          <a:solidFill>
            <a:schemeClr val="accent6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9"/>
            <a:endParaRPr lang="pt-BR" sz="934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40" name="Right Arrow 41">
            <a:extLst>
              <a:ext uri="{FF2B5EF4-FFF2-40B4-BE49-F238E27FC236}">
                <a16:creationId xmlns:a16="http://schemas.microsoft.com/office/drawing/2014/main" id="{BBE71882-4236-318D-3321-ACCB56E11F94}"/>
              </a:ext>
            </a:extLst>
          </p:cNvPr>
          <p:cNvSpPr/>
          <p:nvPr/>
        </p:nvSpPr>
        <p:spPr>
          <a:xfrm>
            <a:off x="7263994" y="4416552"/>
            <a:ext cx="4403750" cy="237744"/>
          </a:xfrm>
          <a:prstGeom prst="rightArrow">
            <a:avLst>
              <a:gd name="adj1" fmla="val 76000"/>
              <a:gd name="adj2" fmla="val 8000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09"/>
            <a:endParaRPr lang="pt-BR" sz="934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C0D71824-97B0-2194-87FA-3EA863F34766}"/>
              </a:ext>
            </a:extLst>
          </p:cNvPr>
          <p:cNvSpPr txBox="1"/>
          <p:nvPr/>
        </p:nvSpPr>
        <p:spPr>
          <a:xfrm>
            <a:off x="711403" y="4416552"/>
            <a:ext cx="644286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09"/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ZONA DE ENGAJAMENTO</a:t>
            </a:r>
            <a:r>
              <a:rPr lang="pt-BR" sz="10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  ·  consciência, desejo e conhecimento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AF8240B-2FC0-33C0-52A1-DB3CBEC1A41D}"/>
              </a:ext>
            </a:extLst>
          </p:cNvPr>
          <p:cNvSpPr txBox="1"/>
          <p:nvPr/>
        </p:nvSpPr>
        <p:spPr>
          <a:xfrm>
            <a:off x="7263994" y="4416552"/>
            <a:ext cx="4213555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09"/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ZONA DE APLICAÇÃO</a:t>
            </a:r>
            <a:r>
              <a:rPr lang="pt-BR" sz="1000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  ·  habilidade e reforço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F85158-14EF-F8C3-BE8B-1090DB315648}"/>
              </a:ext>
            </a:extLst>
          </p:cNvPr>
          <p:cNvGrpSpPr/>
          <p:nvPr/>
        </p:nvGrpSpPr>
        <p:grpSpPr>
          <a:xfrm>
            <a:off x="521208" y="2706624"/>
            <a:ext cx="11146536" cy="182880"/>
            <a:chOff x="762696" y="2542477"/>
            <a:chExt cx="10958155" cy="45865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2B15ED6-191E-CD0B-02D7-E99D6A13320B}"/>
                </a:ext>
              </a:extLst>
            </p:cNvPr>
            <p:cNvSpPr/>
            <p:nvPr/>
          </p:nvSpPr>
          <p:spPr>
            <a:xfrm>
              <a:off x="762696" y="2542477"/>
              <a:ext cx="10958155" cy="45865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0A3D38A-6504-F077-FBF7-D80197716D66}"/>
                </a:ext>
              </a:extLst>
            </p:cNvPr>
            <p:cNvCxnSpPr>
              <a:cxnSpLocks/>
              <a:stCxn id="2" idx="1"/>
              <a:endCxn id="2" idx="3"/>
            </p:cNvCxnSpPr>
            <p:nvPr/>
          </p:nvCxnSpPr>
          <p:spPr>
            <a:xfrm>
              <a:off x="762696" y="2771806"/>
              <a:ext cx="10958155" cy="0"/>
            </a:xfrm>
            <a:prstGeom prst="line">
              <a:avLst/>
            </a:prstGeom>
            <a:ln w="9525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CB231FEF-FC25-2B3B-B551-6FDDAD3A2BEB}"/>
              </a:ext>
            </a:extLst>
          </p:cNvPr>
          <p:cNvSpPr txBox="1"/>
          <p:nvPr/>
        </p:nvSpPr>
        <p:spPr>
          <a:xfrm>
            <a:off x="4979822" y="1719072"/>
            <a:ext cx="2066544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KNOWLEDGE</a:t>
            </a:r>
          </a:p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CONHECIMENTO</a:t>
            </a:r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8FBCA40A-014D-0807-486A-68587979ACAA}"/>
              </a:ext>
            </a:extLst>
          </p:cNvPr>
          <p:cNvSpPr txBox="1">
            <a:spLocks/>
          </p:cNvSpPr>
          <p:nvPr/>
        </p:nvSpPr>
        <p:spPr>
          <a:xfrm>
            <a:off x="4979822" y="3090672"/>
            <a:ext cx="2066544" cy="822960"/>
          </a:xfrm>
          <a:prstGeom prst="rect">
            <a:avLst/>
          </a:prstGeom>
        </p:spPr>
        <p:txBody>
          <a:bodyPr wrap="square" lIns="73152" tIns="0" rIns="73152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6304" indent="-14630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Ficha por modelo: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o que faz, o que entrega pela FCF, como vira job.</a:t>
            </a:r>
          </a:p>
          <a:p>
            <a:pPr marL="146304" indent="-14630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Aula de fluxograma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e sandbox com ciclos históricos.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EDB260-C8F4-4AB4-1160-9C347A065DF9}"/>
              </a:ext>
            </a:extLst>
          </p:cNvPr>
          <p:cNvSpPr txBox="1"/>
          <p:nvPr/>
        </p:nvSpPr>
        <p:spPr>
          <a:xfrm>
            <a:off x="4979822" y="2167128"/>
            <a:ext cx="2066544" cy="329184"/>
          </a:xfrm>
          <a:prstGeom prst="rect">
            <a:avLst/>
          </a:prstGeom>
          <a:noFill/>
        </p:spPr>
        <p:txBody>
          <a:bodyPr wrap="square" lIns="73152" tIns="0" rIns="73152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A mudança exige </a:t>
            </a:r>
            <a:r>
              <a:rPr lang="pt-BR" sz="105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saber como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025066C-E08D-EB08-8781-1AB8D3E7C5AC}"/>
              </a:ext>
            </a:extLst>
          </p:cNvPr>
          <p:cNvGrpSpPr/>
          <p:nvPr/>
        </p:nvGrpSpPr>
        <p:grpSpPr>
          <a:xfrm>
            <a:off x="5802782" y="2587752"/>
            <a:ext cx="420624" cy="420624"/>
            <a:chOff x="6184437" y="3471871"/>
            <a:chExt cx="640080" cy="640080"/>
          </a:xfrm>
        </p:grpSpPr>
        <p:sp>
          <p:nvSpPr>
            <p:cNvPr id="9" name="Oval 1">
              <a:extLst>
                <a:ext uri="{FF2B5EF4-FFF2-40B4-BE49-F238E27FC236}">
                  <a16:creationId xmlns:a16="http://schemas.microsoft.com/office/drawing/2014/main" id="{4192A80B-B78D-70C1-57D1-7C860E95AC8A}"/>
                </a:ext>
              </a:extLst>
            </p:cNvPr>
            <p:cNvSpPr/>
            <p:nvPr/>
          </p:nvSpPr>
          <p:spPr>
            <a:xfrm>
              <a:off x="6184437" y="3471871"/>
              <a:ext cx="640080" cy="64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24" name="Graphic 23" descr="Idea outline">
              <a:extLst>
                <a:ext uri="{FF2B5EF4-FFF2-40B4-BE49-F238E27FC236}">
                  <a16:creationId xmlns:a16="http://schemas.microsoft.com/office/drawing/2014/main" id="{5334E792-DCAE-0FDF-DB7B-26D597061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30157" y="3517591"/>
              <a:ext cx="548640" cy="548640"/>
            </a:xfrm>
            <a:prstGeom prst="rect">
              <a:avLst/>
            </a:prstGeom>
          </p:spPr>
        </p:pic>
      </p:grpSp>
      <p:sp>
        <p:nvSpPr>
          <p:cNvPr id="19" name="TextBox 16">
            <a:extLst>
              <a:ext uri="{FF2B5EF4-FFF2-40B4-BE49-F238E27FC236}">
                <a16:creationId xmlns:a16="http://schemas.microsoft.com/office/drawing/2014/main" id="{671FFF55-4DF7-00B0-96A3-9A5FB0C18E65}"/>
              </a:ext>
            </a:extLst>
          </p:cNvPr>
          <p:cNvSpPr txBox="1"/>
          <p:nvPr/>
        </p:nvSpPr>
        <p:spPr>
          <a:xfrm>
            <a:off x="521208" y="1719072"/>
            <a:ext cx="2066544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AWARENESS</a:t>
            </a:r>
          </a:p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CONSCIÊNCIA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C30D075D-3245-F724-1751-25F28D65704A}"/>
              </a:ext>
            </a:extLst>
          </p:cNvPr>
          <p:cNvSpPr txBox="1">
            <a:spLocks/>
          </p:cNvSpPr>
          <p:nvPr/>
        </p:nvSpPr>
        <p:spPr>
          <a:xfrm>
            <a:off x="521208" y="3090672"/>
            <a:ext cx="2066544" cy="822960"/>
          </a:xfrm>
          <a:prstGeom prst="rect">
            <a:avLst/>
          </a:prstGeom>
        </p:spPr>
        <p:txBody>
          <a:bodyPr wrap="square" lIns="73152" tIns="0" rIns="73152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6304" indent="-14630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Por que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o AXOL: a cadeia em fluxograma e custo de execução previsível.</a:t>
            </a:r>
          </a:p>
          <a:p>
            <a:pPr marL="146304" indent="-14630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O que sai e o que fica: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o legado sai, o julgamento técnico fica.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58E38E-ED53-D475-10FF-E107FCCFE878}"/>
              </a:ext>
            </a:extLst>
          </p:cNvPr>
          <p:cNvSpPr txBox="1"/>
          <p:nvPr/>
        </p:nvSpPr>
        <p:spPr>
          <a:xfrm>
            <a:off x="521208" y="2167128"/>
            <a:ext cx="2066544" cy="329184"/>
          </a:xfrm>
          <a:prstGeom prst="rect">
            <a:avLst/>
          </a:prstGeom>
          <a:noFill/>
        </p:spPr>
        <p:txBody>
          <a:bodyPr wrap="square" lIns="73152" tIns="0" rIns="73152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A mudança começa com a compreensão do </a:t>
            </a:r>
            <a:r>
              <a:rPr lang="pt-BR" sz="105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porquê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3240D83-4F48-7B55-0F52-ED7DD3852722}"/>
              </a:ext>
            </a:extLst>
          </p:cNvPr>
          <p:cNvGrpSpPr/>
          <p:nvPr/>
        </p:nvGrpSpPr>
        <p:grpSpPr>
          <a:xfrm>
            <a:off x="1344168" y="2587752"/>
            <a:ext cx="420624" cy="420624"/>
            <a:chOff x="2094161" y="3471871"/>
            <a:chExt cx="640080" cy="640080"/>
          </a:xfrm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7EEB2D44-AE1F-B232-F123-9D4EF2726EF1}"/>
                </a:ext>
              </a:extLst>
            </p:cNvPr>
            <p:cNvSpPr/>
            <p:nvPr/>
          </p:nvSpPr>
          <p:spPr>
            <a:xfrm>
              <a:off x="2094161" y="3471871"/>
              <a:ext cx="640080" cy="6400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26" name="Graphic 25" descr="Lightbulb and gear outline">
              <a:extLst>
                <a:ext uri="{FF2B5EF4-FFF2-40B4-BE49-F238E27FC236}">
                  <a16:creationId xmlns:a16="http://schemas.microsoft.com/office/drawing/2014/main" id="{32CB423C-BEBB-BA33-CF12-283B18ADA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9881" y="3517591"/>
              <a:ext cx="548640" cy="54864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689AD98-D00D-3239-46F7-B63F283C6CCC}"/>
              </a:ext>
            </a:extLst>
          </p:cNvPr>
          <p:cNvGrpSpPr/>
          <p:nvPr/>
        </p:nvGrpSpPr>
        <p:grpSpPr>
          <a:xfrm>
            <a:off x="521208" y="1371600"/>
            <a:ext cx="11146536" cy="310896"/>
            <a:chOff x="521208" y="1371600"/>
            <a:chExt cx="11146536" cy="310896"/>
          </a:xfrm>
        </p:grpSpPr>
        <p:sp>
          <p:nvSpPr>
            <p:cNvPr id="27" name="Right Arrow 25">
              <a:extLst>
                <a:ext uri="{FF2B5EF4-FFF2-40B4-BE49-F238E27FC236}">
                  <a16:creationId xmlns:a16="http://schemas.microsoft.com/office/drawing/2014/main" id="{EBFB20E8-125A-A577-A3CE-9FFC0713580D}"/>
                </a:ext>
              </a:extLst>
            </p:cNvPr>
            <p:cNvSpPr/>
            <p:nvPr/>
          </p:nvSpPr>
          <p:spPr>
            <a:xfrm>
              <a:off x="9438437" y="1371600"/>
              <a:ext cx="2229307" cy="310896"/>
            </a:xfrm>
            <a:prstGeom prst="rightArrow">
              <a:avLst>
                <a:gd name="adj1" fmla="val 76000"/>
                <a:gd name="adj2" fmla="val 75000"/>
              </a:avLst>
            </a:prstGeom>
            <a:solidFill>
              <a:schemeClr val="accent3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28" name="Right Arrow 24">
              <a:extLst>
                <a:ext uri="{FF2B5EF4-FFF2-40B4-BE49-F238E27FC236}">
                  <a16:creationId xmlns:a16="http://schemas.microsoft.com/office/drawing/2014/main" id="{DE7986DA-A70D-9637-7169-D386DC69B1BC}"/>
                </a:ext>
              </a:extLst>
            </p:cNvPr>
            <p:cNvSpPr/>
            <p:nvPr/>
          </p:nvSpPr>
          <p:spPr>
            <a:xfrm>
              <a:off x="7209130" y="1371600"/>
              <a:ext cx="2462479" cy="310896"/>
            </a:xfrm>
            <a:prstGeom prst="rightArrow">
              <a:avLst>
                <a:gd name="adj1" fmla="val 76000"/>
                <a:gd name="adj2" fmla="val 75000"/>
              </a:avLst>
            </a:prstGeom>
            <a:solidFill>
              <a:srgbClr val="A0BD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29" name="Right Arrow 23">
              <a:extLst>
                <a:ext uri="{FF2B5EF4-FFF2-40B4-BE49-F238E27FC236}">
                  <a16:creationId xmlns:a16="http://schemas.microsoft.com/office/drawing/2014/main" id="{A0B82459-2B31-1393-43E4-09C660BC92FB}"/>
                </a:ext>
              </a:extLst>
            </p:cNvPr>
            <p:cNvSpPr/>
            <p:nvPr/>
          </p:nvSpPr>
          <p:spPr>
            <a:xfrm>
              <a:off x="4979822" y="1371600"/>
              <a:ext cx="2462479" cy="310896"/>
            </a:xfrm>
            <a:prstGeom prst="rightArrow">
              <a:avLst>
                <a:gd name="adj1" fmla="val 76000"/>
                <a:gd name="adj2" fmla="val 75000"/>
              </a:avLst>
            </a:prstGeom>
            <a:solidFill>
              <a:srgbClr val="5E8A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30" name="Right Arrow 22">
              <a:extLst>
                <a:ext uri="{FF2B5EF4-FFF2-40B4-BE49-F238E27FC236}">
                  <a16:creationId xmlns:a16="http://schemas.microsoft.com/office/drawing/2014/main" id="{E265C1E8-24F5-12E5-5E02-DA0C6F4E70A0}"/>
                </a:ext>
              </a:extLst>
            </p:cNvPr>
            <p:cNvSpPr/>
            <p:nvPr/>
          </p:nvSpPr>
          <p:spPr>
            <a:xfrm>
              <a:off x="2750515" y="1371600"/>
              <a:ext cx="2462479" cy="310896"/>
            </a:xfrm>
            <a:prstGeom prst="rightArrow">
              <a:avLst>
                <a:gd name="adj1" fmla="val 76000"/>
                <a:gd name="adj2" fmla="val 75000"/>
              </a:avLst>
            </a:prstGeom>
            <a:solidFill>
              <a:srgbClr val="3354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31" name="Right Arrow 21">
              <a:extLst>
                <a:ext uri="{FF2B5EF4-FFF2-40B4-BE49-F238E27FC236}">
                  <a16:creationId xmlns:a16="http://schemas.microsoft.com/office/drawing/2014/main" id="{21373278-7C7E-4524-8C4F-2F58EC8FDA04}"/>
                </a:ext>
              </a:extLst>
            </p:cNvPr>
            <p:cNvSpPr/>
            <p:nvPr/>
          </p:nvSpPr>
          <p:spPr>
            <a:xfrm>
              <a:off x="521208" y="1371600"/>
              <a:ext cx="2462479" cy="310896"/>
            </a:xfrm>
            <a:prstGeom prst="rightArrow">
              <a:avLst>
                <a:gd name="adj1" fmla="val 76000"/>
                <a:gd name="adj2" fmla="val 75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sp>
          <p:nvSpPr>
            <p:cNvPr id="32" name="TextBox 26">
              <a:extLst>
                <a:ext uri="{FF2B5EF4-FFF2-40B4-BE49-F238E27FC236}">
                  <a16:creationId xmlns:a16="http://schemas.microsoft.com/office/drawing/2014/main" id="{4C72B7A2-F449-E8EB-192D-32977482623D}"/>
                </a:ext>
              </a:extLst>
            </p:cNvPr>
            <p:cNvSpPr txBox="1"/>
            <p:nvPr/>
          </p:nvSpPr>
          <p:spPr>
            <a:xfrm>
              <a:off x="640080" y="1371600"/>
              <a:ext cx="182880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309"/>
              <a:r>
                <a:rPr lang="pt-BR" sz="1200" b="1">
                  <a:solidFill>
                    <a:srgbClr val="FFFFFF"/>
                  </a:solidFill>
                  <a:latin typeface="Arial Nova Cond" panose="020B0506020202020204" pitchFamily="34" charset="0"/>
                  <a:cs typeface="Poppins" pitchFamily="2" charset="77"/>
                </a:rPr>
                <a:t>PRÉ-CONTEMPLAÇÃO</a:t>
              </a:r>
            </a:p>
          </p:txBody>
        </p:sp>
        <p:sp>
          <p:nvSpPr>
            <p:cNvPr id="33" name="TextBox 27">
              <a:extLst>
                <a:ext uri="{FF2B5EF4-FFF2-40B4-BE49-F238E27FC236}">
                  <a16:creationId xmlns:a16="http://schemas.microsoft.com/office/drawing/2014/main" id="{D03B3E4A-6B25-7F03-0618-69BD14976462}"/>
                </a:ext>
              </a:extLst>
            </p:cNvPr>
            <p:cNvSpPr txBox="1"/>
            <p:nvPr/>
          </p:nvSpPr>
          <p:spPr>
            <a:xfrm>
              <a:off x="2869387" y="1371600"/>
              <a:ext cx="182880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309"/>
              <a:r>
                <a:rPr lang="pt-BR" sz="1200" b="1">
                  <a:solidFill>
                    <a:srgbClr val="FFFFFF"/>
                  </a:solidFill>
                  <a:latin typeface="Arial Nova Cond" panose="020B0506020202020204" pitchFamily="34" charset="0"/>
                  <a:cs typeface="Poppins" pitchFamily="2" charset="77"/>
                </a:rPr>
                <a:t>CONTEMPLAÇÃO</a:t>
              </a:r>
            </a:p>
          </p:txBody>
        </p:sp>
        <p:sp>
          <p:nvSpPr>
            <p:cNvPr id="34" name="TextBox 28">
              <a:extLst>
                <a:ext uri="{FF2B5EF4-FFF2-40B4-BE49-F238E27FC236}">
                  <a16:creationId xmlns:a16="http://schemas.microsoft.com/office/drawing/2014/main" id="{DB4DA55F-7C9A-A1C0-87A2-0FCE67A7D3F8}"/>
                </a:ext>
              </a:extLst>
            </p:cNvPr>
            <p:cNvSpPr txBox="1"/>
            <p:nvPr/>
          </p:nvSpPr>
          <p:spPr>
            <a:xfrm>
              <a:off x="5098694" y="1371600"/>
              <a:ext cx="182880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309"/>
              <a:r>
                <a:rPr lang="pt-BR" sz="1200" b="1">
                  <a:solidFill>
                    <a:srgbClr val="FFFFFF"/>
                  </a:solidFill>
                  <a:latin typeface="Arial Nova Cond" panose="020B0506020202020204" pitchFamily="34" charset="0"/>
                  <a:cs typeface="Poppins" pitchFamily="2" charset="77"/>
                </a:rPr>
                <a:t>PREPARAÇÃO</a:t>
              </a:r>
            </a:p>
          </p:txBody>
        </p:sp>
        <p:sp>
          <p:nvSpPr>
            <p:cNvPr id="36" name="TextBox 29">
              <a:extLst>
                <a:ext uri="{FF2B5EF4-FFF2-40B4-BE49-F238E27FC236}">
                  <a16:creationId xmlns:a16="http://schemas.microsoft.com/office/drawing/2014/main" id="{258CFC84-A03A-13A2-340D-74F8F1A5D06E}"/>
                </a:ext>
              </a:extLst>
            </p:cNvPr>
            <p:cNvSpPr txBox="1"/>
            <p:nvPr/>
          </p:nvSpPr>
          <p:spPr>
            <a:xfrm>
              <a:off x="7328002" y="1371600"/>
              <a:ext cx="182880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309"/>
              <a:r>
                <a:rPr lang="pt-BR" sz="1200" b="1">
                  <a:solidFill>
                    <a:schemeClr val="tx1"/>
                  </a:solidFill>
                  <a:latin typeface="Arial Nova Cond" panose="020B0506020202020204" pitchFamily="34" charset="0"/>
                  <a:cs typeface="Poppins" pitchFamily="2" charset="77"/>
                </a:rPr>
                <a:t>AÇÃO</a:t>
              </a:r>
            </a:p>
          </p:txBody>
        </p:sp>
        <p:sp>
          <p:nvSpPr>
            <p:cNvPr id="37" name="TextBox 30">
              <a:extLst>
                <a:ext uri="{FF2B5EF4-FFF2-40B4-BE49-F238E27FC236}">
                  <a16:creationId xmlns:a16="http://schemas.microsoft.com/office/drawing/2014/main" id="{D0793D9D-AB56-0008-7999-DE383A981273}"/>
                </a:ext>
              </a:extLst>
            </p:cNvPr>
            <p:cNvSpPr txBox="1"/>
            <p:nvPr/>
          </p:nvSpPr>
          <p:spPr>
            <a:xfrm>
              <a:off x="9557309" y="1371600"/>
              <a:ext cx="182880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914309"/>
              <a:r>
                <a:rPr lang="pt-BR" sz="1200" b="1">
                  <a:solidFill>
                    <a:schemeClr val="tx1"/>
                  </a:solidFill>
                  <a:latin typeface="Arial Nova Cond" panose="020B0506020202020204" pitchFamily="34" charset="0"/>
                  <a:cs typeface="Poppins" pitchFamily="2" charset="77"/>
                </a:rPr>
                <a:t>MANUTENÇÃO</a:t>
              </a:r>
            </a:p>
          </p:txBody>
        </p:sp>
      </p:grpSp>
      <p:sp>
        <p:nvSpPr>
          <p:cNvPr id="22" name="TextBox 19">
            <a:extLst>
              <a:ext uri="{FF2B5EF4-FFF2-40B4-BE49-F238E27FC236}">
                <a16:creationId xmlns:a16="http://schemas.microsoft.com/office/drawing/2014/main" id="{09D87700-EF6B-66E7-CBB6-F57B697B8526}"/>
              </a:ext>
            </a:extLst>
          </p:cNvPr>
          <p:cNvSpPr txBox="1"/>
          <p:nvPr/>
        </p:nvSpPr>
        <p:spPr>
          <a:xfrm>
            <a:off x="7209130" y="1719072"/>
            <a:ext cx="2066544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ABILITY</a:t>
            </a:r>
          </a:p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HABILIDADE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8FD8BFCA-6838-BFCA-C9F9-0811B16C964B}"/>
              </a:ext>
            </a:extLst>
          </p:cNvPr>
          <p:cNvSpPr txBox="1">
            <a:spLocks/>
          </p:cNvSpPr>
          <p:nvPr/>
        </p:nvSpPr>
        <p:spPr>
          <a:xfrm>
            <a:off x="7209130" y="3090672"/>
            <a:ext cx="2066544" cy="822960"/>
          </a:xfrm>
          <a:prstGeom prst="rect">
            <a:avLst/>
          </a:prstGeom>
        </p:spPr>
        <p:txBody>
          <a:bodyPr wrap="square" lIns="73152" tIns="0" rIns="73152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6304" indent="-14630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Reexecução histórica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no sandbox, em dupla: herdeiro e especialista.</a:t>
            </a:r>
          </a:p>
          <a:p>
            <a:pPr marL="146304" indent="-14630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Sombra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por elo, comparada pelo AXOL: só se revisam diferenças¹.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DE2A8-E792-304F-BC32-9660A3A7B931}"/>
              </a:ext>
            </a:extLst>
          </p:cNvPr>
          <p:cNvSpPr txBox="1"/>
          <p:nvPr/>
        </p:nvSpPr>
        <p:spPr>
          <a:xfrm>
            <a:off x="7209130" y="2167128"/>
            <a:ext cx="2066544" cy="329184"/>
          </a:xfrm>
          <a:prstGeom prst="rect">
            <a:avLst/>
          </a:prstGeom>
          <a:noFill/>
        </p:spPr>
        <p:txBody>
          <a:bodyPr wrap="square" lIns="73152" tIns="0" rIns="73152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A mudança exige </a:t>
            </a:r>
            <a:r>
              <a:rPr lang="pt-BR" sz="105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ação na direção certa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41EEDE8-302C-DD32-9C90-373810485530}"/>
              </a:ext>
            </a:extLst>
          </p:cNvPr>
          <p:cNvGrpSpPr/>
          <p:nvPr/>
        </p:nvGrpSpPr>
        <p:grpSpPr>
          <a:xfrm>
            <a:off x="8032090" y="2587752"/>
            <a:ext cx="420624" cy="420624"/>
            <a:chOff x="8229575" y="3471871"/>
            <a:chExt cx="640080" cy="640080"/>
          </a:xfrm>
        </p:grpSpPr>
        <p:sp>
          <p:nvSpPr>
            <p:cNvPr id="10" name="Oval 1">
              <a:extLst>
                <a:ext uri="{FF2B5EF4-FFF2-40B4-BE49-F238E27FC236}">
                  <a16:creationId xmlns:a16="http://schemas.microsoft.com/office/drawing/2014/main" id="{A79754D8-6A53-6A9A-F7AF-593C8163B9C2}"/>
                </a:ext>
              </a:extLst>
            </p:cNvPr>
            <p:cNvSpPr/>
            <p:nvPr/>
          </p:nvSpPr>
          <p:spPr>
            <a:xfrm>
              <a:off x="8229575" y="3471871"/>
              <a:ext cx="640080" cy="64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44" name="Graphic 43" descr="Business Growth outline">
              <a:extLst>
                <a:ext uri="{FF2B5EF4-FFF2-40B4-BE49-F238E27FC236}">
                  <a16:creationId xmlns:a16="http://schemas.microsoft.com/office/drawing/2014/main" id="{0C3A2FEF-80D3-927A-1243-5CC26E2CA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75295" y="3517591"/>
              <a:ext cx="548640" cy="548640"/>
            </a:xfrm>
            <a:prstGeom prst="rect">
              <a:avLst/>
            </a:prstGeom>
          </p:spPr>
        </p:pic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F38EF321-3EED-F218-757D-56231FDE3489}"/>
              </a:ext>
            </a:extLst>
          </p:cNvPr>
          <p:cNvSpPr txBox="1"/>
          <p:nvPr/>
        </p:nvSpPr>
        <p:spPr>
          <a:xfrm>
            <a:off x="9438437" y="1719072"/>
            <a:ext cx="2066544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REINFORCEMENT</a:t>
            </a:r>
          </a:p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REFORÇO</a:t>
            </a:r>
          </a:p>
        </p:txBody>
      </p:sp>
      <p:sp>
        <p:nvSpPr>
          <p:cNvPr id="50" name="Subtitle 2">
            <a:extLst>
              <a:ext uri="{FF2B5EF4-FFF2-40B4-BE49-F238E27FC236}">
                <a16:creationId xmlns:a16="http://schemas.microsoft.com/office/drawing/2014/main" id="{EB45A4C5-C8FA-4E05-FDB5-AB146EBD3E8A}"/>
              </a:ext>
            </a:extLst>
          </p:cNvPr>
          <p:cNvSpPr txBox="1">
            <a:spLocks/>
          </p:cNvSpPr>
          <p:nvPr/>
        </p:nvSpPr>
        <p:spPr>
          <a:xfrm>
            <a:off x="9438437" y="3090672"/>
            <a:ext cx="2066544" cy="822960"/>
          </a:xfrm>
          <a:prstGeom prst="rect">
            <a:avLst/>
          </a:prstGeom>
        </p:spPr>
        <p:txBody>
          <a:bodyPr wrap="square" lIns="73152" tIns="0" rIns="73152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6304" indent="-14630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Reconhecimento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de autores e equipes; o legado só sai pelo gate.</a:t>
            </a:r>
          </a:p>
          <a:p>
            <a:pPr marL="146304" indent="-14630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Rede de campeões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e instrutores internos sustentam o novo modo.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3D5912-F320-9188-383A-D954F103BC8C}"/>
              </a:ext>
            </a:extLst>
          </p:cNvPr>
          <p:cNvSpPr txBox="1"/>
          <p:nvPr/>
        </p:nvSpPr>
        <p:spPr>
          <a:xfrm>
            <a:off x="9438437" y="2167128"/>
            <a:ext cx="2066544" cy="329184"/>
          </a:xfrm>
          <a:prstGeom prst="rect">
            <a:avLst/>
          </a:prstGeom>
          <a:noFill/>
        </p:spPr>
        <p:txBody>
          <a:bodyPr wrap="square" lIns="73152" tIns="0" rIns="73152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A mudança </a:t>
            </a:r>
            <a:r>
              <a:rPr lang="pt-BR" sz="105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deve ser reforçada</a:t>
            </a:r>
            <a:r>
              <a:rPr lang="pt-BR" sz="105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para ser mantida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0FB5619-7190-8831-BC54-05CFC30B3802}"/>
              </a:ext>
            </a:extLst>
          </p:cNvPr>
          <p:cNvGrpSpPr/>
          <p:nvPr/>
        </p:nvGrpSpPr>
        <p:grpSpPr>
          <a:xfrm>
            <a:off x="10261397" y="2587752"/>
            <a:ext cx="420624" cy="420624"/>
            <a:chOff x="10286692" y="3471871"/>
            <a:chExt cx="640080" cy="640080"/>
          </a:xfrm>
        </p:grpSpPr>
        <p:sp>
          <p:nvSpPr>
            <p:cNvPr id="11" name="Oval 1">
              <a:extLst>
                <a:ext uri="{FF2B5EF4-FFF2-40B4-BE49-F238E27FC236}">
                  <a16:creationId xmlns:a16="http://schemas.microsoft.com/office/drawing/2014/main" id="{2452ABF7-B6CA-7436-9091-CBDCA1BBDDD4}"/>
                </a:ext>
              </a:extLst>
            </p:cNvPr>
            <p:cNvSpPr/>
            <p:nvPr/>
          </p:nvSpPr>
          <p:spPr>
            <a:xfrm>
              <a:off x="10286692" y="3471871"/>
              <a:ext cx="640080" cy="64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rgbClr val="FFFFFF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51" name="Graphic 50" descr="Trophy outline">
              <a:extLst>
                <a:ext uri="{FF2B5EF4-FFF2-40B4-BE49-F238E27FC236}">
                  <a16:creationId xmlns:a16="http://schemas.microsoft.com/office/drawing/2014/main" id="{23BFC5D5-092D-ED15-3C3A-7CF724493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32412" y="3517591"/>
              <a:ext cx="548640" cy="548640"/>
            </a:xfrm>
            <a:prstGeom prst="rect">
              <a:avLst/>
            </a:prstGeom>
          </p:spPr>
        </p:pic>
      </p:grpSp>
      <p:sp>
        <p:nvSpPr>
          <p:cNvPr id="20" name="TextBox 17">
            <a:extLst>
              <a:ext uri="{FF2B5EF4-FFF2-40B4-BE49-F238E27FC236}">
                <a16:creationId xmlns:a16="http://schemas.microsoft.com/office/drawing/2014/main" id="{97266FAC-09EF-5891-7E5F-294BD5CE86F3}"/>
              </a:ext>
            </a:extLst>
          </p:cNvPr>
          <p:cNvSpPr txBox="1"/>
          <p:nvPr/>
        </p:nvSpPr>
        <p:spPr>
          <a:xfrm>
            <a:off x="2750515" y="1719072"/>
            <a:ext cx="2066544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DESIRE</a:t>
            </a:r>
          </a:p>
          <a:p>
            <a:pPr algn="ctr" defTabSz="914309"/>
            <a:r>
              <a:rPr lang="pt-BR" sz="1300" b="1">
                <a:solidFill>
                  <a:schemeClr val="tx1"/>
                </a:solidFill>
                <a:latin typeface="Arial Nova Cond" panose="020B0506020202020204" pitchFamily="34" charset="0"/>
                <a:cs typeface="Poppins" pitchFamily="2" charset="77"/>
              </a:rPr>
              <a:t>DESEJO</a:t>
            </a:r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06EC1471-83A7-9971-6390-14A77F8B0E77}"/>
              </a:ext>
            </a:extLst>
          </p:cNvPr>
          <p:cNvSpPr txBox="1">
            <a:spLocks/>
          </p:cNvSpPr>
          <p:nvPr/>
        </p:nvSpPr>
        <p:spPr>
          <a:xfrm>
            <a:off x="2750515" y="3090672"/>
            <a:ext cx="2066544" cy="822960"/>
          </a:xfrm>
          <a:prstGeom prst="rect">
            <a:avLst/>
          </a:prstGeom>
        </p:spPr>
        <p:txBody>
          <a:bodyPr wrap="square" lIns="73152" tIns="0" rIns="73152" bIns="0" rtlCol="0" anchor="t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6304" indent="-14630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O que ganho: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menos preparo e acompanhamento, mais análise.</a:t>
            </a:r>
          </a:p>
          <a:p>
            <a:pPr marL="146304" indent="-14630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Destino do trabalho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definido por pessoa, antes de cada gate.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A115FC-E343-1EA7-0895-4C62AB6119A5}"/>
              </a:ext>
            </a:extLst>
          </p:cNvPr>
          <p:cNvSpPr txBox="1"/>
          <p:nvPr/>
        </p:nvSpPr>
        <p:spPr>
          <a:xfrm>
            <a:off x="2750515" y="2167128"/>
            <a:ext cx="2066544" cy="329184"/>
          </a:xfrm>
          <a:prstGeom prst="rect">
            <a:avLst/>
          </a:prstGeom>
          <a:noFill/>
        </p:spPr>
        <p:txBody>
          <a:bodyPr wrap="square" lIns="73152" tIns="0" rIns="73152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A mudança envolve </a:t>
            </a:r>
            <a:r>
              <a:rPr lang="pt-BR" sz="105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decisões pessoais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8CD8ED0-7BF8-3D57-A287-CDB85D559374}"/>
              </a:ext>
            </a:extLst>
          </p:cNvPr>
          <p:cNvGrpSpPr/>
          <p:nvPr/>
        </p:nvGrpSpPr>
        <p:grpSpPr>
          <a:xfrm>
            <a:off x="3573475" y="2587752"/>
            <a:ext cx="420624" cy="420624"/>
            <a:chOff x="4139299" y="3471871"/>
            <a:chExt cx="640080" cy="640080"/>
          </a:xfrm>
        </p:grpSpPr>
        <p:sp>
          <p:nvSpPr>
            <p:cNvPr id="8" name="Oval 1">
              <a:extLst>
                <a:ext uri="{FF2B5EF4-FFF2-40B4-BE49-F238E27FC236}">
                  <a16:creationId xmlns:a16="http://schemas.microsoft.com/office/drawing/2014/main" id="{8C1437E8-93A2-3AF9-9BEC-C2159346C0B4}"/>
                </a:ext>
              </a:extLst>
            </p:cNvPr>
            <p:cNvSpPr/>
            <p:nvPr/>
          </p:nvSpPr>
          <p:spPr>
            <a:xfrm>
              <a:off x="4139299" y="3471871"/>
              <a:ext cx="640080" cy="64008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09"/>
              <a:endParaRPr lang="pt-BR" sz="934">
                <a:solidFill>
                  <a:schemeClr val="accent5"/>
                </a:solidFill>
                <a:latin typeface="Arial Nova Cond" panose="020B0506020202020204" pitchFamily="34" charset="0"/>
              </a:endParaRPr>
            </a:p>
          </p:txBody>
        </p:sp>
        <p:pic>
          <p:nvPicPr>
            <p:cNvPr id="53" name="Graphic 52" descr="Cheers outline">
              <a:extLst>
                <a:ext uri="{FF2B5EF4-FFF2-40B4-BE49-F238E27FC236}">
                  <a16:creationId xmlns:a16="http://schemas.microsoft.com/office/drawing/2014/main" id="{A5EFAD95-D029-B5A3-B886-E8FED5CF3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85019" y="3517591"/>
              <a:ext cx="548640" cy="548640"/>
            </a:xfrm>
            <a:prstGeom prst="rect">
              <a:avLst/>
            </a:prstGeom>
          </p:spPr>
        </p:pic>
      </p:grpSp>
      <p:sp>
        <p:nvSpPr>
          <p:cNvPr id="101" name="Evidência 1"/>
          <p:cNvSpPr/>
          <p:nvPr/>
        </p:nvSpPr>
        <p:spPr>
          <a:xfrm>
            <a:off x="521208" y="3986784"/>
            <a:ext cx="2066544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Evidência: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pulso de prontidão (baseline)</a:t>
            </a:r>
          </a:p>
        </p:txBody>
      </p:sp>
      <p:sp>
        <p:nvSpPr>
          <p:cNvPr id="102" name="Evidência 2"/>
          <p:cNvSpPr/>
          <p:nvPr/>
        </p:nvSpPr>
        <p:spPr>
          <a:xfrm>
            <a:off x="2750515" y="3986784"/>
            <a:ext cx="2066544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Evidência: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pulso e % de pessoas com destino</a:t>
            </a:r>
          </a:p>
        </p:txBody>
      </p:sp>
      <p:sp>
        <p:nvSpPr>
          <p:cNvPr id="103" name="Evidência 3"/>
          <p:cNvSpPr/>
          <p:nvPr/>
        </p:nvSpPr>
        <p:spPr>
          <a:xfrm>
            <a:off x="4979822" y="3986784"/>
            <a:ext cx="2066544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Evidência: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aprovação na trilha e pulso</a:t>
            </a:r>
          </a:p>
        </p:txBody>
      </p:sp>
      <p:sp>
        <p:nvSpPr>
          <p:cNvPr id="104" name="Evidência 4"/>
          <p:cNvSpPr/>
          <p:nvPr/>
        </p:nvSpPr>
        <p:spPr>
          <a:xfrm>
            <a:off x="7209130" y="3986784"/>
            <a:ext cx="2066544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Evidência: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execuções reconciliadas (AXOL¹)</a:t>
            </a:r>
          </a:p>
        </p:txBody>
      </p:sp>
      <p:sp>
        <p:nvSpPr>
          <p:cNvPr id="105" name="Evidência 5"/>
          <p:cNvSpPr/>
          <p:nvPr/>
        </p:nvSpPr>
        <p:spPr>
          <a:xfrm>
            <a:off x="9438437" y="3986784"/>
            <a:ext cx="2066544" cy="3474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Evidência:</a:t>
            </a:r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  <a:ea typeface="+mn-ea"/>
                <a:cs typeface="+mn-cs"/>
              </a:rPr>
              <a:t> reuso de fluxogramas (AXOL¹)</a:t>
            </a:r>
          </a:p>
        </p:txBody>
      </p:sp>
      <p:sp>
        <p:nvSpPr>
          <p:cNvPr id="110" name="Rótulo frentes"/>
          <p:cNvSpPr txBox="1"/>
          <p:nvPr/>
        </p:nvSpPr>
        <p:spPr>
          <a:xfrm>
            <a:off x="521208" y="4709160"/>
            <a:ext cx="111465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Seis frentes críticas sustentam os cinco elementos</a:t>
            </a:r>
          </a:p>
        </p:txBody>
      </p:sp>
      <p:sp>
        <p:nvSpPr>
          <p:cNvPr id="120" name="Tarja frente 1"/>
          <p:cNvSpPr/>
          <p:nvPr/>
        </p:nvSpPr>
        <p:spPr>
          <a:xfrm>
            <a:off x="521208" y="4910328"/>
            <a:ext cx="1781556" cy="34747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Comunicação</a:t>
            </a:r>
          </a:p>
        </p:txBody>
      </p:sp>
      <p:sp>
        <p:nvSpPr>
          <p:cNvPr id="130" name="Bullets frente 1"/>
          <p:cNvSpPr txBox="1"/>
          <p:nvPr/>
        </p:nvSpPr>
        <p:spPr>
          <a:xfrm>
            <a:off x="521208" y="5303520"/>
            <a:ext cx="178155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Plano por grupo; mensagem-mestra: nenhum legado desliga sem herdeiro.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Demos do fluxograma, FAQ de autoatendimento e boletim de adoção.</a:t>
            </a:r>
          </a:p>
        </p:txBody>
      </p:sp>
      <p:sp>
        <p:nvSpPr>
          <p:cNvPr id="121" name="Tarja frente 2"/>
          <p:cNvSpPr/>
          <p:nvPr/>
        </p:nvSpPr>
        <p:spPr>
          <a:xfrm>
            <a:off x="2394204" y="4910328"/>
            <a:ext cx="1781556" cy="34747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Gestão de patrocínio e de stakeholders</a:t>
            </a:r>
          </a:p>
        </p:txBody>
      </p:sp>
      <p:sp>
        <p:nvSpPr>
          <p:cNvPr id="131" name="Bullets frente 2"/>
          <p:cNvSpPr txBox="1"/>
          <p:nvPr/>
        </p:nvSpPr>
        <p:spPr>
          <a:xfrm>
            <a:off x="2394204" y="5303520"/>
            <a:ext cx="178155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Mapear patrocinadores, especialistas dos modelos e herdeiros de cada legado.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Patrocinador define o destino do tempo liberado (a validar).</a:t>
            </a:r>
          </a:p>
        </p:txBody>
      </p:sp>
      <p:sp>
        <p:nvSpPr>
          <p:cNvPr id="122" name="Tarja frente 3"/>
          <p:cNvSpPr/>
          <p:nvPr/>
        </p:nvSpPr>
        <p:spPr>
          <a:xfrm>
            <a:off x="4267200" y="4910328"/>
            <a:ext cx="1781556" cy="34747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Capacitações</a:t>
            </a:r>
          </a:p>
        </p:txBody>
      </p:sp>
      <p:sp>
        <p:nvSpPr>
          <p:cNvPr id="132" name="Bullets frente 3"/>
          <p:cNvSpPr txBox="1"/>
          <p:nvPr/>
        </p:nvSpPr>
        <p:spPr>
          <a:xfrm>
            <a:off x="4267200" y="5303520"/>
            <a:ext cx="178155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Catequização por onda e trilhas por papel, avaliadas por execução real.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Sandbox com missões por equipe e apoio de IA generativa¹.</a:t>
            </a:r>
          </a:p>
        </p:txBody>
      </p:sp>
      <p:sp>
        <p:nvSpPr>
          <p:cNvPr id="123" name="Tarja frente 4"/>
          <p:cNvSpPr/>
          <p:nvPr/>
        </p:nvSpPr>
        <p:spPr>
          <a:xfrm>
            <a:off x="6140196" y="4910328"/>
            <a:ext cx="1781556" cy="34747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Gestão da média liderança</a:t>
            </a:r>
          </a:p>
        </p:txBody>
      </p:sp>
      <p:sp>
        <p:nvSpPr>
          <p:cNvPr id="133" name="Bullets frente 4"/>
          <p:cNvSpPr txBox="1"/>
          <p:nvPr/>
        </p:nvSpPr>
        <p:spPr>
          <a:xfrm>
            <a:off x="6140196" y="5303520"/>
            <a:ext cx="178155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Gestores explicam o destino do trabalho de cada pessoa.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Gestores como agentes da mudança, com kit do gestor.</a:t>
            </a:r>
          </a:p>
        </p:txBody>
      </p:sp>
      <p:sp>
        <p:nvSpPr>
          <p:cNvPr id="124" name="Tarja frente 5"/>
          <p:cNvSpPr/>
          <p:nvPr/>
        </p:nvSpPr>
        <p:spPr>
          <a:xfrm>
            <a:off x="8013192" y="4910328"/>
            <a:ext cx="1781556" cy="34747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Gestão da resistência</a:t>
            </a:r>
          </a:p>
        </p:txBody>
      </p:sp>
      <p:sp>
        <p:nvSpPr>
          <p:cNvPr id="134" name="Bullets frente 5"/>
          <p:cNvSpPr txBox="1"/>
          <p:nvPr/>
        </p:nvSpPr>
        <p:spPr>
          <a:xfrm>
            <a:off x="8013192" y="5303520"/>
            <a:ext cx="178155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Mapear fatores: perda de controle, desconfiança do resultado e medo de ficar sem função.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Pulsos e entrevistas com herdeiros; ações preventivas e corretivas.</a:t>
            </a:r>
          </a:p>
        </p:txBody>
      </p:sp>
      <p:sp>
        <p:nvSpPr>
          <p:cNvPr id="125" name="Tarja frente 6"/>
          <p:cNvSpPr/>
          <p:nvPr/>
        </p:nvSpPr>
        <p:spPr>
          <a:xfrm>
            <a:off x="9886188" y="4910328"/>
            <a:ext cx="1781556" cy="34747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Arial Nova Cond" panose="020B0506020202020204" pitchFamily="34" charset="0"/>
                <a:ea typeface="+mn-ea"/>
                <a:cs typeface="+mn-cs"/>
              </a:rPr>
              <a:t>Gestão de riscos</a:t>
            </a:r>
          </a:p>
        </p:txBody>
      </p:sp>
      <p:sp>
        <p:nvSpPr>
          <p:cNvPr id="135" name="Bullets frente 6"/>
          <p:cNvSpPr txBox="1"/>
          <p:nvPr/>
        </p:nvSpPr>
        <p:spPr>
          <a:xfrm>
            <a:off x="9886188" y="5303520"/>
            <a:ext cx="178155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37160" indent="-137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Matriz de riscos de adoção ligada ao gate de cada legado.</a:t>
            </a:r>
          </a:p>
          <a:p>
            <a:pPr marL="137160" indent="-13716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78C13"/>
              </a:buClr>
              <a:buFont typeface="Aptos" panose="020B0004020202020204" pitchFamily="34" charset="0"/>
              <a:buChar char="⁄"/>
            </a:pPr>
            <a:r>
              <a:rPr lang="pt-BR" sz="1000">
                <a:solidFill>
                  <a:srgbClr val="646464"/>
                </a:solidFill>
                <a:latin typeface="Arial Nova Cond" panose="020B0506020202020204" pitchFamily="34" charset="0"/>
                <a:ea typeface="+mn-ea"/>
                <a:cs typeface="+mn-cs"/>
              </a:rPr>
              <a:t>Riscos técnicos tratados com o TMO; ações e donos definidos.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BFC4E93-62C9-F623-A47C-81114E44A0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1. A validar com a equipe do AXOL e a segurança da informação: sombra comparada pela plataforma, sinais de uso (agregados por grupo, sem ranking individual) e assistente de IA que explica e não decide. Fonte: PROSCI (ADKAR).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E2A968CB-F18A-C9B6-6006-76AC3B57F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136" name="Text Placeholder Etiqueta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Abordagem e metodologia</a:t>
            </a:r>
          </a:p>
        </p:txBody>
      </p:sp>
    </p:spTree>
    <p:extLst>
      <p:ext uri="{BB962C8B-B14F-4D97-AF65-F5344CB8AC3E}">
        <p14:creationId xmlns:p14="http://schemas.microsoft.com/office/powerpoint/2010/main" val="2309513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0B1E-6059-DD56-A0D1-4C845D15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900F95F-7BC1-8EA7-723D-2642BFD985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0">
                <a:latin typeface="Arial Nova Light" panose="020B0304020202020204" pitchFamily="34" charset="0"/>
              </a:rPr>
              <a:t>Jornada de adoção do AXOL em quatro etapas, com gate em cada uma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032B930-0DE9-D659-0C00-45A54E15BF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762" y="824401"/>
            <a:ext cx="11255652" cy="460042"/>
          </a:xfrm>
        </p:spPr>
        <p:txBody>
          <a:bodyPr/>
          <a:lstStyle/>
          <a:p>
            <a:r>
              <a:rPr lang="pt-BR"/>
              <a:t>Customizamos cada plano e entregável ao catálogo de modelos e aos legados do ONS; a Preparação ocorre uma vez, as demais etapas se repetem a cada onda (um elo da cadeia) e só fecham quando entregáveis e KPIs sustentam o gate de adoção.</a:t>
            </a:r>
            <a:endParaRPr lang="pt-BR" noProof="0"/>
          </a:p>
        </p:txBody>
      </p:sp>
      <p:sp>
        <p:nvSpPr>
          <p:cNvPr id="93" name="Arrow: Pentagon 36">
            <a:extLst>
              <a:ext uri="{FF2B5EF4-FFF2-40B4-BE49-F238E27FC236}">
                <a16:creationId xmlns:a16="http://schemas.microsoft.com/office/drawing/2014/main" id="{18E5DC2A-5F32-C64C-8589-FA12B1122489}"/>
              </a:ext>
            </a:extLst>
          </p:cNvPr>
          <p:cNvSpPr/>
          <p:nvPr/>
        </p:nvSpPr>
        <p:spPr>
          <a:xfrm>
            <a:off x="1417320" y="1335024"/>
            <a:ext cx="2688336" cy="329184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 lIns="0" rIns="0"/>
          <a:lstStyle/>
          <a:p>
            <a:pPr algn="ctr" defTabSz="432089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333" b="1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Preparação</a:t>
            </a:r>
          </a:p>
        </p:txBody>
      </p:sp>
      <p:grpSp>
        <p:nvGrpSpPr>
          <p:cNvPr id="99" name="Group 87">
            <a:extLst>
              <a:ext uri="{FF2B5EF4-FFF2-40B4-BE49-F238E27FC236}">
                <a16:creationId xmlns:a16="http://schemas.microsoft.com/office/drawing/2014/main" id="{4537965F-D02E-D569-BE31-F3D7D190A0EF}"/>
              </a:ext>
            </a:extLst>
          </p:cNvPr>
          <p:cNvGrpSpPr/>
          <p:nvPr/>
        </p:nvGrpSpPr>
        <p:grpSpPr>
          <a:xfrm>
            <a:off x="6574536" y="1335024"/>
            <a:ext cx="2688336" cy="329184"/>
            <a:chOff x="3163528" y="0"/>
            <a:chExt cx="3949490" cy="904286"/>
          </a:xfrm>
          <a:solidFill>
            <a:srgbClr val="5E8AB4"/>
          </a:solidFill>
        </p:grpSpPr>
        <p:sp>
          <p:nvSpPr>
            <p:cNvPr id="100" name="Arrow: Chevron 89">
              <a:extLst>
                <a:ext uri="{FF2B5EF4-FFF2-40B4-BE49-F238E27FC236}">
                  <a16:creationId xmlns:a16="http://schemas.microsoft.com/office/drawing/2014/main" id="{28DB41A6-4FE7-7DCA-48D9-FBDF39526B45}"/>
                </a:ext>
              </a:extLst>
            </p:cNvPr>
            <p:cNvSpPr/>
            <p:nvPr/>
          </p:nvSpPr>
          <p:spPr>
            <a:xfrm>
              <a:off x="3163528" y="0"/>
              <a:ext cx="3949490" cy="90428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defTabSz="914324">
                <a:defRPr/>
              </a:pPr>
              <a:endParaRPr lang="pt-BR" sz="1250">
                <a:solidFill>
                  <a:srgbClr val="FFFFFF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01" name="Arrow: Chevron 6">
              <a:extLst>
                <a:ext uri="{FF2B5EF4-FFF2-40B4-BE49-F238E27FC236}">
                  <a16:creationId xmlns:a16="http://schemas.microsoft.com/office/drawing/2014/main" id="{5C78735E-03F0-577C-9FE6-5A5F92C99782}"/>
                </a:ext>
              </a:extLst>
            </p:cNvPr>
            <p:cNvSpPr txBox="1"/>
            <p:nvPr/>
          </p:nvSpPr>
          <p:spPr>
            <a:xfrm>
              <a:off x="3615671" y="0"/>
              <a:ext cx="3045204" cy="90428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886" tIns="25923" rIns="12962" bIns="25923" numCol="1" spcCol="1270" anchor="ctr" anchorCtr="0">
              <a:noAutofit/>
            </a:bodyPr>
            <a:lstStyle/>
            <a:p>
              <a:pPr algn="ctr" defTabSz="4320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pt-BR" sz="1333" b="1">
                  <a:solidFill>
                    <a:srgbClr val="FFFFFF"/>
                  </a:solidFill>
                  <a:latin typeface="Arial Nova Cond" panose="020B0506020202020204" pitchFamily="34" charset="0"/>
                  <a:cs typeface="Helvetica" panose="020B0604020202020204" pitchFamily="34" charset="0"/>
                </a:rPr>
                <a:t>Homologação e Transição</a:t>
              </a:r>
            </a:p>
          </p:txBody>
        </p:sp>
      </p:grpSp>
      <p:cxnSp>
        <p:nvCxnSpPr>
          <p:cNvPr id="102" name="Straight Connector 108">
            <a:extLst>
              <a:ext uri="{FF2B5EF4-FFF2-40B4-BE49-F238E27FC236}">
                <a16:creationId xmlns:a16="http://schemas.microsoft.com/office/drawing/2014/main" id="{91C2B4B5-D213-A38B-677A-21BC359375ED}"/>
              </a:ext>
            </a:extLst>
          </p:cNvPr>
          <p:cNvCxnSpPr>
            <a:cxnSpLocks/>
          </p:cNvCxnSpPr>
          <p:nvPr/>
        </p:nvCxnSpPr>
        <p:spPr>
          <a:xfrm>
            <a:off x="6574536" y="2011680"/>
            <a:ext cx="0" cy="3858768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18">
            <a:extLst>
              <a:ext uri="{FF2B5EF4-FFF2-40B4-BE49-F238E27FC236}">
                <a16:creationId xmlns:a16="http://schemas.microsoft.com/office/drawing/2014/main" id="{425A6EEF-F59B-ED7F-D3D9-95291A008252}"/>
              </a:ext>
            </a:extLst>
          </p:cNvPr>
          <p:cNvCxnSpPr>
            <a:cxnSpLocks/>
          </p:cNvCxnSpPr>
          <p:nvPr/>
        </p:nvCxnSpPr>
        <p:spPr>
          <a:xfrm flipH="1">
            <a:off x="3995928" y="2011680"/>
            <a:ext cx="0" cy="3858768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Arrow: Chevron 1">
            <a:extLst>
              <a:ext uri="{FF2B5EF4-FFF2-40B4-BE49-F238E27FC236}">
                <a16:creationId xmlns:a16="http://schemas.microsoft.com/office/drawing/2014/main" id="{BCCE1A46-1D46-9986-E547-5893867FB79E}"/>
              </a:ext>
            </a:extLst>
          </p:cNvPr>
          <p:cNvSpPr/>
          <p:nvPr/>
        </p:nvSpPr>
        <p:spPr>
          <a:xfrm>
            <a:off x="3995928" y="1335024"/>
            <a:ext cx="2688336" cy="329184"/>
          </a:xfrm>
          <a:prstGeom prst="chevron">
            <a:avLst/>
          </a:prstGeom>
          <a:solidFill>
            <a:srgbClr val="33556D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 lIns="0" rIns="0"/>
          <a:lstStyle/>
          <a:p>
            <a:pPr algn="ctr" defTabSz="432089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333" b="1">
                <a:solidFill>
                  <a:srgbClr val="FFFFFF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Desenho e Construção</a:t>
            </a:r>
          </a:p>
        </p:txBody>
      </p:sp>
      <p:grpSp>
        <p:nvGrpSpPr>
          <p:cNvPr id="153" name="Group 87">
            <a:extLst>
              <a:ext uri="{FF2B5EF4-FFF2-40B4-BE49-F238E27FC236}">
                <a16:creationId xmlns:a16="http://schemas.microsoft.com/office/drawing/2014/main" id="{011A9AF2-145E-3D6E-1CF2-9AA2B82A61F0}"/>
              </a:ext>
            </a:extLst>
          </p:cNvPr>
          <p:cNvGrpSpPr/>
          <p:nvPr/>
        </p:nvGrpSpPr>
        <p:grpSpPr>
          <a:xfrm>
            <a:off x="9153144" y="1335024"/>
            <a:ext cx="2578608" cy="329184"/>
            <a:chOff x="3163528" y="0"/>
            <a:chExt cx="3875668" cy="904286"/>
          </a:xfrm>
          <a:solidFill>
            <a:srgbClr val="BFD0E1"/>
          </a:solidFill>
        </p:grpSpPr>
        <p:sp>
          <p:nvSpPr>
            <p:cNvPr id="154" name="Arrow: Chevron 89">
              <a:extLst>
                <a:ext uri="{FF2B5EF4-FFF2-40B4-BE49-F238E27FC236}">
                  <a16:creationId xmlns:a16="http://schemas.microsoft.com/office/drawing/2014/main" id="{5ABD8746-DA86-2255-DF55-60A99E1CD0C1}"/>
                </a:ext>
              </a:extLst>
            </p:cNvPr>
            <p:cNvSpPr/>
            <p:nvPr/>
          </p:nvSpPr>
          <p:spPr>
            <a:xfrm>
              <a:off x="3163528" y="0"/>
              <a:ext cx="3875668" cy="90428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defTabSz="914324">
                <a:defRPr/>
              </a:pPr>
              <a:endParaRPr lang="pt-BR" sz="1250">
                <a:solidFill>
                  <a:srgbClr val="FFFFFF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55" name="Arrow: Chevron 6">
              <a:extLst>
                <a:ext uri="{FF2B5EF4-FFF2-40B4-BE49-F238E27FC236}">
                  <a16:creationId xmlns:a16="http://schemas.microsoft.com/office/drawing/2014/main" id="{EA5FDC7E-30F2-2FD9-4AB5-6C8668981741}"/>
                </a:ext>
              </a:extLst>
            </p:cNvPr>
            <p:cNvSpPr txBox="1"/>
            <p:nvPr/>
          </p:nvSpPr>
          <p:spPr>
            <a:xfrm>
              <a:off x="3615671" y="0"/>
              <a:ext cx="3045204" cy="90428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886" tIns="25923" rIns="12962" bIns="25923" numCol="1" spcCol="1270" anchor="ctr" anchorCtr="0">
              <a:noAutofit/>
            </a:bodyPr>
            <a:lstStyle/>
            <a:p>
              <a:pPr algn="ctr" defTabSz="4320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pt-BR" sz="1333" b="1">
                  <a:solidFill>
                    <a:schemeClr val="tx1"/>
                  </a:solidFill>
                  <a:latin typeface="Arial Nova Cond" panose="020B0506020202020204" pitchFamily="34" charset="0"/>
                  <a:cs typeface="Helvetica" panose="020B0604020202020204" pitchFamily="34" charset="0"/>
                </a:rPr>
                <a:t>Go-live / Hypercare</a:t>
              </a:r>
            </a:p>
          </p:txBody>
        </p:sp>
      </p:grpSp>
      <p:cxnSp>
        <p:nvCxnSpPr>
          <p:cNvPr id="156" name="Straight Connector 108">
            <a:extLst>
              <a:ext uri="{FF2B5EF4-FFF2-40B4-BE49-F238E27FC236}">
                <a16:creationId xmlns:a16="http://schemas.microsoft.com/office/drawing/2014/main" id="{2AFC2AD7-9A64-292E-EA77-7C8FA4FCCFC3}"/>
              </a:ext>
            </a:extLst>
          </p:cNvPr>
          <p:cNvCxnSpPr>
            <a:cxnSpLocks/>
          </p:cNvCxnSpPr>
          <p:nvPr/>
        </p:nvCxnSpPr>
        <p:spPr>
          <a:xfrm>
            <a:off x="9153144" y="2011680"/>
            <a:ext cx="0" cy="3858768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C7196D22-97A2-7219-4E4F-99FAED092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59" name="Arrow: Chevron 87">
            <a:extLst>
              <a:ext uri="{FF2B5EF4-FFF2-40B4-BE49-F238E27FC236}">
                <a16:creationId xmlns:a16="http://schemas.microsoft.com/office/drawing/2014/main" id="{E03BCD78-F30B-30BF-0A38-533344BC6FFE}"/>
              </a:ext>
            </a:extLst>
          </p:cNvPr>
          <p:cNvSpPr/>
          <p:nvPr/>
        </p:nvSpPr>
        <p:spPr>
          <a:xfrm>
            <a:off x="1371600" y="1700784"/>
            <a:ext cx="10351008" cy="256032"/>
          </a:xfrm>
          <a:prstGeom prst="chevron">
            <a:avLst/>
          </a:prstGeom>
          <a:solidFill>
            <a:srgbClr val="99AAB6"/>
          </a:solidFill>
          <a:ln w="25400" cap="flat" cmpd="sng" algn="ctr">
            <a:noFill/>
            <a:prstDash val="solid"/>
          </a:ln>
          <a:effectLst/>
        </p:spPr>
        <p:txBody>
          <a:bodyPr rtlCol="0" anchor="ctr" lIns="73152" rIns="0" tIns="0" bIns="0"/>
          <a:lstStyle/>
          <a:p>
            <a:pPr marL="0" marR="0" lvl="0" indent="0" algn="l" defTabSz="914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ＭＳ Ｐゴシック" charset="0"/>
                <a:cs typeface="+mn-cs"/>
              </a:rPr>
              <a:t>Governança integrada ao TMO</a:t>
            </a:r>
            <a:endParaRPr kumimoji="0" lang="pt-BR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ＭＳ Ｐゴシック" charset="0"/>
              <a:cs typeface="+mn-cs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C76B62FB-E41C-345E-C61B-499B6BC58A1A}"/>
              </a:ext>
            </a:extLst>
          </p:cNvPr>
          <p:cNvSpPr txBox="1"/>
          <p:nvPr/>
        </p:nvSpPr>
        <p:spPr>
          <a:xfrm>
            <a:off x="466344" y="5943600"/>
            <a:ext cx="112562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defPPr>
              <a:defRPr lang="pt-BR"/>
            </a:defPPr>
            <a:lvl1pPr>
              <a:defRPr sz="1600"/>
            </a:lvl1pPr>
            <a:lvl2pPr marL="944118" lvl="1" indent="-285750">
              <a:buFont typeface="Courier New" panose="02070309020205020404" pitchFamily="49" charset="0"/>
              <a:buChar char="o"/>
              <a:defRPr sz="1600">
                <a:effectLst/>
                <a:ea typeface="Votorantim Sans"/>
                <a:cs typeface="Votorantim Sans"/>
              </a:defRPr>
            </a:lvl2pPr>
          </a:lstStyle>
          <a:p>
            <a:pPr algn="ctr" defTabSz="914324">
              <a:defRPr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Além dos KPIs de gestão de mudança, serão definidos com o ONS indicadores de negócio (por exemplo, tempo de preparo e acompanhamento de rodadas e custo de execução por rodada). O Índice ADKAR e a pesquisa de satisfação com a mudança são medidos em todas as etapas. Metas e fórmulas: a validar.</a:t>
            </a:r>
            <a:endParaRPr lang="pt-BR" sz="1000">
              <a:solidFill>
                <a:srgbClr val="002B49"/>
              </a:solidFill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01" name="Separador linha 1"/>
          <p:cNvCxnSpPr/>
          <p:nvPr/>
        </p:nvCxnSpPr>
        <p:spPr>
          <a:xfrm>
            <a:off x="1417320" y="2578608"/>
            <a:ext cx="10314432" cy="0"/>
          </a:xfrm>
          <a:prstGeom prst="line">
            <a:avLst/>
          </a:prstGeom>
          <a:ln w="6350">
            <a:solidFill>
              <a:schemeClr val="bg2"/>
            </a:solidFill>
          </a:ln>
        </p:spPr>
      </p:cxnSp>
      <p:cxnSp>
        <p:nvCxnSpPr>
          <p:cNvPr id="302" name="Separador linha 2"/>
          <p:cNvCxnSpPr/>
          <p:nvPr/>
        </p:nvCxnSpPr>
        <p:spPr>
          <a:xfrm>
            <a:off x="1417320" y="3401568"/>
            <a:ext cx="10314432" cy="0"/>
          </a:xfrm>
          <a:prstGeom prst="line">
            <a:avLst/>
          </a:prstGeom>
          <a:ln w="6350">
            <a:solidFill>
              <a:schemeClr val="bg2"/>
            </a:solidFill>
          </a:ln>
        </p:spPr>
      </p:cxnSp>
      <p:cxnSp>
        <p:nvCxnSpPr>
          <p:cNvPr id="303" name="Separador linha 3"/>
          <p:cNvCxnSpPr/>
          <p:nvPr/>
        </p:nvCxnSpPr>
        <p:spPr>
          <a:xfrm>
            <a:off x="1417320" y="4023360"/>
            <a:ext cx="10314432" cy="0"/>
          </a:xfrm>
          <a:prstGeom prst="line">
            <a:avLst/>
          </a:prstGeom>
          <a:ln w="6350">
            <a:solidFill>
              <a:schemeClr val="bg2"/>
            </a:solidFill>
          </a:ln>
        </p:spPr>
      </p:cxnSp>
      <p:cxnSp>
        <p:nvCxnSpPr>
          <p:cNvPr id="304" name="Separador linha 4"/>
          <p:cNvCxnSpPr/>
          <p:nvPr/>
        </p:nvCxnSpPr>
        <p:spPr>
          <a:xfrm>
            <a:off x="1417320" y="4645152"/>
            <a:ext cx="10314432" cy="0"/>
          </a:xfrm>
          <a:prstGeom prst="line">
            <a:avLst/>
          </a:prstGeom>
          <a:ln w="6350">
            <a:solidFill>
              <a:schemeClr val="bg2"/>
            </a:solidFill>
          </a:ln>
        </p:spPr>
      </p:cxnSp>
      <p:cxnSp>
        <p:nvCxnSpPr>
          <p:cNvPr id="305" name="Separador linha 5"/>
          <p:cNvCxnSpPr/>
          <p:nvPr/>
        </p:nvCxnSpPr>
        <p:spPr>
          <a:xfrm>
            <a:off x="1417320" y="5084064"/>
            <a:ext cx="10314432" cy="0"/>
          </a:xfrm>
          <a:prstGeom prst="line">
            <a:avLst/>
          </a:prstGeom>
          <a:ln w="6350">
            <a:solidFill>
              <a:schemeClr val="bg2"/>
            </a:solidFill>
          </a:ln>
        </p:spPr>
      </p:cxnSp>
      <p:sp>
        <p:nvSpPr>
          <p:cNvPr id="306" name="Rótulo Objetivo"/>
          <p:cNvSpPr/>
          <p:nvPr/>
        </p:nvSpPr>
        <p:spPr>
          <a:xfrm>
            <a:off x="466344" y="2011680"/>
            <a:ext cx="859536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defTabSz="914324">
              <a:lnSpc>
                <a:spcPct val="95000"/>
              </a:lnSpc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</a:rPr>
              <a:t>Objetivo</a:t>
            </a:r>
          </a:p>
        </p:txBody>
      </p:sp>
      <p:sp>
        <p:nvSpPr>
          <p:cNvPr id="307" name="Rótulo Principais atividades"/>
          <p:cNvSpPr/>
          <p:nvPr/>
        </p:nvSpPr>
        <p:spPr>
          <a:xfrm>
            <a:off x="466344" y="2596896"/>
            <a:ext cx="859536" cy="78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defTabSz="914324">
              <a:lnSpc>
                <a:spcPct val="95000"/>
              </a:lnSpc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</a:rPr>
              <a:t>Principais atividades</a:t>
            </a:r>
          </a:p>
        </p:txBody>
      </p:sp>
      <p:sp>
        <p:nvSpPr>
          <p:cNvPr id="308" name="Rótulo Catequização e treinamento"/>
          <p:cNvSpPr/>
          <p:nvPr/>
        </p:nvSpPr>
        <p:spPr>
          <a:xfrm>
            <a:off x="466344" y="3419856"/>
            <a:ext cx="859536" cy="5852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defTabSz="914324">
              <a:lnSpc>
                <a:spcPct val="95000"/>
              </a:lnSpc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</a:rPr>
              <a:t>Catequização e treinamento</a:t>
            </a:r>
          </a:p>
        </p:txBody>
      </p:sp>
      <p:sp>
        <p:nvSpPr>
          <p:cNvPr id="309" name="Rótulo Pessoas e trabalho"/>
          <p:cNvSpPr/>
          <p:nvPr/>
        </p:nvSpPr>
        <p:spPr>
          <a:xfrm>
            <a:off x="466344" y="4041648"/>
            <a:ext cx="859536" cy="5852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defTabSz="914324">
              <a:lnSpc>
                <a:spcPct val="95000"/>
              </a:lnSpc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</a:rPr>
              <a:t>Pessoas e trabalho</a:t>
            </a:r>
          </a:p>
        </p:txBody>
      </p:sp>
      <p:sp>
        <p:nvSpPr>
          <p:cNvPr id="310" name="Rótulo Principais entregáveis"/>
          <p:cNvSpPr/>
          <p:nvPr/>
        </p:nvSpPr>
        <p:spPr>
          <a:xfrm>
            <a:off x="466344" y="4663440"/>
            <a:ext cx="859536" cy="4023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defTabSz="914324">
              <a:lnSpc>
                <a:spcPct val="95000"/>
              </a:lnSpc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</a:rPr>
              <a:t>Principais entregáveis</a:t>
            </a:r>
          </a:p>
        </p:txBody>
      </p:sp>
      <p:sp>
        <p:nvSpPr>
          <p:cNvPr id="311" name="Rótulo Principais KPIs"/>
          <p:cNvSpPr/>
          <p:nvPr/>
        </p:nvSpPr>
        <p:spPr>
          <a:xfrm>
            <a:off x="466344" y="5102352"/>
            <a:ext cx="859536" cy="768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 defTabSz="914324">
              <a:lnSpc>
                <a:spcPct val="95000"/>
              </a:lnSpc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</a:rPr>
              <a:t>Principais KPIs</a:t>
            </a:r>
          </a:p>
        </p:txBody>
      </p:sp>
      <p:sp>
        <p:nvSpPr>
          <p:cNvPr id="312" name="Objetivo 1"/>
          <p:cNvSpPr txBox="1"/>
          <p:nvPr/>
        </p:nvSpPr>
        <p:spPr>
          <a:xfrm>
            <a:off x="1417320" y="2011680"/>
            <a:ext cx="2578608" cy="548640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algn="ctr" defTabSz="914324">
              <a:spcBef>
                <a:spcPts val="0"/>
              </a:spcBef>
              <a:spcAft>
                <a:spcPts val="0"/>
              </a:spcAft>
            </a:pPr>
            <a:r>
              <a:rPr lang="pt-BR" sz="1000" b="1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Descobrir e herdar: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 inventariar legados, herdeiros e impactos e medir a prontidão antes de mudar.</a:t>
            </a:r>
          </a:p>
        </p:txBody>
      </p:sp>
      <p:sp>
        <p:nvSpPr>
          <p:cNvPr id="313" name="Objetivo 2"/>
          <p:cNvSpPr txBox="1"/>
          <p:nvPr/>
        </p:nvSpPr>
        <p:spPr>
          <a:xfrm>
            <a:off x="3995928" y="2011680"/>
            <a:ext cx="2578608" cy="548640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algn="ctr" defTabSz="914324">
              <a:spcBef>
                <a:spcPts val="0"/>
              </a:spcBef>
              <a:spcAft>
                <a:spcPts val="0"/>
              </a:spcAft>
            </a:pPr>
            <a:r>
              <a:rPr lang="pt-BR" sz="1000" b="1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Catequizar e co-criar: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 ensinar a cadeia e desenhar os fluxogramas com herdeiros e especialistas.</a:t>
            </a:r>
          </a:p>
        </p:txBody>
      </p:sp>
      <p:sp>
        <p:nvSpPr>
          <p:cNvPr id="314" name="Objetivo 3"/>
          <p:cNvSpPr txBox="1"/>
          <p:nvPr/>
        </p:nvSpPr>
        <p:spPr>
          <a:xfrm>
            <a:off x="6574536" y="2011680"/>
            <a:ext cx="2578608" cy="548640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algn="ctr" defTabSz="914324">
              <a:spcBef>
                <a:spcPts val="0"/>
              </a:spcBef>
              <a:spcAft>
                <a:spcPts val="0"/>
              </a:spcAft>
            </a:pPr>
            <a:r>
              <a:rPr lang="pt-BR" sz="1000" b="1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Provar em sombra: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 o AXOL roda em paralelo, sem efeito oficial, e quem valida aprova as diferenças.</a:t>
            </a:r>
          </a:p>
        </p:txBody>
      </p:sp>
      <p:sp>
        <p:nvSpPr>
          <p:cNvPr id="315" name="Objetivo 4"/>
          <p:cNvSpPr txBox="1"/>
          <p:nvPr/>
        </p:nvSpPr>
        <p:spPr>
          <a:xfrm>
            <a:off x="9153144" y="2011680"/>
            <a:ext cx="2578608" cy="548640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algn="ctr" defTabSz="914324">
              <a:spcBef>
                <a:spcPts val="0"/>
              </a:spcBef>
              <a:spcAft>
                <a:spcPts val="0"/>
              </a:spcAft>
            </a:pPr>
            <a:r>
              <a:rPr lang="pt-BR" sz="1000" b="1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Consolidar e sustentar: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 desligar legados onda a onda e institucionalizar o novo modo de trabalho.</a:t>
            </a:r>
          </a:p>
        </p:txBody>
      </p:sp>
      <p:sp>
        <p:nvSpPr>
          <p:cNvPr id="316" name="Principais atividades 1"/>
          <p:cNvSpPr txBox="1"/>
          <p:nvPr/>
        </p:nvSpPr>
        <p:spPr>
          <a:xfrm>
            <a:off x="1417320" y="2596896"/>
            <a:ext cx="2578608" cy="786384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Inventariar legados e herdeiros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Mapear consumidores das saídas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Mapear impactos e medir a prontidão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Definir papéis (RACI), riscos e custos</a:t>
            </a:r>
          </a:p>
        </p:txBody>
      </p:sp>
      <p:sp>
        <p:nvSpPr>
          <p:cNvPr id="317" name="Principais atividades 2"/>
          <p:cNvSpPr txBox="1"/>
          <p:nvPr/>
        </p:nvSpPr>
        <p:spPr>
          <a:xfrm>
            <a:off x="3995928" y="2596896"/>
            <a:ext cx="2578608" cy="786384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Ativar liderança e rede de campeões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Co-criar fluxogramas com herdeiros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Gerir comunicação e resistência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Medir ADKAR por papel</a:t>
            </a:r>
          </a:p>
        </p:txBody>
      </p:sp>
      <p:sp>
        <p:nvSpPr>
          <p:cNvPr id="318" name="Principais atividades 3"/>
          <p:cNvSpPr txBox="1"/>
          <p:nvPr/>
        </p:nvSpPr>
        <p:spPr>
          <a:xfrm>
            <a:off x="6574536" y="2596896"/>
            <a:ext cx="2578608" cy="786384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Sombra por elo, comparada pelo AXOL¹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Reconciliar com tolerância por variável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Tratar desvios e resistências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Aplicar o G3 (dupla chave) por legado</a:t>
            </a:r>
          </a:p>
        </p:txBody>
      </p:sp>
      <p:sp>
        <p:nvSpPr>
          <p:cNvPr id="319" name="Principais atividades 4"/>
          <p:cNvSpPr txBox="1"/>
          <p:nvPr/>
        </p:nvSpPr>
        <p:spPr>
          <a:xfrm>
            <a:off x="9153144" y="2596896"/>
            <a:ext cx="2578608" cy="786384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Desligar legados por onda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Manter o legado em leitura no hypercare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Apoiar o 1º ciclo real de cada elo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Reconhecer autores; lições aprendidas</a:t>
            </a:r>
          </a:p>
        </p:txBody>
      </p:sp>
      <p:sp>
        <p:nvSpPr>
          <p:cNvPr id="320" name="Catequização e treinamento 1"/>
          <p:cNvSpPr txBox="1"/>
          <p:nvPr/>
        </p:nvSpPr>
        <p:spPr>
          <a:xfrm>
            <a:off x="1417320" y="3419856"/>
            <a:ext cx="2578608" cy="58521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Mapa de conhecimento por modelo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Estrutura das trilhas por papel</a:t>
            </a:r>
          </a:p>
        </p:txBody>
      </p:sp>
      <p:sp>
        <p:nvSpPr>
          <p:cNvPr id="321" name="Catequização e treinamento 2"/>
          <p:cNvSpPr txBox="1"/>
          <p:nvPr/>
        </p:nvSpPr>
        <p:spPr>
          <a:xfrm>
            <a:off x="3995928" y="3419856"/>
            <a:ext cx="2578608" cy="58521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Ficha por modelo: o que faz, o que entrega pela FCF, como vira job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Treino no AXOL: fluxograma e sandbox¹</a:t>
            </a:r>
          </a:p>
        </p:txBody>
      </p:sp>
      <p:sp>
        <p:nvSpPr>
          <p:cNvPr id="322" name="Catequização e treinamento 3"/>
          <p:cNvSpPr txBox="1"/>
          <p:nvPr/>
        </p:nvSpPr>
        <p:spPr>
          <a:xfrm>
            <a:off x="6574536" y="3419856"/>
            <a:ext cx="2578608" cy="58521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Operação assistida: o herdeiro dispara e valida a rodada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Coaching entre pares e apoio de IA¹</a:t>
            </a:r>
          </a:p>
        </p:txBody>
      </p:sp>
      <p:sp>
        <p:nvSpPr>
          <p:cNvPr id="323" name="Catequização e treinamento 4"/>
          <p:cNvSpPr txBox="1"/>
          <p:nvPr/>
        </p:nvSpPr>
        <p:spPr>
          <a:xfrm>
            <a:off x="9153144" y="3419856"/>
            <a:ext cx="2578608" cy="58521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Formar instrutores internos do ONS nos modelos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Biblioteca de fluxogramas-modelo e FAQ</a:t>
            </a:r>
          </a:p>
        </p:txBody>
      </p:sp>
      <p:sp>
        <p:nvSpPr>
          <p:cNvPr id="324" name="Pessoas e trabalho 1"/>
          <p:cNvSpPr txBox="1"/>
          <p:nvPr/>
        </p:nvSpPr>
        <p:spPr>
          <a:xfrm>
            <a:off x="1417320" y="4041648"/>
            <a:ext cx="2578608" cy="58521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Inventariar tarefas, não cargos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Diretriz de destino: requalificar e realocar (a validar)</a:t>
            </a:r>
          </a:p>
        </p:txBody>
      </p:sp>
      <p:sp>
        <p:nvSpPr>
          <p:cNvPr id="325" name="Pessoas e trabalho 2"/>
          <p:cNvSpPr txBox="1"/>
          <p:nvPr/>
        </p:nvSpPr>
        <p:spPr>
          <a:xfrm>
            <a:off x="3995928" y="4041648"/>
            <a:ext cx="2578608" cy="58521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Desenhar papéis: autor de fluxograma, curador e responsável técnico do modelo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Plano de transição por pessoa</a:t>
            </a:r>
          </a:p>
        </p:txBody>
      </p:sp>
      <p:sp>
        <p:nvSpPr>
          <p:cNvPr id="326" name="Pessoas e trabalho 3"/>
          <p:cNvSpPr txBox="1"/>
          <p:nvPr/>
        </p:nvSpPr>
        <p:spPr>
          <a:xfrm>
            <a:off x="6574536" y="4041648"/>
            <a:ext cx="2578608" cy="58521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Transferir tarefas aos poucos; tempo liberado vai à análise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Teto de horas de carga dupla</a:t>
            </a:r>
          </a:p>
        </p:txBody>
      </p:sp>
      <p:sp>
        <p:nvSpPr>
          <p:cNvPr id="327" name="Pessoas e trabalho 4"/>
          <p:cNvSpPr txBox="1"/>
          <p:nvPr/>
        </p:nvSpPr>
        <p:spPr>
          <a:xfrm>
            <a:off x="9153144" y="4041648"/>
            <a:ext cx="2578608" cy="58521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Formalizar novos papéis e carreiras com o ONS (a validar)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Medir o tempo liberado reinvestido</a:t>
            </a:r>
          </a:p>
        </p:txBody>
      </p:sp>
      <p:sp>
        <p:nvSpPr>
          <p:cNvPr id="328" name="Entregáveis 1"/>
          <p:cNvSpPr txBox="1"/>
          <p:nvPr/>
        </p:nvSpPr>
        <p:spPr>
          <a:xfrm>
            <a:off x="1417320" y="4663440"/>
            <a:ext cx="2578608" cy="40233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algn="l" defTabSz="914324">
              <a:spcBef>
                <a:spcPts val="0"/>
              </a:spcBef>
              <a:spcAft>
                <a:spcPts val="0"/>
              </a:spcAft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Mapa de impactos</a:t>
            </a: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ea typeface="+mn-ea"/>
              </a:rPr>
              <a:t> · 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Inventário de legados e herdeiros</a:t>
            </a: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ea typeface="+mn-ea"/>
              </a:rPr>
              <a:t> · 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Matriz de riscos</a:t>
            </a:r>
          </a:p>
        </p:txBody>
      </p:sp>
      <p:sp>
        <p:nvSpPr>
          <p:cNvPr id="329" name="Entregáveis 2"/>
          <p:cNvSpPr txBox="1"/>
          <p:nvPr/>
        </p:nvSpPr>
        <p:spPr>
          <a:xfrm>
            <a:off x="3995928" y="4663440"/>
            <a:ext cx="2578608" cy="40233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algn="l" defTabSz="914324">
              <a:spcBef>
                <a:spcPts val="0"/>
              </a:spcBef>
              <a:spcAft>
                <a:spcPts val="0"/>
              </a:spcAft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Fichas por modelo</a:t>
            </a: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ea typeface="+mn-ea"/>
              </a:rPr>
              <a:t> · 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Fluxogramas co-criados</a:t>
            </a: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ea typeface="+mn-ea"/>
              </a:rPr>
              <a:t> · 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Trilhas e sandbox</a:t>
            </a: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ea typeface="+mn-ea"/>
              </a:rPr>
              <a:t> · 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Papéis futuros</a:t>
            </a:r>
          </a:p>
        </p:txBody>
      </p:sp>
      <p:sp>
        <p:nvSpPr>
          <p:cNvPr id="330" name="Entregáveis 3"/>
          <p:cNvSpPr txBox="1"/>
          <p:nvPr/>
        </p:nvSpPr>
        <p:spPr>
          <a:xfrm>
            <a:off x="6574536" y="4663440"/>
            <a:ext cx="2578608" cy="40233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algn="l" defTabSz="914324">
              <a:spcBef>
                <a:spcPts val="0"/>
              </a:spcBef>
              <a:spcAft>
                <a:spcPts val="0"/>
              </a:spcAft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Registro de reconciliação</a:t>
            </a: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ea typeface="+mn-ea"/>
              </a:rPr>
              <a:t> · 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Plano de desvios e rollback</a:t>
            </a: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ea typeface="+mn-ea"/>
              </a:rPr>
              <a:t> · 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Plano de resistência</a:t>
            </a:r>
          </a:p>
        </p:txBody>
      </p:sp>
      <p:sp>
        <p:nvSpPr>
          <p:cNvPr id="331" name="Entregáveis 4"/>
          <p:cNvSpPr txBox="1"/>
          <p:nvPr/>
        </p:nvSpPr>
        <p:spPr>
          <a:xfrm>
            <a:off x="9153144" y="4663440"/>
            <a:ext cx="2578608" cy="40233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algn="l" defTabSz="914324">
              <a:spcBef>
                <a:spcPts val="0"/>
              </a:spcBef>
              <a:spcAft>
                <a:spcPts val="0"/>
              </a:spcAft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Plano de sustentação</a:t>
            </a: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ea typeface="+mn-ea"/>
              </a:rPr>
              <a:t> · 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Book da mudança</a:t>
            </a: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ea typeface="+mn-ea"/>
              </a:rPr>
              <a:t> · </a:t>
            </a: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Lições aprendidas</a:t>
            </a:r>
          </a:p>
        </p:txBody>
      </p:sp>
      <p:sp>
        <p:nvSpPr>
          <p:cNvPr id="332" name="Principais KPIs 1"/>
          <p:cNvSpPr txBox="1"/>
          <p:nvPr/>
        </p:nvSpPr>
        <p:spPr>
          <a:xfrm>
            <a:off x="1417320" y="5102352"/>
            <a:ext cx="2578608" cy="76809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% de impactos mapeados e priorizados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Índice de prontidão (baseline ADKAR)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% de legados com herdeiro identificado</a:t>
            </a:r>
          </a:p>
        </p:txBody>
      </p:sp>
      <p:sp>
        <p:nvSpPr>
          <p:cNvPr id="333" name="Principais KPIs 2"/>
          <p:cNvSpPr txBox="1"/>
          <p:nvPr/>
        </p:nvSpPr>
        <p:spPr>
          <a:xfrm>
            <a:off x="3995928" y="5102352"/>
            <a:ext cx="2578608" cy="76809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Índice ADKAR por papel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% de adesão e aprovação nas trilhas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% de legados com fluxograma desenhado</a:t>
            </a:r>
          </a:p>
        </p:txBody>
      </p:sp>
      <p:sp>
        <p:nvSpPr>
          <p:cNvPr id="334" name="Principais KPIs 3"/>
          <p:cNvSpPr txBox="1"/>
          <p:nvPr/>
        </p:nvSpPr>
        <p:spPr>
          <a:xfrm>
            <a:off x="6574536" y="5102352"/>
            <a:ext cx="2578608" cy="76809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% de sombra dentro da tolerância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Horas de carga dupla por pessoa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% de pessoas com destino definido</a:t>
            </a:r>
          </a:p>
        </p:txBody>
      </p:sp>
      <p:sp>
        <p:nvSpPr>
          <p:cNvPr id="335" name="Principais KPIs 4"/>
          <p:cNvSpPr txBox="1"/>
          <p:nvPr/>
        </p:nvSpPr>
        <p:spPr>
          <a:xfrm>
            <a:off x="9153144" y="5102352"/>
            <a:ext cx="2578608" cy="768096"/>
          </a:xfrm>
          <a:prstGeom prst="rect">
            <a:avLst/>
          </a:prstGeom>
          <a:noFill/>
        </p:spPr>
        <p:txBody>
          <a:bodyPr wrap="square" lIns="82296" tIns="27432" rIns="82296" bIns="27432" rtlCol="0" anchor="t">
            <a:noAutofit/>
          </a:bodyPr>
          <a:lstStyle/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Índice de estabilidade operacional</a:t>
            </a:r>
          </a:p>
          <a:p>
            <a:pPr marL="171450" indent="-171450" defTabSz="914446">
              <a:spcBef>
                <a:spcPts val="0"/>
              </a:spcBef>
              <a:spcAft>
                <a:spcPts val="20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% de rodadas executadas via AXOL¹</a:t>
            </a:r>
          </a:p>
          <a:p>
            <a:pPr marL="171450" indent="-171450" defTabSz="914446">
              <a:spcBef>
                <a:spcPts val="0"/>
              </a:spcBef>
              <a:spcAft>
                <a:spcPts val="0"/>
              </a:spcAft>
              <a:buClr>
                <a:srgbClr val="F78C16"/>
              </a:buClr>
              <a:buSzPct val="120000"/>
              <a:buFont typeface="Arial" panose="020B0604020202020204" pitchFamily="34" charset="0"/>
              <a:buChar char="•"/>
            </a:pPr>
            <a:r>
              <a:rPr lang="pt-BR" sz="1000" kern="1200">
                <a:solidFill>
                  <a:srgbClr val="646464"/>
                </a:solidFill>
                <a:latin typeface="Arial Nova Cond" panose="020B0506020202020204" pitchFamily="34" charset="0"/>
                <a:ea typeface="+mn-ea"/>
              </a:rPr>
              <a:t>% de legados desligados com consumidores zerados</a:t>
            </a:r>
          </a:p>
        </p:txBody>
      </p:sp>
      <p:sp>
        <p:nvSpPr>
          <p:cNvPr id="336" name="Quality Gate 1"/>
          <p:cNvSpPr/>
          <p:nvPr/>
        </p:nvSpPr>
        <p:spPr>
          <a:xfrm>
            <a:off x="3895344" y="1728216"/>
            <a:ext cx="201168" cy="201168"/>
          </a:xfrm>
          <a:prstGeom prst="diamond">
            <a:avLst/>
          </a:prstGeom>
          <a:solidFill>
            <a:srgbClr val="F78C16"/>
          </a:solidFill>
          <a:ln w="9525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ea typeface="+mn-ea"/>
              </a:rPr>
              <a:t>1</a:t>
            </a:r>
          </a:p>
        </p:txBody>
      </p:sp>
      <p:sp>
        <p:nvSpPr>
          <p:cNvPr id="337" name="Quality Gate 2"/>
          <p:cNvSpPr/>
          <p:nvPr/>
        </p:nvSpPr>
        <p:spPr>
          <a:xfrm>
            <a:off x="6473952" y="1728216"/>
            <a:ext cx="201168" cy="201168"/>
          </a:xfrm>
          <a:prstGeom prst="diamond">
            <a:avLst/>
          </a:prstGeom>
          <a:solidFill>
            <a:srgbClr val="F78C16"/>
          </a:solidFill>
          <a:ln w="9525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ea typeface="+mn-ea"/>
              </a:rPr>
              <a:t>2</a:t>
            </a:r>
          </a:p>
        </p:txBody>
      </p:sp>
      <p:sp>
        <p:nvSpPr>
          <p:cNvPr id="338" name="Quality Gate 3"/>
          <p:cNvSpPr/>
          <p:nvPr/>
        </p:nvSpPr>
        <p:spPr>
          <a:xfrm>
            <a:off x="9052560" y="1728216"/>
            <a:ext cx="201168" cy="201168"/>
          </a:xfrm>
          <a:prstGeom prst="diamond">
            <a:avLst/>
          </a:prstGeom>
          <a:solidFill>
            <a:srgbClr val="F78C16"/>
          </a:solidFill>
          <a:ln w="9525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ea typeface="+mn-ea"/>
              </a:rPr>
              <a:t>3</a:t>
            </a:r>
          </a:p>
        </p:txBody>
      </p:sp>
      <p:sp>
        <p:nvSpPr>
          <p:cNvPr id="339" name="Quality Gate 4"/>
          <p:cNvSpPr/>
          <p:nvPr/>
        </p:nvSpPr>
        <p:spPr>
          <a:xfrm>
            <a:off x="11622024" y="1728216"/>
            <a:ext cx="201168" cy="201168"/>
          </a:xfrm>
          <a:prstGeom prst="diamond">
            <a:avLst/>
          </a:prstGeom>
          <a:solidFill>
            <a:srgbClr val="F78C16"/>
          </a:solidFill>
          <a:ln w="9525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pt-BR" sz="800" b="1">
                <a:solidFill>
                  <a:schemeClr val="bg1"/>
                </a:solidFill>
                <a:latin typeface="Arial Nova Cond" panose="020B0506020202020204" pitchFamily="34" charset="0"/>
                <a:ea typeface="+mn-ea"/>
              </a:rPr>
              <a:t>4</a:t>
            </a:r>
          </a:p>
        </p:txBody>
      </p:sp>
      <p:sp>
        <p:nvSpPr>
          <p:cNvPr id="340" name="Governança texto 2"/>
          <p:cNvSpPr txBox="1"/>
          <p:nvPr/>
        </p:nvSpPr>
        <p:spPr>
          <a:xfrm>
            <a:off x="4133088" y="1700784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pt-BR" sz="900" b="1" kern="1200">
                <a:solidFill>
                  <a:srgbClr val="FFFFFF"/>
                </a:solidFill>
                <a:latin typeface="Arial Nova Cond" panose="020B0506020202020204" pitchFamily="34" charset="0"/>
                <a:ea typeface="+mn-ea"/>
              </a:rPr>
              <a:t>aprovação do ONS em cada gate de adoção (G)</a:t>
            </a:r>
          </a:p>
        </p:txBody>
      </p:sp>
      <p:sp>
        <p:nvSpPr>
          <p:cNvPr id="341" name="Nota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noProof="0"/>
              <a:t>1. A validar com a equipe do AXOL e a segurança da informação: sombra comparada pela plataforma, sinais de uso do AXOL e assistente de IA generativa (conteúdo curado; explica, não decide). Duração das etapas e ordem das ondas: ver roadmap.</a:t>
            </a:r>
          </a:p>
        </p:txBody>
      </p:sp>
      <p:sp>
        <p:nvSpPr>
          <p:cNvPr id="342" name="Text Placeholder Etiqueta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Plano de trabalho</a:t>
            </a:r>
          </a:p>
        </p:txBody>
      </p:sp>
    </p:spTree>
    <p:extLst>
      <p:ext uri="{BB962C8B-B14F-4D97-AF65-F5344CB8AC3E}">
        <p14:creationId xmlns:p14="http://schemas.microsoft.com/office/powerpoint/2010/main" val="272302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2BFA4-4CB8-9E9E-401A-71D55AEB0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060C285C-4D72-1D9E-8E43-DC03D61A79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Roadmap por ondas: o legado só desliga com resultados e pessoas prontos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EBAD12-393B-553D-2E3D-6DF033D549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noProof="0"/>
              <a:t>Plano de trabalho · roadmap e transição de pessoas</a:t>
            </a:r>
            <a:endParaRPr lang="pt-BR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68572BA-6F39-89C2-5305-2913B738BE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O TMO integra projeto e mudança em três ondas, uma por elo da cadeia (NEWAVE, DECOMP, DESSEM), com gates de adoção e governança em três níveis; decisões sobre quadro de pessoas permanecem com o ONS.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B022DA-3CF1-BDC6-0FE1-E7FE7F3A49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* Cronograma indicativo, a validar no diagnóstico: duração, ordem das ondas, hypercare da onda 3 (mês 7) e cadência de cada modelo. A sombra termina por critério, não por calendário. Fóruns e cadência a ajustar ao ONS.</a:t>
            </a:r>
          </a:p>
          <a:p>
            <a:r>
              <a:rPr lang="pt-BR"/>
              <a:t>¹ A validar com a equipe do AXOL e a segurança da informação: sombra comparada pela plataforma e sinais de uso do AXOL (painel de adoção).</a:t>
            </a:r>
          </a:p>
        </p:txBody>
      </p:sp>
      <p:graphicFrame>
        <p:nvGraphicFramePr>
          <p:cNvPr id="4" name="Grade do cronograma"/>
          <p:cNvGraphicFramePr>
            <a:graphicFrameLocks noGrp="1"/>
          </p:cNvGraphicFramePr>
          <p:nvPr/>
        </p:nvGraphicFramePr>
        <p:xfrm>
          <a:off x="466344" y="1325880"/>
          <a:ext cx="11219688" cy="25237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4480"/>
                <a:gridCol w="1380744"/>
                <a:gridCol w="1380744"/>
                <a:gridCol w="1380744"/>
                <a:gridCol w="1380744"/>
                <a:gridCol w="1380744"/>
                <a:gridCol w="1380744"/>
                <a:gridCol w="1380744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9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CRONOGRAMA INDICATIVO</a:t>
                      </a:r>
                      <a:endParaRPr lang="pt-BR" sz="9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10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Mês 1</a:t>
                      </a:r>
                      <a:endParaRPr lang="pt-BR" sz="10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10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Mês 2</a:t>
                      </a:r>
                      <a:endParaRPr lang="pt-BR" sz="10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10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Mês 3</a:t>
                      </a:r>
                      <a:endParaRPr lang="pt-BR" sz="10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10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Mês 4</a:t>
                      </a:r>
                      <a:endParaRPr lang="pt-BR" sz="10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10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Mês 5</a:t>
                      </a:r>
                      <a:endParaRPr lang="pt-BR" sz="10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10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Mês 6</a:t>
                      </a:r>
                      <a:endParaRPr lang="pt-BR" sz="10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10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Mês 7*</a:t>
                      </a:r>
                      <a:endParaRPr lang="pt-BR" sz="10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9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GOVERNANÇA</a:t>
                      </a:r>
                      <a:endParaRPr lang="pt-BR" sz="9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A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9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CATEQUIZAÇÃO E TREINAMENTO</a:t>
                      </a:r>
                      <a:endParaRPr lang="pt-BR" sz="9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None/>
                      </a:pPr>
                      <a:r>
                        <a:rPr lang="pt-BR" sz="900" b="1" kern="120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PESSOAS E TRABALHO</a:t>
                      </a:r>
                      <a:endParaRPr lang="pt-BR" sz="900">
                        <a:latin typeface="Arial Nova Cond" panose="020B0506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marL="61265" marR="61265" marT="27432" marB="2743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0"/>
                    </a:solidFill>
                  </a:tcPr>
                </a:tc>
              </a:tr>
            </a:tbl>
          </a:graphicData>
        </a:graphic>
      </p:graphicFrame>
      <p:sp>
        <p:nvSpPr>
          <p:cNvPr id="101" name="Rótulo ONDA 1 · NEWAVE"/>
          <p:cNvSpPr txBox="1"/>
          <p:nvPr/>
        </p:nvSpPr>
        <p:spPr>
          <a:xfrm>
            <a:off x="466344" y="2130552"/>
            <a:ext cx="1554480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ONDA 1 · NEWAVE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2" name="Rótulo ONDA 2 · DECOMP"/>
          <p:cNvSpPr txBox="1"/>
          <p:nvPr/>
        </p:nvSpPr>
        <p:spPr>
          <a:xfrm>
            <a:off x="466344" y="2441448"/>
            <a:ext cx="1554480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ONDA 2 · DECOMP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3" name="Rótulo ONDA 3 · DESSEM"/>
          <p:cNvSpPr txBox="1"/>
          <p:nvPr/>
        </p:nvSpPr>
        <p:spPr>
          <a:xfrm>
            <a:off x="466344" y="2752344"/>
            <a:ext cx="1554480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ONDA 3 · DESSEM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4" name="Barra TMO"/>
          <p:cNvSpPr/>
          <p:nvPr/>
        </p:nvSpPr>
        <p:spPr>
          <a:xfrm>
            <a:off x="2057400" y="1655064"/>
            <a:ext cx="9592056" cy="182880"/>
          </a:xfrm>
          <a:prstGeom prst="chevron">
            <a:avLst/>
          </a:prstGeom>
          <a:solidFill>
            <a:srgbClr val="698192"/>
          </a:solidFill>
          <a:ln w="12700" cap="flat" cmpd="sng" algn="ctr">
            <a:solidFill>
              <a:schemeClr val="accent6">
                <a:lumMod val="50000"/>
              </a:schemeClr>
            </a:solidFill>
            <a:prstDash val="solid"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TMO · GESTÃO DA TRANSFORMAÇÃO: riscos, benefícios e gates de adoção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5" name="Barra GMO"/>
          <p:cNvSpPr/>
          <p:nvPr/>
        </p:nvSpPr>
        <p:spPr>
          <a:xfrm>
            <a:off x="2057400" y="1874520"/>
            <a:ext cx="9592056" cy="182880"/>
          </a:xfrm>
          <a:prstGeom prst="chevron">
            <a:avLst/>
          </a:prstGeom>
          <a:solidFill>
            <a:schemeClr val="tx2"/>
          </a:solidFill>
          <a:ln w="12700" cap="flat" cmpd="sng" algn="ctr">
            <a:solidFill>
              <a:schemeClr val="tx2"/>
            </a:solidFill>
            <a:prstDash val="solid"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GMO · GESTÃO DE MUDANÇA: ADKAR por papel, rede de campeões e painel de adoção¹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6" name="Bloco Preparação"/>
          <p:cNvSpPr/>
          <p:nvPr/>
        </p:nvSpPr>
        <p:spPr>
          <a:xfrm>
            <a:off x="2057400" y="2130552"/>
            <a:ext cx="1307592" cy="914400"/>
          </a:xfrm>
          <a:prstGeom prst="homePlate">
            <a:avLst>
              <a:gd name="adj" fmla="val 16000"/>
            </a:avLst>
          </a:prstGeom>
          <a:solidFill>
            <a:schemeClr val="tx1"/>
          </a:solidFill>
          <a:ln>
            <a:noFill/>
          </a:ln>
          <a:effectLst/>
        </p:spPr>
        <p:txBody>
          <a:bodyPr wrap="square" lIns="36576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0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PREPARAÇÃO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  <a:p>
            <a:pPr marL="0" indent="0" algn="ctr">
              <a:spcBef>
                <a:spcPts val="100"/>
              </a:spcBef>
              <a:buNone/>
            </a:pPr>
            <a:r>
              <a:rPr lang="pt-BR" sz="900" b="0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legados, herdeiros, impactos e prontidão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7" name="Onda 1 · DESENHO E CONSTRUÇÃO"/>
          <p:cNvSpPr/>
          <p:nvPr/>
        </p:nvSpPr>
        <p:spPr>
          <a:xfrm>
            <a:off x="3438144" y="2130552"/>
            <a:ext cx="1371600" cy="292608"/>
          </a:xfrm>
          <a:prstGeom prst="chevron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DESENHO E CONSTRUÇÃO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8" name="Onda 1 · HOMOLOGAÇÃO E TRANSIÇÃO · SOMBRA¹"/>
          <p:cNvSpPr/>
          <p:nvPr/>
        </p:nvSpPr>
        <p:spPr>
          <a:xfrm>
            <a:off x="4818888" y="2130552"/>
            <a:ext cx="2752344" cy="292608"/>
          </a:xfrm>
          <a:prstGeom prst="chevron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HOMOLOGAÇÃO E TRANSIÇÃO · SOMBRA¹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+ REEXECUÇÃO DE CASOS HISTÓRICOS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9" name="Onda 1 · GO-LIVE / HYPERCARE"/>
          <p:cNvSpPr/>
          <p:nvPr/>
        </p:nvSpPr>
        <p:spPr>
          <a:xfrm>
            <a:off x="7580376" y="2130552"/>
            <a:ext cx="1371600" cy="292608"/>
          </a:xfrm>
          <a:prstGeom prst="chevron">
            <a:avLst/>
          </a:prstGeom>
          <a:solidFill>
            <a:srgbClr val="BFD0E1"/>
          </a:solidFill>
          <a:ln w="9525" cap="flat" cmpd="sng" algn="ctr">
            <a:solidFill>
              <a:schemeClr val="tx2"/>
            </a:solidFill>
            <a:prstDash val="solid"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GO-LIVE / HYPERCARE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0" name="Onda 2 · DESENHO E CONSTRUÇÃO"/>
          <p:cNvSpPr/>
          <p:nvPr/>
        </p:nvSpPr>
        <p:spPr>
          <a:xfrm>
            <a:off x="4818888" y="2441448"/>
            <a:ext cx="1371600" cy="292608"/>
          </a:xfrm>
          <a:prstGeom prst="chevron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DESENHO E CONSTRUÇÃO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1" name="Onda 2 · HOMOLOGAÇÃO E TRANSIÇÃO · SOMBRA¹"/>
          <p:cNvSpPr/>
          <p:nvPr/>
        </p:nvSpPr>
        <p:spPr>
          <a:xfrm>
            <a:off x="6199632" y="2441448"/>
            <a:ext cx="2752344" cy="292608"/>
          </a:xfrm>
          <a:prstGeom prst="chevron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HOMOLOGAÇÃO E TRANSIÇÃO · SOMBRA¹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2" name="Onda 2 · GO-LIVE / HYPERCARE"/>
          <p:cNvSpPr/>
          <p:nvPr/>
        </p:nvSpPr>
        <p:spPr>
          <a:xfrm>
            <a:off x="8961120" y="2441448"/>
            <a:ext cx="1371600" cy="292608"/>
          </a:xfrm>
          <a:prstGeom prst="chevron">
            <a:avLst/>
          </a:prstGeom>
          <a:solidFill>
            <a:srgbClr val="BFD0E1"/>
          </a:solidFill>
          <a:ln w="9525" cap="flat" cmpd="sng" algn="ctr">
            <a:solidFill>
              <a:schemeClr val="tx2"/>
            </a:solidFill>
            <a:prstDash val="solid"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GO-LIVE / HYPERCARE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3" name="Onda 3 · DESENHO E CONSTRUÇÃO"/>
          <p:cNvSpPr/>
          <p:nvPr/>
        </p:nvSpPr>
        <p:spPr>
          <a:xfrm>
            <a:off x="6199632" y="2752344"/>
            <a:ext cx="1371600" cy="292608"/>
          </a:xfrm>
          <a:prstGeom prst="chevron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DESENHO E CONSTRUÇÃO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4" name="Onda 3 · HOMOLOGAÇÃO E TRANSIÇÃO · SOMBRA¹"/>
          <p:cNvSpPr/>
          <p:nvPr/>
        </p:nvSpPr>
        <p:spPr>
          <a:xfrm>
            <a:off x="7580376" y="2752344"/>
            <a:ext cx="2752344" cy="292608"/>
          </a:xfrm>
          <a:prstGeom prst="chevron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HOMOLOGAÇÃO E TRANSIÇÃO · SOMBRA¹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5" name="Onda 3 · GO-LIVE / HYPERCARE"/>
          <p:cNvSpPr/>
          <p:nvPr/>
        </p:nvSpPr>
        <p:spPr>
          <a:xfrm>
            <a:off x="10341864" y="2752344"/>
            <a:ext cx="1344168" cy="292608"/>
          </a:xfrm>
          <a:prstGeom prst="chevron">
            <a:avLst/>
          </a:prstGeom>
          <a:solidFill>
            <a:srgbClr val="BFD0E1"/>
          </a:solidFill>
          <a:ln w="9525" cap="flat" cmpd="sng" algn="ctr">
            <a:solidFill>
              <a:schemeClr val="tx2"/>
            </a:solidFill>
            <a:prstDash val="solid"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GO-LIVE / HYPERCARE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6" name="Catequização · MAPA DE CONHECIMENTO"/>
          <p:cNvSpPr/>
          <p:nvPr/>
        </p:nvSpPr>
        <p:spPr>
          <a:xfrm>
            <a:off x="2057400" y="3099816"/>
            <a:ext cx="1307592" cy="365760"/>
          </a:xfrm>
          <a:prstGeom prst="chevron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MAPA DE CONHECIMENTO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7" name="Catequização · FICHA POR MODELO, TRILHAS E SANDBOX (UMA POR ONDA)"/>
          <p:cNvSpPr/>
          <p:nvPr/>
        </p:nvSpPr>
        <p:spPr>
          <a:xfrm>
            <a:off x="3438144" y="3099816"/>
            <a:ext cx="4087368" cy="173736"/>
          </a:xfrm>
          <a:prstGeom prst="chevron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FICHA POR MODELO, TRILHAS E SANDBOX (UMA POR ONDA)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8" name="Catequização · OPERAÇÃO ASSISTIDA E COACHING"/>
          <p:cNvSpPr/>
          <p:nvPr/>
        </p:nvSpPr>
        <p:spPr>
          <a:xfrm>
            <a:off x="4818888" y="3291840"/>
            <a:ext cx="5468112" cy="173736"/>
          </a:xfrm>
          <a:prstGeom prst="chevron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OPERAÇÃO ASSISTIDA E COACHING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9" name="Catequização · INSTRUTORES INTERNOS"/>
          <p:cNvSpPr/>
          <p:nvPr/>
        </p:nvSpPr>
        <p:spPr>
          <a:xfrm>
            <a:off x="7580376" y="3099816"/>
            <a:ext cx="4105656" cy="173736"/>
          </a:xfrm>
          <a:prstGeom prst="chevron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INSTRUTORES INTERNOS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0" name="Pessoas · INVENTÁRIO DE TAREFAS"/>
          <p:cNvSpPr/>
          <p:nvPr/>
        </p:nvSpPr>
        <p:spPr>
          <a:xfrm>
            <a:off x="2057400" y="3520440"/>
            <a:ext cx="1307592" cy="292608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INVENTÁRIO DE TAREFAS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1" name="Pessoas · PAPÉIS FUTUROS E PLANOS INDIVIDUAIS"/>
          <p:cNvSpPr/>
          <p:nvPr/>
        </p:nvSpPr>
        <p:spPr>
          <a:xfrm>
            <a:off x="3438144" y="3520440"/>
            <a:ext cx="2706624" cy="292608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PAPÉIS FUTUROS E PLANOS INDIVIDUAIS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2" name="Pessoas · TEMPO LIBERADO VAI AO NOVO DESTINO, ONDA A ONDA"/>
          <p:cNvSpPr/>
          <p:nvPr/>
        </p:nvSpPr>
        <p:spPr>
          <a:xfrm>
            <a:off x="6199632" y="3520440"/>
            <a:ext cx="5486400" cy="292608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square" lIns="18288" tIns="0" rIns="1828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9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TEMPO LIBERADO VAI AO NOVO DESTINO, ONDA A ONDA</a:t>
            </a:r>
            <a:endParaRPr lang="pt-BR" sz="9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3" name="Gate G1"/>
          <p:cNvSpPr/>
          <p:nvPr/>
        </p:nvSpPr>
        <p:spPr>
          <a:xfrm>
            <a:off x="3291840" y="2478024"/>
            <a:ext cx="219456" cy="219456"/>
          </a:xfrm>
          <a:prstGeom prst="diamond">
            <a:avLst/>
          </a:prstGeom>
          <a:solidFill>
            <a:srgbClr val="F78C16"/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7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1</a:t>
            </a:r>
            <a:endParaRPr lang="pt-BR" sz="7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4" name="Gate G2"/>
          <p:cNvSpPr/>
          <p:nvPr/>
        </p:nvSpPr>
        <p:spPr>
          <a:xfrm>
            <a:off x="4690872" y="2167128"/>
            <a:ext cx="219456" cy="219456"/>
          </a:xfrm>
          <a:prstGeom prst="diamond">
            <a:avLst/>
          </a:prstGeom>
          <a:solidFill>
            <a:srgbClr val="F78C16"/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7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2</a:t>
            </a:r>
            <a:endParaRPr lang="pt-BR" sz="7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5" name="Gate G2"/>
          <p:cNvSpPr/>
          <p:nvPr/>
        </p:nvSpPr>
        <p:spPr>
          <a:xfrm>
            <a:off x="6071616" y="2478024"/>
            <a:ext cx="219456" cy="219456"/>
          </a:xfrm>
          <a:prstGeom prst="diamond">
            <a:avLst/>
          </a:prstGeom>
          <a:solidFill>
            <a:srgbClr val="F78C16"/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7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2</a:t>
            </a:r>
            <a:endParaRPr lang="pt-BR" sz="7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6" name="Gate G2"/>
          <p:cNvSpPr/>
          <p:nvPr/>
        </p:nvSpPr>
        <p:spPr>
          <a:xfrm>
            <a:off x="7452360" y="2788920"/>
            <a:ext cx="219456" cy="219456"/>
          </a:xfrm>
          <a:prstGeom prst="diamond">
            <a:avLst/>
          </a:prstGeom>
          <a:solidFill>
            <a:srgbClr val="F78C16"/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7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2</a:t>
            </a:r>
            <a:endParaRPr lang="pt-BR" sz="7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7" name="Gate G3"/>
          <p:cNvSpPr/>
          <p:nvPr/>
        </p:nvSpPr>
        <p:spPr>
          <a:xfrm>
            <a:off x="7452360" y="2167128"/>
            <a:ext cx="219456" cy="219456"/>
          </a:xfrm>
          <a:prstGeom prst="diamond">
            <a:avLst/>
          </a:prstGeom>
          <a:solidFill>
            <a:srgbClr val="F78C16"/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7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3</a:t>
            </a:r>
            <a:endParaRPr lang="pt-BR" sz="7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8" name="Gate G3"/>
          <p:cNvSpPr/>
          <p:nvPr/>
        </p:nvSpPr>
        <p:spPr>
          <a:xfrm>
            <a:off x="8833104" y="2478024"/>
            <a:ext cx="219456" cy="219456"/>
          </a:xfrm>
          <a:prstGeom prst="diamond">
            <a:avLst/>
          </a:prstGeom>
          <a:solidFill>
            <a:srgbClr val="F78C16"/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7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3</a:t>
            </a:r>
            <a:endParaRPr lang="pt-BR" sz="7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9" name="Gate G3"/>
          <p:cNvSpPr/>
          <p:nvPr/>
        </p:nvSpPr>
        <p:spPr>
          <a:xfrm>
            <a:off x="10213848" y="2788920"/>
            <a:ext cx="219456" cy="219456"/>
          </a:xfrm>
          <a:prstGeom prst="diamond">
            <a:avLst/>
          </a:prstGeom>
          <a:solidFill>
            <a:srgbClr val="F78C16"/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7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3</a:t>
            </a:r>
            <a:endParaRPr lang="pt-BR" sz="7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0" name="Gate G4"/>
          <p:cNvSpPr/>
          <p:nvPr/>
        </p:nvSpPr>
        <p:spPr>
          <a:xfrm>
            <a:off x="11576304" y="2788920"/>
            <a:ext cx="219456" cy="219456"/>
          </a:xfrm>
          <a:prstGeom prst="diamond">
            <a:avLst/>
          </a:prstGeom>
          <a:solidFill>
            <a:srgbClr val="F78C16"/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7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4</a:t>
            </a:r>
            <a:endParaRPr lang="pt-BR" sz="7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1" name="Legenda dos gates"/>
          <p:cNvSpPr txBox="1"/>
          <p:nvPr/>
        </p:nvSpPr>
        <p:spPr>
          <a:xfrm>
            <a:off x="466344" y="3867912"/>
            <a:ext cx="1121968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rgbClr val="F78C16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◆</a:t>
            </a:r>
            <a:r>
              <a:rPr lang="pt-BR" sz="1000" b="0" kern="1200">
                <a:solidFill>
                  <a:srgbClr val="698192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Gate de adoção (número = G): 1 Prontidão · 2 Pronto para sombra · 3 Dupla chave · 4 Sustentação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2" name="Cabeçalho · Quality gates"/>
          <p:cNvSpPr/>
          <p:nvPr/>
        </p:nvSpPr>
        <p:spPr>
          <a:xfrm>
            <a:off x="466344" y="4078224"/>
            <a:ext cx="5486400" cy="27432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0" rIns="9144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1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Gates de adoção: o que precisa estar pronto</a:t>
            </a:r>
            <a:endParaRPr lang="pt-BR" sz="11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3" name="Corpo · Quality gates"/>
          <p:cNvSpPr/>
          <p:nvPr/>
        </p:nvSpPr>
        <p:spPr>
          <a:xfrm>
            <a:off x="466344" y="4352544"/>
            <a:ext cx="5486400" cy="1536192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134" name="Cabeçalho · Transição de pessoas"/>
          <p:cNvSpPr/>
          <p:nvPr/>
        </p:nvSpPr>
        <p:spPr>
          <a:xfrm>
            <a:off x="6089904" y="4078224"/>
            <a:ext cx="5596128" cy="27432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square" lIns="91440" tIns="0" rIns="9144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100" b="1" kern="1200">
                <a:solidFill>
                  <a:schemeClr val="bg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Transição de pessoas: da tarefa ao novo destino</a:t>
            </a:r>
            <a:endParaRPr lang="pt-BR" sz="11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5" name="Corpo · Transição de pessoas"/>
          <p:cNvSpPr/>
          <p:nvPr/>
        </p:nvSpPr>
        <p:spPr>
          <a:xfrm>
            <a:off x="6089904" y="4352544"/>
            <a:ext cx="5596128" cy="1536192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136" name="Gate G1"/>
          <p:cNvSpPr txBox="1"/>
          <p:nvPr/>
        </p:nvSpPr>
        <p:spPr>
          <a:xfrm>
            <a:off x="576072" y="4407408"/>
            <a:ext cx="5285232" cy="3054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G1 · Prontidão (fim do mês 1):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legados, herdeiros e consumidores inventariados; impactos e baseline ADKAR; destino do trabalho por papel.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7" name="Gate G2"/>
          <p:cNvSpPr txBox="1"/>
          <p:nvPr/>
        </p:nvSpPr>
        <p:spPr>
          <a:xfrm>
            <a:off x="576072" y="4758538"/>
            <a:ext cx="5285232" cy="3054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G2 · Pronto para sombra (por onda):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fluxogramas com herdeiros e especialistas, tolerâncias assinadas por quem valida; a onda 1 abre com um piloto.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8" name="Gate G3"/>
          <p:cNvSpPr txBox="1"/>
          <p:nvPr/>
        </p:nvSpPr>
        <p:spPr>
          <a:xfrm>
            <a:off x="576072" y="5109667"/>
            <a:ext cx="4709160" cy="45811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G3 · Dupla chave (por onda):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</a:t>
            </a: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chave 1,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resultados reconciliados na tolerância; </a:t>
            </a: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chave 2,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herdeiros com Habilidade demonstrada; </a:t>
            </a: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varredura,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consumidores das saídas zerados ou migrados. Só então o legado desliga.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9" name="Gate G4"/>
          <p:cNvSpPr txBox="1"/>
          <p:nvPr/>
        </p:nvSpPr>
        <p:spPr>
          <a:xfrm>
            <a:off x="576072" y="5613502"/>
            <a:ext cx="5349240" cy="1527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G4 · Sustentação (fim do mês 7):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estabilidade, adoção medida e plano de sustentação aprovados.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0" name="Filete QG3"/>
          <p:cNvSpPr/>
          <p:nvPr/>
        </p:nvSpPr>
        <p:spPr>
          <a:xfrm>
            <a:off x="466344" y="5100523"/>
            <a:ext cx="54864" cy="476402"/>
          </a:xfrm>
          <a:prstGeom prst="rect">
            <a:avLst/>
          </a:prstGeom>
          <a:solidFill>
            <a:srgbClr val="F78B15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141" name="Degrau 1."/>
          <p:cNvSpPr/>
          <p:nvPr/>
        </p:nvSpPr>
        <p:spPr>
          <a:xfrm>
            <a:off x="6181344" y="4398264"/>
            <a:ext cx="45720" cy="32369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142" name="Texto degrau 1"/>
          <p:cNvSpPr txBox="1"/>
          <p:nvPr/>
        </p:nvSpPr>
        <p:spPr>
          <a:xfrm>
            <a:off x="6291072" y="4407408"/>
            <a:ext cx="4572000" cy="3054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rgbClr val="F78B1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1.</a:t>
            </a: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Absorver: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o tempo liberado vira análise de resultados, curadoria de cenários e versões e autoria de fluxogramas.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3" name="Degrau 2."/>
          <p:cNvSpPr/>
          <p:nvPr/>
        </p:nvSpPr>
        <p:spPr>
          <a:xfrm>
            <a:off x="6236208" y="4735678"/>
            <a:ext cx="45720" cy="32369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144" name="Texto degrau 2"/>
          <p:cNvSpPr txBox="1"/>
          <p:nvPr/>
        </p:nvSpPr>
        <p:spPr>
          <a:xfrm>
            <a:off x="6345936" y="4744822"/>
            <a:ext cx="4572000" cy="3054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rgbClr val="F78B1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2.</a:t>
            </a: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Requalificar: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trilhas por papel, do operador de rodadas ao autor de fluxograma, com prática no sandbox.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5" name="Degrau 3."/>
          <p:cNvSpPr/>
          <p:nvPr/>
        </p:nvSpPr>
        <p:spPr>
          <a:xfrm>
            <a:off x="6291072" y="5073091"/>
            <a:ext cx="45720" cy="1709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146" name="Texto degrau 3"/>
          <p:cNvSpPr txBox="1"/>
          <p:nvPr/>
        </p:nvSpPr>
        <p:spPr>
          <a:xfrm>
            <a:off x="6400800" y="5082235"/>
            <a:ext cx="5248656" cy="1527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rgbClr val="F78B1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3.</a:t>
            </a: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Realocar: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para outras áreas do ONS, com destino de trabalho definido antes do G3 do legado.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7" name="Degrau 4."/>
          <p:cNvSpPr/>
          <p:nvPr/>
        </p:nvSpPr>
        <p:spPr>
          <a:xfrm>
            <a:off x="6345936" y="5257800"/>
            <a:ext cx="45720" cy="1709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148" name="Texto degrau 4"/>
          <p:cNvSpPr txBox="1"/>
          <p:nvPr/>
        </p:nvSpPr>
        <p:spPr>
          <a:xfrm>
            <a:off x="6455664" y="5266944"/>
            <a:ext cx="5193792" cy="1527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rgbClr val="F78B15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4.</a:t>
            </a: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Decisões de quadro de pessoas: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competência exclusiva do ONS, fora do escopo desta proposta.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9" name="Meta a validar"/>
          <p:cNvSpPr/>
          <p:nvPr/>
        </p:nvSpPr>
        <p:spPr>
          <a:xfrm>
            <a:off x="6181344" y="5477256"/>
            <a:ext cx="5413248" cy="3657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 lIns="91440" tIns="18288" rIns="91440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Meta a validar com o ONS: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100% das pessoas impactadas com proposta de destino de trabalho apresentada ao ONS e decisão registrada antes do G3 do seu legado.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0" name="Governança · estratégico"/>
          <p:cNvSpPr/>
          <p:nvPr/>
        </p:nvSpPr>
        <p:spPr>
          <a:xfrm>
            <a:off x="466344" y="5943600"/>
            <a:ext cx="3648456" cy="36576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txBody>
          <a:bodyPr wrap="square" lIns="146304" tIns="18288" rIns="777240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Comitê Executivo · quinzenal: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aprova G1 a G4 e a prioridade das ondas.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1" name="Filete governança 1"/>
          <p:cNvSpPr/>
          <p:nvPr/>
        </p:nvSpPr>
        <p:spPr>
          <a:xfrm>
            <a:off x="466344" y="5943600"/>
            <a:ext cx="54864" cy="36576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152" name="Governança · tático"/>
          <p:cNvSpPr/>
          <p:nvPr/>
        </p:nvSpPr>
        <p:spPr>
          <a:xfrm>
            <a:off x="4251960" y="5943600"/>
            <a:ext cx="3648456" cy="36576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txBody>
          <a:bodyPr wrap="square" lIns="146304" tIns="18288" rIns="73152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Status report do TMO · semanal: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desvios, riscos e custo de execução previsto x realizado.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3" name="Filete governança 2"/>
          <p:cNvSpPr/>
          <p:nvPr/>
        </p:nvSpPr>
        <p:spPr>
          <a:xfrm>
            <a:off x="4251960" y="5943600"/>
            <a:ext cx="54864" cy="36576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154" name="Governança · operacional"/>
          <p:cNvSpPr/>
          <p:nvPr/>
        </p:nvSpPr>
        <p:spPr>
          <a:xfrm>
            <a:off x="8037576" y="5943600"/>
            <a:ext cx="3648456" cy="36576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txBody>
          <a:bodyPr wrap="square" lIns="146304" tIns="18288" rIns="73152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pt-BR" sz="1000" b="1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Reunião de trabalho · diária no hypercare:</a:t>
            </a:r>
            <a:r>
              <a:rPr lang="pt-BR" sz="1000" b="0" kern="1200">
                <a:solidFill>
                  <a:schemeClr val="tx1"/>
                </a:solidFill>
                <a:latin typeface="Arial Nova Cond" panose="020B0506020202020204" pitchFamily="34" charset="0"/>
                <a:cs typeface="Helvetica" panose="020B0604020202020204" pitchFamily="34" charset="0"/>
              </a:rPr>
              <a:t> herdeiros, especialistas dos modelos e TI.</a:t>
            </a:r>
            <a:endParaRPr lang="pt-BR" sz="1000">
              <a:latin typeface="Arial Nova Cond" panose="020B0506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5" name="Filete governança 3"/>
          <p:cNvSpPr/>
          <p:nvPr/>
        </p:nvSpPr>
        <p:spPr>
          <a:xfrm>
            <a:off x="8037576" y="5943600"/>
            <a:ext cx="54864" cy="36576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45720" tIns="0" rIns="45720" bIns="0" rtlCol="0" anchor="ctr">
            <a:noAutofit/>
          </a:bodyPr>
          <a:lstStyle/>
          <a:p>
            <a:endParaRPr lang="pt-BR" sz="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/>
              <a:pPr/>
              <a:t>6</a:t>
            </a:fld>
            <a:endParaRPr lang="pt-BR"/>
          </a:p>
        </p:txBody>
      </p: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D35002D0-7309-0492-E76F-2DAD306E0E1E}"/>
              </a:ext>
            </a:extLst>
          </p:cNvPr>
          <p:cNvGrpSpPr/>
          <p:nvPr/>
        </p:nvGrpSpPr>
        <p:grpSpPr>
          <a:xfrm>
            <a:off x="10566820" y="491335"/>
            <a:ext cx="1223412" cy="276999"/>
            <a:chOff x="10566820" y="491335"/>
            <a:chExt cx="1223412" cy="276999"/>
          </a:xfrm>
        </p:grpSpPr>
        <p:sp>
          <p:nvSpPr>
            <p:cNvPr id="63" name="CaixaDeTexto 62">
              <a:extLst>
                <a:ext uri="{FF2B5EF4-FFF2-40B4-BE49-F238E27FC236}">
                  <a16:creationId xmlns:a16="http://schemas.microsoft.com/office/drawing/2014/main" id="{77A026B0-44A0-FFD4-FB5F-F22B4BDD2FD6}"/>
                </a:ext>
              </a:extLst>
            </p:cNvPr>
            <p:cNvSpPr txBox="1"/>
            <p:nvPr/>
          </p:nvSpPr>
          <p:spPr>
            <a:xfrm>
              <a:off x="10566820" y="491335"/>
              <a:ext cx="1223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200" b="1" u="sng">
                  <a:solidFill>
                    <a:schemeClr val="accent4"/>
                  </a:solidFill>
                  <a:latin typeface="Arial Nova Cond" panose="020B0506020202020204" pitchFamily="34" charset="0"/>
                </a:rPr>
                <a:t>INDICATIVO</a:t>
              </a:r>
            </a:p>
          </p:txBody>
        </p:sp>
        <p:cxnSp>
          <p:nvCxnSpPr>
            <p:cNvPr id="64" name="Conector reto 63">
              <a:extLst>
                <a:ext uri="{FF2B5EF4-FFF2-40B4-BE49-F238E27FC236}">
                  <a16:creationId xmlns:a16="http://schemas.microsoft.com/office/drawing/2014/main" id="{D0FC4549-EFF6-391A-1C8B-2731853194A7}"/>
                </a:ext>
              </a:extLst>
            </p:cNvPr>
            <p:cNvCxnSpPr/>
            <p:nvPr/>
          </p:nvCxnSpPr>
          <p:spPr>
            <a:xfrm>
              <a:off x="10670365" y="536160"/>
              <a:ext cx="1008000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69534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4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2.28509999999999990905E+00&quot;&gt;&lt;m_msothmcolidx val=&quot;0&quot;/&gt;&lt;m_rgb r=&quot;D7&quot; g=&quot;DD&quot; b=&quot;E2&quot;/&gt;&lt;/elem&gt;&lt;elem m_fUsage=&quot;1.00000000000000000000E+00&quot;&gt;&lt;m_msothmcolidx val=&quot;0&quot;/&gt;&lt;m_rgb r=&quot;00&quot; g=&quot;2A&quot; b=&quot;48&quot;/&gt;&lt;/elem&gt;&lt;elem m_fUsage=&quot;8.10000000000000053291E-01&quot;&gt;&lt;m_msothmcolidx val=&quot;0&quot;/&gt;&lt;m_rgb r=&quot;D3&quot; g=&quot;ED&quot; b=&quot;FF&quot;/&gt;&lt;/elem&gt;&lt;elem m_fUsage=&quot;5.90490000000000181402E-01&quot;&gt;&lt;m_msothmcolidx val=&quot;0&quot;/&gt;&lt;m_rgb r=&quot;7E&quot; g=&quot;A1&quot; b=&quot;C3&quot;/&gt;&lt;/elem&gt;&lt;elem m_fUsage=&quot;5.31441000000000163261E-01&quot;&gt;&lt;m_msothmcolidx val=&quot;0&quot;/&gt;&lt;m_rgb r=&quot;8E&quot; g=&quot;AD&quot; b=&quot;CA&quot;/&gt;&lt;/elem&gt;&lt;elem m_fUsage=&quot;4.78296900000000135833E-01&quot;&gt;&lt;m_msothmcolidx val=&quot;0&quot;/&gt;&lt;m_rgb r=&quot;F7&quot; g=&quot;8C&quot; b=&quot;16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u_Le.pQ2k.RHQ8BUOL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ggf4arSHojItaGlXI7U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A&amp;M_EXCLUSIVO INSTITUCIONAL_Azul Escuro">
  <a:themeElements>
    <a:clrScheme name="A&amp;M_EXCLUSIVO INSTITUCIONAL_Azul Escur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85CA"/>
      </a:accent1>
      <a:accent2>
        <a:srgbClr val="CE8E00"/>
      </a:accent2>
      <a:accent3>
        <a:srgbClr val="E23500"/>
      </a:accent3>
      <a:accent4>
        <a:srgbClr val="02624B"/>
      </a:accent4>
      <a:accent5>
        <a:srgbClr val="500260"/>
      </a:accent5>
      <a:accent6>
        <a:srgbClr val="BC040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D68088E3F43C438A010EE43C2C6C8A" ma:contentTypeVersion="18" ma:contentTypeDescription="Create a new document." ma:contentTypeScope="" ma:versionID="28034f51235cb85ef44514c6d5a040bb">
  <xsd:schema xmlns:xsd="http://www.w3.org/2001/XMLSchema" xmlns:xs="http://www.w3.org/2001/XMLSchema" xmlns:p="http://schemas.microsoft.com/office/2006/metadata/properties" xmlns:ns2="dc31f1ae-0e14-4c8a-bd63-fc3e9b3acf0e" xmlns:ns3="97177801-0730-40b0-b526-3e0c0723185f" targetNamespace="http://schemas.microsoft.com/office/2006/metadata/properties" ma:root="true" ma:fieldsID="d132068f30b19d633314bfd81333ea3b" ns2:_="" ns3:_="">
    <xsd:import namespace="dc31f1ae-0e14-4c8a-bd63-fc3e9b3acf0e"/>
    <xsd:import namespace="97177801-0730-40b0-b526-3e0c072318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Tags" minOccurs="0"/>
                <xsd:element ref="ns2:Cliente" minOccurs="0"/>
                <xsd:element ref="ns2:Categoria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31f1ae-0e14-4c8a-bd63-fc3e9b3acf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6830aa7a-1173-4a8f-8fff-517453f034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ags" ma:index="22" nillable="true" ma:displayName="Tags" ma:format="Dropdown" ma:indexed="true" ma:internalName="Tags">
      <xsd:simpleType>
        <xsd:restriction base="dms:Text">
          <xsd:maxLength value="255"/>
        </xsd:restriction>
      </xsd:simpleType>
    </xsd:element>
    <xsd:element name="Cliente" ma:index="23" nillable="true" ma:displayName="Cliente" ma:format="Dropdown" ma:internalName="Cliente">
      <xsd:simpleType>
        <xsd:restriction base="dms:Text">
          <xsd:maxLength value="255"/>
        </xsd:restriction>
      </xsd:simpleType>
    </xsd:element>
    <xsd:element name="Categoria" ma:index="24" nillable="true" ma:displayName="Categoria" ma:format="Dropdown" ma:internalName="Categoria">
      <xsd:simpleType>
        <xsd:restriction base="dms:Text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177801-0730-40b0-b526-3e0c072318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96cce5a-de9d-4ddb-b496-4d3a016658ac}" ma:internalName="TaxCatchAll" ma:showField="CatchAllData" ma:web="97177801-0730-40b0-b526-3e0c072318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ia xmlns="dc31f1ae-0e14-4c8a-bd63-fc3e9b3acf0e" xsi:nil="true"/>
    <lcf76f155ced4ddcb4097134ff3c332f xmlns="dc31f1ae-0e14-4c8a-bd63-fc3e9b3acf0e">
      <Terms xmlns="http://schemas.microsoft.com/office/infopath/2007/PartnerControls"/>
    </lcf76f155ced4ddcb4097134ff3c332f>
    <Cliente xmlns="dc31f1ae-0e14-4c8a-bd63-fc3e9b3acf0e" xsi:nil="true"/>
    <TaxCatchAll xmlns="97177801-0730-40b0-b526-3e0c0723185f" xsi:nil="true"/>
    <Tags xmlns="dc31f1ae-0e14-4c8a-bd63-fc3e9b3acf0e" xsi:nil="true"/>
  </documentManagement>
</p:properties>
</file>

<file path=customXml/itemProps1.xml><?xml version="1.0" encoding="utf-8"?>
<ds:datastoreItem xmlns:ds="http://schemas.openxmlformats.org/officeDocument/2006/customXml" ds:itemID="{8D5C1886-153F-48E4-8926-389A6F5E34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195771-A754-4956-8D79-8376CF6732D7}"/>
</file>

<file path=customXml/itemProps3.xml><?xml version="1.0" encoding="utf-8"?>
<ds:datastoreItem xmlns:ds="http://schemas.openxmlformats.org/officeDocument/2006/customXml" ds:itemID="{53C012F2-4CA0-4C84-AC4F-984B87CBB78A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97177801-0730-40b0-b526-3e0c0723185f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dc31f1ae-0e14-4c8a-bd63-fc3e9b3acf0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Personalizar</PresentationFormat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Técnica – Gestão de Mudança para a adoção do AXOL no ONS</dc:title>
  <dc:creator>A&amp;M Performance</dc:creator>
  <cp:lastModifiedBy>A&amp;M Performance</cp:lastModifiedBy>
  <cp:revision>1</cp:revision>
  <dcterms:created xsi:type="dcterms:W3CDTF">2026-10-02T12:00:00Z</dcterms:created>
  <dcterms:modified xsi:type="dcterms:W3CDTF">2026-10-02T12:00:00Z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0x01010057D68088E3F43C438A010EE43C2C6C8A</vt:lpwstr>
  </property>
  <property fmtid="{D5CDD505-2E9C-101B-9397-08002B2CF9AE}" pid="3" name="MSIP_Label_31f81cae-2cc7-434f-b11d-39789e497bf2_Enabled">
    <vt:lpwstr>true</vt:lpwstr>
  </property>
  <property fmtid="{D5CDD505-2E9C-101B-9397-08002B2CF9AE}" pid="4" name="MSIP_Label_31f81cae-2cc7-434f-b11d-39789e497bf2_SetDate">
    <vt:lpwstr>2025-01-21T17:04:02Z</vt:lpwstr>
  </property>
  <property fmtid="{D5CDD505-2E9C-101B-9397-08002B2CF9AE}" pid="5" name="MSIP_Label_31f81cae-2cc7-434f-b11d-39789e497bf2_Method">
    <vt:lpwstr>Standard</vt:lpwstr>
  </property>
  <property fmtid="{D5CDD505-2E9C-101B-9397-08002B2CF9AE}" pid="6" name="MSIP_Label_31f81cae-2cc7-434f-b11d-39789e497bf2_Name">
    <vt:lpwstr>Confidential</vt:lpwstr>
  </property>
  <property fmtid="{D5CDD505-2E9C-101B-9397-08002B2CF9AE}" pid="7" name="MSIP_Label_31f81cae-2cc7-434f-b11d-39789e497bf2_SiteId">
    <vt:lpwstr>dd5e230f-c165-49c4-957f-e203458fffab</vt:lpwstr>
  </property>
  <property fmtid="{D5CDD505-2E9C-101B-9397-08002B2CF9AE}" pid="8" name="MSIP_Label_31f81cae-2cc7-434f-b11d-39789e497bf2_ActionId">
    <vt:lpwstr>ab9742a4-add0-4181-a835-53a71a573d4e</vt:lpwstr>
  </property>
  <property fmtid="{D5CDD505-2E9C-101B-9397-08002B2CF9AE}" pid="9" name="MSIP_Label_31f81cae-2cc7-434f-b11d-39789e497bf2_ContentBits">
    <vt:lpwstr>0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xd_Signature">
    <vt:lpwstr/>
  </property>
</Properties>
</file>