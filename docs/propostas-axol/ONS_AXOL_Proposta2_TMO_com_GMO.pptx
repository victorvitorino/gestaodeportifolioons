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theme/theme2.xml" ContentType="application/vnd.openxmlformats-officedocument.them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37" r:id="rId4"/>
    <p:sldMasterId id="2147483906" r:id="rId5"/>
  </p:sldMasterIdLst>
  <p:notesMasterIdLst>
    <p:notesMasterId r:id="rId59"/>
  </p:notesMasterIdLst>
  <p:handoutMasterIdLst>
    <p:handoutMasterId r:id="rId60"/>
  </p:handoutMasterIdLst>
  <p:sldIdLst>
    <p:sldId id="256" r:id="rId90"/>
    <p:sldId id="257" r:id="rId91"/>
    <p:sldId id="258" r:id="rId92"/>
    <p:sldId id="259" r:id="rId93"/>
    <p:sldId id="260" r:id="rId94"/>
    <p:sldId id="261" r:id="rId95"/>
  </p:sldIdLst>
  <p:sldSz cx="12193588" cy="6858000"/>
  <p:notesSz cx="9144000" cy="6858000"/>
  <p:embeddedFontLst>
    <p:embeddedFont>
      <p:font typeface="Arial Nova" panose="020B0504020202020204" pitchFamily="34" charset="0"/>
      <p:regular r:id="rId61"/>
    </p:embeddedFont>
    <p:embeddedFont>
      <p:font typeface="Arial Nova Cond" panose="020B0506020202020204" pitchFamily="34" charset="0"/>
      <p:regular r:id="rId62"/>
      <p:bold r:id="rId63"/>
      <p:italic r:id="rId64"/>
      <p:boldItalic r:id="rId65"/>
    </p:embeddedFont>
    <p:embeddedFont>
      <p:font typeface="Arial Nova Light" panose="020B0304020202020204" pitchFamily="34" charset="0"/>
      <p:regular r:id="rId66"/>
      <p:italic r:id="rId67"/>
    </p:embeddedFont>
    <p:embeddedFont>
      <p:font typeface="Avenir Next LT Pro Demi" panose="020B0704020202020204" pitchFamily="34" charset="0"/>
      <p:bold r:id="rId68"/>
    </p:embeddedFont>
    <p:embeddedFont>
      <p:font typeface="Georgia" panose="02040502050405020303" pitchFamily="18" charset="0"/>
      <p:regular r:id="rId69"/>
      <p:bold r:id="rId70"/>
      <p:italic r:id="rId71"/>
      <p:boldItalic r:id="rId72"/>
    </p:embeddedFont>
    <p:embeddedFont>
      <p:font typeface="Helvetica Neue" panose="020B0604020202020204" charset="0"/>
      <p:regular r:id="rId73"/>
      <p:bold r:id="rId74"/>
      <p:italic r:id="rId75"/>
      <p:boldItalic r:id="rId76"/>
    </p:embeddedFont>
    <p:embeddedFont>
      <p:font typeface="Work Sans" pitchFamily="2" charset="0"/>
      <p:regular r:id="rId77"/>
      <p:bold r:id="rId78"/>
      <p:italic r:id="rId79"/>
      <p:boldItalic r:id="rId80"/>
    </p:embeddedFont>
  </p:embeddedFontLst>
  <p:custDataLst>
    <p:tags r:id="rId81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xmlns:p14="http://schemas.microsoft.com/office/powerpoint/2010/main" uri="{521415D9-36F7-43E2-AB2F-B90AF26B5E84}">
      <p14:sectionLst>
        <p14:section name="Proposta" id="{5FEB65AC-8184-4508-8FED-A022359CFFA0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B9D0"/>
    <a:srgbClr val="D4E1EB"/>
    <a:srgbClr val="D3EDFF"/>
    <a:srgbClr val="709BBC"/>
    <a:srgbClr val="5E8AB4"/>
    <a:srgbClr val="7EA1C3"/>
    <a:srgbClr val="CCCCCC"/>
    <a:srgbClr val="33556D"/>
    <a:srgbClr val="002A46"/>
    <a:srgbClr val="F5F7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4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63" Type="http://schemas.openxmlformats.org/officeDocument/2006/relationships/font" Target="fonts/font3.fntdata"/><Relationship Id="rId68" Type="http://schemas.openxmlformats.org/officeDocument/2006/relationships/font" Target="fonts/font8.fntdata"/><Relationship Id="rId84" Type="http://schemas.openxmlformats.org/officeDocument/2006/relationships/viewProps" Target="viewProps.xml"/><Relationship Id="rId74" Type="http://schemas.openxmlformats.org/officeDocument/2006/relationships/font" Target="fonts/font14.fntdata"/><Relationship Id="rId79" Type="http://schemas.openxmlformats.org/officeDocument/2006/relationships/font" Target="fonts/font19.fntdata"/><Relationship Id="rId5" Type="http://schemas.openxmlformats.org/officeDocument/2006/relationships/slideMaster" Target="slideMasters/slideMaster2.xml"/><Relationship Id="rId64" Type="http://schemas.openxmlformats.org/officeDocument/2006/relationships/font" Target="fonts/font4.fntdata"/><Relationship Id="rId69" Type="http://schemas.openxmlformats.org/officeDocument/2006/relationships/font" Target="fonts/font9.fntdata"/><Relationship Id="rId77" Type="http://schemas.openxmlformats.org/officeDocument/2006/relationships/font" Target="fonts/font17.fntdata"/><Relationship Id="rId72" Type="http://schemas.openxmlformats.org/officeDocument/2006/relationships/font" Target="fonts/font12.fntdata"/><Relationship Id="rId80" Type="http://schemas.openxmlformats.org/officeDocument/2006/relationships/font" Target="fonts/font20.fntdata"/><Relationship Id="rId85" Type="http://schemas.openxmlformats.org/officeDocument/2006/relationships/theme" Target="theme/theme1.xml"/><Relationship Id="rId3" Type="http://schemas.openxmlformats.org/officeDocument/2006/relationships/customXml" Target="../customXml/item3.xml"/><Relationship Id="rId59" Type="http://schemas.openxmlformats.org/officeDocument/2006/relationships/notesMaster" Target="notesMasters/notesMaster1.xml"/><Relationship Id="rId67" Type="http://schemas.openxmlformats.org/officeDocument/2006/relationships/font" Target="fonts/font7.fntdata"/><Relationship Id="rId62" Type="http://schemas.openxmlformats.org/officeDocument/2006/relationships/font" Target="fonts/font2.fntdata"/><Relationship Id="rId70" Type="http://schemas.openxmlformats.org/officeDocument/2006/relationships/font" Target="fonts/font10.fntdata"/><Relationship Id="rId75" Type="http://schemas.openxmlformats.org/officeDocument/2006/relationships/font" Target="fonts/font15.fntdata"/><Relationship Id="rId83" Type="http://schemas.openxmlformats.org/officeDocument/2006/relationships/presProps" Target="presProps.xml"/><Relationship Id="rId1" Type="http://schemas.openxmlformats.org/officeDocument/2006/relationships/customXml" Target="../customXml/item1.xml"/><Relationship Id="rId60" Type="http://schemas.openxmlformats.org/officeDocument/2006/relationships/handoutMaster" Target="handoutMasters/handoutMaster1.xml"/><Relationship Id="rId65" Type="http://schemas.openxmlformats.org/officeDocument/2006/relationships/font" Target="fonts/font5.fntdata"/><Relationship Id="rId73" Type="http://schemas.openxmlformats.org/officeDocument/2006/relationships/font" Target="fonts/font13.fntdata"/><Relationship Id="rId78" Type="http://schemas.openxmlformats.org/officeDocument/2006/relationships/font" Target="fonts/font18.fntdata"/><Relationship Id="rId81" Type="http://schemas.openxmlformats.org/officeDocument/2006/relationships/tags" Target="tags/tag1.xml"/><Relationship Id="rId86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76" Type="http://schemas.openxmlformats.org/officeDocument/2006/relationships/font" Target="fonts/font16.fntdata"/><Relationship Id="rId71" Type="http://schemas.openxmlformats.org/officeDocument/2006/relationships/font" Target="fonts/font11.fntdata"/><Relationship Id="rId2" Type="http://schemas.openxmlformats.org/officeDocument/2006/relationships/customXml" Target="../customXml/item2.xml"/><Relationship Id="rId66" Type="http://schemas.openxmlformats.org/officeDocument/2006/relationships/font" Target="fonts/font6.fntdata"/><Relationship Id="rId61" Type="http://schemas.openxmlformats.org/officeDocument/2006/relationships/font" Target="fonts/font1.fntdata"/><Relationship Id="rId90" Type="http://schemas.openxmlformats.org/officeDocument/2006/relationships/slide" Target="slides/slide1.xml"/><Relationship Id="rId91" Type="http://schemas.openxmlformats.org/officeDocument/2006/relationships/slide" Target="slides/slide2.xml"/><Relationship Id="rId92" Type="http://schemas.openxmlformats.org/officeDocument/2006/relationships/slide" Target="slides/slide3.xml"/><Relationship Id="rId93" Type="http://schemas.openxmlformats.org/officeDocument/2006/relationships/slide" Target="slides/slide4.xml"/><Relationship Id="rId94" Type="http://schemas.openxmlformats.org/officeDocument/2006/relationships/slide" Target="slides/slide5.xml"/><Relationship Id="rId95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4E48C47-58A5-DA01-DB0D-AE87DFF2854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R">
              <a:latin typeface="Arial Nova Cond" panose="020B0506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3497F5-27C6-0D5E-9428-7DCD23EEFD7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DAAC7A-0F3F-C44F-B541-F8B84E743C98}" type="datetimeFigureOut">
              <a:rPr lang="en-BR" smtClean="0">
                <a:latin typeface="Arial Nova Cond" panose="020B0506020202020204" pitchFamily="34" charset="0"/>
              </a:rPr>
              <a:t>12/23/2025</a:t>
            </a:fld>
            <a:endParaRPr lang="en-BR">
              <a:latin typeface="Arial Nova Cond" panose="020B0506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768DB3-4A89-C758-03E6-133A3F06026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R">
              <a:latin typeface="Arial Nova Cond" panose="020B0506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324073-1E84-4B1C-39FA-EBAFFACF219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0FE61A-7D46-904B-B370-A214D26EC830}" type="slidenum">
              <a:rPr lang="en-BR" smtClean="0">
                <a:latin typeface="Arial Nova Cond" panose="020B0506020202020204" pitchFamily="34" charset="0"/>
              </a:rPr>
              <a:t>‹nº›</a:t>
            </a:fld>
            <a:endParaRPr lang="en-BR">
              <a:latin typeface="Arial Nova Cond" panose="020B05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219372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6705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pt-BR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 Nova Cond" panose="020B0506020202020204" pitchFamily="34" charset="0"/>
        <a:ea typeface="Arial Nova Cond" panose="020B0506020202020204" pitchFamily="34" charset="0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2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5" Type="http://schemas.openxmlformats.org/officeDocument/2006/relationships/image" Target="../media/image7.png"/><Relationship Id="rId4" Type="http://schemas.openxmlformats.org/officeDocument/2006/relationships/image" Target="../media/image2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4" Type="http://schemas.openxmlformats.org/officeDocument/2006/relationships/image" Target="../media/image2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4" Type="http://schemas.openxmlformats.org/officeDocument/2006/relationships/image" Target="../media/image2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4" Type="http://schemas.openxmlformats.org/officeDocument/2006/relationships/image" Target="../media/image2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4" Type="http://schemas.openxmlformats.org/officeDocument/2006/relationships/image" Target="../media/image2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Relationship Id="rId4" Type="http://schemas.openxmlformats.org/officeDocument/2006/relationships/image" Target="../media/image2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5.xml"/><Relationship Id="rId4" Type="http://schemas.openxmlformats.org/officeDocument/2006/relationships/image" Target="../media/image2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Relationship Id="rId4" Type="http://schemas.openxmlformats.org/officeDocument/2006/relationships/image" Target="../media/image2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7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8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9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0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1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2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3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4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5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6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7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8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9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0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1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2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3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4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5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6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7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8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9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0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1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2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3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4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5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6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7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8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9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0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1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2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3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4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5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6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7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8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9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0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1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2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3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4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5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6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2.emf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7.xml"/><Relationship Id="rId4" Type="http://schemas.openxmlformats.org/officeDocument/2006/relationships/image" Target="../media/image2.emf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8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79.bin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80.bin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3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4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5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6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8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9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0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1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2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3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4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5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6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7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8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9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0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2.emf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3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4.xml"/><Relationship Id="rId5" Type="http://schemas.openxmlformats.org/officeDocument/2006/relationships/image" Target="../media/image7.png"/><Relationship Id="rId4" Type="http://schemas.openxmlformats.org/officeDocument/2006/relationships/image" Target="../media/image2.emf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5.xml"/><Relationship Id="rId4" Type="http://schemas.openxmlformats.org/officeDocument/2006/relationships/image" Target="../media/image2.emf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6.xml"/><Relationship Id="rId4" Type="http://schemas.openxmlformats.org/officeDocument/2006/relationships/image" Target="../media/image2.emf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7.xml"/><Relationship Id="rId4" Type="http://schemas.openxmlformats.org/officeDocument/2006/relationships/image" Target="../media/image2.emf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8.xml"/><Relationship Id="rId4" Type="http://schemas.openxmlformats.org/officeDocument/2006/relationships/image" Target="../media/image2.emf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9.xml"/><Relationship Id="rId4" Type="http://schemas.openxmlformats.org/officeDocument/2006/relationships/image" Target="../media/image2.emf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0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1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2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3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4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5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6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7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1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8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9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0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1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2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3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4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5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6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7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8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9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1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0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1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2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3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1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4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1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5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6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7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8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9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0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2.emf"/></Relationships>
</file>

<file path=ppt/slideLayouts/_rels/slideLayout1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2.xml"/><Relationship Id="rId4" Type="http://schemas.openxmlformats.org/officeDocument/2006/relationships/image" Target="../media/image2.emf"/></Relationships>
</file>

<file path=ppt/slideLayouts/_rels/slideLayout1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3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4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5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7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Capa Grafismo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49D84EA-D867-F979-DDFA-6D38EA606E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060778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49D84EA-D867-F979-DDFA-6D38EA606E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latin typeface="Arial Nova Cond" panose="020B0506020202020204" pitchFamily="34" charset="0"/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0" name="Google Shape;2192;p71">
            <a:extLst>
              <a:ext uri="{FF2B5EF4-FFF2-40B4-BE49-F238E27FC236}">
                <a16:creationId xmlns:a16="http://schemas.microsoft.com/office/drawing/2014/main" id="{ADF6551C-FC8C-26FF-7D62-0464A07E0096}"/>
              </a:ext>
            </a:extLst>
          </p:cNvPr>
          <p:cNvPicPr preferRelativeResize="0"/>
          <p:nvPr userDrawn="1"/>
        </p:nvPicPr>
        <p:blipFill>
          <a:blip r:embed="rId5"/>
          <a:srcRect/>
          <a:stretch/>
        </p:blipFill>
        <p:spPr>
          <a:xfrm>
            <a:off x="243085" y="379284"/>
            <a:ext cx="3397213" cy="615401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3BB825E7-E693-CE59-F74B-7F92BD1587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3673678"/>
            <a:ext cx="5859740" cy="16244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spcBef>
                <a:spcPts val="0"/>
              </a:spcBef>
              <a:buNone/>
              <a:defRPr sz="55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r>
              <a:rPr lang="pt-BR" b="1" dirty="0"/>
              <a:t>PH_TITULO_SLIDE</a:t>
            </a:r>
            <a:endParaRPr lang="pt-BR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9470320-04B6-E012-821E-C5810C6A60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623" y="5836630"/>
            <a:ext cx="5873109" cy="298577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2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 dirty="0"/>
              <a:t>PH_NOME_CLIENTE</a:t>
            </a:r>
          </a:p>
        </p:txBody>
      </p:sp>
      <p:sp>
        <p:nvSpPr>
          <p:cNvPr id="53" name="Text Placeholder 51">
            <a:extLst>
              <a:ext uri="{FF2B5EF4-FFF2-40B4-BE49-F238E27FC236}">
                <a16:creationId xmlns:a16="http://schemas.microsoft.com/office/drawing/2014/main" id="{DB69DF21-0C32-BB89-2274-B336F285045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623" y="6222044"/>
            <a:ext cx="2459315" cy="202267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14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 dirty="0"/>
              <a:t>PH_DATA</a:t>
            </a:r>
          </a:p>
        </p:txBody>
      </p:sp>
      <p:pic>
        <p:nvPicPr>
          <p:cNvPr id="56" name="Google Shape;2191;p71" descr="Image">
            <a:extLst>
              <a:ext uri="{FF2B5EF4-FFF2-40B4-BE49-F238E27FC236}">
                <a16:creationId xmlns:a16="http://schemas.microsoft.com/office/drawing/2014/main" id="{607A6A54-8A59-8A76-D901-0041F97638F9}"/>
              </a:ext>
            </a:extLst>
          </p:cNvPr>
          <p:cNvPicPr preferRelativeResize="0"/>
          <p:nvPr userDrawn="1"/>
        </p:nvPicPr>
        <p:blipFill rotWithShape="1">
          <a:blip r:embed="rId6">
            <a:alphaModFix/>
          </a:blip>
          <a:srcRect t="9998" r="12703" b="4392"/>
          <a:stretch/>
        </p:blipFill>
        <p:spPr>
          <a:xfrm>
            <a:off x="5887945" y="1"/>
            <a:ext cx="6305644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66829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95E7EC20-AAEF-9CCA-9EC3-8BF6C85D93E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423049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E7EC20-AAEF-9CCA-9EC3-8BF6C85D93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77DA186-86D5-48CD-049C-893665E73A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2719709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2 linhas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6B00AD35-55BC-6E32-0ACD-8C57319009C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337083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B00AD35-55BC-6E32-0ACD-8C57319009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469899"/>
            <a:ext cx="11252754" cy="531128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2 linhas - Título de 2 linhas - Título de 2 linhas - Título de 2 linhas - Título de 2 linhas - Título de 2 linhas - Título de 2 linhas - Título de 2 linhas - Título de 2 linhas</a:t>
            </a:r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1021993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Cinza Claro">
    <p:bg>
      <p:bgPr>
        <a:solidFill>
          <a:srgbClr val="EB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FDA85D9E-9752-93EB-D8F8-627DB922DD3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07004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DA85D9E-9752-93EB-D8F8-627DB922DD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2" y="469899"/>
            <a:ext cx="11255653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75CB6DF1-632B-DAB1-29F5-AEC5B2E605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F4476892-009D-24A4-F7F7-42E87D6A95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12" name="Text Placeholder 32">
            <a:extLst>
              <a:ext uri="{FF2B5EF4-FFF2-40B4-BE49-F238E27FC236}">
                <a16:creationId xmlns:a16="http://schemas.microsoft.com/office/drawing/2014/main" id="{F6FA1ABE-9DC5-8FF6-39B6-29D66144FC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4229358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Cinz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E1995FD-7B59-E65F-C630-1E1869D34E8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41855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1995FD-7B59-E65F-C630-1E1869D34E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75CB6DF1-632B-DAB1-29F5-AEC5B2E605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F4476892-009D-24A4-F7F7-42E87D6A95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12" name="Text Placeholder 32">
            <a:extLst>
              <a:ext uri="{FF2B5EF4-FFF2-40B4-BE49-F238E27FC236}">
                <a16:creationId xmlns:a16="http://schemas.microsoft.com/office/drawing/2014/main" id="{F6FA1ABE-9DC5-8FF6-39B6-29D66144FC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4028795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Azu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C998EF51-348C-E5E6-C61D-F9B47417BED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582533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998EF51-348C-E5E6-C61D-F9B47417BE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404E9459-5E52-FA97-275F-28844811128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C4984434-7A1D-7CDF-D681-37A99AF191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6B9E8F8-919C-3971-93A9-82E1B6C38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8" name="Text Placeholder 32">
            <a:extLst>
              <a:ext uri="{FF2B5EF4-FFF2-40B4-BE49-F238E27FC236}">
                <a16:creationId xmlns:a16="http://schemas.microsoft.com/office/drawing/2014/main" id="{6554AAFF-C395-2035-E271-806791E5AE0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2059610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D4050DA-5D6A-1EFD-6B97-EACF0A32999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725338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D4050DA-5D6A-1EFD-6B97-EACF0A3299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2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404E9459-5E52-FA97-275F-28844811128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6FED0AB-DC9B-D7FE-6134-56DC7C0409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3AF22281-93D6-7A92-500C-99C4247613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9" name="Text Placeholder 32">
            <a:extLst>
              <a:ext uri="{FF2B5EF4-FFF2-40B4-BE49-F238E27FC236}">
                <a16:creationId xmlns:a16="http://schemas.microsoft.com/office/drawing/2014/main" id="{77671B78-7246-7993-D5A2-3028AEB3DE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4134243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adrão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7675D064-83EC-D2A0-6FCC-0143E2CC6ED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165470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675D064-83EC-D2A0-6FCC-0143E2CC6E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6" name="Google Shape;4546;p456">
            <a:extLst>
              <a:ext uri="{FF2B5EF4-FFF2-40B4-BE49-F238E27FC236}">
                <a16:creationId xmlns:a16="http://schemas.microsoft.com/office/drawing/2014/main" id="{6FFBF6FE-7949-5C4A-7543-6E77D9D64BB3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32">
            <a:extLst>
              <a:ext uri="{FF2B5EF4-FFF2-40B4-BE49-F238E27FC236}">
                <a16:creationId xmlns:a16="http://schemas.microsoft.com/office/drawing/2014/main" id="{BE271676-4442-1054-6203-40B9D4DD41E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3479725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adrão Cinza Claro">
    <p:bg>
      <p:bgPr>
        <a:solidFill>
          <a:srgbClr val="EB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049ABB0-40F9-9108-96C1-0D97D7FB197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37065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49ABB0-40F9-9108-96C1-0D97D7FB19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6" name="Google Shape;4546;p456">
            <a:extLst>
              <a:ext uri="{FF2B5EF4-FFF2-40B4-BE49-F238E27FC236}">
                <a16:creationId xmlns:a16="http://schemas.microsoft.com/office/drawing/2014/main" id="{AB875278-B419-1E51-4369-FB108532154B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32">
            <a:extLst>
              <a:ext uri="{FF2B5EF4-FFF2-40B4-BE49-F238E27FC236}">
                <a16:creationId xmlns:a16="http://schemas.microsoft.com/office/drawing/2014/main" id="{9257063A-81C8-6751-6622-58637AD0AF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3663390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adrão Cinza">
    <p:bg>
      <p:bgPr>
        <a:solidFill>
          <a:srgbClr val="D7D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9E7B43B-1405-734C-FD98-F864B844267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11862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E7B43B-1405-734C-FD98-F864B84426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" name="Google Shape;4546;p456">
            <a:extLst>
              <a:ext uri="{FF2B5EF4-FFF2-40B4-BE49-F238E27FC236}">
                <a16:creationId xmlns:a16="http://schemas.microsoft.com/office/drawing/2014/main" id="{499FBED8-5F9A-A94D-62C5-BBF67123A90F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32">
            <a:extLst>
              <a:ext uri="{FF2B5EF4-FFF2-40B4-BE49-F238E27FC236}">
                <a16:creationId xmlns:a16="http://schemas.microsoft.com/office/drawing/2014/main" id="{06FC8AF5-82C3-EAD1-2B87-483779D92D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2651614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adrão Azu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566CFAD-A6B1-4746-FB12-12D65F27042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024390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566CFAD-A6B1-4746-FB12-12D65F2704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A949D54C-85DA-DDF7-B3BF-AA3490F6C8B3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32">
            <a:extLst>
              <a:ext uri="{FF2B5EF4-FFF2-40B4-BE49-F238E27FC236}">
                <a16:creationId xmlns:a16="http://schemas.microsoft.com/office/drawing/2014/main" id="{1ED28277-C797-016B-FA7D-94004CF448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20477832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adrã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E67D7424-0DFB-8EDE-C766-743AE65AA20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38356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67D7424-0DFB-8EDE-C766-743AE65AA2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5" name="Google Shape;2417;p84">
            <a:extLst>
              <a:ext uri="{FF2B5EF4-FFF2-40B4-BE49-F238E27FC236}">
                <a16:creationId xmlns:a16="http://schemas.microsoft.com/office/drawing/2014/main" id="{3483C205-41BC-8066-AB0F-E5AE79AF8EC1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32">
            <a:extLst>
              <a:ext uri="{FF2B5EF4-FFF2-40B4-BE49-F238E27FC236}">
                <a16:creationId xmlns:a16="http://schemas.microsoft.com/office/drawing/2014/main" id="{9A7938FC-6001-9AF2-3CC3-BDD6FA7B022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41699580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adrão Completo Grafism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4BA3C093-7282-CFC6-CBEA-BEB59F616D8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09986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A3C093-7282-CFC6-CBEA-BEB59F616D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12">
            <a:extLst>
              <a:ext uri="{FF2B5EF4-FFF2-40B4-BE49-F238E27FC236}">
                <a16:creationId xmlns:a16="http://schemas.microsoft.com/office/drawing/2014/main" id="{2C9AB55B-401A-D4CA-5A1D-41465DBADFC2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8580512" y="3177074"/>
            <a:ext cx="3678393" cy="3762567"/>
            <a:chOff x="7010044" y="4122122"/>
            <a:chExt cx="1834117" cy="1876088"/>
          </a:xfrm>
        </p:grpSpPr>
        <p:grpSp>
          <p:nvGrpSpPr>
            <p:cNvPr id="2" name="Google Shape;2118;p66">
              <a:extLst>
                <a:ext uri="{FF2B5EF4-FFF2-40B4-BE49-F238E27FC236}">
                  <a16:creationId xmlns:a16="http://schemas.microsoft.com/office/drawing/2014/main" id="{FFE20AE6-C44E-348F-EFF6-7050AAB2DF32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7186066" y="4122122"/>
              <a:ext cx="1658095" cy="1876088"/>
              <a:chOff x="2272184" y="-142533"/>
              <a:chExt cx="4717661" cy="5398287"/>
            </a:xfrm>
          </p:grpSpPr>
          <p:cxnSp>
            <p:nvCxnSpPr>
              <p:cNvPr id="5" name="Google Shape;2119;p66">
                <a:extLst>
                  <a:ext uri="{FF2B5EF4-FFF2-40B4-BE49-F238E27FC236}">
                    <a16:creationId xmlns:a16="http://schemas.microsoft.com/office/drawing/2014/main" id="{A61D8A30-1F7B-1F1B-3FDA-5535300C7EE8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rot="10800000" flipH="1">
                <a:off x="2272184" y="991721"/>
                <a:ext cx="2439900" cy="4226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2B49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7" name="Google Shape;2120;p66">
                <a:extLst>
                  <a:ext uri="{FF2B5EF4-FFF2-40B4-BE49-F238E27FC236}">
                    <a16:creationId xmlns:a16="http://schemas.microsoft.com/office/drawing/2014/main" id="{FBDB020F-6E4A-0A1E-BBE3-E77FC0C5CA09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rot="10800000">
                <a:off x="4711238" y="991854"/>
                <a:ext cx="0" cy="4263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2B49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8" name="Google Shape;2121;p66">
                <a:extLst>
                  <a:ext uri="{FF2B5EF4-FFF2-40B4-BE49-F238E27FC236}">
                    <a16:creationId xmlns:a16="http://schemas.microsoft.com/office/drawing/2014/main" id="{9FC6460B-AC12-85DA-A9B8-8436144C625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rot="10800000" flipH="1">
                <a:off x="3873145" y="-142533"/>
                <a:ext cx="3116700" cy="5398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2B49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  <p:grpSp>
          <p:nvGrpSpPr>
            <p:cNvPr id="9" name="Google Shape;2122;p66">
              <a:extLst>
                <a:ext uri="{FF2B5EF4-FFF2-40B4-BE49-F238E27FC236}">
                  <a16:creationId xmlns:a16="http://schemas.microsoft.com/office/drawing/2014/main" id="{DE18A382-67FF-7B99-CCDC-B8414AC92761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7010044" y="5276810"/>
              <a:ext cx="417241" cy="721024"/>
              <a:chOff x="2272184" y="991721"/>
              <a:chExt cx="2439900" cy="4264033"/>
            </a:xfrm>
          </p:grpSpPr>
          <p:cxnSp>
            <p:nvCxnSpPr>
              <p:cNvPr id="10" name="Google Shape;2123;p66">
                <a:extLst>
                  <a:ext uri="{FF2B5EF4-FFF2-40B4-BE49-F238E27FC236}">
                    <a16:creationId xmlns:a16="http://schemas.microsoft.com/office/drawing/2014/main" id="{D4C3B40E-E6BF-124D-C26E-3102274D052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rot="10800000" flipH="1">
                <a:off x="2272184" y="991721"/>
                <a:ext cx="2439900" cy="4226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DD5DB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11" name="Google Shape;2124;p66">
                <a:extLst>
                  <a:ext uri="{FF2B5EF4-FFF2-40B4-BE49-F238E27FC236}">
                    <a16:creationId xmlns:a16="http://schemas.microsoft.com/office/drawing/2014/main" id="{4EE8307A-B472-B391-0142-8EBB3945D0BA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rot="10800000">
                <a:off x="4711238" y="991854"/>
                <a:ext cx="0" cy="4263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DD5DB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77DA186-86D5-48CD-049C-893665E73A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33486075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adrão Completo Grafism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FC719F1A-BA9D-CC74-0C6B-4F8ACA9947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014791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C719F1A-BA9D-CC74-0C6B-4F8ACA9947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Google Shape;2119;p66">
            <a:extLst>
              <a:ext uri="{FF2B5EF4-FFF2-40B4-BE49-F238E27FC236}">
                <a16:creationId xmlns:a16="http://schemas.microsoft.com/office/drawing/2014/main" id="{A61D8A30-1F7B-1F1B-3FDA-5535300C7EE8}"/>
              </a:ext>
            </a:extLst>
          </p:cNvPr>
          <p:cNvCxnSpPr>
            <a:cxnSpLocks/>
          </p:cNvCxnSpPr>
          <p:nvPr/>
        </p:nvCxnSpPr>
        <p:spPr>
          <a:xfrm rot="10800000" flipH="1">
            <a:off x="8933531" y="3967641"/>
            <a:ext cx="1719831" cy="2945561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7" name="Google Shape;2120;p66">
            <a:extLst>
              <a:ext uri="{FF2B5EF4-FFF2-40B4-BE49-F238E27FC236}">
                <a16:creationId xmlns:a16="http://schemas.microsoft.com/office/drawing/2014/main" id="{FBDB020F-6E4A-0A1E-BBE3-E77FC0C5CA09}"/>
              </a:ext>
            </a:extLst>
          </p:cNvPr>
          <p:cNvCxnSpPr>
            <a:cxnSpLocks/>
          </p:cNvCxnSpPr>
          <p:nvPr/>
        </p:nvCxnSpPr>
        <p:spPr>
          <a:xfrm rot="10800000">
            <a:off x="10652766" y="3967734"/>
            <a:ext cx="0" cy="2971907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8" name="Google Shape;2121;p66">
            <a:extLst>
              <a:ext uri="{FF2B5EF4-FFF2-40B4-BE49-F238E27FC236}">
                <a16:creationId xmlns:a16="http://schemas.microsoft.com/office/drawing/2014/main" id="{9FC6460B-AC12-85DA-A9B8-8436144C6253}"/>
              </a:ext>
            </a:extLst>
          </p:cNvPr>
          <p:cNvCxnSpPr>
            <a:cxnSpLocks/>
          </p:cNvCxnSpPr>
          <p:nvPr/>
        </p:nvCxnSpPr>
        <p:spPr>
          <a:xfrm rot="10800000" flipH="1">
            <a:off x="10062013" y="3177074"/>
            <a:ext cx="2196892" cy="3762506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miter lim="400000"/>
            <a:headEnd type="none" w="sm" len="sm"/>
            <a:tailEnd type="none" w="sm" len="sm"/>
          </a:ln>
        </p:spPr>
      </p:cxnSp>
      <p:grpSp>
        <p:nvGrpSpPr>
          <p:cNvPr id="9" name="Google Shape;2122;p66">
            <a:extLst>
              <a:ext uri="{FF2B5EF4-FFF2-40B4-BE49-F238E27FC236}">
                <a16:creationId xmlns:a16="http://schemas.microsoft.com/office/drawing/2014/main" id="{DE18A382-67FF-7B99-CCDC-B8414AC92761}"/>
              </a:ext>
            </a:extLst>
          </p:cNvPr>
          <p:cNvGrpSpPr>
            <a:grpSpLocks/>
          </p:cNvGrpSpPr>
          <p:nvPr userDrawn="1"/>
        </p:nvGrpSpPr>
        <p:grpSpPr>
          <a:xfrm>
            <a:off x="8580512" y="5492845"/>
            <a:ext cx="836793" cy="1446042"/>
            <a:chOff x="2272184" y="991721"/>
            <a:chExt cx="2439900" cy="4264033"/>
          </a:xfrm>
        </p:grpSpPr>
        <p:cxnSp>
          <p:nvCxnSpPr>
            <p:cNvPr id="10" name="Google Shape;2123;p66">
              <a:extLst>
                <a:ext uri="{FF2B5EF4-FFF2-40B4-BE49-F238E27FC236}">
                  <a16:creationId xmlns:a16="http://schemas.microsoft.com/office/drawing/2014/main" id="{D4C3B40E-E6BF-124D-C26E-3102274D0523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2272184" y="991721"/>
              <a:ext cx="2439900" cy="4226100"/>
            </a:xfrm>
            <a:prstGeom prst="straightConnector1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11" name="Google Shape;2124;p66">
              <a:extLst>
                <a:ext uri="{FF2B5EF4-FFF2-40B4-BE49-F238E27FC236}">
                  <a16:creationId xmlns:a16="http://schemas.microsoft.com/office/drawing/2014/main" id="{4EE8307A-B472-B391-0142-8EBB3945D0BA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711238" y="991854"/>
              <a:ext cx="0" cy="4263900"/>
            </a:xfrm>
            <a:prstGeom prst="straightConnector1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77DA186-86D5-48CD-049C-893665E73A12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24560188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adrão Completo Grafism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D46D7218-CDFC-7661-B5C4-FD0CB242078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18500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46D7218-CDFC-7661-B5C4-FD0CB24207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4D986611-5E48-AF11-4E58-E6F43C89DC2A}"/>
              </a:ext>
            </a:extLst>
          </p:cNvPr>
          <p:cNvGrpSpPr/>
          <p:nvPr userDrawn="1"/>
        </p:nvGrpSpPr>
        <p:grpSpPr>
          <a:xfrm>
            <a:off x="8580512" y="3177074"/>
            <a:ext cx="3678393" cy="3762567"/>
            <a:chOff x="7010044" y="4122122"/>
            <a:chExt cx="1834117" cy="1876088"/>
          </a:xfrm>
        </p:grpSpPr>
        <p:grpSp>
          <p:nvGrpSpPr>
            <p:cNvPr id="5" name="Google Shape;2118;p66">
              <a:extLst>
                <a:ext uri="{FF2B5EF4-FFF2-40B4-BE49-F238E27FC236}">
                  <a16:creationId xmlns:a16="http://schemas.microsoft.com/office/drawing/2014/main" id="{0CFAFF82-0833-7B06-407E-83EB6FA0D145}"/>
                </a:ext>
              </a:extLst>
            </p:cNvPr>
            <p:cNvGrpSpPr/>
            <p:nvPr userDrawn="1"/>
          </p:nvGrpSpPr>
          <p:grpSpPr>
            <a:xfrm>
              <a:off x="7186066" y="4122122"/>
              <a:ext cx="1658095" cy="1876088"/>
              <a:chOff x="2272184" y="-142533"/>
              <a:chExt cx="4717661" cy="5398287"/>
            </a:xfrm>
          </p:grpSpPr>
          <p:cxnSp>
            <p:nvCxnSpPr>
              <p:cNvPr id="13" name="Google Shape;2119;p66">
                <a:extLst>
                  <a:ext uri="{FF2B5EF4-FFF2-40B4-BE49-F238E27FC236}">
                    <a16:creationId xmlns:a16="http://schemas.microsoft.com/office/drawing/2014/main" id="{1307548B-F888-D84C-C666-938BA97A75EF}"/>
                  </a:ext>
                </a:extLst>
              </p:cNvPr>
              <p:cNvCxnSpPr/>
              <p:nvPr/>
            </p:nvCxnSpPr>
            <p:spPr>
              <a:xfrm rot="10800000" flipH="1">
                <a:off x="2272184" y="991721"/>
                <a:ext cx="2439900" cy="4226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bg2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14" name="Google Shape;2120;p66">
                <a:extLst>
                  <a:ext uri="{FF2B5EF4-FFF2-40B4-BE49-F238E27FC236}">
                    <a16:creationId xmlns:a16="http://schemas.microsoft.com/office/drawing/2014/main" id="{443A687C-99A0-1F27-511D-E93BCD8A1D4C}"/>
                  </a:ext>
                </a:extLst>
              </p:cNvPr>
              <p:cNvCxnSpPr/>
              <p:nvPr/>
            </p:nvCxnSpPr>
            <p:spPr>
              <a:xfrm rot="10800000">
                <a:off x="4711238" y="991854"/>
                <a:ext cx="0" cy="4263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bg2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15" name="Google Shape;2121;p66">
                <a:extLst>
                  <a:ext uri="{FF2B5EF4-FFF2-40B4-BE49-F238E27FC236}">
                    <a16:creationId xmlns:a16="http://schemas.microsoft.com/office/drawing/2014/main" id="{25EEA323-0843-0D75-C6B1-0CD1A21CCBEB}"/>
                  </a:ext>
                </a:extLst>
              </p:cNvPr>
              <p:cNvCxnSpPr/>
              <p:nvPr/>
            </p:nvCxnSpPr>
            <p:spPr>
              <a:xfrm rot="10800000" flipH="1">
                <a:off x="3873145" y="-142533"/>
                <a:ext cx="3116700" cy="53982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bg2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  <p:grpSp>
          <p:nvGrpSpPr>
            <p:cNvPr id="10" name="Google Shape;2122;p66">
              <a:extLst>
                <a:ext uri="{FF2B5EF4-FFF2-40B4-BE49-F238E27FC236}">
                  <a16:creationId xmlns:a16="http://schemas.microsoft.com/office/drawing/2014/main" id="{180348D1-09CA-C73D-D939-2319683C0188}"/>
                </a:ext>
              </a:extLst>
            </p:cNvPr>
            <p:cNvGrpSpPr/>
            <p:nvPr userDrawn="1"/>
          </p:nvGrpSpPr>
          <p:grpSpPr>
            <a:xfrm>
              <a:off x="7010044" y="5276810"/>
              <a:ext cx="417241" cy="721024"/>
              <a:chOff x="2272184" y="991721"/>
              <a:chExt cx="2439900" cy="4264033"/>
            </a:xfrm>
          </p:grpSpPr>
          <p:cxnSp>
            <p:nvCxnSpPr>
              <p:cNvPr id="11" name="Google Shape;2123;p66">
                <a:extLst>
                  <a:ext uri="{FF2B5EF4-FFF2-40B4-BE49-F238E27FC236}">
                    <a16:creationId xmlns:a16="http://schemas.microsoft.com/office/drawing/2014/main" id="{383805C0-32C3-3526-464F-807F1BC651F9}"/>
                  </a:ext>
                </a:extLst>
              </p:cNvPr>
              <p:cNvCxnSpPr/>
              <p:nvPr/>
            </p:nvCxnSpPr>
            <p:spPr>
              <a:xfrm rot="10800000" flipH="1">
                <a:off x="2272184" y="991721"/>
                <a:ext cx="2439900" cy="4226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bg2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12" name="Google Shape;2124;p66">
                <a:extLst>
                  <a:ext uri="{FF2B5EF4-FFF2-40B4-BE49-F238E27FC236}">
                    <a16:creationId xmlns:a16="http://schemas.microsoft.com/office/drawing/2014/main" id="{6BCEA8B0-4E62-C1FC-13E7-C53D4A4378EB}"/>
                  </a:ext>
                </a:extLst>
              </p:cNvPr>
              <p:cNvCxnSpPr/>
              <p:nvPr/>
            </p:nvCxnSpPr>
            <p:spPr>
              <a:xfrm rot="10800000">
                <a:off x="4711238" y="991854"/>
                <a:ext cx="0" cy="42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bg2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2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404E9459-5E52-FA97-275F-28844811128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6FED0AB-DC9B-D7FE-6134-56DC7C0409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3AF22281-93D6-7A92-500C-99C4247613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9" name="Text Placeholder 32">
            <a:extLst>
              <a:ext uri="{FF2B5EF4-FFF2-40B4-BE49-F238E27FC236}">
                <a16:creationId xmlns:a16="http://schemas.microsoft.com/office/drawing/2014/main" id="{77671B78-7246-7993-D5A2-3028AEB3DE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41735673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adrão Completo Grafismo Marinh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CDE1A61A-196B-D1BE-B358-FA000EB7FE9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462842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E1A61A-196B-D1BE-B358-FA000EB7FE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Google Shape;2119;p66">
            <a:extLst>
              <a:ext uri="{FF2B5EF4-FFF2-40B4-BE49-F238E27FC236}">
                <a16:creationId xmlns:a16="http://schemas.microsoft.com/office/drawing/2014/main" id="{1307548B-F888-D84C-C666-938BA97A75EF}"/>
              </a:ext>
            </a:extLst>
          </p:cNvPr>
          <p:cNvCxnSpPr/>
          <p:nvPr/>
        </p:nvCxnSpPr>
        <p:spPr>
          <a:xfrm rot="10800000" flipH="1">
            <a:off x="8933531" y="3967641"/>
            <a:ext cx="1719831" cy="2945561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14" name="Google Shape;2120;p66">
            <a:extLst>
              <a:ext uri="{FF2B5EF4-FFF2-40B4-BE49-F238E27FC236}">
                <a16:creationId xmlns:a16="http://schemas.microsoft.com/office/drawing/2014/main" id="{443A687C-99A0-1F27-511D-E93BCD8A1D4C}"/>
              </a:ext>
            </a:extLst>
          </p:cNvPr>
          <p:cNvCxnSpPr/>
          <p:nvPr/>
        </p:nvCxnSpPr>
        <p:spPr>
          <a:xfrm rot="10800000">
            <a:off x="10652766" y="3967734"/>
            <a:ext cx="0" cy="2971907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15" name="Google Shape;2121;p66">
            <a:extLst>
              <a:ext uri="{FF2B5EF4-FFF2-40B4-BE49-F238E27FC236}">
                <a16:creationId xmlns:a16="http://schemas.microsoft.com/office/drawing/2014/main" id="{25EEA323-0843-0D75-C6B1-0CD1A21CCBEB}"/>
              </a:ext>
            </a:extLst>
          </p:cNvPr>
          <p:cNvCxnSpPr/>
          <p:nvPr/>
        </p:nvCxnSpPr>
        <p:spPr>
          <a:xfrm rot="10800000" flipH="1">
            <a:off x="10062013" y="3177074"/>
            <a:ext cx="2196892" cy="3762506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miter lim="400000"/>
            <a:headEnd type="none" w="sm" len="sm"/>
            <a:tailEnd type="none" w="sm" len="sm"/>
          </a:ln>
        </p:spPr>
      </p:cxnSp>
      <p:grpSp>
        <p:nvGrpSpPr>
          <p:cNvPr id="10" name="Google Shape;2122;p66">
            <a:extLst>
              <a:ext uri="{FF2B5EF4-FFF2-40B4-BE49-F238E27FC236}">
                <a16:creationId xmlns:a16="http://schemas.microsoft.com/office/drawing/2014/main" id="{180348D1-09CA-C73D-D939-2319683C0188}"/>
              </a:ext>
            </a:extLst>
          </p:cNvPr>
          <p:cNvGrpSpPr/>
          <p:nvPr userDrawn="1"/>
        </p:nvGrpSpPr>
        <p:grpSpPr>
          <a:xfrm>
            <a:off x="8580512" y="5492845"/>
            <a:ext cx="836793" cy="1446042"/>
            <a:chOff x="2272184" y="991721"/>
            <a:chExt cx="2439900" cy="4264033"/>
          </a:xfrm>
        </p:grpSpPr>
        <p:cxnSp>
          <p:nvCxnSpPr>
            <p:cNvPr id="11" name="Google Shape;2123;p66">
              <a:extLst>
                <a:ext uri="{FF2B5EF4-FFF2-40B4-BE49-F238E27FC236}">
                  <a16:creationId xmlns:a16="http://schemas.microsoft.com/office/drawing/2014/main" id="{383805C0-32C3-3526-464F-807F1BC651F9}"/>
                </a:ext>
              </a:extLst>
            </p:cNvPr>
            <p:cNvCxnSpPr/>
            <p:nvPr/>
          </p:nvCxnSpPr>
          <p:spPr>
            <a:xfrm rot="10800000" flipH="1">
              <a:off x="2272184" y="991721"/>
              <a:ext cx="2439900" cy="4226100"/>
            </a:xfrm>
            <a:prstGeom prst="straightConnector1">
              <a:avLst/>
            </a:prstGeom>
            <a:noFill/>
            <a:ln w="9525" cap="flat" cmpd="sng">
              <a:solidFill>
                <a:schemeClr val="bg2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12" name="Google Shape;2124;p66">
              <a:extLst>
                <a:ext uri="{FF2B5EF4-FFF2-40B4-BE49-F238E27FC236}">
                  <a16:creationId xmlns:a16="http://schemas.microsoft.com/office/drawing/2014/main" id="{6BCEA8B0-4E62-C1FC-13E7-C53D4A4378EB}"/>
                </a:ext>
              </a:extLst>
            </p:cNvPr>
            <p:cNvCxnSpPr/>
            <p:nvPr/>
          </p:nvCxnSpPr>
          <p:spPr>
            <a:xfrm rot="10800000">
              <a:off x="4711238" y="991854"/>
              <a:ext cx="0" cy="4263900"/>
            </a:xfrm>
            <a:prstGeom prst="straightConnector1">
              <a:avLst/>
            </a:prstGeom>
            <a:noFill/>
            <a:ln w="9525" cap="flat" cmpd="sng">
              <a:solidFill>
                <a:schemeClr val="bg2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69622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404E9459-5E52-FA97-275F-28844811128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6FED0AB-DC9B-D7FE-6134-56DC7C0409F7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3AF22281-93D6-7A92-500C-99C42476131C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9" name="Text Placeholder 32">
            <a:extLst>
              <a:ext uri="{FF2B5EF4-FFF2-40B4-BE49-F238E27FC236}">
                <a16:creationId xmlns:a16="http://schemas.microsoft.com/office/drawing/2014/main" id="{77671B78-7246-7993-D5A2-3028AEB3DEFF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12832095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adrão Completo Grafismo Cinz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63CF5879-77F4-1ED5-2401-3C4CCB8C112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715787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3CF5879-77F4-1ED5-2401-3C4CCB8C11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75CB6DF1-632B-DAB1-29F5-AEC5B2E605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F4476892-009D-24A4-F7F7-42E87D6A95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12" name="Text Placeholder 32">
            <a:extLst>
              <a:ext uri="{FF2B5EF4-FFF2-40B4-BE49-F238E27FC236}">
                <a16:creationId xmlns:a16="http://schemas.microsoft.com/office/drawing/2014/main" id="{F6FA1ABE-9DC5-8FF6-39B6-29D66144FC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CC821D5-D021-105B-9331-A5A9867D75D2}"/>
              </a:ext>
            </a:extLst>
          </p:cNvPr>
          <p:cNvGrpSpPr/>
          <p:nvPr userDrawn="1"/>
        </p:nvGrpSpPr>
        <p:grpSpPr>
          <a:xfrm>
            <a:off x="8580512" y="3177074"/>
            <a:ext cx="3678393" cy="3762567"/>
            <a:chOff x="7010044" y="4122122"/>
            <a:chExt cx="1834117" cy="1876088"/>
          </a:xfrm>
        </p:grpSpPr>
        <p:grpSp>
          <p:nvGrpSpPr>
            <p:cNvPr id="5" name="Google Shape;2118;p66">
              <a:extLst>
                <a:ext uri="{FF2B5EF4-FFF2-40B4-BE49-F238E27FC236}">
                  <a16:creationId xmlns:a16="http://schemas.microsoft.com/office/drawing/2014/main" id="{DE492C39-5E7F-EFCB-9E4E-CBF17E8C34B7}"/>
                </a:ext>
              </a:extLst>
            </p:cNvPr>
            <p:cNvGrpSpPr/>
            <p:nvPr userDrawn="1"/>
          </p:nvGrpSpPr>
          <p:grpSpPr>
            <a:xfrm>
              <a:off x="7186066" y="4122122"/>
              <a:ext cx="1658095" cy="1876088"/>
              <a:chOff x="2272184" y="-142533"/>
              <a:chExt cx="4717661" cy="5398287"/>
            </a:xfrm>
          </p:grpSpPr>
          <p:cxnSp>
            <p:nvCxnSpPr>
              <p:cNvPr id="13" name="Google Shape;2119;p66">
                <a:extLst>
                  <a:ext uri="{FF2B5EF4-FFF2-40B4-BE49-F238E27FC236}">
                    <a16:creationId xmlns:a16="http://schemas.microsoft.com/office/drawing/2014/main" id="{C7C39FC2-886C-87BF-8CE3-0FA9EBD2C373}"/>
                  </a:ext>
                </a:extLst>
              </p:cNvPr>
              <p:cNvCxnSpPr/>
              <p:nvPr/>
            </p:nvCxnSpPr>
            <p:spPr>
              <a:xfrm rot="10800000" flipH="1">
                <a:off x="2272184" y="991721"/>
                <a:ext cx="2439900" cy="4226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14" name="Google Shape;2120;p66">
                <a:extLst>
                  <a:ext uri="{FF2B5EF4-FFF2-40B4-BE49-F238E27FC236}">
                    <a16:creationId xmlns:a16="http://schemas.microsoft.com/office/drawing/2014/main" id="{9DA334F1-F6B2-047F-EEE3-9421F462694D}"/>
                  </a:ext>
                </a:extLst>
              </p:cNvPr>
              <p:cNvCxnSpPr/>
              <p:nvPr/>
            </p:nvCxnSpPr>
            <p:spPr>
              <a:xfrm rot="10800000">
                <a:off x="4711238" y="991854"/>
                <a:ext cx="0" cy="4263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15" name="Google Shape;2121;p66">
                <a:extLst>
                  <a:ext uri="{FF2B5EF4-FFF2-40B4-BE49-F238E27FC236}">
                    <a16:creationId xmlns:a16="http://schemas.microsoft.com/office/drawing/2014/main" id="{EB90EC58-E2EF-5DA2-F230-02D4DBFA9D54}"/>
                  </a:ext>
                </a:extLst>
              </p:cNvPr>
              <p:cNvCxnSpPr/>
              <p:nvPr/>
            </p:nvCxnSpPr>
            <p:spPr>
              <a:xfrm rot="10800000" flipH="1">
                <a:off x="3873145" y="-142533"/>
                <a:ext cx="3116700" cy="53982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  <p:grpSp>
          <p:nvGrpSpPr>
            <p:cNvPr id="7" name="Google Shape;2122;p66">
              <a:extLst>
                <a:ext uri="{FF2B5EF4-FFF2-40B4-BE49-F238E27FC236}">
                  <a16:creationId xmlns:a16="http://schemas.microsoft.com/office/drawing/2014/main" id="{0CD5E4DE-FA8F-2B24-2EA2-C16BA3D5BD9D}"/>
                </a:ext>
              </a:extLst>
            </p:cNvPr>
            <p:cNvGrpSpPr/>
            <p:nvPr userDrawn="1"/>
          </p:nvGrpSpPr>
          <p:grpSpPr>
            <a:xfrm>
              <a:off x="7010044" y="5276810"/>
              <a:ext cx="417241" cy="721024"/>
              <a:chOff x="2272184" y="991721"/>
              <a:chExt cx="2439900" cy="4264033"/>
            </a:xfrm>
          </p:grpSpPr>
          <p:cxnSp>
            <p:nvCxnSpPr>
              <p:cNvPr id="8" name="Google Shape;2123;p66">
                <a:extLst>
                  <a:ext uri="{FF2B5EF4-FFF2-40B4-BE49-F238E27FC236}">
                    <a16:creationId xmlns:a16="http://schemas.microsoft.com/office/drawing/2014/main" id="{2C88F39E-3390-75BF-3BB4-39DF61CA6A02}"/>
                  </a:ext>
                </a:extLst>
              </p:cNvPr>
              <p:cNvCxnSpPr/>
              <p:nvPr/>
            </p:nvCxnSpPr>
            <p:spPr>
              <a:xfrm rot="10800000" flipH="1">
                <a:off x="2272184" y="991721"/>
                <a:ext cx="2439900" cy="4226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9" name="Google Shape;2124;p66">
                <a:extLst>
                  <a:ext uri="{FF2B5EF4-FFF2-40B4-BE49-F238E27FC236}">
                    <a16:creationId xmlns:a16="http://schemas.microsoft.com/office/drawing/2014/main" id="{EB163982-3A08-6610-10CB-B2BD6DD67A5F}"/>
                  </a:ext>
                </a:extLst>
              </p:cNvPr>
              <p:cNvCxnSpPr/>
              <p:nvPr/>
            </p:nvCxnSpPr>
            <p:spPr>
              <a:xfrm rot="10800000">
                <a:off x="4711238" y="991854"/>
                <a:ext cx="0" cy="42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41783468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adrão Completo Grafismo Cinza Claro">
    <p:bg>
      <p:bgPr>
        <a:solidFill>
          <a:srgbClr val="EB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916586D0-06D1-A6D0-6917-D91A86B75A8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483746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6586D0-06D1-A6D0-6917-D91A86B75A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2" y="469899"/>
            <a:ext cx="11255653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75CB6DF1-632B-DAB1-29F5-AEC5B2E605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F4476892-009D-24A4-F7F7-42E87D6A95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12" name="Text Placeholder 32">
            <a:extLst>
              <a:ext uri="{FF2B5EF4-FFF2-40B4-BE49-F238E27FC236}">
                <a16:creationId xmlns:a16="http://schemas.microsoft.com/office/drawing/2014/main" id="{F6FA1ABE-9DC5-8FF6-39B6-29D66144FC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BEA9812-AE59-ACDB-6864-B94DE4F2F17D}"/>
              </a:ext>
            </a:extLst>
          </p:cNvPr>
          <p:cNvGrpSpPr/>
          <p:nvPr userDrawn="1"/>
        </p:nvGrpSpPr>
        <p:grpSpPr>
          <a:xfrm>
            <a:off x="8580512" y="3177074"/>
            <a:ext cx="3678393" cy="3762567"/>
            <a:chOff x="7010044" y="4122122"/>
            <a:chExt cx="1834117" cy="1876088"/>
          </a:xfrm>
        </p:grpSpPr>
        <p:grpSp>
          <p:nvGrpSpPr>
            <p:cNvPr id="5" name="Google Shape;2118;p66">
              <a:extLst>
                <a:ext uri="{FF2B5EF4-FFF2-40B4-BE49-F238E27FC236}">
                  <a16:creationId xmlns:a16="http://schemas.microsoft.com/office/drawing/2014/main" id="{E001E9E6-1022-1EE3-1B13-B792445D8F7B}"/>
                </a:ext>
              </a:extLst>
            </p:cNvPr>
            <p:cNvGrpSpPr/>
            <p:nvPr userDrawn="1"/>
          </p:nvGrpSpPr>
          <p:grpSpPr>
            <a:xfrm>
              <a:off x="7186066" y="4122122"/>
              <a:ext cx="1658095" cy="1876088"/>
              <a:chOff x="2272184" y="-142533"/>
              <a:chExt cx="4717661" cy="5398287"/>
            </a:xfrm>
          </p:grpSpPr>
          <p:cxnSp>
            <p:nvCxnSpPr>
              <p:cNvPr id="13" name="Google Shape;2119;p66">
                <a:extLst>
                  <a:ext uri="{FF2B5EF4-FFF2-40B4-BE49-F238E27FC236}">
                    <a16:creationId xmlns:a16="http://schemas.microsoft.com/office/drawing/2014/main" id="{8F3A716C-97CD-FE12-55EB-33483D28D55E}"/>
                  </a:ext>
                </a:extLst>
              </p:cNvPr>
              <p:cNvCxnSpPr/>
              <p:nvPr/>
            </p:nvCxnSpPr>
            <p:spPr>
              <a:xfrm rot="10800000" flipH="1">
                <a:off x="2272184" y="991721"/>
                <a:ext cx="2439900" cy="4226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14" name="Google Shape;2120;p66">
                <a:extLst>
                  <a:ext uri="{FF2B5EF4-FFF2-40B4-BE49-F238E27FC236}">
                    <a16:creationId xmlns:a16="http://schemas.microsoft.com/office/drawing/2014/main" id="{B3A857BE-F3BF-8CE8-E43C-DE98E50C3092}"/>
                  </a:ext>
                </a:extLst>
              </p:cNvPr>
              <p:cNvCxnSpPr/>
              <p:nvPr/>
            </p:nvCxnSpPr>
            <p:spPr>
              <a:xfrm rot="10800000">
                <a:off x="4711238" y="991854"/>
                <a:ext cx="0" cy="4263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15" name="Google Shape;2121;p66">
                <a:extLst>
                  <a:ext uri="{FF2B5EF4-FFF2-40B4-BE49-F238E27FC236}">
                    <a16:creationId xmlns:a16="http://schemas.microsoft.com/office/drawing/2014/main" id="{9BB23FF4-D86D-1D73-C2B8-61EDDCD64F27}"/>
                  </a:ext>
                </a:extLst>
              </p:cNvPr>
              <p:cNvCxnSpPr/>
              <p:nvPr/>
            </p:nvCxnSpPr>
            <p:spPr>
              <a:xfrm rot="10800000" flipH="1">
                <a:off x="3873145" y="-142533"/>
                <a:ext cx="3116700" cy="53982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  <p:grpSp>
          <p:nvGrpSpPr>
            <p:cNvPr id="7" name="Google Shape;2122;p66">
              <a:extLst>
                <a:ext uri="{FF2B5EF4-FFF2-40B4-BE49-F238E27FC236}">
                  <a16:creationId xmlns:a16="http://schemas.microsoft.com/office/drawing/2014/main" id="{A4839E38-B280-C83B-8ECD-A5F12B42CAA9}"/>
                </a:ext>
              </a:extLst>
            </p:cNvPr>
            <p:cNvGrpSpPr/>
            <p:nvPr userDrawn="1"/>
          </p:nvGrpSpPr>
          <p:grpSpPr>
            <a:xfrm>
              <a:off x="7010044" y="5276810"/>
              <a:ext cx="417241" cy="721024"/>
              <a:chOff x="2272184" y="991721"/>
              <a:chExt cx="2439900" cy="4264033"/>
            </a:xfrm>
          </p:grpSpPr>
          <p:cxnSp>
            <p:nvCxnSpPr>
              <p:cNvPr id="8" name="Google Shape;2123;p66">
                <a:extLst>
                  <a:ext uri="{FF2B5EF4-FFF2-40B4-BE49-F238E27FC236}">
                    <a16:creationId xmlns:a16="http://schemas.microsoft.com/office/drawing/2014/main" id="{5EDE8D56-83BF-4578-485A-7D036A3E4C50}"/>
                  </a:ext>
                </a:extLst>
              </p:cNvPr>
              <p:cNvCxnSpPr/>
              <p:nvPr/>
            </p:nvCxnSpPr>
            <p:spPr>
              <a:xfrm rot="10800000" flipH="1">
                <a:off x="2272184" y="991721"/>
                <a:ext cx="2439900" cy="4226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9" name="Google Shape;2124;p66">
                <a:extLst>
                  <a:ext uri="{FF2B5EF4-FFF2-40B4-BE49-F238E27FC236}">
                    <a16:creationId xmlns:a16="http://schemas.microsoft.com/office/drawing/2014/main" id="{7D0C62C7-D9BF-8566-7165-164F4705A168}"/>
                  </a:ext>
                </a:extLst>
              </p:cNvPr>
              <p:cNvCxnSpPr/>
              <p:nvPr/>
            </p:nvCxnSpPr>
            <p:spPr>
              <a:xfrm rot="10800000">
                <a:off x="4711238" y="991854"/>
                <a:ext cx="0" cy="42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989632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Destaque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8701B85E-A4B2-51E9-9A6E-1868654A87D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09744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701B85E-A4B2-51E9-9A6E-1868654A87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469900"/>
            <a:ext cx="5859740" cy="2724150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55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endParaRPr lang="pt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Google Shape;3493;p411">
            <a:extLst>
              <a:ext uri="{FF2B5EF4-FFF2-40B4-BE49-F238E27FC236}">
                <a16:creationId xmlns:a16="http://schemas.microsoft.com/office/drawing/2014/main" id="{AB5BFFD0-25D3-B6B4-CB2F-3A578A2BAAC5}"/>
              </a:ext>
            </a:extLst>
          </p:cNvPr>
          <p:cNvCxnSpPr>
            <a:cxnSpLocks noChangeAspect="1"/>
          </p:cNvCxnSpPr>
          <p:nvPr userDrawn="1"/>
        </p:nvCxnSpPr>
        <p:spPr>
          <a:xfrm flipV="1">
            <a:off x="9801225" y="2643188"/>
            <a:ext cx="2396152" cy="4279920"/>
          </a:xfrm>
          <a:prstGeom prst="straightConnector1">
            <a:avLst/>
          </a:prstGeom>
          <a:noFill/>
          <a:ln w="38100" cap="flat" cmpd="sng">
            <a:solidFill>
              <a:schemeClr val="tx2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5" name="Text Placeholder 51">
            <a:extLst>
              <a:ext uri="{FF2B5EF4-FFF2-40B4-BE49-F238E27FC236}">
                <a16:creationId xmlns:a16="http://schemas.microsoft.com/office/drawing/2014/main" id="{55B7DB9B-CB7A-5F3E-791F-EC9F9A32A9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624" y="5262680"/>
            <a:ext cx="3658240" cy="1119070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2400" b="0" i="0">
                <a:solidFill>
                  <a:schemeClr val="tx1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Texto introdutório</a:t>
            </a:r>
          </a:p>
        </p:txBody>
      </p:sp>
    </p:spTree>
    <p:extLst>
      <p:ext uri="{BB962C8B-B14F-4D97-AF65-F5344CB8AC3E}">
        <p14:creationId xmlns:p14="http://schemas.microsoft.com/office/powerpoint/2010/main" val="29382792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Destaque Cinz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8E8D1E4-7CEC-C82C-F09B-C45A897C61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260554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8E8D1E4-7CEC-C82C-F09B-C45A897C61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A949D54C-85DA-DDF7-B3BF-AA3490F6C8B3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Google Shape;3493;p411">
            <a:extLst>
              <a:ext uri="{FF2B5EF4-FFF2-40B4-BE49-F238E27FC236}">
                <a16:creationId xmlns:a16="http://schemas.microsoft.com/office/drawing/2014/main" id="{241691DC-CB9F-F49F-5FD9-8DFAF97E798F}"/>
              </a:ext>
            </a:extLst>
          </p:cNvPr>
          <p:cNvCxnSpPr>
            <a:cxnSpLocks noChangeAspect="1"/>
          </p:cNvCxnSpPr>
          <p:nvPr userDrawn="1"/>
        </p:nvCxnSpPr>
        <p:spPr>
          <a:xfrm flipV="1">
            <a:off x="9801225" y="2643188"/>
            <a:ext cx="2396152" cy="4279920"/>
          </a:xfrm>
          <a:prstGeom prst="straightConnector1">
            <a:avLst/>
          </a:prstGeom>
          <a:noFill/>
          <a:ln w="38100" cap="flat" cmpd="sng">
            <a:solidFill>
              <a:schemeClr val="bg1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469900"/>
            <a:ext cx="5859740" cy="2724150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55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endParaRPr lang="pt-BR"/>
          </a:p>
        </p:txBody>
      </p:sp>
      <p:sp>
        <p:nvSpPr>
          <p:cNvPr id="7" name="Text Placeholder 51">
            <a:extLst>
              <a:ext uri="{FF2B5EF4-FFF2-40B4-BE49-F238E27FC236}">
                <a16:creationId xmlns:a16="http://schemas.microsoft.com/office/drawing/2014/main" id="{72C3BB23-2528-2D51-6D17-1D8A3A425D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624" y="5262680"/>
            <a:ext cx="3658240" cy="1119070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2400" b="0" i="0">
                <a:solidFill>
                  <a:schemeClr val="tx1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Texto introdutório</a:t>
            </a:r>
          </a:p>
        </p:txBody>
      </p:sp>
    </p:spTree>
    <p:extLst>
      <p:ext uri="{BB962C8B-B14F-4D97-AF65-F5344CB8AC3E}">
        <p14:creationId xmlns:p14="http://schemas.microsoft.com/office/powerpoint/2010/main" val="5778087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Destaque Azu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7A530C81-01D9-7FA3-412F-AAF3CC64D7F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791043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A530C81-01D9-7FA3-412F-AAF3CC64D7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A949D54C-85DA-DDF7-B3BF-AA3490F6C8B3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Google Shape;3493;p411">
            <a:extLst>
              <a:ext uri="{FF2B5EF4-FFF2-40B4-BE49-F238E27FC236}">
                <a16:creationId xmlns:a16="http://schemas.microsoft.com/office/drawing/2014/main" id="{241691DC-CB9F-F49F-5FD9-8DFAF97E798F}"/>
              </a:ext>
            </a:extLst>
          </p:cNvPr>
          <p:cNvCxnSpPr>
            <a:cxnSpLocks noChangeAspect="1"/>
          </p:cNvCxnSpPr>
          <p:nvPr userDrawn="1"/>
        </p:nvCxnSpPr>
        <p:spPr>
          <a:xfrm flipV="1">
            <a:off x="9801225" y="2643188"/>
            <a:ext cx="2396152" cy="4279920"/>
          </a:xfrm>
          <a:prstGeom prst="straightConnector1">
            <a:avLst/>
          </a:prstGeom>
          <a:noFill/>
          <a:ln w="38100" cap="flat" cmpd="sng">
            <a:solidFill>
              <a:schemeClr val="bg1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469900"/>
            <a:ext cx="5859740" cy="2724150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55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endParaRPr lang="pt-BR"/>
          </a:p>
        </p:txBody>
      </p:sp>
      <p:sp>
        <p:nvSpPr>
          <p:cNvPr id="7" name="Text Placeholder 51">
            <a:extLst>
              <a:ext uri="{FF2B5EF4-FFF2-40B4-BE49-F238E27FC236}">
                <a16:creationId xmlns:a16="http://schemas.microsoft.com/office/drawing/2014/main" id="{72C3BB23-2528-2D51-6D17-1D8A3A425D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624" y="5262680"/>
            <a:ext cx="3658240" cy="1119070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2400" b="0" i="0">
                <a:solidFill>
                  <a:schemeClr val="bg1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Texto introdutório</a:t>
            </a:r>
          </a:p>
        </p:txBody>
      </p:sp>
    </p:spTree>
    <p:extLst>
      <p:ext uri="{BB962C8B-B14F-4D97-AF65-F5344CB8AC3E}">
        <p14:creationId xmlns:p14="http://schemas.microsoft.com/office/powerpoint/2010/main" val="19807882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Destaque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6C17F75-A1C9-F675-A62D-708A1C19D7C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389147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6C17F75-A1C9-F675-A62D-708A1C19D7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A949D54C-85DA-DDF7-B3BF-AA3490F6C8B3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Google Shape;3493;p411">
            <a:extLst>
              <a:ext uri="{FF2B5EF4-FFF2-40B4-BE49-F238E27FC236}">
                <a16:creationId xmlns:a16="http://schemas.microsoft.com/office/drawing/2014/main" id="{241691DC-CB9F-F49F-5FD9-8DFAF97E798F}"/>
              </a:ext>
            </a:extLst>
          </p:cNvPr>
          <p:cNvCxnSpPr>
            <a:cxnSpLocks noChangeAspect="1"/>
          </p:cNvCxnSpPr>
          <p:nvPr userDrawn="1"/>
        </p:nvCxnSpPr>
        <p:spPr>
          <a:xfrm flipV="1">
            <a:off x="9801225" y="2643188"/>
            <a:ext cx="2396152" cy="4279920"/>
          </a:xfrm>
          <a:prstGeom prst="straightConnector1">
            <a:avLst/>
          </a:prstGeom>
          <a:noFill/>
          <a:ln w="38100" cap="flat" cmpd="sng">
            <a:solidFill>
              <a:schemeClr val="bg1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469900"/>
            <a:ext cx="5859740" cy="2724150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5500" b="0" i="0">
                <a:solidFill>
                  <a:schemeClr val="tx2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endParaRPr lang="pt-BR"/>
          </a:p>
        </p:txBody>
      </p:sp>
      <p:sp>
        <p:nvSpPr>
          <p:cNvPr id="7" name="Text Placeholder 51">
            <a:extLst>
              <a:ext uri="{FF2B5EF4-FFF2-40B4-BE49-F238E27FC236}">
                <a16:creationId xmlns:a16="http://schemas.microsoft.com/office/drawing/2014/main" id="{72C3BB23-2528-2D51-6D17-1D8A3A425D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624" y="5262680"/>
            <a:ext cx="3658240" cy="1119070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2400" b="0" i="0">
                <a:solidFill>
                  <a:schemeClr val="bg1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Texto introdutório</a:t>
            </a:r>
          </a:p>
        </p:txBody>
      </p:sp>
    </p:spTree>
    <p:extLst>
      <p:ext uri="{BB962C8B-B14F-4D97-AF65-F5344CB8AC3E}">
        <p14:creationId xmlns:p14="http://schemas.microsoft.com/office/powerpoint/2010/main" val="3671015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Capa Grafismo Cinz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201980E-ACC5-776D-5BA0-97F702D5B6D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129031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201980E-ACC5-776D-5BA0-97F702D5B6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latin typeface="Arial Nova Cond" panose="020B0506020202020204" pitchFamily="34" charset="0"/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0" name="Google Shape;2192;p71">
            <a:extLst>
              <a:ext uri="{FF2B5EF4-FFF2-40B4-BE49-F238E27FC236}">
                <a16:creationId xmlns:a16="http://schemas.microsoft.com/office/drawing/2014/main" id="{ADF6551C-FC8C-26FF-7D62-0464A07E0096}"/>
              </a:ext>
            </a:extLst>
          </p:cNvPr>
          <p:cNvPicPr preferRelativeResize="0"/>
          <p:nvPr userDrawn="1"/>
        </p:nvPicPr>
        <p:blipFill>
          <a:blip r:embed="rId5"/>
          <a:srcRect/>
          <a:stretch/>
        </p:blipFill>
        <p:spPr>
          <a:xfrm>
            <a:off x="243085" y="379284"/>
            <a:ext cx="3397213" cy="615401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3BB825E7-E693-CE59-F74B-7F92BD1587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3673678"/>
            <a:ext cx="5859740" cy="16244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spcBef>
                <a:spcPts val="0"/>
              </a:spcBef>
              <a:buNone/>
              <a:defRPr sz="55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endParaRPr lang="pt-BR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9470320-04B6-E012-821E-C5810C6A60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623" y="5836630"/>
            <a:ext cx="5873109" cy="298577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2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Nome do Cliente</a:t>
            </a:r>
          </a:p>
        </p:txBody>
      </p:sp>
      <p:sp>
        <p:nvSpPr>
          <p:cNvPr id="53" name="Text Placeholder 51">
            <a:extLst>
              <a:ext uri="{FF2B5EF4-FFF2-40B4-BE49-F238E27FC236}">
                <a16:creationId xmlns:a16="http://schemas.microsoft.com/office/drawing/2014/main" id="{DB69DF21-0C32-BB89-2274-B336F285045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623" y="6222044"/>
            <a:ext cx="2459315" cy="202267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14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Mês . Ano</a:t>
            </a:r>
          </a:p>
        </p:txBody>
      </p:sp>
      <p:pic>
        <p:nvPicPr>
          <p:cNvPr id="56" name="Google Shape;2191;p71" descr="Image">
            <a:extLst>
              <a:ext uri="{FF2B5EF4-FFF2-40B4-BE49-F238E27FC236}">
                <a16:creationId xmlns:a16="http://schemas.microsoft.com/office/drawing/2014/main" id="{607A6A54-8A59-8A76-D901-0041F97638F9}"/>
              </a:ext>
            </a:extLst>
          </p:cNvPr>
          <p:cNvPicPr preferRelativeResize="0"/>
          <p:nvPr userDrawn="1"/>
        </p:nvPicPr>
        <p:blipFill rotWithShape="1">
          <a:blip r:embed="rId6">
            <a:alphaModFix/>
          </a:blip>
          <a:srcRect t="9998" r="12703" b="4392"/>
          <a:stretch/>
        </p:blipFill>
        <p:spPr>
          <a:xfrm>
            <a:off x="5887945" y="1"/>
            <a:ext cx="6305644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861626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Capa Grafism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EABA0962-E311-B6D5-F104-F786D7D10BA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98074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BA0962-E311-B6D5-F104-F786D7D10B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36" name="Google Shape;2192;p71">
            <a:extLst>
              <a:ext uri="{FF2B5EF4-FFF2-40B4-BE49-F238E27FC236}">
                <a16:creationId xmlns:a16="http://schemas.microsoft.com/office/drawing/2014/main" id="{00352AE0-1FDD-71F9-F635-DFA80534988F}"/>
              </a:ext>
            </a:extLst>
          </p:cNvPr>
          <p:cNvPicPr preferRelativeResize="0">
            <a:picLocks noChangeAspect="1"/>
          </p:cNvPicPr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244800" y="378000"/>
            <a:ext cx="3398400" cy="615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2191;p71" descr="Image">
            <a:extLst>
              <a:ext uri="{FF2B5EF4-FFF2-40B4-BE49-F238E27FC236}">
                <a16:creationId xmlns:a16="http://schemas.microsoft.com/office/drawing/2014/main" id="{EC6C0446-F797-6696-0691-D5D3B578AF10}"/>
              </a:ext>
            </a:extLst>
          </p:cNvPr>
          <p:cNvPicPr preferRelativeResize="0"/>
          <p:nvPr userDrawn="1"/>
        </p:nvPicPr>
        <p:blipFill rotWithShape="1">
          <a:blip r:embed="rId6">
            <a:alphaModFix/>
          </a:blip>
          <a:srcRect t="9998" r="12703" b="4392"/>
          <a:stretch/>
        </p:blipFill>
        <p:spPr>
          <a:xfrm>
            <a:off x="5887945" y="1"/>
            <a:ext cx="630564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4C14F297-9874-216E-C433-100105B370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3673678"/>
            <a:ext cx="5859740" cy="16244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spcBef>
                <a:spcPts val="0"/>
              </a:spcBef>
              <a:buNone/>
              <a:defRPr sz="55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endParaRPr lang="pt-BR"/>
          </a:p>
        </p:txBody>
      </p:sp>
      <p:sp>
        <p:nvSpPr>
          <p:cNvPr id="32" name="Text Placeholder 51">
            <a:extLst>
              <a:ext uri="{FF2B5EF4-FFF2-40B4-BE49-F238E27FC236}">
                <a16:creationId xmlns:a16="http://schemas.microsoft.com/office/drawing/2014/main" id="{75372B82-6F2D-B889-B523-C81CB9485F7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623" y="5836630"/>
            <a:ext cx="5873109" cy="298577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2000" b="0" i="0">
                <a:solidFill>
                  <a:srgbClr val="99AAB6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Nome do Cliente</a:t>
            </a:r>
          </a:p>
        </p:txBody>
      </p:sp>
      <p:sp>
        <p:nvSpPr>
          <p:cNvPr id="33" name="Text Placeholder 51">
            <a:extLst>
              <a:ext uri="{FF2B5EF4-FFF2-40B4-BE49-F238E27FC236}">
                <a16:creationId xmlns:a16="http://schemas.microsoft.com/office/drawing/2014/main" id="{6F7FB5DE-6524-46C4-6448-A348016D67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623" y="6222044"/>
            <a:ext cx="2459315" cy="202267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1400" b="0" i="0">
                <a:solidFill>
                  <a:schemeClr val="bg1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Mês . Ano</a:t>
            </a:r>
          </a:p>
        </p:txBody>
      </p:sp>
    </p:spTree>
    <p:extLst>
      <p:ext uri="{BB962C8B-B14F-4D97-AF65-F5344CB8AC3E}">
        <p14:creationId xmlns:p14="http://schemas.microsoft.com/office/powerpoint/2010/main" val="41120629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Capa Foto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FD9E90B2-193B-8D1A-A0A0-1B140F57D3B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81417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D9E90B2-193B-8D1A-A0A0-1B140F57D3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9F1C7151-5E98-DF5F-B7AC-78086A48919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2732" y="0"/>
            <a:ext cx="5850855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 rtl="0">
              <a:defRPr>
                <a:latin typeface="Arial Nova Cond" panose="020B0506020202020204" pitchFamily="34" charset="0"/>
              </a:defRPr>
            </a:lvl1pPr>
          </a:lstStyle>
          <a:p>
            <a:r>
              <a:rPr lang="pt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latin typeface="Arial Nova Cond" panose="020B0506020202020204" pitchFamily="34" charset="0"/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" name="Google Shape;2192;p71">
            <a:extLst>
              <a:ext uri="{FF2B5EF4-FFF2-40B4-BE49-F238E27FC236}">
                <a16:creationId xmlns:a16="http://schemas.microsoft.com/office/drawing/2014/main" id="{3958B7E0-12FD-F720-89DF-687FE31655A4}"/>
              </a:ext>
            </a:extLst>
          </p:cNvPr>
          <p:cNvPicPr preferRelativeResize="0"/>
          <p:nvPr userDrawn="1"/>
        </p:nvPicPr>
        <p:blipFill>
          <a:blip r:embed="rId5"/>
          <a:srcRect/>
          <a:stretch/>
        </p:blipFill>
        <p:spPr>
          <a:xfrm>
            <a:off x="243085" y="379284"/>
            <a:ext cx="3397213" cy="61540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 Placeholder 43">
            <a:extLst>
              <a:ext uri="{FF2B5EF4-FFF2-40B4-BE49-F238E27FC236}">
                <a16:creationId xmlns:a16="http://schemas.microsoft.com/office/drawing/2014/main" id="{FD806D67-10BF-4023-D51A-4B0FFC7EB2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3673678"/>
            <a:ext cx="5859740" cy="16244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spcBef>
                <a:spcPts val="0"/>
              </a:spcBef>
              <a:buNone/>
              <a:defRPr sz="55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endParaRPr lang="pt-BR"/>
          </a:p>
        </p:txBody>
      </p:sp>
      <p:sp>
        <p:nvSpPr>
          <p:cNvPr id="33" name="Text Placeholder 51">
            <a:extLst>
              <a:ext uri="{FF2B5EF4-FFF2-40B4-BE49-F238E27FC236}">
                <a16:creationId xmlns:a16="http://schemas.microsoft.com/office/drawing/2014/main" id="{A49D5658-F6E3-FA36-C79E-1D395337D1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623" y="5836630"/>
            <a:ext cx="5873109" cy="298577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2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Nome do Cliente</a:t>
            </a:r>
          </a:p>
        </p:txBody>
      </p:sp>
      <p:sp>
        <p:nvSpPr>
          <p:cNvPr id="35" name="Text Placeholder 51">
            <a:extLst>
              <a:ext uri="{FF2B5EF4-FFF2-40B4-BE49-F238E27FC236}">
                <a16:creationId xmlns:a16="http://schemas.microsoft.com/office/drawing/2014/main" id="{7B650764-6019-64E1-2A79-56579C7204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623" y="6222044"/>
            <a:ext cx="2459315" cy="202267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14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Mês . Ano</a:t>
            </a:r>
          </a:p>
        </p:txBody>
      </p:sp>
    </p:spTree>
    <p:extLst>
      <p:ext uri="{BB962C8B-B14F-4D97-AF65-F5344CB8AC3E}">
        <p14:creationId xmlns:p14="http://schemas.microsoft.com/office/powerpoint/2010/main" val="29621649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Capa Foto Cinz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985115A-9F35-8074-5743-CF44F0A3725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16130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985115A-9F35-8074-5743-CF44F0A372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9F1C7151-5E98-DF5F-B7AC-78086A48919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2732" y="0"/>
            <a:ext cx="5850855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 rtl="0">
              <a:defRPr>
                <a:latin typeface="Arial Nova Cond" panose="020B0506020202020204" pitchFamily="34" charset="0"/>
              </a:defRPr>
            </a:lvl1pPr>
          </a:lstStyle>
          <a:p>
            <a:r>
              <a:rPr lang="pt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" name="Google Shape;2192;p71">
            <a:extLst>
              <a:ext uri="{FF2B5EF4-FFF2-40B4-BE49-F238E27FC236}">
                <a16:creationId xmlns:a16="http://schemas.microsoft.com/office/drawing/2014/main" id="{3958B7E0-12FD-F720-89DF-687FE31655A4}"/>
              </a:ext>
            </a:extLst>
          </p:cNvPr>
          <p:cNvPicPr preferRelativeResize="0"/>
          <p:nvPr userDrawn="1"/>
        </p:nvPicPr>
        <p:blipFill>
          <a:blip r:embed="rId5"/>
          <a:srcRect/>
          <a:stretch/>
        </p:blipFill>
        <p:spPr>
          <a:xfrm>
            <a:off x="243085" y="379284"/>
            <a:ext cx="3397213" cy="61540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 Placeholder 43">
            <a:extLst>
              <a:ext uri="{FF2B5EF4-FFF2-40B4-BE49-F238E27FC236}">
                <a16:creationId xmlns:a16="http://schemas.microsoft.com/office/drawing/2014/main" id="{FD806D67-10BF-4023-D51A-4B0FFC7EB2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3673678"/>
            <a:ext cx="5859740" cy="16244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spcBef>
                <a:spcPts val="0"/>
              </a:spcBef>
              <a:buNone/>
              <a:defRPr sz="55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endParaRPr lang="pt-BR"/>
          </a:p>
        </p:txBody>
      </p:sp>
      <p:sp>
        <p:nvSpPr>
          <p:cNvPr id="33" name="Text Placeholder 51">
            <a:extLst>
              <a:ext uri="{FF2B5EF4-FFF2-40B4-BE49-F238E27FC236}">
                <a16:creationId xmlns:a16="http://schemas.microsoft.com/office/drawing/2014/main" id="{A49D5658-F6E3-FA36-C79E-1D395337D1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623" y="5836630"/>
            <a:ext cx="5873109" cy="298577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2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Nome do Cliente</a:t>
            </a:r>
          </a:p>
        </p:txBody>
      </p:sp>
      <p:sp>
        <p:nvSpPr>
          <p:cNvPr id="35" name="Text Placeholder 51">
            <a:extLst>
              <a:ext uri="{FF2B5EF4-FFF2-40B4-BE49-F238E27FC236}">
                <a16:creationId xmlns:a16="http://schemas.microsoft.com/office/drawing/2014/main" id="{7B650764-6019-64E1-2A79-56579C7204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623" y="6222044"/>
            <a:ext cx="2459315" cy="202267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14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Mês . Ano</a:t>
            </a:r>
          </a:p>
        </p:txBody>
      </p:sp>
    </p:spTree>
    <p:extLst>
      <p:ext uri="{BB962C8B-B14F-4D97-AF65-F5344CB8AC3E}">
        <p14:creationId xmlns:p14="http://schemas.microsoft.com/office/powerpoint/2010/main" val="414915692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Capa Fot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40EF810-5535-1F77-3A59-BF328DEE690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63334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40EF810-5535-1F77-3A59-BF328DEE69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9F1C7151-5E98-DF5F-B7AC-78086A48919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2732" y="0"/>
            <a:ext cx="5850855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 rtl="0">
              <a:defRPr>
                <a:latin typeface="Arial Nova Cond" panose="020B0506020202020204" pitchFamily="34" charset="0"/>
              </a:defRPr>
            </a:lvl1pPr>
          </a:lstStyle>
          <a:p>
            <a:r>
              <a:rPr lang="pt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36" name="Google Shape;2192;p71">
            <a:extLst>
              <a:ext uri="{FF2B5EF4-FFF2-40B4-BE49-F238E27FC236}">
                <a16:creationId xmlns:a16="http://schemas.microsoft.com/office/drawing/2014/main" id="{6B29C221-5495-9FBB-7826-D3F8A5161ABE}"/>
              </a:ext>
            </a:extLst>
          </p:cNvPr>
          <p:cNvPicPr preferRelativeResize="0">
            <a:picLocks noChangeAspect="1"/>
          </p:cNvPicPr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244800" y="378000"/>
            <a:ext cx="3398400" cy="615433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7E4FDA93-8B68-2A03-418A-37DFE9D297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3673678"/>
            <a:ext cx="5859740" cy="16244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spcBef>
                <a:spcPts val="0"/>
              </a:spcBef>
              <a:buNone/>
              <a:defRPr sz="55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endParaRPr lang="pt-BR"/>
          </a:p>
        </p:txBody>
      </p:sp>
      <p:sp>
        <p:nvSpPr>
          <p:cNvPr id="38" name="Text Placeholder 51">
            <a:extLst>
              <a:ext uri="{FF2B5EF4-FFF2-40B4-BE49-F238E27FC236}">
                <a16:creationId xmlns:a16="http://schemas.microsoft.com/office/drawing/2014/main" id="{322E9E79-6045-FA6A-58CF-6EB6D9AFBE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623" y="5836630"/>
            <a:ext cx="5873109" cy="298577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2000" b="0" i="0">
                <a:solidFill>
                  <a:srgbClr val="99AAB6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Nome do Cliente</a:t>
            </a:r>
          </a:p>
        </p:txBody>
      </p:sp>
      <p:sp>
        <p:nvSpPr>
          <p:cNvPr id="39" name="Text Placeholder 51">
            <a:extLst>
              <a:ext uri="{FF2B5EF4-FFF2-40B4-BE49-F238E27FC236}">
                <a16:creationId xmlns:a16="http://schemas.microsoft.com/office/drawing/2014/main" id="{ECAB87F8-1ACF-E19D-3CD4-E63CF8A3BE3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623" y="6222044"/>
            <a:ext cx="2459315" cy="202267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1400" b="0" i="0">
                <a:solidFill>
                  <a:schemeClr val="bg1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Mês . Ano</a:t>
            </a:r>
          </a:p>
        </p:txBody>
      </p:sp>
    </p:spTree>
    <p:extLst>
      <p:ext uri="{BB962C8B-B14F-4D97-AF65-F5344CB8AC3E}">
        <p14:creationId xmlns:p14="http://schemas.microsoft.com/office/powerpoint/2010/main" val="6238164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Destaque Foto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2AD63DE-CC1C-D03D-689B-B4EA5B64587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023505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2AD63DE-CC1C-D03D-689B-B4EA5B6458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9F1C7151-5E98-DF5F-B7AC-78086A48919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2732" y="0"/>
            <a:ext cx="5850855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 rtl="0">
              <a:defRPr>
                <a:latin typeface="Arial Nova Cond" panose="020B0506020202020204" pitchFamily="34" charset="0"/>
              </a:defRPr>
            </a:lvl1pPr>
          </a:lstStyle>
          <a:p>
            <a:r>
              <a:rPr lang="pt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7E4FDA93-8B68-2A03-418A-37DFE9D297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481330"/>
            <a:ext cx="5859740" cy="16244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5500" b="0" i="0">
                <a:solidFill>
                  <a:schemeClr val="tx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625779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Destaque Foto Cinz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E0D5A9E-D201-528D-2459-2498AB97E53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544940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E0D5A9E-D201-528D-2459-2498AB97E5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9F1C7151-5E98-DF5F-B7AC-78086A48919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2732" y="0"/>
            <a:ext cx="5850855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 rtl="0">
              <a:defRPr>
                <a:latin typeface="Arial Nova Cond" panose="020B0506020202020204" pitchFamily="34" charset="0"/>
              </a:defRPr>
            </a:lvl1pPr>
          </a:lstStyle>
          <a:p>
            <a:r>
              <a:rPr lang="pt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7E4FDA93-8B68-2A03-418A-37DFE9D297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481330"/>
            <a:ext cx="5859740" cy="16244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5500" b="0" i="0">
                <a:solidFill>
                  <a:schemeClr val="tx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729699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Destaque Foto Azu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1741245-CD1F-3E17-66BD-CB1ECC5F0B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247907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1741245-CD1F-3E17-66BD-CB1ECC5F0B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9F1C7151-5E98-DF5F-B7AC-78086A48919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2732" y="0"/>
            <a:ext cx="5850855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 rtl="0">
              <a:defRPr>
                <a:latin typeface="Arial Nova Cond" panose="020B0506020202020204" pitchFamily="34" charset="0"/>
              </a:defRPr>
            </a:lvl1pPr>
          </a:lstStyle>
          <a:p>
            <a:r>
              <a:rPr lang="pt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7E4FDA93-8B68-2A03-418A-37DFE9D297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481330"/>
            <a:ext cx="5859740" cy="16244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55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0890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Destaque Fot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AE944D3C-2D4D-23D7-73B2-FBC98F412A5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610043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E944D3C-2D4D-23D7-73B2-FBC98F412A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9F1C7151-5E98-DF5F-B7AC-78086A48919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2732" y="0"/>
            <a:ext cx="5850855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 rtl="0">
              <a:defRPr>
                <a:latin typeface="Arial Nova Cond" panose="020B0506020202020204" pitchFamily="34" charset="0"/>
              </a:defRPr>
            </a:lvl1pPr>
          </a:lstStyle>
          <a:p>
            <a:r>
              <a:rPr lang="pt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7E4FDA93-8B68-2A03-418A-37DFE9D297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481330"/>
            <a:ext cx="5859740" cy="16244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55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41094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_Agenda Foto Cinz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6FECECE-68F5-0C6C-E808-C42D7BD4078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773105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6FECECE-68F5-0C6C-E808-C42D7BD407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Picture Placeholder 33">
            <a:extLst>
              <a:ext uri="{FF2B5EF4-FFF2-40B4-BE49-F238E27FC236}">
                <a16:creationId xmlns:a16="http://schemas.microsoft.com/office/drawing/2014/main" id="{785EFC70-36F7-A2E7-3C48-7EF2DA7625B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2732" y="0"/>
            <a:ext cx="5850855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 rtl="0">
              <a:defRPr>
                <a:latin typeface="Arial Nova Cond" panose="020B0506020202020204" pitchFamily="34" charset="0"/>
              </a:defRPr>
            </a:lvl1pPr>
          </a:lstStyle>
          <a:p>
            <a:r>
              <a:rPr lang="pt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cxnSp>
        <p:nvCxnSpPr>
          <p:cNvPr id="33" name="Google Shape;2418;p84">
            <a:extLst>
              <a:ext uri="{FF2B5EF4-FFF2-40B4-BE49-F238E27FC236}">
                <a16:creationId xmlns:a16="http://schemas.microsoft.com/office/drawing/2014/main" id="{9A9D1D6C-F299-4FA3-FC24-B6AB77071318}"/>
              </a:ext>
            </a:extLst>
          </p:cNvPr>
          <p:cNvCxnSpPr/>
          <p:nvPr userDrawn="1"/>
        </p:nvCxnSpPr>
        <p:spPr>
          <a:xfrm rot="10800000" flipH="1">
            <a:off x="-119939" y="-162500"/>
            <a:ext cx="661600" cy="11460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217B052E-9F24-158B-A0F2-1F40D70572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848" y="1321731"/>
            <a:ext cx="5369112" cy="98990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chemeClr val="tx1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4" name="Text Placeholder 35">
            <a:extLst>
              <a:ext uri="{FF2B5EF4-FFF2-40B4-BE49-F238E27FC236}">
                <a16:creationId xmlns:a16="http://schemas.microsoft.com/office/drawing/2014/main" id="{81C4BA8A-B07D-69FB-695C-95232E5DC87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7" y="3194050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chemeClr val="tx2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99EF8390-1F36-B9AC-A0BB-37B2C4701E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50437" y="3194050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accent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6E52C97D-8F93-2DF1-F55C-60017C89EE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0847" y="3896925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chemeClr val="tx2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9A9B3FBD-3F63-FF3A-2EE9-6F932677F26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50437" y="3896925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accent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C253F01D-67FC-4E5F-7A12-9341B4FAC4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0847" y="4599800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chemeClr val="tx2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035B45A4-A57D-AE29-1051-9E30BDEFE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50437" y="4599800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accent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7B58CD4D-D54E-43C6-8337-5D9A8F8683C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0847" y="5302675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chemeClr val="tx2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12C44778-F57A-75DE-3DEA-3664F3FF3E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50437" y="5302675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accent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9C5B929B-C11D-50AE-D5D1-FB6AE222AF8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0847" y="6005551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chemeClr val="tx2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11864393-07ED-4ED1-6328-B0273A15446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0437" y="6005551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accent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</p:spTree>
    <p:extLst>
      <p:ext uri="{BB962C8B-B14F-4D97-AF65-F5344CB8AC3E}">
        <p14:creationId xmlns:p14="http://schemas.microsoft.com/office/powerpoint/2010/main" val="21014330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_Agenda Foto Azu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08EBCEF-9486-593F-2E0E-BE8A6C3A1B2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358037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08EBCEF-9486-593F-2E0E-BE8A6C3A1B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Picture Placeholder 33">
            <a:extLst>
              <a:ext uri="{FF2B5EF4-FFF2-40B4-BE49-F238E27FC236}">
                <a16:creationId xmlns:a16="http://schemas.microsoft.com/office/drawing/2014/main" id="{785EFC70-36F7-A2E7-3C48-7EF2DA7625B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2732" y="0"/>
            <a:ext cx="5850855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 rtl="0">
              <a:defRPr>
                <a:latin typeface="Arial Nova Cond" panose="020B0506020202020204" pitchFamily="34" charset="0"/>
              </a:defRPr>
            </a:lvl1pPr>
          </a:lstStyle>
          <a:p>
            <a:r>
              <a:rPr lang="pt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cxnSp>
        <p:nvCxnSpPr>
          <p:cNvPr id="33" name="Google Shape;2418;p84">
            <a:extLst>
              <a:ext uri="{FF2B5EF4-FFF2-40B4-BE49-F238E27FC236}">
                <a16:creationId xmlns:a16="http://schemas.microsoft.com/office/drawing/2014/main" id="{9A9D1D6C-F299-4FA3-FC24-B6AB77071318}"/>
              </a:ext>
            </a:extLst>
          </p:cNvPr>
          <p:cNvCxnSpPr/>
          <p:nvPr userDrawn="1"/>
        </p:nvCxnSpPr>
        <p:spPr>
          <a:xfrm rot="10800000" flipH="1">
            <a:off x="-119939" y="-162500"/>
            <a:ext cx="661600" cy="1146000"/>
          </a:xfrm>
          <a:prstGeom prst="straightConnector1">
            <a:avLst/>
          </a:prstGeom>
          <a:noFill/>
          <a:ln w="19050" cap="flat" cmpd="sng">
            <a:solidFill>
              <a:srgbClr val="002B49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217B052E-9F24-158B-A0F2-1F40D70572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848" y="1321731"/>
            <a:ext cx="5369112" cy="98990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chemeClr val="bg1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4" name="Text Placeholder 35">
            <a:extLst>
              <a:ext uri="{FF2B5EF4-FFF2-40B4-BE49-F238E27FC236}">
                <a16:creationId xmlns:a16="http://schemas.microsoft.com/office/drawing/2014/main" id="{81C4BA8A-B07D-69FB-695C-95232E5DC87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7" y="3194050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chemeClr val="tx1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99EF8390-1F36-B9AC-A0BB-37B2C4701E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50437" y="3194050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6E52C97D-8F93-2DF1-F55C-60017C89EE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0847" y="3896925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chemeClr val="tx1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9A9B3FBD-3F63-FF3A-2EE9-6F932677F26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50437" y="3896925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C253F01D-67FC-4E5F-7A12-9341B4FAC4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0847" y="4599800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chemeClr val="tx1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035B45A4-A57D-AE29-1051-9E30BDEFE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50437" y="4599800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7B58CD4D-D54E-43C6-8337-5D9A8F8683C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0847" y="5302675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chemeClr val="tx1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12C44778-F57A-75DE-3DEA-3664F3FF3E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50437" y="5302675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9C5B929B-C11D-50AE-D5D1-FB6AE222AF8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0847" y="6005551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chemeClr val="tx1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11864393-07ED-4ED1-6328-B0273A15446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0437" y="6005551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</p:spTree>
    <p:extLst>
      <p:ext uri="{BB962C8B-B14F-4D97-AF65-F5344CB8AC3E}">
        <p14:creationId xmlns:p14="http://schemas.microsoft.com/office/powerpoint/2010/main" val="215614504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_Agenda Fot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737F32B-CC54-86BD-921E-18C01C412E6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8470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737F32B-CC54-86BD-921E-18C01C412E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Picture Placeholder 33">
            <a:extLst>
              <a:ext uri="{FF2B5EF4-FFF2-40B4-BE49-F238E27FC236}">
                <a16:creationId xmlns:a16="http://schemas.microsoft.com/office/drawing/2014/main" id="{785EFC70-36F7-A2E7-3C48-7EF2DA7625B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2732" y="0"/>
            <a:ext cx="5850855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 rtl="0">
              <a:defRPr>
                <a:latin typeface="Arial Nova Cond" panose="020B0506020202020204" pitchFamily="34" charset="0"/>
              </a:defRPr>
            </a:lvl1pPr>
          </a:lstStyle>
          <a:p>
            <a:r>
              <a:rPr lang="pt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latin typeface="Arial Nova Cond" panose="020B0506020202020204" pitchFamily="34" charset="0"/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cxnSp>
        <p:nvCxnSpPr>
          <p:cNvPr id="33" name="Google Shape;2418;p84">
            <a:extLst>
              <a:ext uri="{FF2B5EF4-FFF2-40B4-BE49-F238E27FC236}">
                <a16:creationId xmlns:a16="http://schemas.microsoft.com/office/drawing/2014/main" id="{9A9D1D6C-F299-4FA3-FC24-B6AB77071318}"/>
              </a:ext>
            </a:extLst>
          </p:cNvPr>
          <p:cNvCxnSpPr/>
          <p:nvPr userDrawn="1"/>
        </p:nvCxnSpPr>
        <p:spPr>
          <a:xfrm rot="10800000" flipH="1">
            <a:off x="-119939" y="-162500"/>
            <a:ext cx="661600" cy="11460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217B052E-9F24-158B-A0F2-1F40D70572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848" y="1321731"/>
            <a:ext cx="5369112" cy="98990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rgbClr val="7EA1C3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4" name="Text Placeholder 35">
            <a:extLst>
              <a:ext uri="{FF2B5EF4-FFF2-40B4-BE49-F238E27FC236}">
                <a16:creationId xmlns:a16="http://schemas.microsoft.com/office/drawing/2014/main" id="{81C4BA8A-B07D-69FB-695C-95232E5DC87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7" y="3194050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rgbClr val="7EA1C3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99EF8390-1F36-B9AC-A0BB-37B2C4701E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50437" y="3194050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6E52C97D-8F93-2DF1-F55C-60017C89EE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0847" y="3896925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rgbClr val="7EA1C3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9A9B3FBD-3F63-FF3A-2EE9-6F932677F26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50437" y="3896925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C253F01D-67FC-4E5F-7A12-9341B4FAC4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0847" y="4599800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rgbClr val="7EA1C3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035B45A4-A57D-AE29-1051-9E30BDEFE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50437" y="4599800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7B58CD4D-D54E-43C6-8337-5D9A8F8683C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0847" y="5302675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rgbClr val="7EA1C3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12C44778-F57A-75DE-3DEA-3664F3FF3E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50437" y="5302675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9C5B929B-C11D-50AE-D5D1-FB6AE222AF8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0847" y="6005551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rgbClr val="7EA1C3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11864393-07ED-4ED1-6328-B0273A15446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0437" y="6005551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</p:spTree>
    <p:extLst>
      <p:ext uri="{BB962C8B-B14F-4D97-AF65-F5344CB8AC3E}">
        <p14:creationId xmlns:p14="http://schemas.microsoft.com/office/powerpoint/2010/main" val="90112064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Destaque Linhas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1A54144-319E-14E1-FCAB-270C5C0E90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907941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1A54144-319E-14E1-FCAB-270C5C0E90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ADA05E41-AC2F-1088-C63E-E2D589655735}"/>
              </a:ext>
            </a:extLst>
          </p:cNvPr>
          <p:cNvGrpSpPr/>
          <p:nvPr userDrawn="1"/>
        </p:nvGrpSpPr>
        <p:grpSpPr>
          <a:xfrm>
            <a:off x="4106216" y="-107233"/>
            <a:ext cx="3981156" cy="7066560"/>
            <a:chOff x="4106216" y="-107233"/>
            <a:chExt cx="3981156" cy="7066560"/>
          </a:xfrm>
        </p:grpSpPr>
        <p:cxnSp>
          <p:nvCxnSpPr>
            <p:cNvPr id="5" name="Google Shape;4623;p127">
              <a:extLst>
                <a:ext uri="{FF2B5EF4-FFF2-40B4-BE49-F238E27FC236}">
                  <a16:creationId xmlns:a16="http://schemas.microsoft.com/office/drawing/2014/main" id="{0AE56F38-F18A-49D6-4C88-2470EF3B2289}"/>
                </a:ext>
              </a:extLst>
            </p:cNvPr>
            <p:cNvCxnSpPr/>
            <p:nvPr/>
          </p:nvCxnSpPr>
          <p:spPr>
            <a:xfrm rot="10800000" flipH="1">
              <a:off x="7092469" y="-107233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6" name="Google Shape;4624;p127">
              <a:extLst>
                <a:ext uri="{FF2B5EF4-FFF2-40B4-BE49-F238E27FC236}">
                  <a16:creationId xmlns:a16="http://schemas.microsoft.com/office/drawing/2014/main" id="{D8BC2CB5-025F-2768-E0CD-C258A59E4976}"/>
                </a:ext>
              </a:extLst>
            </p:cNvPr>
            <p:cNvCxnSpPr/>
            <p:nvPr/>
          </p:nvCxnSpPr>
          <p:spPr>
            <a:xfrm rot="10800000" flipH="1">
              <a:off x="4106216" y="5236138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1615956"/>
            <a:ext cx="11258551" cy="3618318"/>
          </a:xfrm>
          <a:prstGeom prst="rect">
            <a:avLst/>
          </a:prstGeom>
        </p:spPr>
        <p:txBody>
          <a:bodyPr anchor="ctr"/>
          <a:lstStyle>
            <a:lvl1pPr marL="0" indent="0" algn="ctr" rtl="0">
              <a:lnSpc>
                <a:spcPct val="90000"/>
              </a:lnSpc>
              <a:spcBef>
                <a:spcPts val="0"/>
              </a:spcBef>
              <a:buNone/>
              <a:defRPr sz="6000" b="0" i="0">
                <a:solidFill>
                  <a:schemeClr val="tx2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</a:p>
          <a:p>
            <a:pPr lvl="0"/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pic>
        <p:nvPicPr>
          <p:cNvPr id="10" name="Google Shape;4546;p456">
            <a:extLst>
              <a:ext uri="{FF2B5EF4-FFF2-40B4-BE49-F238E27FC236}">
                <a16:creationId xmlns:a16="http://schemas.microsoft.com/office/drawing/2014/main" id="{1A8DA4A8-D9ED-48CE-749E-989C94EAE1F9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D274087C-72B1-96E7-75D7-4BDB29B42B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Text Placeholder 32">
            <a:extLst>
              <a:ext uri="{FF2B5EF4-FFF2-40B4-BE49-F238E27FC236}">
                <a16:creationId xmlns:a16="http://schemas.microsoft.com/office/drawing/2014/main" id="{2A037618-E33F-236A-769A-CE8780F812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1591787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Destaque Linhas Sub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7D2F219-DA94-DF2D-5EE1-5B149F89707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246983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7D2F219-DA94-DF2D-5EE1-5B149F8970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ADA05E41-AC2F-1088-C63E-E2D589655735}"/>
              </a:ext>
            </a:extLst>
          </p:cNvPr>
          <p:cNvGrpSpPr/>
          <p:nvPr userDrawn="1"/>
        </p:nvGrpSpPr>
        <p:grpSpPr>
          <a:xfrm>
            <a:off x="4106216" y="-107233"/>
            <a:ext cx="3981156" cy="7066560"/>
            <a:chOff x="4106216" y="-107233"/>
            <a:chExt cx="3981156" cy="7066560"/>
          </a:xfrm>
        </p:grpSpPr>
        <p:cxnSp>
          <p:nvCxnSpPr>
            <p:cNvPr id="5" name="Google Shape;4623;p127">
              <a:extLst>
                <a:ext uri="{FF2B5EF4-FFF2-40B4-BE49-F238E27FC236}">
                  <a16:creationId xmlns:a16="http://schemas.microsoft.com/office/drawing/2014/main" id="{0AE56F38-F18A-49D6-4C88-2470EF3B2289}"/>
                </a:ext>
              </a:extLst>
            </p:cNvPr>
            <p:cNvCxnSpPr/>
            <p:nvPr/>
          </p:nvCxnSpPr>
          <p:spPr>
            <a:xfrm rot="10800000" flipH="1">
              <a:off x="7092469" y="-107233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6" name="Google Shape;4624;p127">
              <a:extLst>
                <a:ext uri="{FF2B5EF4-FFF2-40B4-BE49-F238E27FC236}">
                  <a16:creationId xmlns:a16="http://schemas.microsoft.com/office/drawing/2014/main" id="{D8BC2CB5-025F-2768-E0CD-C258A59E4976}"/>
                </a:ext>
              </a:extLst>
            </p:cNvPr>
            <p:cNvCxnSpPr/>
            <p:nvPr/>
          </p:nvCxnSpPr>
          <p:spPr>
            <a:xfrm rot="10800000" flipH="1">
              <a:off x="4106216" y="5236138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1615956"/>
            <a:ext cx="11258551" cy="1813044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ctr" rtl="0">
              <a:lnSpc>
                <a:spcPct val="90000"/>
              </a:lnSpc>
              <a:spcBef>
                <a:spcPts val="0"/>
              </a:spcBef>
              <a:buNone/>
              <a:defRPr sz="6000" b="0" i="0">
                <a:solidFill>
                  <a:schemeClr val="tx2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060BD06-41C8-2584-129E-558D49AC99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724" y="3663950"/>
            <a:ext cx="11258551" cy="1572189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 rtl="0">
              <a:lnSpc>
                <a:spcPct val="90000"/>
              </a:lnSpc>
              <a:spcBef>
                <a:spcPts val="0"/>
              </a:spcBef>
              <a:buNone/>
              <a:defRPr sz="36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pic>
        <p:nvPicPr>
          <p:cNvPr id="10" name="Google Shape;4546;p456">
            <a:extLst>
              <a:ext uri="{FF2B5EF4-FFF2-40B4-BE49-F238E27FC236}">
                <a16:creationId xmlns:a16="http://schemas.microsoft.com/office/drawing/2014/main" id="{E7272DF4-1F0C-A447-59CC-066A6ACAFB4F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4BE4B2-8753-E6D3-7633-5B17D67ABB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" name="Text Placeholder 32">
            <a:extLst>
              <a:ext uri="{FF2B5EF4-FFF2-40B4-BE49-F238E27FC236}">
                <a16:creationId xmlns:a16="http://schemas.microsoft.com/office/drawing/2014/main" id="{24D8D5F8-286B-3681-8A2C-F2F1C541761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35542611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Destaque Linhas Cinza">
    <p:bg>
      <p:bgPr>
        <a:solidFill>
          <a:srgbClr val="D7D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ACB25AEF-604C-045D-727F-3A2557C9683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850532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CB25AEF-604C-045D-727F-3A2557C968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ADA05E41-AC2F-1088-C63E-E2D589655735}"/>
              </a:ext>
            </a:extLst>
          </p:cNvPr>
          <p:cNvGrpSpPr/>
          <p:nvPr userDrawn="1"/>
        </p:nvGrpSpPr>
        <p:grpSpPr>
          <a:xfrm>
            <a:off x="4106216" y="-107233"/>
            <a:ext cx="3981156" cy="7066560"/>
            <a:chOff x="4106216" y="-107233"/>
            <a:chExt cx="3981156" cy="7066560"/>
          </a:xfrm>
        </p:grpSpPr>
        <p:cxnSp>
          <p:nvCxnSpPr>
            <p:cNvPr id="5" name="Google Shape;4623;p127">
              <a:extLst>
                <a:ext uri="{FF2B5EF4-FFF2-40B4-BE49-F238E27FC236}">
                  <a16:creationId xmlns:a16="http://schemas.microsoft.com/office/drawing/2014/main" id="{0AE56F38-F18A-49D6-4C88-2470EF3B2289}"/>
                </a:ext>
              </a:extLst>
            </p:cNvPr>
            <p:cNvCxnSpPr/>
            <p:nvPr/>
          </p:nvCxnSpPr>
          <p:spPr>
            <a:xfrm rot="10800000" flipH="1">
              <a:off x="7092469" y="-107233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6" name="Google Shape;4624;p127">
              <a:extLst>
                <a:ext uri="{FF2B5EF4-FFF2-40B4-BE49-F238E27FC236}">
                  <a16:creationId xmlns:a16="http://schemas.microsoft.com/office/drawing/2014/main" id="{D8BC2CB5-025F-2768-E0CD-C258A59E4976}"/>
                </a:ext>
              </a:extLst>
            </p:cNvPr>
            <p:cNvCxnSpPr/>
            <p:nvPr/>
          </p:nvCxnSpPr>
          <p:spPr>
            <a:xfrm rot="10800000" flipH="1">
              <a:off x="4106216" y="5236138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1615956"/>
            <a:ext cx="11258551" cy="3618318"/>
          </a:xfrm>
          <a:prstGeom prst="rect">
            <a:avLst/>
          </a:prstGeom>
        </p:spPr>
        <p:txBody>
          <a:bodyPr anchor="ctr"/>
          <a:lstStyle>
            <a:lvl1pPr marL="0" indent="0" algn="ctr" rtl="0">
              <a:lnSpc>
                <a:spcPct val="90000"/>
              </a:lnSpc>
              <a:spcBef>
                <a:spcPts val="0"/>
              </a:spcBef>
              <a:buNone/>
              <a:defRPr sz="60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</a:p>
          <a:p>
            <a:pPr lvl="0"/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pic>
        <p:nvPicPr>
          <p:cNvPr id="10" name="Google Shape;4546;p456">
            <a:extLst>
              <a:ext uri="{FF2B5EF4-FFF2-40B4-BE49-F238E27FC236}">
                <a16:creationId xmlns:a16="http://schemas.microsoft.com/office/drawing/2014/main" id="{1A8DA4A8-D9ED-48CE-749E-989C94EAE1F9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5ECAFDD1-7D78-2A7E-03A2-6743279AFD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Text Placeholder 32">
            <a:extLst>
              <a:ext uri="{FF2B5EF4-FFF2-40B4-BE49-F238E27FC236}">
                <a16:creationId xmlns:a16="http://schemas.microsoft.com/office/drawing/2014/main" id="{B7F0073E-EB2D-D16E-80E9-A09645EDDED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1190587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Destaque Linhas Sub Cinza">
    <p:bg>
      <p:bgPr>
        <a:solidFill>
          <a:srgbClr val="D7D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27DB0AE-E6CE-F823-A168-FE92AE9C70B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357816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27DB0AE-E6CE-F823-A168-FE92AE9C70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ADA05E41-AC2F-1088-C63E-E2D589655735}"/>
              </a:ext>
            </a:extLst>
          </p:cNvPr>
          <p:cNvGrpSpPr/>
          <p:nvPr userDrawn="1"/>
        </p:nvGrpSpPr>
        <p:grpSpPr>
          <a:xfrm>
            <a:off x="4106216" y="-107233"/>
            <a:ext cx="3981156" cy="7066560"/>
            <a:chOff x="4106216" y="-107233"/>
            <a:chExt cx="3981156" cy="7066560"/>
          </a:xfrm>
        </p:grpSpPr>
        <p:cxnSp>
          <p:nvCxnSpPr>
            <p:cNvPr id="5" name="Google Shape;4623;p127">
              <a:extLst>
                <a:ext uri="{FF2B5EF4-FFF2-40B4-BE49-F238E27FC236}">
                  <a16:creationId xmlns:a16="http://schemas.microsoft.com/office/drawing/2014/main" id="{0AE56F38-F18A-49D6-4C88-2470EF3B2289}"/>
                </a:ext>
              </a:extLst>
            </p:cNvPr>
            <p:cNvCxnSpPr/>
            <p:nvPr/>
          </p:nvCxnSpPr>
          <p:spPr>
            <a:xfrm rot="10800000" flipH="1">
              <a:off x="7092469" y="-107233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6" name="Google Shape;4624;p127">
              <a:extLst>
                <a:ext uri="{FF2B5EF4-FFF2-40B4-BE49-F238E27FC236}">
                  <a16:creationId xmlns:a16="http://schemas.microsoft.com/office/drawing/2014/main" id="{D8BC2CB5-025F-2768-E0CD-C258A59E4976}"/>
                </a:ext>
              </a:extLst>
            </p:cNvPr>
            <p:cNvCxnSpPr/>
            <p:nvPr/>
          </p:nvCxnSpPr>
          <p:spPr>
            <a:xfrm rot="10800000" flipH="1">
              <a:off x="4106216" y="5236138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1615956"/>
            <a:ext cx="11258551" cy="1813044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ctr" rtl="0">
              <a:lnSpc>
                <a:spcPct val="90000"/>
              </a:lnSpc>
              <a:spcBef>
                <a:spcPts val="0"/>
              </a:spcBef>
              <a:buNone/>
              <a:defRPr sz="60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060BD06-41C8-2584-129E-558D49AC99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724" y="3663950"/>
            <a:ext cx="11258551" cy="1572189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 rtl="0">
              <a:lnSpc>
                <a:spcPct val="90000"/>
              </a:lnSpc>
              <a:spcBef>
                <a:spcPts val="0"/>
              </a:spcBef>
              <a:buNone/>
              <a:defRPr sz="36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pic>
        <p:nvPicPr>
          <p:cNvPr id="10" name="Google Shape;4546;p456">
            <a:extLst>
              <a:ext uri="{FF2B5EF4-FFF2-40B4-BE49-F238E27FC236}">
                <a16:creationId xmlns:a16="http://schemas.microsoft.com/office/drawing/2014/main" id="{E7272DF4-1F0C-A447-59CC-066A6ACAFB4F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71CC5C-2A4E-7204-7756-A5B0FE4733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" name="Text Placeholder 32">
            <a:extLst>
              <a:ext uri="{FF2B5EF4-FFF2-40B4-BE49-F238E27FC236}">
                <a16:creationId xmlns:a16="http://schemas.microsoft.com/office/drawing/2014/main" id="{955A47EE-45A2-013D-C6BA-D422F5D193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40070514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Destaque Linhas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8A52426-AE57-808C-6210-ADE8BA7E367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711227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8A52426-AE57-808C-6210-ADE8BA7E36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ADA05E41-AC2F-1088-C63E-E2D589655735}"/>
              </a:ext>
            </a:extLst>
          </p:cNvPr>
          <p:cNvGrpSpPr/>
          <p:nvPr userDrawn="1"/>
        </p:nvGrpSpPr>
        <p:grpSpPr>
          <a:xfrm>
            <a:off x="4106216" y="-107233"/>
            <a:ext cx="3981156" cy="7066560"/>
            <a:chOff x="4106216" y="-107233"/>
            <a:chExt cx="3981156" cy="7066560"/>
          </a:xfrm>
        </p:grpSpPr>
        <p:cxnSp>
          <p:nvCxnSpPr>
            <p:cNvPr id="5" name="Google Shape;4623;p127">
              <a:extLst>
                <a:ext uri="{FF2B5EF4-FFF2-40B4-BE49-F238E27FC236}">
                  <a16:creationId xmlns:a16="http://schemas.microsoft.com/office/drawing/2014/main" id="{0AE56F38-F18A-49D6-4C88-2470EF3B2289}"/>
                </a:ext>
              </a:extLst>
            </p:cNvPr>
            <p:cNvCxnSpPr/>
            <p:nvPr/>
          </p:nvCxnSpPr>
          <p:spPr>
            <a:xfrm rot="10800000" flipH="1">
              <a:off x="7092469" y="-107233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6" name="Google Shape;4624;p127">
              <a:extLst>
                <a:ext uri="{FF2B5EF4-FFF2-40B4-BE49-F238E27FC236}">
                  <a16:creationId xmlns:a16="http://schemas.microsoft.com/office/drawing/2014/main" id="{D8BC2CB5-025F-2768-E0CD-C258A59E4976}"/>
                </a:ext>
              </a:extLst>
            </p:cNvPr>
            <p:cNvCxnSpPr/>
            <p:nvPr/>
          </p:nvCxnSpPr>
          <p:spPr>
            <a:xfrm rot="10800000" flipH="1">
              <a:off x="4106216" y="5236138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1615956"/>
            <a:ext cx="11258551" cy="3618318"/>
          </a:xfrm>
          <a:prstGeom prst="rect">
            <a:avLst/>
          </a:prstGeom>
        </p:spPr>
        <p:txBody>
          <a:bodyPr anchor="ctr"/>
          <a:lstStyle>
            <a:lvl1pPr marL="0" indent="0" algn="ctr" rtl="0">
              <a:lnSpc>
                <a:spcPct val="90000"/>
              </a:lnSpc>
              <a:spcBef>
                <a:spcPts val="0"/>
              </a:spcBef>
              <a:buNone/>
              <a:defRPr sz="6000" b="0" i="0">
                <a:solidFill>
                  <a:srgbClr val="5E8AB4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</a:p>
          <a:p>
            <a:pPr lvl="0"/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AA3D49FF-7D2A-31C4-3B04-1E85A2F86F52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07058441-2B0D-8A51-03AE-072010720B37}"/>
              </a:ext>
            </a:extLst>
          </p:cNvPr>
          <p:cNvSpPr txBox="1">
            <a:spLocks/>
          </p:cNvSpPr>
          <p:nvPr userDrawn="1"/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 vert="horz" lIns="0" tIns="0" rIns="0" bIns="0" rtlCol="0" anchor="b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800" b="0" i="0" u="none" strike="noStrike" cap="none">
                <a:solidFill>
                  <a:schemeClr val="tx1"/>
                </a:solidFill>
                <a:latin typeface="Arial Nova" panose="020B0504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rtl="0"/>
            <a:fld id="{D275052D-D27A-7447-8473-BC7C732ED008}" type="slidenum">
              <a:rPr lang="pt-BR" smtClean="0">
                <a:latin typeface="Arial Nova Cond" panose="020B0506020202020204" pitchFamily="34" charset="0"/>
              </a:rPr>
              <a:pPr rtl="0"/>
              <a:t>‹nº›</a:t>
            </a:fld>
            <a:endParaRPr lang="pt-BR">
              <a:latin typeface="Arial Nova Cond" panose="020B0506020202020204" pitchFamily="34" charset="0"/>
            </a:endParaRP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B4CE061C-E9CC-50FC-7D29-A3E07C5FE8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0" name="Text Placeholder 32">
            <a:extLst>
              <a:ext uri="{FF2B5EF4-FFF2-40B4-BE49-F238E27FC236}">
                <a16:creationId xmlns:a16="http://schemas.microsoft.com/office/drawing/2014/main" id="{1F22D8B2-F079-A72A-5DEC-76F9134FCDC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76480449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Destaque Linhas Sub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41FC59C5-D510-23AE-5CD5-6A5E13F3B60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57708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1FC59C5-D510-23AE-5CD5-6A5E13F3B6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ADA05E41-AC2F-1088-C63E-E2D589655735}"/>
              </a:ext>
            </a:extLst>
          </p:cNvPr>
          <p:cNvGrpSpPr/>
          <p:nvPr userDrawn="1"/>
        </p:nvGrpSpPr>
        <p:grpSpPr>
          <a:xfrm>
            <a:off x="4106216" y="-107233"/>
            <a:ext cx="3981156" cy="7066560"/>
            <a:chOff x="4106216" y="-107233"/>
            <a:chExt cx="3981156" cy="7066560"/>
          </a:xfrm>
        </p:grpSpPr>
        <p:cxnSp>
          <p:nvCxnSpPr>
            <p:cNvPr id="5" name="Google Shape;4623;p127">
              <a:extLst>
                <a:ext uri="{FF2B5EF4-FFF2-40B4-BE49-F238E27FC236}">
                  <a16:creationId xmlns:a16="http://schemas.microsoft.com/office/drawing/2014/main" id="{0AE56F38-F18A-49D6-4C88-2470EF3B2289}"/>
                </a:ext>
              </a:extLst>
            </p:cNvPr>
            <p:cNvCxnSpPr/>
            <p:nvPr/>
          </p:nvCxnSpPr>
          <p:spPr>
            <a:xfrm rot="10800000" flipH="1">
              <a:off x="7092469" y="-107233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6" name="Google Shape;4624;p127">
              <a:extLst>
                <a:ext uri="{FF2B5EF4-FFF2-40B4-BE49-F238E27FC236}">
                  <a16:creationId xmlns:a16="http://schemas.microsoft.com/office/drawing/2014/main" id="{D8BC2CB5-025F-2768-E0CD-C258A59E4976}"/>
                </a:ext>
              </a:extLst>
            </p:cNvPr>
            <p:cNvCxnSpPr/>
            <p:nvPr/>
          </p:nvCxnSpPr>
          <p:spPr>
            <a:xfrm rot="10800000" flipH="1">
              <a:off x="4106216" y="5236138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1615956"/>
            <a:ext cx="11258551" cy="1813044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ctr" rtl="0">
              <a:lnSpc>
                <a:spcPct val="90000"/>
              </a:lnSpc>
              <a:spcBef>
                <a:spcPts val="0"/>
              </a:spcBef>
              <a:buNone/>
              <a:defRPr sz="6000" b="0" i="0">
                <a:solidFill>
                  <a:schemeClr val="accent2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060BD06-41C8-2584-129E-558D49AC99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724" y="3663950"/>
            <a:ext cx="11258551" cy="1572189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 rtl="0">
              <a:lnSpc>
                <a:spcPct val="90000"/>
              </a:lnSpc>
              <a:spcBef>
                <a:spcPts val="0"/>
              </a:spcBef>
              <a:buNone/>
              <a:defRPr sz="3600" b="0" i="0">
                <a:solidFill>
                  <a:schemeClr val="accent2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pic>
        <p:nvPicPr>
          <p:cNvPr id="8" name="Google Shape;2417;p84">
            <a:extLst>
              <a:ext uri="{FF2B5EF4-FFF2-40B4-BE49-F238E27FC236}">
                <a16:creationId xmlns:a16="http://schemas.microsoft.com/office/drawing/2014/main" id="{6EC923C3-CEE6-4744-CA85-5C78000D5433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B53ED4-2A73-E2FC-9899-EA6F4C416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" name="Text Placeholder 32">
            <a:extLst>
              <a:ext uri="{FF2B5EF4-FFF2-40B4-BE49-F238E27FC236}">
                <a16:creationId xmlns:a16="http://schemas.microsoft.com/office/drawing/2014/main" id="{CB2D25B6-DC85-6734-010A-2F74DAE856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51794073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mpleto Grafismo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424FCB0-E3C7-9038-6491-8EB77F2E967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732209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24FCB0-E3C7-9038-6491-8EB77F2E96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" name="Group 32">
            <a:extLst>
              <a:ext uri="{FF2B5EF4-FFF2-40B4-BE49-F238E27FC236}">
                <a16:creationId xmlns:a16="http://schemas.microsoft.com/office/drawing/2014/main" id="{9375D6AF-4373-0373-9CA6-B214A1FDF920}"/>
              </a:ext>
            </a:extLst>
          </p:cNvPr>
          <p:cNvGrpSpPr/>
          <p:nvPr userDrawn="1"/>
        </p:nvGrpSpPr>
        <p:grpSpPr>
          <a:xfrm>
            <a:off x="5770002" y="-1640735"/>
            <a:ext cx="7656723" cy="8663988"/>
            <a:chOff x="5179318" y="4529354"/>
            <a:chExt cx="1658083" cy="1876209"/>
          </a:xfrm>
        </p:grpSpPr>
        <p:cxnSp>
          <p:nvCxnSpPr>
            <p:cNvPr id="34" name="Google Shape;2113;p66">
              <a:extLst>
                <a:ext uri="{FF2B5EF4-FFF2-40B4-BE49-F238E27FC236}">
                  <a16:creationId xmlns:a16="http://schemas.microsoft.com/office/drawing/2014/main" id="{CD40657D-E522-CAF2-6D9B-9CF5DDA2EC87}"/>
                </a:ext>
              </a:extLst>
            </p:cNvPr>
            <p:cNvCxnSpPr/>
            <p:nvPr/>
          </p:nvCxnSpPr>
          <p:spPr>
            <a:xfrm rot="10800000" flipH="1">
              <a:off x="5350134" y="5416270"/>
              <a:ext cx="572432" cy="980359"/>
            </a:xfrm>
            <a:prstGeom prst="straightConnector1">
              <a:avLst/>
            </a:prstGeom>
            <a:noFill/>
            <a:ln w="25400" cap="flat" cmpd="sng">
              <a:solidFill>
                <a:srgbClr val="002B49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5" name="Google Shape;2114;p66">
              <a:extLst>
                <a:ext uri="{FF2B5EF4-FFF2-40B4-BE49-F238E27FC236}">
                  <a16:creationId xmlns:a16="http://schemas.microsoft.com/office/drawing/2014/main" id="{0AF7E19F-4FDA-7D60-B39C-7C67827DEDC4}"/>
                </a:ext>
              </a:extLst>
            </p:cNvPr>
            <p:cNvCxnSpPr/>
            <p:nvPr/>
          </p:nvCxnSpPr>
          <p:spPr>
            <a:xfrm rot="10800000">
              <a:off x="5922359" y="5416312"/>
              <a:ext cx="0" cy="989116"/>
            </a:xfrm>
            <a:prstGeom prst="straightConnector1">
              <a:avLst/>
            </a:prstGeom>
            <a:noFill/>
            <a:ln w="25400" cap="flat" cmpd="sng">
              <a:solidFill>
                <a:srgbClr val="2C455D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6" name="Google Shape;2115;p66">
              <a:extLst>
                <a:ext uri="{FF2B5EF4-FFF2-40B4-BE49-F238E27FC236}">
                  <a16:creationId xmlns:a16="http://schemas.microsoft.com/office/drawing/2014/main" id="{BCE1EAE9-8987-7099-0824-EF83196455EB}"/>
                </a:ext>
              </a:extLst>
            </p:cNvPr>
            <p:cNvCxnSpPr/>
            <p:nvPr/>
          </p:nvCxnSpPr>
          <p:spPr>
            <a:xfrm rot="10800000" flipH="1">
              <a:off x="5741989" y="4529354"/>
              <a:ext cx="1095412" cy="1876059"/>
            </a:xfrm>
            <a:prstGeom prst="straightConnector1">
              <a:avLst/>
            </a:prstGeom>
            <a:noFill/>
            <a:ln w="38100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7" name="Google Shape;2116;p66">
              <a:extLst>
                <a:ext uri="{FF2B5EF4-FFF2-40B4-BE49-F238E27FC236}">
                  <a16:creationId xmlns:a16="http://schemas.microsoft.com/office/drawing/2014/main" id="{502BE95F-AC44-B691-59AE-3BA1596E3907}"/>
                </a:ext>
              </a:extLst>
            </p:cNvPr>
            <p:cNvCxnSpPr/>
            <p:nvPr/>
          </p:nvCxnSpPr>
          <p:spPr>
            <a:xfrm rot="10800000" flipH="1">
              <a:off x="5179318" y="5924594"/>
              <a:ext cx="278520" cy="476688"/>
            </a:xfrm>
            <a:prstGeom prst="straightConnector1">
              <a:avLst/>
            </a:prstGeom>
            <a:noFill/>
            <a:ln w="9525" cap="flat" cmpd="sng">
              <a:solidFill>
                <a:srgbClr val="002B49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8" name="Google Shape;2117;p66">
              <a:extLst>
                <a:ext uri="{FF2B5EF4-FFF2-40B4-BE49-F238E27FC236}">
                  <a16:creationId xmlns:a16="http://schemas.microsoft.com/office/drawing/2014/main" id="{B13C75BF-3F8D-DD12-1295-648C91CFE506}"/>
                </a:ext>
              </a:extLst>
            </p:cNvPr>
            <p:cNvCxnSpPr/>
            <p:nvPr/>
          </p:nvCxnSpPr>
          <p:spPr>
            <a:xfrm rot="10800000">
              <a:off x="5457739" y="5924616"/>
              <a:ext cx="0" cy="480947"/>
            </a:xfrm>
            <a:prstGeom prst="straightConnector1">
              <a:avLst/>
            </a:prstGeom>
            <a:noFill/>
            <a:ln w="9525" cap="flat" cmpd="sng">
              <a:solidFill>
                <a:srgbClr val="002B49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E4BD327-ACB5-E6C9-F1C2-0A9058086A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848" y="1321731"/>
            <a:ext cx="3746966" cy="67854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chemeClr val="accent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14A3A78F-9FD7-4792-91E0-08D5EE5449E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2331268"/>
            <a:ext cx="3746966" cy="1332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8" name="Slide Number Placeholder 2">
            <a:extLst>
              <a:ext uri="{FF2B5EF4-FFF2-40B4-BE49-F238E27FC236}">
                <a16:creationId xmlns:a16="http://schemas.microsoft.com/office/drawing/2014/main" id="{76F9310F-E17A-C834-68E0-6CADF7BA60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latin typeface="Arial Nova Cond" panose="020B0506020202020204" pitchFamily="34" charset="0"/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776C1E4B-C8E9-3178-5F94-DF326567C0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35666D6D-F18B-2D65-7E7F-A56B995E349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9F0C83B1-946F-13FB-11E0-A7E5E400A5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B92682C5-0535-BA3C-87A4-1D6773DD5C4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</p:spTree>
    <p:extLst>
      <p:ext uri="{BB962C8B-B14F-4D97-AF65-F5344CB8AC3E}">
        <p14:creationId xmlns:p14="http://schemas.microsoft.com/office/powerpoint/2010/main" val="351082654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mpleto Grafismo Cinza Claro">
    <p:bg>
      <p:bgPr>
        <a:solidFill>
          <a:srgbClr val="EB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652A7BD0-48A6-7003-1186-9971CACA159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787964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52A7BD0-48A6-7003-1186-9971CACA15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" name="Group 32">
            <a:extLst>
              <a:ext uri="{FF2B5EF4-FFF2-40B4-BE49-F238E27FC236}">
                <a16:creationId xmlns:a16="http://schemas.microsoft.com/office/drawing/2014/main" id="{9375D6AF-4373-0373-9CA6-B214A1FDF920}"/>
              </a:ext>
            </a:extLst>
          </p:cNvPr>
          <p:cNvGrpSpPr/>
          <p:nvPr userDrawn="1"/>
        </p:nvGrpSpPr>
        <p:grpSpPr>
          <a:xfrm>
            <a:off x="5770002" y="-1640735"/>
            <a:ext cx="7656723" cy="8663988"/>
            <a:chOff x="5179318" y="4529354"/>
            <a:chExt cx="1658083" cy="1876209"/>
          </a:xfrm>
        </p:grpSpPr>
        <p:cxnSp>
          <p:nvCxnSpPr>
            <p:cNvPr id="34" name="Google Shape;2113;p66">
              <a:extLst>
                <a:ext uri="{FF2B5EF4-FFF2-40B4-BE49-F238E27FC236}">
                  <a16:creationId xmlns:a16="http://schemas.microsoft.com/office/drawing/2014/main" id="{CD40657D-E522-CAF2-6D9B-9CF5DDA2EC87}"/>
                </a:ext>
              </a:extLst>
            </p:cNvPr>
            <p:cNvCxnSpPr/>
            <p:nvPr/>
          </p:nvCxnSpPr>
          <p:spPr>
            <a:xfrm rot="10800000" flipH="1">
              <a:off x="5350134" y="5416270"/>
              <a:ext cx="572432" cy="980359"/>
            </a:xfrm>
            <a:prstGeom prst="straightConnector1">
              <a:avLst/>
            </a:prstGeom>
            <a:noFill/>
            <a:ln w="25400" cap="flat" cmpd="sng">
              <a:solidFill>
                <a:srgbClr val="002B49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5" name="Google Shape;2114;p66">
              <a:extLst>
                <a:ext uri="{FF2B5EF4-FFF2-40B4-BE49-F238E27FC236}">
                  <a16:creationId xmlns:a16="http://schemas.microsoft.com/office/drawing/2014/main" id="{0AF7E19F-4FDA-7D60-B39C-7C67827DEDC4}"/>
                </a:ext>
              </a:extLst>
            </p:cNvPr>
            <p:cNvCxnSpPr/>
            <p:nvPr/>
          </p:nvCxnSpPr>
          <p:spPr>
            <a:xfrm rot="10800000">
              <a:off x="5922359" y="5416312"/>
              <a:ext cx="0" cy="989116"/>
            </a:xfrm>
            <a:prstGeom prst="straightConnector1">
              <a:avLst/>
            </a:prstGeom>
            <a:noFill/>
            <a:ln w="25400" cap="flat" cmpd="sng">
              <a:solidFill>
                <a:srgbClr val="2C455D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6" name="Google Shape;2115;p66">
              <a:extLst>
                <a:ext uri="{FF2B5EF4-FFF2-40B4-BE49-F238E27FC236}">
                  <a16:creationId xmlns:a16="http://schemas.microsoft.com/office/drawing/2014/main" id="{BCE1EAE9-8987-7099-0824-EF83196455EB}"/>
                </a:ext>
              </a:extLst>
            </p:cNvPr>
            <p:cNvCxnSpPr/>
            <p:nvPr/>
          </p:nvCxnSpPr>
          <p:spPr>
            <a:xfrm rot="10800000" flipH="1">
              <a:off x="5741989" y="4529354"/>
              <a:ext cx="1095412" cy="1876059"/>
            </a:xfrm>
            <a:prstGeom prst="straightConnector1">
              <a:avLst/>
            </a:prstGeom>
            <a:noFill/>
            <a:ln w="38100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7" name="Google Shape;2116;p66">
              <a:extLst>
                <a:ext uri="{FF2B5EF4-FFF2-40B4-BE49-F238E27FC236}">
                  <a16:creationId xmlns:a16="http://schemas.microsoft.com/office/drawing/2014/main" id="{502BE95F-AC44-B691-59AE-3BA1596E3907}"/>
                </a:ext>
              </a:extLst>
            </p:cNvPr>
            <p:cNvCxnSpPr/>
            <p:nvPr/>
          </p:nvCxnSpPr>
          <p:spPr>
            <a:xfrm rot="10800000" flipH="1">
              <a:off x="5179318" y="5924594"/>
              <a:ext cx="278520" cy="476688"/>
            </a:xfrm>
            <a:prstGeom prst="straightConnector1">
              <a:avLst/>
            </a:prstGeom>
            <a:noFill/>
            <a:ln w="9525" cap="flat" cmpd="sng">
              <a:solidFill>
                <a:srgbClr val="002B49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8" name="Google Shape;2117;p66">
              <a:extLst>
                <a:ext uri="{FF2B5EF4-FFF2-40B4-BE49-F238E27FC236}">
                  <a16:creationId xmlns:a16="http://schemas.microsoft.com/office/drawing/2014/main" id="{B13C75BF-3F8D-DD12-1295-648C91CFE506}"/>
                </a:ext>
              </a:extLst>
            </p:cNvPr>
            <p:cNvCxnSpPr/>
            <p:nvPr/>
          </p:nvCxnSpPr>
          <p:spPr>
            <a:xfrm rot="10800000">
              <a:off x="5457739" y="5924616"/>
              <a:ext cx="0" cy="480947"/>
            </a:xfrm>
            <a:prstGeom prst="straightConnector1">
              <a:avLst/>
            </a:prstGeom>
            <a:noFill/>
            <a:ln w="9525" cap="flat" cmpd="sng">
              <a:solidFill>
                <a:srgbClr val="002B49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E4BD327-ACB5-E6C9-F1C2-0A9058086A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848" y="1321731"/>
            <a:ext cx="3746966" cy="67854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chemeClr val="accent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14A3A78F-9FD7-4792-91E0-08D5EE5449E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2331268"/>
            <a:ext cx="3746966" cy="1332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8" name="Slide Number Placeholder 2">
            <a:extLst>
              <a:ext uri="{FF2B5EF4-FFF2-40B4-BE49-F238E27FC236}">
                <a16:creationId xmlns:a16="http://schemas.microsoft.com/office/drawing/2014/main" id="{76F9310F-E17A-C834-68E0-6CADF7BA60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latin typeface="Arial Nova Cond" panose="020B0506020202020204" pitchFamily="34" charset="0"/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776C1E4B-C8E9-3178-5F94-DF326567C0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35666D6D-F18B-2D65-7E7F-A56B995E349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9F0C83B1-946F-13FB-11E0-A7E5E400A5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B92682C5-0535-BA3C-87A4-1D6773DD5C4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</p:spTree>
    <p:extLst>
      <p:ext uri="{BB962C8B-B14F-4D97-AF65-F5344CB8AC3E}">
        <p14:creationId xmlns:p14="http://schemas.microsoft.com/office/powerpoint/2010/main" val="210375932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mpleto Grafismo Cinz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6E2FCD2E-1A4E-5171-9781-EF5A072FB8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561090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E2FCD2E-1A4E-5171-9781-EF5A072FB8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" name="Group 32">
            <a:extLst>
              <a:ext uri="{FF2B5EF4-FFF2-40B4-BE49-F238E27FC236}">
                <a16:creationId xmlns:a16="http://schemas.microsoft.com/office/drawing/2014/main" id="{9375D6AF-4373-0373-9CA6-B214A1FDF920}"/>
              </a:ext>
            </a:extLst>
          </p:cNvPr>
          <p:cNvGrpSpPr/>
          <p:nvPr userDrawn="1"/>
        </p:nvGrpSpPr>
        <p:grpSpPr>
          <a:xfrm>
            <a:off x="5770002" y="-1640735"/>
            <a:ext cx="7656723" cy="8663988"/>
            <a:chOff x="5179318" y="4529354"/>
            <a:chExt cx="1658083" cy="1876209"/>
          </a:xfrm>
        </p:grpSpPr>
        <p:cxnSp>
          <p:nvCxnSpPr>
            <p:cNvPr id="34" name="Google Shape;2113;p66">
              <a:extLst>
                <a:ext uri="{FF2B5EF4-FFF2-40B4-BE49-F238E27FC236}">
                  <a16:creationId xmlns:a16="http://schemas.microsoft.com/office/drawing/2014/main" id="{CD40657D-E522-CAF2-6D9B-9CF5DDA2EC87}"/>
                </a:ext>
              </a:extLst>
            </p:cNvPr>
            <p:cNvCxnSpPr/>
            <p:nvPr/>
          </p:nvCxnSpPr>
          <p:spPr>
            <a:xfrm rot="10800000" flipH="1">
              <a:off x="5350134" y="5416270"/>
              <a:ext cx="572432" cy="980359"/>
            </a:xfrm>
            <a:prstGeom prst="straightConnector1">
              <a:avLst/>
            </a:prstGeom>
            <a:noFill/>
            <a:ln w="25400" cap="flat" cmpd="sng">
              <a:solidFill>
                <a:srgbClr val="002B49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5" name="Google Shape;2114;p66">
              <a:extLst>
                <a:ext uri="{FF2B5EF4-FFF2-40B4-BE49-F238E27FC236}">
                  <a16:creationId xmlns:a16="http://schemas.microsoft.com/office/drawing/2014/main" id="{0AF7E19F-4FDA-7D60-B39C-7C67827DEDC4}"/>
                </a:ext>
              </a:extLst>
            </p:cNvPr>
            <p:cNvCxnSpPr/>
            <p:nvPr/>
          </p:nvCxnSpPr>
          <p:spPr>
            <a:xfrm rot="10800000">
              <a:off x="5922359" y="5416312"/>
              <a:ext cx="0" cy="989116"/>
            </a:xfrm>
            <a:prstGeom prst="straightConnector1">
              <a:avLst/>
            </a:prstGeom>
            <a:noFill/>
            <a:ln w="25400" cap="flat" cmpd="sng">
              <a:solidFill>
                <a:srgbClr val="2C455D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6" name="Google Shape;2115;p66">
              <a:extLst>
                <a:ext uri="{FF2B5EF4-FFF2-40B4-BE49-F238E27FC236}">
                  <a16:creationId xmlns:a16="http://schemas.microsoft.com/office/drawing/2014/main" id="{BCE1EAE9-8987-7099-0824-EF83196455EB}"/>
                </a:ext>
              </a:extLst>
            </p:cNvPr>
            <p:cNvCxnSpPr/>
            <p:nvPr/>
          </p:nvCxnSpPr>
          <p:spPr>
            <a:xfrm rot="10800000" flipH="1">
              <a:off x="5741989" y="4529354"/>
              <a:ext cx="1095412" cy="1876059"/>
            </a:xfrm>
            <a:prstGeom prst="straightConnector1">
              <a:avLst/>
            </a:prstGeom>
            <a:noFill/>
            <a:ln w="38100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7" name="Google Shape;2116;p66">
              <a:extLst>
                <a:ext uri="{FF2B5EF4-FFF2-40B4-BE49-F238E27FC236}">
                  <a16:creationId xmlns:a16="http://schemas.microsoft.com/office/drawing/2014/main" id="{502BE95F-AC44-B691-59AE-3BA1596E3907}"/>
                </a:ext>
              </a:extLst>
            </p:cNvPr>
            <p:cNvCxnSpPr/>
            <p:nvPr/>
          </p:nvCxnSpPr>
          <p:spPr>
            <a:xfrm rot="10800000" flipH="1">
              <a:off x="5179318" y="5924594"/>
              <a:ext cx="278520" cy="476688"/>
            </a:xfrm>
            <a:prstGeom prst="straightConnector1">
              <a:avLst/>
            </a:prstGeom>
            <a:noFill/>
            <a:ln w="9525" cap="flat" cmpd="sng">
              <a:solidFill>
                <a:srgbClr val="002B49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8" name="Google Shape;2117;p66">
              <a:extLst>
                <a:ext uri="{FF2B5EF4-FFF2-40B4-BE49-F238E27FC236}">
                  <a16:creationId xmlns:a16="http://schemas.microsoft.com/office/drawing/2014/main" id="{B13C75BF-3F8D-DD12-1295-648C91CFE506}"/>
                </a:ext>
              </a:extLst>
            </p:cNvPr>
            <p:cNvCxnSpPr/>
            <p:nvPr/>
          </p:nvCxnSpPr>
          <p:spPr>
            <a:xfrm rot="10800000">
              <a:off x="5457739" y="5924616"/>
              <a:ext cx="0" cy="480947"/>
            </a:xfrm>
            <a:prstGeom prst="straightConnector1">
              <a:avLst/>
            </a:prstGeom>
            <a:noFill/>
            <a:ln w="9525" cap="flat" cmpd="sng">
              <a:solidFill>
                <a:srgbClr val="002B49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E4BD327-ACB5-E6C9-F1C2-0A9058086A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848" y="1321731"/>
            <a:ext cx="3746966" cy="67854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chemeClr val="accent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14A3A78F-9FD7-4792-91E0-08D5EE5449E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2331268"/>
            <a:ext cx="3746966" cy="1332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8" name="Slide Number Placeholder 2">
            <a:extLst>
              <a:ext uri="{FF2B5EF4-FFF2-40B4-BE49-F238E27FC236}">
                <a16:creationId xmlns:a16="http://schemas.microsoft.com/office/drawing/2014/main" id="{76F9310F-E17A-C834-68E0-6CADF7BA60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latin typeface="Arial Nova Cond" panose="020B0506020202020204" pitchFamily="34" charset="0"/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776C1E4B-C8E9-3178-5F94-DF326567C0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35666D6D-F18B-2D65-7E7F-A56B995E349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9F0C83B1-946F-13FB-11E0-A7E5E400A5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B92682C5-0535-BA3C-87A4-1D6773DD5C4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</p:spTree>
    <p:extLst>
      <p:ext uri="{BB962C8B-B14F-4D97-AF65-F5344CB8AC3E}">
        <p14:creationId xmlns:p14="http://schemas.microsoft.com/office/powerpoint/2010/main" val="216070086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mpleto Grafism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B10C4E0C-83C2-3305-DB01-C967606D69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620714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10C4E0C-83C2-3305-DB01-C967606D6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4" name="Google Shape;2113;p66">
            <a:extLst>
              <a:ext uri="{FF2B5EF4-FFF2-40B4-BE49-F238E27FC236}">
                <a16:creationId xmlns:a16="http://schemas.microsoft.com/office/drawing/2014/main" id="{CD40657D-E522-CAF2-6D9B-9CF5DDA2EC87}"/>
              </a:ext>
            </a:extLst>
          </p:cNvPr>
          <p:cNvCxnSpPr/>
          <p:nvPr/>
        </p:nvCxnSpPr>
        <p:spPr>
          <a:xfrm rot="10800000" flipH="1">
            <a:off x="6558799" y="2454880"/>
            <a:ext cx="2643386" cy="4527118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35" name="Google Shape;2114;p66">
            <a:extLst>
              <a:ext uri="{FF2B5EF4-FFF2-40B4-BE49-F238E27FC236}">
                <a16:creationId xmlns:a16="http://schemas.microsoft.com/office/drawing/2014/main" id="{0AF7E19F-4FDA-7D60-B39C-7C67827DEDC4}"/>
              </a:ext>
            </a:extLst>
          </p:cNvPr>
          <p:cNvCxnSpPr/>
          <p:nvPr/>
        </p:nvCxnSpPr>
        <p:spPr>
          <a:xfrm rot="10800000">
            <a:off x="9201229" y="2455074"/>
            <a:ext cx="0" cy="4567556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36" name="Google Shape;2115;p66">
            <a:extLst>
              <a:ext uri="{FF2B5EF4-FFF2-40B4-BE49-F238E27FC236}">
                <a16:creationId xmlns:a16="http://schemas.microsoft.com/office/drawing/2014/main" id="{BCE1EAE9-8987-7099-0824-EF83196455EB}"/>
              </a:ext>
            </a:extLst>
          </p:cNvPr>
          <p:cNvCxnSpPr/>
          <p:nvPr/>
        </p:nvCxnSpPr>
        <p:spPr>
          <a:xfrm rot="10800000" flipH="1">
            <a:off x="8368313" y="-1640735"/>
            <a:ext cx="5058412" cy="8663295"/>
          </a:xfrm>
          <a:prstGeom prst="straightConnector1">
            <a:avLst/>
          </a:prstGeom>
          <a:noFill/>
          <a:ln w="38100" cap="flat" cmpd="sng">
            <a:solidFill>
              <a:schemeClr val="tx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37" name="Google Shape;2116;p66">
            <a:extLst>
              <a:ext uri="{FF2B5EF4-FFF2-40B4-BE49-F238E27FC236}">
                <a16:creationId xmlns:a16="http://schemas.microsoft.com/office/drawing/2014/main" id="{502BE95F-AC44-B691-59AE-3BA1596E3907}"/>
              </a:ext>
            </a:extLst>
          </p:cNvPr>
          <p:cNvCxnSpPr/>
          <p:nvPr/>
        </p:nvCxnSpPr>
        <p:spPr>
          <a:xfrm rot="10800000" flipH="1">
            <a:off x="5770002" y="4802227"/>
            <a:ext cx="1286154" cy="2201257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38" name="Google Shape;2117;p66">
            <a:extLst>
              <a:ext uri="{FF2B5EF4-FFF2-40B4-BE49-F238E27FC236}">
                <a16:creationId xmlns:a16="http://schemas.microsoft.com/office/drawing/2014/main" id="{B13C75BF-3F8D-DD12-1295-648C91CFE506}"/>
              </a:ext>
            </a:extLst>
          </p:cNvPr>
          <p:cNvCxnSpPr/>
          <p:nvPr/>
        </p:nvCxnSpPr>
        <p:spPr>
          <a:xfrm rot="10800000">
            <a:off x="7055699" y="4802328"/>
            <a:ext cx="0" cy="2220925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miter lim="400000"/>
            <a:headEnd type="none" w="sm" len="sm"/>
            <a:tailEnd type="none" w="sm" len="sm"/>
          </a:ln>
        </p:spPr>
      </p:cxn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E4BD327-ACB5-E6C9-F1C2-0A9058086A4A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70848" y="1321731"/>
            <a:ext cx="3746966" cy="67854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14A3A78F-9FD7-4792-91E0-08D5EE5449E4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70848" y="2331268"/>
            <a:ext cx="3746966" cy="1332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8" name="Slide Number Placeholder 2">
            <a:extLst>
              <a:ext uri="{FF2B5EF4-FFF2-40B4-BE49-F238E27FC236}">
                <a16:creationId xmlns:a16="http://schemas.microsoft.com/office/drawing/2014/main" id="{76F9310F-E17A-C834-68E0-6CADF7BA60A9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776C1E4B-C8E9-3178-5F94-DF326567C002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35666D6D-F18B-2D65-7E7F-A56B995E3496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99AAB6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9F0C83B1-946F-13FB-11E0-A7E5E400A55E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99AAB6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B92682C5-0535-BA3C-87A4-1D6773DD5C4E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</p:spTree>
    <p:extLst>
      <p:ext uri="{BB962C8B-B14F-4D97-AF65-F5344CB8AC3E}">
        <p14:creationId xmlns:p14="http://schemas.microsoft.com/office/powerpoint/2010/main" val="420658260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 1 Coluna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3321032-9D5D-0A0D-006D-5F97DC1E12E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657386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3321032-9D5D-0A0D-006D-5F97DC1E12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latin typeface="Arial Nova Cond" panose="020B0506020202020204" pitchFamily="34" charset="0"/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AE4C55B8-75B6-EEA2-A229-2197FB26F3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494951"/>
            <a:ext cx="11254426" cy="816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484F545C-CBBE-FB10-AD13-E61E2A5B0F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7" y="2584875"/>
            <a:ext cx="11254427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2000" b="0" i="0">
                <a:solidFill>
                  <a:schemeClr val="accent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12F88417-41F8-BFDC-0692-5BBDD5ED91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3" name="Text Placeholder 13">
            <a:extLst>
              <a:ext uri="{FF2B5EF4-FFF2-40B4-BE49-F238E27FC236}">
                <a16:creationId xmlns:a16="http://schemas.microsoft.com/office/drawing/2014/main" id="{464B71BA-B0BD-5F6D-357A-F699BA5BDB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CC2BF34B-1149-0C76-544C-C2AAC57066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sp>
        <p:nvSpPr>
          <p:cNvPr id="4" name="Text Placeholder 32">
            <a:extLst>
              <a:ext uri="{FF2B5EF4-FFF2-40B4-BE49-F238E27FC236}">
                <a16:creationId xmlns:a16="http://schemas.microsoft.com/office/drawing/2014/main" id="{92145FC3-824F-A0C4-DDBC-ACBC6E82A7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621353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 1 Coluna Diagonal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0BBF528-2C57-5451-2531-430F480051D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958884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0BBF528-2C57-5451-2531-430F480051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reeform 1">
            <a:extLst>
              <a:ext uri="{FF2B5EF4-FFF2-40B4-BE49-F238E27FC236}">
                <a16:creationId xmlns:a16="http://schemas.microsoft.com/office/drawing/2014/main" id="{FF43FFF6-D612-30BD-B622-50E9EB7A463F}"/>
              </a:ext>
            </a:extLst>
          </p:cNvPr>
          <p:cNvSpPr/>
          <p:nvPr userDrawn="1"/>
        </p:nvSpPr>
        <p:spPr>
          <a:xfrm>
            <a:off x="10133331" y="3220553"/>
            <a:ext cx="2060259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latin typeface="Arial Nova Cond" panose="020B0506020202020204" pitchFamily="34" charset="0"/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AE4C55B8-75B6-EEA2-A229-2197FB26F3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494951"/>
            <a:ext cx="11254426" cy="816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484F545C-CBBE-FB10-AD13-E61E2A5B0F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7" y="2584875"/>
            <a:ext cx="11254427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2000" b="0" i="0">
                <a:solidFill>
                  <a:schemeClr val="accent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12F88417-41F8-BFDC-0692-5BBDD5ED91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3" name="Text Placeholder 13">
            <a:extLst>
              <a:ext uri="{FF2B5EF4-FFF2-40B4-BE49-F238E27FC236}">
                <a16:creationId xmlns:a16="http://schemas.microsoft.com/office/drawing/2014/main" id="{464B71BA-B0BD-5F6D-357A-F699BA5BDB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CC2BF34B-1149-0C76-544C-C2AAC57066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sp>
        <p:nvSpPr>
          <p:cNvPr id="4" name="Text Placeholder 32">
            <a:extLst>
              <a:ext uri="{FF2B5EF4-FFF2-40B4-BE49-F238E27FC236}">
                <a16:creationId xmlns:a16="http://schemas.microsoft.com/office/drawing/2014/main" id="{92145FC3-824F-A0C4-DDBC-ACBC6E82A7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93840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 1 Coluna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B4268BA-BBB6-52CF-349E-BAE4637052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40514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B4268BA-BBB6-52CF-349E-BAE4637052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4EE2C453-AF4E-F9F5-C41A-640E476DA5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494951"/>
            <a:ext cx="11254426" cy="816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3256DD08-D766-F104-5485-C876BA9369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7" y="2584875"/>
            <a:ext cx="11254427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2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4E101AEF-D689-9E28-7B2C-F7655788B5C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66955176-744E-1429-BC0C-E4467D2078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6" name="Text Placeholder 43">
            <a:extLst>
              <a:ext uri="{FF2B5EF4-FFF2-40B4-BE49-F238E27FC236}">
                <a16:creationId xmlns:a16="http://schemas.microsoft.com/office/drawing/2014/main" id="{4FFC1185-F28D-A38D-6B29-E7C2DE6D3C4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622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</p:spTree>
    <p:extLst>
      <p:ext uri="{BB962C8B-B14F-4D97-AF65-F5344CB8AC3E}">
        <p14:creationId xmlns:p14="http://schemas.microsoft.com/office/powerpoint/2010/main" val="49562131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 1 Coluna Diagonal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A3B2B75-5F3D-CCB8-DFA0-4E34690260E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96458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A3B2B75-5F3D-CCB8-DFA0-4E34690260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reeform 1">
            <a:extLst>
              <a:ext uri="{FF2B5EF4-FFF2-40B4-BE49-F238E27FC236}">
                <a16:creationId xmlns:a16="http://schemas.microsoft.com/office/drawing/2014/main" id="{77F619D7-2032-8078-3154-91E8967760B2}"/>
              </a:ext>
            </a:extLst>
          </p:cNvPr>
          <p:cNvSpPr/>
          <p:nvPr userDrawn="1"/>
        </p:nvSpPr>
        <p:spPr>
          <a:xfrm>
            <a:off x="10133331" y="3220553"/>
            <a:ext cx="2060259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4EE2C453-AF4E-F9F5-C41A-640E476DA5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494951"/>
            <a:ext cx="11254426" cy="816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3256DD08-D766-F104-5485-C876BA9369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7" y="2584875"/>
            <a:ext cx="11254427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2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4E101AEF-D689-9E28-7B2C-F7655788B5C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66955176-744E-1429-BC0C-E4467D2078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6" name="Text Placeholder 43">
            <a:extLst>
              <a:ext uri="{FF2B5EF4-FFF2-40B4-BE49-F238E27FC236}">
                <a16:creationId xmlns:a16="http://schemas.microsoft.com/office/drawing/2014/main" id="{4FFC1185-F28D-A38D-6B29-E7C2DE6D3C4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622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</p:spTree>
    <p:extLst>
      <p:ext uri="{BB962C8B-B14F-4D97-AF65-F5344CB8AC3E}">
        <p14:creationId xmlns:p14="http://schemas.microsoft.com/office/powerpoint/2010/main" val="101483815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 2 Colunas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07BED06-EA8A-FB2C-7172-305A2D725BF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25328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07BED06-EA8A-FB2C-7172-305A2D725B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latin typeface="Arial Nova Cond" panose="020B0506020202020204" pitchFamily="34" charset="0"/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492648"/>
            <a:ext cx="5390202" cy="816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6331105" y="1494951"/>
            <a:ext cx="5390202" cy="816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86A6F23C-8E19-3086-EBB9-A5EA6CDD96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584875"/>
            <a:ext cx="5390202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2FFDAFB5-21EF-81DD-17BB-7AD3B4B64922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6331105" y="2584875"/>
            <a:ext cx="5390202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5" name="Slide Number Placeholder 2">
            <a:extLst>
              <a:ext uri="{FF2B5EF4-FFF2-40B4-BE49-F238E27FC236}">
                <a16:creationId xmlns:a16="http://schemas.microsoft.com/office/drawing/2014/main" id="{05958F34-5EC6-F939-ED8F-2FE9D9985E2B}"/>
              </a:ext>
            </a:extLst>
          </p:cNvPr>
          <p:cNvSpPr txBox="1">
            <a:spLocks/>
          </p:cNvSpPr>
          <p:nvPr userDrawn="1"/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 vert="horz" lIns="0" tIns="0" rIns="0" bIns="0" rtlCol="0" anchor="b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800" b="0" i="0" u="none" strike="noStrike" cap="none">
                <a:solidFill>
                  <a:schemeClr val="tx1"/>
                </a:solidFill>
                <a:latin typeface="Arial Nova" panose="020B0504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rtl="0"/>
            <a:fld id="{D275052D-D27A-7447-8473-BC7C732ED008}" type="slidenum">
              <a:rPr lang="pt-BR" smtClean="0">
                <a:latin typeface="Arial Nova Cond" panose="020B0506020202020204" pitchFamily="34" charset="0"/>
              </a:rPr>
              <a:pPr rtl="0"/>
              <a:t>‹nº›</a:t>
            </a:fld>
            <a:endParaRPr lang="pt-BR">
              <a:latin typeface="Arial Nova Cond" panose="020B0506020202020204" pitchFamily="34" charset="0"/>
            </a:endParaRP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A27B8202-C5C1-DC4D-2B47-8EA9B7D345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2" name="Text Placeholder 13">
            <a:extLst>
              <a:ext uri="{FF2B5EF4-FFF2-40B4-BE49-F238E27FC236}">
                <a16:creationId xmlns:a16="http://schemas.microsoft.com/office/drawing/2014/main" id="{8A1DD62E-88D3-AA9A-DAD2-8707187DE87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43" name="Text Placeholder 43">
            <a:extLst>
              <a:ext uri="{FF2B5EF4-FFF2-40B4-BE49-F238E27FC236}">
                <a16:creationId xmlns:a16="http://schemas.microsoft.com/office/drawing/2014/main" id="{4B076240-A6C9-0E67-A854-3EA1F075D0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</p:spTree>
    <p:extLst>
      <p:ext uri="{BB962C8B-B14F-4D97-AF65-F5344CB8AC3E}">
        <p14:creationId xmlns:p14="http://schemas.microsoft.com/office/powerpoint/2010/main" val="115040628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 2 Colunas Diagonal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2118049-2293-347F-94F6-29D49E5E74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094031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2118049-2293-347F-94F6-29D49E5E74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reeform 1">
            <a:extLst>
              <a:ext uri="{FF2B5EF4-FFF2-40B4-BE49-F238E27FC236}">
                <a16:creationId xmlns:a16="http://schemas.microsoft.com/office/drawing/2014/main" id="{0EF902EC-9AC1-935B-A4D4-5696F68FFBC2}"/>
              </a:ext>
            </a:extLst>
          </p:cNvPr>
          <p:cNvSpPr/>
          <p:nvPr userDrawn="1"/>
        </p:nvSpPr>
        <p:spPr>
          <a:xfrm>
            <a:off x="10133331" y="3220553"/>
            <a:ext cx="2060259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492648"/>
            <a:ext cx="5390202" cy="816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6331105" y="1494951"/>
            <a:ext cx="5390202" cy="816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86A6F23C-8E19-3086-EBB9-A5EA6CDD96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584875"/>
            <a:ext cx="5390202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2FFDAFB5-21EF-81DD-17BB-7AD3B4B64922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6331105" y="2584875"/>
            <a:ext cx="5390202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5" name="Slide Number Placeholder 2">
            <a:extLst>
              <a:ext uri="{FF2B5EF4-FFF2-40B4-BE49-F238E27FC236}">
                <a16:creationId xmlns:a16="http://schemas.microsoft.com/office/drawing/2014/main" id="{05958F34-5EC6-F939-ED8F-2FE9D9985E2B}"/>
              </a:ext>
            </a:extLst>
          </p:cNvPr>
          <p:cNvSpPr txBox="1">
            <a:spLocks/>
          </p:cNvSpPr>
          <p:nvPr userDrawn="1"/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 vert="horz" lIns="0" tIns="0" rIns="0" bIns="0" rtlCol="0" anchor="b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800" b="0" i="0" u="none" strike="noStrike" cap="none">
                <a:solidFill>
                  <a:schemeClr val="tx1"/>
                </a:solidFill>
                <a:latin typeface="Arial Nova" panose="020B0504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rtl="0"/>
            <a:fld id="{D275052D-D27A-7447-8473-BC7C732ED008}" type="slidenum">
              <a:rPr lang="pt-BR" smtClean="0">
                <a:latin typeface="Arial Nova Cond" panose="020B0506020202020204" pitchFamily="34" charset="0"/>
              </a:rPr>
              <a:pPr rtl="0"/>
              <a:t>‹nº›</a:t>
            </a:fld>
            <a:endParaRPr lang="pt-BR">
              <a:latin typeface="Arial Nova Cond" panose="020B0506020202020204" pitchFamily="34" charset="0"/>
            </a:endParaRP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A27B8202-C5C1-DC4D-2B47-8EA9B7D345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2" name="Text Placeholder 13">
            <a:extLst>
              <a:ext uri="{FF2B5EF4-FFF2-40B4-BE49-F238E27FC236}">
                <a16:creationId xmlns:a16="http://schemas.microsoft.com/office/drawing/2014/main" id="{8A1DD62E-88D3-AA9A-DAD2-8707187DE87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43" name="Text Placeholder 43">
            <a:extLst>
              <a:ext uri="{FF2B5EF4-FFF2-40B4-BE49-F238E27FC236}">
                <a16:creationId xmlns:a16="http://schemas.microsoft.com/office/drawing/2014/main" id="{4B076240-A6C9-0E67-A854-3EA1F075D0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</p:spTree>
    <p:extLst>
      <p:ext uri="{BB962C8B-B14F-4D97-AF65-F5344CB8AC3E}">
        <p14:creationId xmlns:p14="http://schemas.microsoft.com/office/powerpoint/2010/main" val="182504245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 2 Colunas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F7173507-CCE4-CAF2-7624-A5DB2D62CF3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690904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7173507-CCE4-CAF2-7624-A5DB2D62CF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A06E5C85-2F29-A4AB-EBD2-0100EFDE25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497691"/>
            <a:ext cx="5390202" cy="81163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F3E0BC5B-16A7-1BB7-5CAF-37C0BF934023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6331105" y="1492648"/>
            <a:ext cx="5390202" cy="81898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142101CA-F041-9C6D-F7F4-135464DDBE5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584875"/>
            <a:ext cx="5390202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0E986B43-0CD7-8D0E-AAF5-BDC1C6E5A78D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6331105" y="2584875"/>
            <a:ext cx="5390202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895FEAB3-5FC5-E626-884D-AB64F77A04E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902C0BE3-C867-25C4-B63D-BF984A31BDE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6" name="Text Placeholder 43">
            <a:extLst>
              <a:ext uri="{FF2B5EF4-FFF2-40B4-BE49-F238E27FC236}">
                <a16:creationId xmlns:a16="http://schemas.microsoft.com/office/drawing/2014/main" id="{9A786047-89C9-296A-B203-733D409924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622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</p:spTree>
    <p:extLst>
      <p:ext uri="{BB962C8B-B14F-4D97-AF65-F5344CB8AC3E}">
        <p14:creationId xmlns:p14="http://schemas.microsoft.com/office/powerpoint/2010/main" val="341298925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 2 Colunas Diagonal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610F30B4-330C-9D9E-FF9D-1B3DE34556B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914180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10F30B4-330C-9D9E-FF9D-1B3DE34556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reeform 1">
            <a:extLst>
              <a:ext uri="{FF2B5EF4-FFF2-40B4-BE49-F238E27FC236}">
                <a16:creationId xmlns:a16="http://schemas.microsoft.com/office/drawing/2014/main" id="{7C8B4DB1-2E94-CB88-DFC1-8E4EA84F4D38}"/>
              </a:ext>
            </a:extLst>
          </p:cNvPr>
          <p:cNvSpPr/>
          <p:nvPr userDrawn="1"/>
        </p:nvSpPr>
        <p:spPr>
          <a:xfrm>
            <a:off x="10133331" y="3220553"/>
            <a:ext cx="2060259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A06E5C85-2F29-A4AB-EBD2-0100EFDE25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497691"/>
            <a:ext cx="5390202" cy="81163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F3E0BC5B-16A7-1BB7-5CAF-37C0BF934023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6331105" y="1492648"/>
            <a:ext cx="5390202" cy="81898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142101CA-F041-9C6D-F7F4-135464DDBE5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584875"/>
            <a:ext cx="5390202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0E986B43-0CD7-8D0E-AAF5-BDC1C6E5A78D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6331105" y="2584875"/>
            <a:ext cx="5390202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895FEAB3-5FC5-E626-884D-AB64F77A04E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902C0BE3-C867-25C4-B63D-BF984A31BDE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6" name="Text Placeholder 43">
            <a:extLst>
              <a:ext uri="{FF2B5EF4-FFF2-40B4-BE49-F238E27FC236}">
                <a16:creationId xmlns:a16="http://schemas.microsoft.com/office/drawing/2014/main" id="{9A786047-89C9-296A-B203-733D409924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622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</p:spTree>
    <p:extLst>
      <p:ext uri="{BB962C8B-B14F-4D97-AF65-F5344CB8AC3E}">
        <p14:creationId xmlns:p14="http://schemas.microsoft.com/office/powerpoint/2010/main" val="352110874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 3 Colunas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DD333A38-9986-025F-F0DD-3946BA08FDE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50764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D333A38-9986-025F-F0DD-3946BA08FD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494000"/>
            <a:ext cx="3398031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328973" y="1494000"/>
            <a:ext cx="3398031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C16B06D1-13A3-EEEE-F8C3-B25A12A96028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4404673" y="1494000"/>
            <a:ext cx="3398031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86A6F23C-8E19-3086-EBB9-A5EA6CDD96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595600"/>
            <a:ext cx="339803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2FFDAFB5-21EF-81DD-17BB-7AD3B4B64922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328973" y="2595600"/>
            <a:ext cx="339803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F5D8BFF-CE58-E040-A693-E8341619B4E6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404673" y="2595600"/>
            <a:ext cx="339803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2C59B969-5D32-483B-211C-9505FBF5E3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F2ABBC01-3FE4-8278-D771-4237BC20143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3F7CA5AA-280B-F3E8-AB86-6EC091E8FB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</p:spTree>
    <p:extLst>
      <p:ext uri="{BB962C8B-B14F-4D97-AF65-F5344CB8AC3E}">
        <p14:creationId xmlns:p14="http://schemas.microsoft.com/office/powerpoint/2010/main" val="201920680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 3 Colunas Diagonal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3A70429-A1EF-8C6B-A732-7A8B69640C2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775319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3A70429-A1EF-8C6B-A732-7A8B69640C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reeform 1">
            <a:extLst>
              <a:ext uri="{FF2B5EF4-FFF2-40B4-BE49-F238E27FC236}">
                <a16:creationId xmlns:a16="http://schemas.microsoft.com/office/drawing/2014/main" id="{FC6A3183-A3A1-CA21-6CDC-969D925688C5}"/>
              </a:ext>
            </a:extLst>
          </p:cNvPr>
          <p:cNvSpPr/>
          <p:nvPr userDrawn="1"/>
        </p:nvSpPr>
        <p:spPr>
          <a:xfrm>
            <a:off x="10133331" y="3220553"/>
            <a:ext cx="2060259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494000"/>
            <a:ext cx="3398031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328973" y="1494000"/>
            <a:ext cx="3398031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C16B06D1-13A3-EEEE-F8C3-B25A12A96028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4404673" y="1494000"/>
            <a:ext cx="3398031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86A6F23C-8E19-3086-EBB9-A5EA6CDD96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595600"/>
            <a:ext cx="339803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2FFDAFB5-21EF-81DD-17BB-7AD3B4B64922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328973" y="2595600"/>
            <a:ext cx="339803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F5D8BFF-CE58-E040-A693-E8341619B4E6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404673" y="2595600"/>
            <a:ext cx="339803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2C59B969-5D32-483B-211C-9505FBF5E3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F2ABBC01-3FE4-8278-D771-4237BC20143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3F7CA5AA-280B-F3E8-AB86-6EC091E8FB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</p:spTree>
    <p:extLst>
      <p:ext uri="{BB962C8B-B14F-4D97-AF65-F5344CB8AC3E}">
        <p14:creationId xmlns:p14="http://schemas.microsoft.com/office/powerpoint/2010/main" val="62202645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 3 Colunas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8BD923FD-92C1-F942-6F48-56E19AD23B8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081008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D923FD-92C1-F942-6F48-56E19AD23B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A06E5C85-2F29-A4AB-EBD2-0100EFDE25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1600" y="1494951"/>
            <a:ext cx="3398031" cy="8143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F3E0BC5B-16A7-1BB7-5CAF-37C0BF934023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328973" y="1494951"/>
            <a:ext cx="3398031" cy="8143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8" name="Text Placeholder 39">
            <a:extLst>
              <a:ext uri="{FF2B5EF4-FFF2-40B4-BE49-F238E27FC236}">
                <a16:creationId xmlns:a16="http://schemas.microsoft.com/office/drawing/2014/main" id="{556AF50E-B3A6-2916-6F5D-01D3C11D09D4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4404673" y="1494951"/>
            <a:ext cx="3398031" cy="8143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142101CA-F041-9C6D-F7F4-135464DDBE5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595600"/>
            <a:ext cx="3398031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0E986B43-0CD7-8D0E-AAF5-BDC1C6E5A78D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328973" y="2594400"/>
            <a:ext cx="3398031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2" name="Text Placeholder 39">
            <a:extLst>
              <a:ext uri="{FF2B5EF4-FFF2-40B4-BE49-F238E27FC236}">
                <a16:creationId xmlns:a16="http://schemas.microsoft.com/office/drawing/2014/main" id="{8DE71C7C-498B-8507-5FA3-621BB594553C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404673" y="2594400"/>
            <a:ext cx="3398031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F7C0C00C-7DC0-32C9-C1CC-72AC30B362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516616F0-0398-B25F-6325-50064F77CA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5" name="Text Placeholder 43">
            <a:extLst>
              <a:ext uri="{FF2B5EF4-FFF2-40B4-BE49-F238E27FC236}">
                <a16:creationId xmlns:a16="http://schemas.microsoft.com/office/drawing/2014/main" id="{E26DB6D7-A77A-F4A2-0030-F7201304325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622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</p:spTree>
    <p:extLst>
      <p:ext uri="{BB962C8B-B14F-4D97-AF65-F5344CB8AC3E}">
        <p14:creationId xmlns:p14="http://schemas.microsoft.com/office/powerpoint/2010/main" val="311116858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 3 Colunas Diagonal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D4D975B-05A5-AD42-FF3C-07D724A083A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00855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D4D975B-05A5-AD42-FF3C-07D724A083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reeform 1">
            <a:extLst>
              <a:ext uri="{FF2B5EF4-FFF2-40B4-BE49-F238E27FC236}">
                <a16:creationId xmlns:a16="http://schemas.microsoft.com/office/drawing/2014/main" id="{3F55B7FD-986F-F5C5-9A54-A2A8D87F3948}"/>
              </a:ext>
            </a:extLst>
          </p:cNvPr>
          <p:cNvSpPr/>
          <p:nvPr userDrawn="1"/>
        </p:nvSpPr>
        <p:spPr>
          <a:xfrm>
            <a:off x="10133331" y="3220553"/>
            <a:ext cx="2060259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A06E5C85-2F29-A4AB-EBD2-0100EFDE25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1600" y="1494951"/>
            <a:ext cx="3398031" cy="8143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F3E0BC5B-16A7-1BB7-5CAF-37C0BF934023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328973" y="1494951"/>
            <a:ext cx="3398031" cy="8143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8" name="Text Placeholder 39">
            <a:extLst>
              <a:ext uri="{FF2B5EF4-FFF2-40B4-BE49-F238E27FC236}">
                <a16:creationId xmlns:a16="http://schemas.microsoft.com/office/drawing/2014/main" id="{556AF50E-B3A6-2916-6F5D-01D3C11D09D4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4404673" y="1494951"/>
            <a:ext cx="3398031" cy="8143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142101CA-F041-9C6D-F7F4-135464DDBE5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595600"/>
            <a:ext cx="3398031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0E986B43-0CD7-8D0E-AAF5-BDC1C6E5A78D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328973" y="2594400"/>
            <a:ext cx="3398031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2" name="Text Placeholder 39">
            <a:extLst>
              <a:ext uri="{FF2B5EF4-FFF2-40B4-BE49-F238E27FC236}">
                <a16:creationId xmlns:a16="http://schemas.microsoft.com/office/drawing/2014/main" id="{8DE71C7C-498B-8507-5FA3-621BB594553C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404673" y="2594400"/>
            <a:ext cx="3398031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F7C0C00C-7DC0-32C9-C1CC-72AC30B362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516616F0-0398-B25F-6325-50064F77CA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5" name="Text Placeholder 43">
            <a:extLst>
              <a:ext uri="{FF2B5EF4-FFF2-40B4-BE49-F238E27FC236}">
                <a16:creationId xmlns:a16="http://schemas.microsoft.com/office/drawing/2014/main" id="{E26DB6D7-A77A-F4A2-0030-F7201304325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622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</p:spTree>
    <p:extLst>
      <p:ext uri="{BB962C8B-B14F-4D97-AF65-F5344CB8AC3E}">
        <p14:creationId xmlns:p14="http://schemas.microsoft.com/office/powerpoint/2010/main" val="188458162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 4 Colunas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DE9E7E07-F3F1-9B90-D30E-2848F909AF9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647186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E9E7E07-F3F1-9B90-D30E-2848F909AF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494000"/>
            <a:ext cx="2458089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6341228" y="1494000"/>
            <a:ext cx="2453521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C16B06D1-13A3-EEEE-F8C3-B25A12A96028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3399491" y="1494000"/>
            <a:ext cx="2461560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86A6F23C-8E19-3086-EBB9-A5EA6CDD96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595600"/>
            <a:ext cx="2458089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2FFDAFB5-21EF-81DD-17BB-7AD3B4B64922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6341228" y="2595600"/>
            <a:ext cx="245352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F5D8BFF-CE58-E040-A693-E8341619B4E6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399491" y="2595600"/>
            <a:ext cx="2461560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2C59B969-5D32-483B-211C-9505FBF5E3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F2ABBC01-3FE4-8278-D771-4237BC20143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3F7CA5AA-280B-F3E8-AB86-6EC091E8FB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sp>
        <p:nvSpPr>
          <p:cNvPr id="2" name="Text Placeholder 39">
            <a:extLst>
              <a:ext uri="{FF2B5EF4-FFF2-40B4-BE49-F238E27FC236}">
                <a16:creationId xmlns:a16="http://schemas.microsoft.com/office/drawing/2014/main" id="{7E9AEABF-A2B0-2686-FC01-6EB1B75D1915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9276933" y="1494000"/>
            <a:ext cx="2453521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" name="Text Placeholder 39">
            <a:extLst>
              <a:ext uri="{FF2B5EF4-FFF2-40B4-BE49-F238E27FC236}">
                <a16:creationId xmlns:a16="http://schemas.microsoft.com/office/drawing/2014/main" id="{83CE0788-C666-17B7-715F-916B5F570780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9276933" y="2595600"/>
            <a:ext cx="245352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229703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 4 Colunas Diagonal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F0D105-698D-A3FB-E8AA-9E66ADAD36D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427981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F0D105-698D-A3FB-E8AA-9E66ADAD36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reeform 5">
            <a:extLst>
              <a:ext uri="{FF2B5EF4-FFF2-40B4-BE49-F238E27FC236}">
                <a16:creationId xmlns:a16="http://schemas.microsoft.com/office/drawing/2014/main" id="{CB08F405-ED71-0B5A-17EC-392FA3E41BFB}"/>
              </a:ext>
            </a:extLst>
          </p:cNvPr>
          <p:cNvSpPr/>
          <p:nvPr userDrawn="1"/>
        </p:nvSpPr>
        <p:spPr>
          <a:xfrm>
            <a:off x="10133331" y="3220553"/>
            <a:ext cx="2060259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494000"/>
            <a:ext cx="2458089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6341228" y="1494000"/>
            <a:ext cx="2453521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C16B06D1-13A3-EEEE-F8C3-B25A12A96028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3399491" y="1494000"/>
            <a:ext cx="2461560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86A6F23C-8E19-3086-EBB9-A5EA6CDD96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595600"/>
            <a:ext cx="2458089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2FFDAFB5-21EF-81DD-17BB-7AD3B4B64922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6341228" y="2595600"/>
            <a:ext cx="245352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F5D8BFF-CE58-E040-A693-E8341619B4E6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399491" y="2595600"/>
            <a:ext cx="2461560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2C59B969-5D32-483B-211C-9505FBF5E3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F2ABBC01-3FE4-8278-D771-4237BC20143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3F7CA5AA-280B-F3E8-AB86-6EC091E8FB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sp>
        <p:nvSpPr>
          <p:cNvPr id="2" name="Text Placeholder 39">
            <a:extLst>
              <a:ext uri="{FF2B5EF4-FFF2-40B4-BE49-F238E27FC236}">
                <a16:creationId xmlns:a16="http://schemas.microsoft.com/office/drawing/2014/main" id="{7E9AEABF-A2B0-2686-FC01-6EB1B75D1915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9276933" y="1494000"/>
            <a:ext cx="2453521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" name="Text Placeholder 39">
            <a:extLst>
              <a:ext uri="{FF2B5EF4-FFF2-40B4-BE49-F238E27FC236}">
                <a16:creationId xmlns:a16="http://schemas.microsoft.com/office/drawing/2014/main" id="{83CE0788-C666-17B7-715F-916B5F570780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9276933" y="2595600"/>
            <a:ext cx="245352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121110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 4 Colunas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4F25723-DB17-3601-F621-4138159AAB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072431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F25723-DB17-3601-F621-4138159AAB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494000"/>
            <a:ext cx="2458089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6341228" y="1494000"/>
            <a:ext cx="2453521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C16B06D1-13A3-EEEE-F8C3-B25A12A96028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3399491" y="1494000"/>
            <a:ext cx="2461560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86A6F23C-8E19-3086-EBB9-A5EA6CDD96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595600"/>
            <a:ext cx="2458089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2FFDAFB5-21EF-81DD-17BB-7AD3B4B64922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6341228" y="2595600"/>
            <a:ext cx="245352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F5D8BFF-CE58-E040-A693-E8341619B4E6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399491" y="2595600"/>
            <a:ext cx="2461560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2C59B969-5D32-483B-211C-9505FBF5E3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F2ABBC01-3FE4-8278-D771-4237BC20143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3F7CA5AA-280B-F3E8-AB86-6EC091E8FB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sp>
        <p:nvSpPr>
          <p:cNvPr id="2" name="Text Placeholder 39">
            <a:extLst>
              <a:ext uri="{FF2B5EF4-FFF2-40B4-BE49-F238E27FC236}">
                <a16:creationId xmlns:a16="http://schemas.microsoft.com/office/drawing/2014/main" id="{7E9AEABF-A2B0-2686-FC01-6EB1B75D1915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9276933" y="1494000"/>
            <a:ext cx="2453521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" name="Text Placeholder 39">
            <a:extLst>
              <a:ext uri="{FF2B5EF4-FFF2-40B4-BE49-F238E27FC236}">
                <a16:creationId xmlns:a16="http://schemas.microsoft.com/office/drawing/2014/main" id="{83CE0788-C666-17B7-715F-916B5F570780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9276933" y="2595600"/>
            <a:ext cx="245352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801328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 4 Colunas Diagonal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E729C502-BC04-69BC-2E2B-48B26ABB6EF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06859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729C502-BC04-69BC-2E2B-48B26ABB6E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reeform 5">
            <a:extLst>
              <a:ext uri="{FF2B5EF4-FFF2-40B4-BE49-F238E27FC236}">
                <a16:creationId xmlns:a16="http://schemas.microsoft.com/office/drawing/2014/main" id="{CB08F405-ED71-0B5A-17EC-392FA3E41BFB}"/>
              </a:ext>
            </a:extLst>
          </p:cNvPr>
          <p:cNvSpPr/>
          <p:nvPr userDrawn="1"/>
        </p:nvSpPr>
        <p:spPr>
          <a:xfrm>
            <a:off x="10133331" y="3220553"/>
            <a:ext cx="2060259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494000"/>
            <a:ext cx="2458089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6341228" y="1494000"/>
            <a:ext cx="2453521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C16B06D1-13A3-EEEE-F8C3-B25A12A96028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3399491" y="1494000"/>
            <a:ext cx="2461560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86A6F23C-8E19-3086-EBB9-A5EA6CDD96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595600"/>
            <a:ext cx="2458089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2FFDAFB5-21EF-81DD-17BB-7AD3B4B64922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6341228" y="2595600"/>
            <a:ext cx="245352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F5D8BFF-CE58-E040-A693-E8341619B4E6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399491" y="2595600"/>
            <a:ext cx="2461560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2C59B969-5D32-483B-211C-9505FBF5E3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D7DDE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F2ABBC01-3FE4-8278-D771-4237BC20143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D7DDE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3F7CA5AA-280B-F3E8-AB86-6EC091E8FB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sp>
        <p:nvSpPr>
          <p:cNvPr id="2" name="Text Placeholder 39">
            <a:extLst>
              <a:ext uri="{FF2B5EF4-FFF2-40B4-BE49-F238E27FC236}">
                <a16:creationId xmlns:a16="http://schemas.microsoft.com/office/drawing/2014/main" id="{7E9AEABF-A2B0-2686-FC01-6EB1B75D1915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9276933" y="1494000"/>
            <a:ext cx="2453521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" name="Text Placeholder 39">
            <a:extLst>
              <a:ext uri="{FF2B5EF4-FFF2-40B4-BE49-F238E27FC236}">
                <a16:creationId xmlns:a16="http://schemas.microsoft.com/office/drawing/2014/main" id="{83CE0788-C666-17B7-715F-916B5F570780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9276933" y="2595600"/>
            <a:ext cx="245352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061301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o 6 Colunas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D0E24B4-4D19-A15D-C5FD-5ABF93CC73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759734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0E24B4-4D19-A15D-C5FD-5ABF93CC73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500739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7BA44A0D-B95A-E938-E3BE-943DBFCE1AF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328973" y="1500739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089862E0-51F6-EF99-F44C-DFDF12199A89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328973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C16B06D1-13A3-EEEE-F8C3-B25A12A96028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4404673" y="1500739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BE72E948-0CDE-F322-3833-93CD7DB8EE40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404673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6" name="Text Placeholder 39">
            <a:extLst>
              <a:ext uri="{FF2B5EF4-FFF2-40B4-BE49-F238E27FC236}">
                <a16:creationId xmlns:a16="http://schemas.microsoft.com/office/drawing/2014/main" id="{9AB3606E-EC67-B757-1293-E2C1D8A358A3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470848" y="3674406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73E11B46-A622-46C7-D420-C5A54F40721E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470848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8" name="Text Placeholder 39">
            <a:extLst>
              <a:ext uri="{FF2B5EF4-FFF2-40B4-BE49-F238E27FC236}">
                <a16:creationId xmlns:a16="http://schemas.microsoft.com/office/drawing/2014/main" id="{795511CB-5997-810F-699F-FA8199928227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8328973" y="3674406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AAE8F9EE-05C8-232F-0B9F-AFF28DAED64B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8328973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8D5AEF6D-6A27-0166-1F89-265A20ECEE89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4404673" y="3674406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703BAAE9-B930-E1A1-D25C-3716C7CAA5AD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4404673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1140453-F3E2-E9CE-8277-A77A8DE530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943F3617-A005-0E2A-4414-3D9D2B5E33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8" name="Text Placeholder 43">
            <a:extLst>
              <a:ext uri="{FF2B5EF4-FFF2-40B4-BE49-F238E27FC236}">
                <a16:creationId xmlns:a16="http://schemas.microsoft.com/office/drawing/2014/main" id="{3A47B3DB-A03B-F92E-DA45-C24FDD8251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</p:spTree>
    <p:extLst>
      <p:ext uri="{BB962C8B-B14F-4D97-AF65-F5344CB8AC3E}">
        <p14:creationId xmlns:p14="http://schemas.microsoft.com/office/powerpoint/2010/main" val="141003344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o 6 Colunas Diagonal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6D0F650B-F0B1-5A3D-14AF-1FFF76F9035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311680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D0F650B-F0B1-5A3D-14AF-1FFF76F903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reeform 1">
            <a:extLst>
              <a:ext uri="{FF2B5EF4-FFF2-40B4-BE49-F238E27FC236}">
                <a16:creationId xmlns:a16="http://schemas.microsoft.com/office/drawing/2014/main" id="{2D530E1D-66D7-F343-8D58-78F737A1477E}"/>
              </a:ext>
            </a:extLst>
          </p:cNvPr>
          <p:cNvSpPr/>
          <p:nvPr userDrawn="1"/>
        </p:nvSpPr>
        <p:spPr>
          <a:xfrm>
            <a:off x="10133331" y="3220553"/>
            <a:ext cx="2060259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500739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7BA44A0D-B95A-E938-E3BE-943DBFCE1AF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328973" y="1500739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089862E0-51F6-EF99-F44C-DFDF12199A89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328973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C16B06D1-13A3-EEEE-F8C3-B25A12A96028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4404673" y="1500739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BE72E948-0CDE-F322-3833-93CD7DB8EE40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404673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6" name="Text Placeholder 39">
            <a:extLst>
              <a:ext uri="{FF2B5EF4-FFF2-40B4-BE49-F238E27FC236}">
                <a16:creationId xmlns:a16="http://schemas.microsoft.com/office/drawing/2014/main" id="{9AB3606E-EC67-B757-1293-E2C1D8A358A3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470848" y="3674406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73E11B46-A622-46C7-D420-C5A54F40721E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470848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8" name="Text Placeholder 39">
            <a:extLst>
              <a:ext uri="{FF2B5EF4-FFF2-40B4-BE49-F238E27FC236}">
                <a16:creationId xmlns:a16="http://schemas.microsoft.com/office/drawing/2014/main" id="{795511CB-5997-810F-699F-FA8199928227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8328973" y="3674406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AAE8F9EE-05C8-232F-0B9F-AFF28DAED64B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8328973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8D5AEF6D-6A27-0166-1F89-265A20ECEE89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4404673" y="3674406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703BAAE9-B930-E1A1-D25C-3716C7CAA5AD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4404673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1140453-F3E2-E9CE-8277-A77A8DE530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943F3617-A005-0E2A-4414-3D9D2B5E33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8" name="Text Placeholder 43">
            <a:extLst>
              <a:ext uri="{FF2B5EF4-FFF2-40B4-BE49-F238E27FC236}">
                <a16:creationId xmlns:a16="http://schemas.microsoft.com/office/drawing/2014/main" id="{3A47B3DB-A03B-F92E-DA45-C24FDD8251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</p:spTree>
    <p:extLst>
      <p:ext uri="{BB962C8B-B14F-4D97-AF65-F5344CB8AC3E}">
        <p14:creationId xmlns:p14="http://schemas.microsoft.com/office/powerpoint/2010/main" val="380018477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o 6 Colunas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C59E9B2-CF01-AD5A-0C4F-D70C6A2B9FD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790195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59E9B2-CF01-AD5A-0C4F-D70C6A2B9F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" name="Text Placeholder 39">
            <a:extLst>
              <a:ext uri="{FF2B5EF4-FFF2-40B4-BE49-F238E27FC236}">
                <a16:creationId xmlns:a16="http://schemas.microsoft.com/office/drawing/2014/main" id="{EBBD34C8-DDD6-078B-AB86-6167005212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501200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C641FE73-030A-52A0-E3C9-9EF89C4935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7" y="2159999"/>
            <a:ext cx="3398400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CA03645B-C93A-935B-E1AE-5EBBB546FF7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328973" y="1501200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0D89AFF3-3661-E5FE-FBAB-9A4AD8D4B420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328972" y="2159999"/>
            <a:ext cx="3398400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9564A9DB-7109-C5DA-B0AA-7769A4017136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4404673" y="1501200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6BBBC236-B525-D8E3-E158-04B3A6C850DB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404672" y="2159999"/>
            <a:ext cx="3398400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8A3124AB-5ED0-A255-570A-6064276DF662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470848" y="3674406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6E94381A-9E70-CEF5-D367-D868B482032A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470848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94429C1B-042A-0160-0F1A-9CE204E24072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8328973" y="3674406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6" name="Text Placeholder 39">
            <a:extLst>
              <a:ext uri="{FF2B5EF4-FFF2-40B4-BE49-F238E27FC236}">
                <a16:creationId xmlns:a16="http://schemas.microsoft.com/office/drawing/2014/main" id="{6651BDA1-E480-AAD7-6DD7-852AB527F797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8328973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D3E66203-36A8-A68C-71D0-D66CD4979C40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4404673" y="3674406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187BEBE6-DD56-4ADC-394D-1AB627D56953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4404673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C01CB18F-AD26-347E-6805-6E0A1EA1AB9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2" name="Text Placeholder 13">
            <a:extLst>
              <a:ext uri="{FF2B5EF4-FFF2-40B4-BE49-F238E27FC236}">
                <a16:creationId xmlns:a16="http://schemas.microsoft.com/office/drawing/2014/main" id="{AEC5E55C-FD30-BF75-F930-904FDC2A3BE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43" name="Text Placeholder 43">
            <a:extLst>
              <a:ext uri="{FF2B5EF4-FFF2-40B4-BE49-F238E27FC236}">
                <a16:creationId xmlns:a16="http://schemas.microsoft.com/office/drawing/2014/main" id="{34696532-EC4F-4679-F527-01E3D5AFE4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622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</p:spTree>
    <p:extLst>
      <p:ext uri="{BB962C8B-B14F-4D97-AF65-F5344CB8AC3E}">
        <p14:creationId xmlns:p14="http://schemas.microsoft.com/office/powerpoint/2010/main" val="2279219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o 6 Colunas Diagonal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A620923-4D22-7D79-46EA-CE5469D6DD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769933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A620923-4D22-7D79-46EA-CE5469D6DD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reeform 1">
            <a:extLst>
              <a:ext uri="{FF2B5EF4-FFF2-40B4-BE49-F238E27FC236}">
                <a16:creationId xmlns:a16="http://schemas.microsoft.com/office/drawing/2014/main" id="{86D7167C-0C0F-9334-E80C-A2973FE3E357}"/>
              </a:ext>
            </a:extLst>
          </p:cNvPr>
          <p:cNvSpPr/>
          <p:nvPr userDrawn="1"/>
        </p:nvSpPr>
        <p:spPr>
          <a:xfrm>
            <a:off x="10133331" y="3220553"/>
            <a:ext cx="2060259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" name="Text Placeholder 39">
            <a:extLst>
              <a:ext uri="{FF2B5EF4-FFF2-40B4-BE49-F238E27FC236}">
                <a16:creationId xmlns:a16="http://schemas.microsoft.com/office/drawing/2014/main" id="{EBBD34C8-DDD6-078B-AB86-6167005212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501200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C641FE73-030A-52A0-E3C9-9EF89C4935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7" y="2159999"/>
            <a:ext cx="3398400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CA03645B-C93A-935B-E1AE-5EBBB546FF7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328973" y="1501200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0D89AFF3-3661-E5FE-FBAB-9A4AD8D4B420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328972" y="2159999"/>
            <a:ext cx="3398400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9564A9DB-7109-C5DA-B0AA-7769A4017136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4404673" y="1501200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6BBBC236-B525-D8E3-E158-04B3A6C850DB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404672" y="2159999"/>
            <a:ext cx="3398400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8A3124AB-5ED0-A255-570A-6064276DF662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470848" y="3674406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6E94381A-9E70-CEF5-D367-D868B482032A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470848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94429C1B-042A-0160-0F1A-9CE204E24072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8328973" y="3674406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6" name="Text Placeholder 39">
            <a:extLst>
              <a:ext uri="{FF2B5EF4-FFF2-40B4-BE49-F238E27FC236}">
                <a16:creationId xmlns:a16="http://schemas.microsoft.com/office/drawing/2014/main" id="{6651BDA1-E480-AAD7-6DD7-852AB527F797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8328973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D3E66203-36A8-A68C-71D0-D66CD4979C40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4404673" y="3674406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187BEBE6-DD56-4ADC-394D-1AB627D56953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4404673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C01CB18F-AD26-347E-6805-6E0A1EA1AB9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2" name="Text Placeholder 13">
            <a:extLst>
              <a:ext uri="{FF2B5EF4-FFF2-40B4-BE49-F238E27FC236}">
                <a16:creationId xmlns:a16="http://schemas.microsoft.com/office/drawing/2014/main" id="{AEC5E55C-FD30-BF75-F930-904FDC2A3BE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43" name="Text Placeholder 43">
            <a:extLst>
              <a:ext uri="{FF2B5EF4-FFF2-40B4-BE49-F238E27FC236}">
                <a16:creationId xmlns:a16="http://schemas.microsoft.com/office/drawing/2014/main" id="{34696532-EC4F-4679-F527-01E3D5AFE4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622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</p:spTree>
    <p:extLst>
      <p:ext uri="{BB962C8B-B14F-4D97-AF65-F5344CB8AC3E}">
        <p14:creationId xmlns:p14="http://schemas.microsoft.com/office/powerpoint/2010/main" val="315365050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o 6 Colunas Logo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3B77C11-3A90-9DE2-43B5-049E5CBD54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880772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3B77C11-3A90-9DE2-43B5-049E5CBD54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9151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7BA44A0D-B95A-E938-E3BE-943DBFCE1AF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089862E0-51F6-EF99-F44C-DFDF12199A89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328973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BE72E948-0CDE-F322-3833-93CD7DB8EE40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404673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73E11B46-A622-46C7-D420-C5A54F40721E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470848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AAE8F9EE-05C8-232F-0B9F-AFF28DAED64B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8328973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703BAAE9-B930-E1A1-D25C-3716C7CAA5AD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4404673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1140453-F3E2-E9CE-8277-A77A8DE530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943F3617-A005-0E2A-4414-3D9D2B5E33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8" name="Text Placeholder 43">
            <a:extLst>
              <a:ext uri="{FF2B5EF4-FFF2-40B4-BE49-F238E27FC236}">
                <a16:creationId xmlns:a16="http://schemas.microsoft.com/office/drawing/2014/main" id="{3A47B3DB-A03B-F92E-DA45-C24FDD8251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BBD1EA64-D367-3000-FB8F-EC44DFE19CE7}"/>
              </a:ext>
            </a:extLst>
          </p:cNvPr>
          <p:cNvSpPr>
            <a:spLocks noGrp="1"/>
          </p:cNvSpPr>
          <p:nvPr>
            <p:ph type="pic" sz="quarter" idx="91" hasCustomPrompt="1"/>
          </p:nvPr>
        </p:nvSpPr>
        <p:spPr>
          <a:xfrm>
            <a:off x="466583" y="14954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4" name="Text Placeholder 39">
            <a:extLst>
              <a:ext uri="{FF2B5EF4-FFF2-40B4-BE49-F238E27FC236}">
                <a16:creationId xmlns:a16="http://schemas.microsoft.com/office/drawing/2014/main" id="{DE2CFCA5-DFB7-909B-5482-6D9A57CCA4F0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4402768" y="19151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5" name="Picture Placeholder 42">
            <a:extLst>
              <a:ext uri="{FF2B5EF4-FFF2-40B4-BE49-F238E27FC236}">
                <a16:creationId xmlns:a16="http://schemas.microsoft.com/office/drawing/2014/main" id="{75F47C76-B7CB-5F8C-0F42-806356B2AD8F}"/>
              </a:ext>
            </a:extLst>
          </p:cNvPr>
          <p:cNvSpPr>
            <a:spLocks noGrp="1"/>
          </p:cNvSpPr>
          <p:nvPr>
            <p:ph type="pic" sz="quarter" idx="93" hasCustomPrompt="1"/>
          </p:nvPr>
        </p:nvSpPr>
        <p:spPr>
          <a:xfrm>
            <a:off x="4398503" y="14954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6" name="Text Placeholder 39">
            <a:extLst>
              <a:ext uri="{FF2B5EF4-FFF2-40B4-BE49-F238E27FC236}">
                <a16:creationId xmlns:a16="http://schemas.microsoft.com/office/drawing/2014/main" id="{B25D08E3-473D-C2B7-FFA4-A1DD0B25B715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8334688" y="19151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7" name="Picture Placeholder 42">
            <a:extLst>
              <a:ext uri="{FF2B5EF4-FFF2-40B4-BE49-F238E27FC236}">
                <a16:creationId xmlns:a16="http://schemas.microsoft.com/office/drawing/2014/main" id="{40734FAB-FCFC-CB51-A3FF-1065EEA08483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8330423" y="14954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4" name="Text Placeholder 39">
            <a:extLst>
              <a:ext uri="{FF2B5EF4-FFF2-40B4-BE49-F238E27FC236}">
                <a16:creationId xmlns:a16="http://schemas.microsoft.com/office/drawing/2014/main" id="{7814DD09-6C3A-4E6C-BC15-7F3A14BFB630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70848" y="40995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65" name="Picture Placeholder 42">
            <a:extLst>
              <a:ext uri="{FF2B5EF4-FFF2-40B4-BE49-F238E27FC236}">
                <a16:creationId xmlns:a16="http://schemas.microsoft.com/office/drawing/2014/main" id="{6D5E5C33-980C-4087-5091-3788C15D337F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466583" y="36798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6" name="Text Placeholder 39">
            <a:extLst>
              <a:ext uri="{FF2B5EF4-FFF2-40B4-BE49-F238E27FC236}">
                <a16:creationId xmlns:a16="http://schemas.microsoft.com/office/drawing/2014/main" id="{EAB8A6BC-E2F1-EDD0-DA4B-0076A61E5C88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4402768" y="40995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67" name="Picture Placeholder 42">
            <a:extLst>
              <a:ext uri="{FF2B5EF4-FFF2-40B4-BE49-F238E27FC236}">
                <a16:creationId xmlns:a16="http://schemas.microsoft.com/office/drawing/2014/main" id="{38810E47-3E69-CDD6-369C-53BCC2ED3DCB}"/>
              </a:ext>
            </a:extLst>
          </p:cNvPr>
          <p:cNvSpPr>
            <a:spLocks noGrp="1"/>
          </p:cNvSpPr>
          <p:nvPr>
            <p:ph type="pic" sz="quarter" idx="99" hasCustomPrompt="1"/>
          </p:nvPr>
        </p:nvSpPr>
        <p:spPr>
          <a:xfrm>
            <a:off x="4398503" y="36798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8" name="Text Placeholder 39">
            <a:extLst>
              <a:ext uri="{FF2B5EF4-FFF2-40B4-BE49-F238E27FC236}">
                <a16:creationId xmlns:a16="http://schemas.microsoft.com/office/drawing/2014/main" id="{C0731511-874C-7115-ED88-254750D8C2A3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8334688" y="40995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69" name="Picture Placeholder 42">
            <a:extLst>
              <a:ext uri="{FF2B5EF4-FFF2-40B4-BE49-F238E27FC236}">
                <a16:creationId xmlns:a16="http://schemas.microsoft.com/office/drawing/2014/main" id="{8A81C1DC-6AA5-1836-4435-DE869F0B7B5F}"/>
              </a:ext>
            </a:extLst>
          </p:cNvPr>
          <p:cNvSpPr>
            <a:spLocks noGrp="1"/>
          </p:cNvSpPr>
          <p:nvPr>
            <p:ph type="pic" sz="quarter" idx="101" hasCustomPrompt="1"/>
          </p:nvPr>
        </p:nvSpPr>
        <p:spPr>
          <a:xfrm>
            <a:off x="8330423" y="36798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335103744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o 6 Colunas Logo Diagonal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C67A393-22B4-F09C-1CF7-D309FAC207E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590225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C67A393-22B4-F09C-1CF7-D309FAC207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reeform 1">
            <a:extLst>
              <a:ext uri="{FF2B5EF4-FFF2-40B4-BE49-F238E27FC236}">
                <a16:creationId xmlns:a16="http://schemas.microsoft.com/office/drawing/2014/main" id="{C3F77092-2773-10DB-C71E-36BD53A01DBA}"/>
              </a:ext>
            </a:extLst>
          </p:cNvPr>
          <p:cNvSpPr/>
          <p:nvPr userDrawn="1"/>
        </p:nvSpPr>
        <p:spPr>
          <a:xfrm>
            <a:off x="10133331" y="3220553"/>
            <a:ext cx="2060259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9151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7BA44A0D-B95A-E938-E3BE-943DBFCE1AF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089862E0-51F6-EF99-F44C-DFDF12199A89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328973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BE72E948-0CDE-F322-3833-93CD7DB8EE40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404673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73E11B46-A622-46C7-D420-C5A54F40721E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470848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AAE8F9EE-05C8-232F-0B9F-AFF28DAED64B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8328973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703BAAE9-B930-E1A1-D25C-3716C7CAA5AD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4404673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1140453-F3E2-E9CE-8277-A77A8DE530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943F3617-A005-0E2A-4414-3D9D2B5E33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8" name="Text Placeholder 43">
            <a:extLst>
              <a:ext uri="{FF2B5EF4-FFF2-40B4-BE49-F238E27FC236}">
                <a16:creationId xmlns:a16="http://schemas.microsoft.com/office/drawing/2014/main" id="{3A47B3DB-A03B-F92E-DA45-C24FDD8251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BBD1EA64-D367-3000-FB8F-EC44DFE19CE7}"/>
              </a:ext>
            </a:extLst>
          </p:cNvPr>
          <p:cNvSpPr>
            <a:spLocks noGrp="1"/>
          </p:cNvSpPr>
          <p:nvPr>
            <p:ph type="pic" sz="quarter" idx="91" hasCustomPrompt="1"/>
          </p:nvPr>
        </p:nvSpPr>
        <p:spPr>
          <a:xfrm>
            <a:off x="466583" y="14954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4" name="Text Placeholder 39">
            <a:extLst>
              <a:ext uri="{FF2B5EF4-FFF2-40B4-BE49-F238E27FC236}">
                <a16:creationId xmlns:a16="http://schemas.microsoft.com/office/drawing/2014/main" id="{DE2CFCA5-DFB7-909B-5482-6D9A57CCA4F0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4402768" y="19151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5" name="Picture Placeholder 42">
            <a:extLst>
              <a:ext uri="{FF2B5EF4-FFF2-40B4-BE49-F238E27FC236}">
                <a16:creationId xmlns:a16="http://schemas.microsoft.com/office/drawing/2014/main" id="{75F47C76-B7CB-5F8C-0F42-806356B2AD8F}"/>
              </a:ext>
            </a:extLst>
          </p:cNvPr>
          <p:cNvSpPr>
            <a:spLocks noGrp="1"/>
          </p:cNvSpPr>
          <p:nvPr>
            <p:ph type="pic" sz="quarter" idx="93" hasCustomPrompt="1"/>
          </p:nvPr>
        </p:nvSpPr>
        <p:spPr>
          <a:xfrm>
            <a:off x="4398503" y="14954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6" name="Text Placeholder 39">
            <a:extLst>
              <a:ext uri="{FF2B5EF4-FFF2-40B4-BE49-F238E27FC236}">
                <a16:creationId xmlns:a16="http://schemas.microsoft.com/office/drawing/2014/main" id="{B25D08E3-473D-C2B7-FFA4-A1DD0B25B715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8334688" y="19151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7" name="Picture Placeholder 42">
            <a:extLst>
              <a:ext uri="{FF2B5EF4-FFF2-40B4-BE49-F238E27FC236}">
                <a16:creationId xmlns:a16="http://schemas.microsoft.com/office/drawing/2014/main" id="{40734FAB-FCFC-CB51-A3FF-1065EEA08483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8330423" y="14954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4" name="Text Placeholder 39">
            <a:extLst>
              <a:ext uri="{FF2B5EF4-FFF2-40B4-BE49-F238E27FC236}">
                <a16:creationId xmlns:a16="http://schemas.microsoft.com/office/drawing/2014/main" id="{7814DD09-6C3A-4E6C-BC15-7F3A14BFB630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70848" y="40995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65" name="Picture Placeholder 42">
            <a:extLst>
              <a:ext uri="{FF2B5EF4-FFF2-40B4-BE49-F238E27FC236}">
                <a16:creationId xmlns:a16="http://schemas.microsoft.com/office/drawing/2014/main" id="{6D5E5C33-980C-4087-5091-3788C15D337F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466583" y="36798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6" name="Text Placeholder 39">
            <a:extLst>
              <a:ext uri="{FF2B5EF4-FFF2-40B4-BE49-F238E27FC236}">
                <a16:creationId xmlns:a16="http://schemas.microsoft.com/office/drawing/2014/main" id="{EAB8A6BC-E2F1-EDD0-DA4B-0076A61E5C88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4402768" y="40995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67" name="Picture Placeholder 42">
            <a:extLst>
              <a:ext uri="{FF2B5EF4-FFF2-40B4-BE49-F238E27FC236}">
                <a16:creationId xmlns:a16="http://schemas.microsoft.com/office/drawing/2014/main" id="{38810E47-3E69-CDD6-369C-53BCC2ED3DCB}"/>
              </a:ext>
            </a:extLst>
          </p:cNvPr>
          <p:cNvSpPr>
            <a:spLocks noGrp="1"/>
          </p:cNvSpPr>
          <p:nvPr>
            <p:ph type="pic" sz="quarter" idx="99" hasCustomPrompt="1"/>
          </p:nvPr>
        </p:nvSpPr>
        <p:spPr>
          <a:xfrm>
            <a:off x="4398503" y="36798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8" name="Text Placeholder 39">
            <a:extLst>
              <a:ext uri="{FF2B5EF4-FFF2-40B4-BE49-F238E27FC236}">
                <a16:creationId xmlns:a16="http://schemas.microsoft.com/office/drawing/2014/main" id="{C0731511-874C-7115-ED88-254750D8C2A3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8334688" y="40995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69" name="Picture Placeholder 42">
            <a:extLst>
              <a:ext uri="{FF2B5EF4-FFF2-40B4-BE49-F238E27FC236}">
                <a16:creationId xmlns:a16="http://schemas.microsoft.com/office/drawing/2014/main" id="{8A81C1DC-6AA5-1836-4435-DE869F0B7B5F}"/>
              </a:ext>
            </a:extLst>
          </p:cNvPr>
          <p:cNvSpPr>
            <a:spLocks noGrp="1"/>
          </p:cNvSpPr>
          <p:nvPr>
            <p:ph type="pic" sz="quarter" idx="101" hasCustomPrompt="1"/>
          </p:nvPr>
        </p:nvSpPr>
        <p:spPr>
          <a:xfrm>
            <a:off x="8330423" y="36798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287560371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o 6 Colunas Log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A5E48A6C-8A9E-0071-375A-CE784C6F9EB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163077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5E48A6C-8A9E-0071-375A-CE784C6F9E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9151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7BA44A0D-B95A-E938-E3BE-943DBFCE1AF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089862E0-51F6-EF99-F44C-DFDF12199A89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328973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BE72E948-0CDE-F322-3833-93CD7DB8EE40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404673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73E11B46-A622-46C7-D420-C5A54F40721E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470848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AAE8F9EE-05C8-232F-0B9F-AFF28DAED64B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8328973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703BAAE9-B930-E1A1-D25C-3716C7CAA5AD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4404673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1140453-F3E2-E9CE-8277-A77A8DE530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943F3617-A005-0E2A-4414-3D9D2B5E33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8" name="Text Placeholder 43">
            <a:extLst>
              <a:ext uri="{FF2B5EF4-FFF2-40B4-BE49-F238E27FC236}">
                <a16:creationId xmlns:a16="http://schemas.microsoft.com/office/drawing/2014/main" id="{3A47B3DB-A03B-F92E-DA45-C24FDD8251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BBD1EA64-D367-3000-FB8F-EC44DFE19CE7}"/>
              </a:ext>
            </a:extLst>
          </p:cNvPr>
          <p:cNvSpPr>
            <a:spLocks noGrp="1"/>
          </p:cNvSpPr>
          <p:nvPr>
            <p:ph type="pic" sz="quarter" idx="91" hasCustomPrompt="1"/>
          </p:nvPr>
        </p:nvSpPr>
        <p:spPr>
          <a:xfrm>
            <a:off x="466583" y="14954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4" name="Text Placeholder 39">
            <a:extLst>
              <a:ext uri="{FF2B5EF4-FFF2-40B4-BE49-F238E27FC236}">
                <a16:creationId xmlns:a16="http://schemas.microsoft.com/office/drawing/2014/main" id="{DE2CFCA5-DFB7-909B-5482-6D9A57CCA4F0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4402768" y="19151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5" name="Picture Placeholder 42">
            <a:extLst>
              <a:ext uri="{FF2B5EF4-FFF2-40B4-BE49-F238E27FC236}">
                <a16:creationId xmlns:a16="http://schemas.microsoft.com/office/drawing/2014/main" id="{75F47C76-B7CB-5F8C-0F42-806356B2AD8F}"/>
              </a:ext>
            </a:extLst>
          </p:cNvPr>
          <p:cNvSpPr>
            <a:spLocks noGrp="1"/>
          </p:cNvSpPr>
          <p:nvPr>
            <p:ph type="pic" sz="quarter" idx="93" hasCustomPrompt="1"/>
          </p:nvPr>
        </p:nvSpPr>
        <p:spPr>
          <a:xfrm>
            <a:off x="4398503" y="14954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6" name="Text Placeholder 39">
            <a:extLst>
              <a:ext uri="{FF2B5EF4-FFF2-40B4-BE49-F238E27FC236}">
                <a16:creationId xmlns:a16="http://schemas.microsoft.com/office/drawing/2014/main" id="{B25D08E3-473D-C2B7-FFA4-A1DD0B25B715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8334688" y="19151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7" name="Picture Placeholder 42">
            <a:extLst>
              <a:ext uri="{FF2B5EF4-FFF2-40B4-BE49-F238E27FC236}">
                <a16:creationId xmlns:a16="http://schemas.microsoft.com/office/drawing/2014/main" id="{40734FAB-FCFC-CB51-A3FF-1065EEA08483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8330423" y="14954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4" name="Text Placeholder 39">
            <a:extLst>
              <a:ext uri="{FF2B5EF4-FFF2-40B4-BE49-F238E27FC236}">
                <a16:creationId xmlns:a16="http://schemas.microsoft.com/office/drawing/2014/main" id="{7814DD09-6C3A-4E6C-BC15-7F3A14BFB630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70848" y="40995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65" name="Picture Placeholder 42">
            <a:extLst>
              <a:ext uri="{FF2B5EF4-FFF2-40B4-BE49-F238E27FC236}">
                <a16:creationId xmlns:a16="http://schemas.microsoft.com/office/drawing/2014/main" id="{6D5E5C33-980C-4087-5091-3788C15D337F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466583" y="36798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6" name="Text Placeholder 39">
            <a:extLst>
              <a:ext uri="{FF2B5EF4-FFF2-40B4-BE49-F238E27FC236}">
                <a16:creationId xmlns:a16="http://schemas.microsoft.com/office/drawing/2014/main" id="{EAB8A6BC-E2F1-EDD0-DA4B-0076A61E5C88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4402768" y="40995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67" name="Picture Placeholder 42">
            <a:extLst>
              <a:ext uri="{FF2B5EF4-FFF2-40B4-BE49-F238E27FC236}">
                <a16:creationId xmlns:a16="http://schemas.microsoft.com/office/drawing/2014/main" id="{38810E47-3E69-CDD6-369C-53BCC2ED3DCB}"/>
              </a:ext>
            </a:extLst>
          </p:cNvPr>
          <p:cNvSpPr>
            <a:spLocks noGrp="1"/>
          </p:cNvSpPr>
          <p:nvPr>
            <p:ph type="pic" sz="quarter" idx="99" hasCustomPrompt="1"/>
          </p:nvPr>
        </p:nvSpPr>
        <p:spPr>
          <a:xfrm>
            <a:off x="4398503" y="36798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8" name="Text Placeholder 39">
            <a:extLst>
              <a:ext uri="{FF2B5EF4-FFF2-40B4-BE49-F238E27FC236}">
                <a16:creationId xmlns:a16="http://schemas.microsoft.com/office/drawing/2014/main" id="{C0731511-874C-7115-ED88-254750D8C2A3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8334688" y="40995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69" name="Picture Placeholder 42">
            <a:extLst>
              <a:ext uri="{FF2B5EF4-FFF2-40B4-BE49-F238E27FC236}">
                <a16:creationId xmlns:a16="http://schemas.microsoft.com/office/drawing/2014/main" id="{8A81C1DC-6AA5-1836-4435-DE869F0B7B5F}"/>
              </a:ext>
            </a:extLst>
          </p:cNvPr>
          <p:cNvSpPr>
            <a:spLocks noGrp="1"/>
          </p:cNvSpPr>
          <p:nvPr>
            <p:ph type="pic" sz="quarter" idx="101" hasCustomPrompt="1"/>
          </p:nvPr>
        </p:nvSpPr>
        <p:spPr>
          <a:xfrm>
            <a:off x="8330423" y="36798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pic>
        <p:nvPicPr>
          <p:cNvPr id="32" name="Google Shape;2417;p84">
            <a:extLst>
              <a:ext uri="{FF2B5EF4-FFF2-40B4-BE49-F238E27FC236}">
                <a16:creationId xmlns:a16="http://schemas.microsoft.com/office/drawing/2014/main" id="{A013D738-BE9A-6797-D133-4963D73DDDEF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9791203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o 6 Colunas Logo Diagonal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C4D25EB-EB6C-F25C-73DA-506C9F542E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991376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C4D25EB-EB6C-F25C-73DA-506C9F542E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reeform 1">
            <a:extLst>
              <a:ext uri="{FF2B5EF4-FFF2-40B4-BE49-F238E27FC236}">
                <a16:creationId xmlns:a16="http://schemas.microsoft.com/office/drawing/2014/main" id="{3D17DEE0-DD3A-584C-7FE3-F82296F36214}"/>
              </a:ext>
            </a:extLst>
          </p:cNvPr>
          <p:cNvSpPr/>
          <p:nvPr userDrawn="1"/>
        </p:nvSpPr>
        <p:spPr>
          <a:xfrm>
            <a:off x="10133331" y="3220553"/>
            <a:ext cx="2060259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9151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7BA44A0D-B95A-E938-E3BE-943DBFCE1AF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089862E0-51F6-EF99-F44C-DFDF12199A89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328973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BE72E948-0CDE-F322-3833-93CD7DB8EE40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404673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73E11B46-A622-46C7-D420-C5A54F40721E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470848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AAE8F9EE-05C8-232F-0B9F-AFF28DAED64B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8328973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703BAAE9-B930-E1A1-D25C-3716C7CAA5AD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4404673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1140453-F3E2-E9CE-8277-A77A8DE530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943F3617-A005-0E2A-4414-3D9D2B5E33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8" name="Text Placeholder 43">
            <a:extLst>
              <a:ext uri="{FF2B5EF4-FFF2-40B4-BE49-F238E27FC236}">
                <a16:creationId xmlns:a16="http://schemas.microsoft.com/office/drawing/2014/main" id="{3A47B3DB-A03B-F92E-DA45-C24FDD8251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BBD1EA64-D367-3000-FB8F-EC44DFE19CE7}"/>
              </a:ext>
            </a:extLst>
          </p:cNvPr>
          <p:cNvSpPr>
            <a:spLocks noGrp="1"/>
          </p:cNvSpPr>
          <p:nvPr>
            <p:ph type="pic" sz="quarter" idx="91" hasCustomPrompt="1"/>
          </p:nvPr>
        </p:nvSpPr>
        <p:spPr>
          <a:xfrm>
            <a:off x="466583" y="14954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4" name="Text Placeholder 39">
            <a:extLst>
              <a:ext uri="{FF2B5EF4-FFF2-40B4-BE49-F238E27FC236}">
                <a16:creationId xmlns:a16="http://schemas.microsoft.com/office/drawing/2014/main" id="{DE2CFCA5-DFB7-909B-5482-6D9A57CCA4F0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4402768" y="19151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5" name="Picture Placeholder 42">
            <a:extLst>
              <a:ext uri="{FF2B5EF4-FFF2-40B4-BE49-F238E27FC236}">
                <a16:creationId xmlns:a16="http://schemas.microsoft.com/office/drawing/2014/main" id="{75F47C76-B7CB-5F8C-0F42-806356B2AD8F}"/>
              </a:ext>
            </a:extLst>
          </p:cNvPr>
          <p:cNvSpPr>
            <a:spLocks noGrp="1"/>
          </p:cNvSpPr>
          <p:nvPr>
            <p:ph type="pic" sz="quarter" idx="93" hasCustomPrompt="1"/>
          </p:nvPr>
        </p:nvSpPr>
        <p:spPr>
          <a:xfrm>
            <a:off x="4398503" y="14954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6" name="Text Placeholder 39">
            <a:extLst>
              <a:ext uri="{FF2B5EF4-FFF2-40B4-BE49-F238E27FC236}">
                <a16:creationId xmlns:a16="http://schemas.microsoft.com/office/drawing/2014/main" id="{B25D08E3-473D-C2B7-FFA4-A1DD0B25B715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8334688" y="19151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7" name="Picture Placeholder 42">
            <a:extLst>
              <a:ext uri="{FF2B5EF4-FFF2-40B4-BE49-F238E27FC236}">
                <a16:creationId xmlns:a16="http://schemas.microsoft.com/office/drawing/2014/main" id="{40734FAB-FCFC-CB51-A3FF-1065EEA08483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8330423" y="14954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4" name="Text Placeholder 39">
            <a:extLst>
              <a:ext uri="{FF2B5EF4-FFF2-40B4-BE49-F238E27FC236}">
                <a16:creationId xmlns:a16="http://schemas.microsoft.com/office/drawing/2014/main" id="{7814DD09-6C3A-4E6C-BC15-7F3A14BFB630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70848" y="40995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65" name="Picture Placeholder 42">
            <a:extLst>
              <a:ext uri="{FF2B5EF4-FFF2-40B4-BE49-F238E27FC236}">
                <a16:creationId xmlns:a16="http://schemas.microsoft.com/office/drawing/2014/main" id="{6D5E5C33-980C-4087-5091-3788C15D337F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466583" y="36798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6" name="Text Placeholder 39">
            <a:extLst>
              <a:ext uri="{FF2B5EF4-FFF2-40B4-BE49-F238E27FC236}">
                <a16:creationId xmlns:a16="http://schemas.microsoft.com/office/drawing/2014/main" id="{EAB8A6BC-E2F1-EDD0-DA4B-0076A61E5C88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4402768" y="40995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67" name="Picture Placeholder 42">
            <a:extLst>
              <a:ext uri="{FF2B5EF4-FFF2-40B4-BE49-F238E27FC236}">
                <a16:creationId xmlns:a16="http://schemas.microsoft.com/office/drawing/2014/main" id="{38810E47-3E69-CDD6-369C-53BCC2ED3DCB}"/>
              </a:ext>
            </a:extLst>
          </p:cNvPr>
          <p:cNvSpPr>
            <a:spLocks noGrp="1"/>
          </p:cNvSpPr>
          <p:nvPr>
            <p:ph type="pic" sz="quarter" idx="99" hasCustomPrompt="1"/>
          </p:nvPr>
        </p:nvSpPr>
        <p:spPr>
          <a:xfrm>
            <a:off x="4398503" y="36798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8" name="Text Placeholder 39">
            <a:extLst>
              <a:ext uri="{FF2B5EF4-FFF2-40B4-BE49-F238E27FC236}">
                <a16:creationId xmlns:a16="http://schemas.microsoft.com/office/drawing/2014/main" id="{C0731511-874C-7115-ED88-254750D8C2A3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8334688" y="40995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69" name="Picture Placeholder 42">
            <a:extLst>
              <a:ext uri="{FF2B5EF4-FFF2-40B4-BE49-F238E27FC236}">
                <a16:creationId xmlns:a16="http://schemas.microsoft.com/office/drawing/2014/main" id="{8A81C1DC-6AA5-1836-4435-DE869F0B7B5F}"/>
              </a:ext>
            </a:extLst>
          </p:cNvPr>
          <p:cNvSpPr>
            <a:spLocks noGrp="1"/>
          </p:cNvSpPr>
          <p:nvPr>
            <p:ph type="pic" sz="quarter" idx="101" hasCustomPrompt="1"/>
          </p:nvPr>
        </p:nvSpPr>
        <p:spPr>
          <a:xfrm>
            <a:off x="8330423" y="36798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pic>
        <p:nvPicPr>
          <p:cNvPr id="32" name="Google Shape;2417;p84">
            <a:extLst>
              <a:ext uri="{FF2B5EF4-FFF2-40B4-BE49-F238E27FC236}">
                <a16:creationId xmlns:a16="http://schemas.microsoft.com/office/drawing/2014/main" id="{A013D738-BE9A-6797-D133-4963D73DDDEF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8648236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Gráfico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A55F69A-7EB2-F103-29A6-280E68A24A1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449662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A55F69A-7EB2-F103-29A6-280E68A24A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013FE857-09EF-6320-AEC5-6F9618E95C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32" name="Google Shape;4546;p456">
            <a:extLst>
              <a:ext uri="{FF2B5EF4-FFF2-40B4-BE49-F238E27FC236}">
                <a16:creationId xmlns:a16="http://schemas.microsoft.com/office/drawing/2014/main" id="{BDF08FE4-6E2D-5166-08BA-CE39A101E6C8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18BFB194-2672-16B7-ED2C-9B1C972E24D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4E0F91D7-7C08-A520-E598-9CDB27F1B5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501200"/>
            <a:ext cx="3746966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650DD8A1-947F-8F07-93AB-A40EF04FDF9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160000"/>
            <a:ext cx="3746966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6" name="Text Placeholder 39">
            <a:extLst>
              <a:ext uri="{FF2B5EF4-FFF2-40B4-BE49-F238E27FC236}">
                <a16:creationId xmlns:a16="http://schemas.microsoft.com/office/drawing/2014/main" id="{B04975F1-C05A-1F8D-7E3A-2F1589A4DD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58445" y="1501413"/>
            <a:ext cx="6863932" cy="169042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06ED13DD-6DF2-F50D-26A3-FD10F14995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0848" y="3663951"/>
            <a:ext cx="3746966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8" name="Text Placeholder 39">
            <a:extLst>
              <a:ext uri="{FF2B5EF4-FFF2-40B4-BE49-F238E27FC236}">
                <a16:creationId xmlns:a16="http://schemas.microsoft.com/office/drawing/2014/main" id="{D917ADE9-5F71-6C61-E67F-FBE028C2519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0848" y="4322603"/>
            <a:ext cx="3746966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9" name="Chart Placeholder 56">
            <a:extLst>
              <a:ext uri="{FF2B5EF4-FFF2-40B4-BE49-F238E27FC236}">
                <a16:creationId xmlns:a16="http://schemas.microsoft.com/office/drawing/2014/main" id="{3E906642-ECAC-F54B-5543-3825A12B4E2A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4858445" y="1803600"/>
            <a:ext cx="6864295" cy="3789400"/>
          </a:xfrm>
          <a:prstGeom prst="rect">
            <a:avLst/>
          </a:prstGeom>
        </p:spPr>
        <p:txBody>
          <a:bodyPr/>
          <a:lstStyle>
            <a:lvl1pPr rtl="0">
              <a:defRPr>
                <a:latin typeface="Arial Nova Cond" panose="020B0506020202020204" pitchFamily="34" charset="0"/>
              </a:defRPr>
            </a:lvl1pPr>
          </a:lstStyle>
          <a:p>
            <a:r>
              <a:rPr lang="pt-BR"/>
              <a:t>Gráfico</a:t>
            </a:r>
          </a:p>
        </p:txBody>
      </p:sp>
      <p:sp>
        <p:nvSpPr>
          <p:cNvPr id="50" name="Text Placeholder 11">
            <a:extLst>
              <a:ext uri="{FF2B5EF4-FFF2-40B4-BE49-F238E27FC236}">
                <a16:creationId xmlns:a16="http://schemas.microsoft.com/office/drawing/2014/main" id="{B340CD37-1B87-00B6-5E57-D55AAF85366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51" name="Text Placeholder 13">
            <a:extLst>
              <a:ext uri="{FF2B5EF4-FFF2-40B4-BE49-F238E27FC236}">
                <a16:creationId xmlns:a16="http://schemas.microsoft.com/office/drawing/2014/main" id="{430CE6F3-F391-1382-61C7-7841BF993D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52" name="Text Placeholder 43">
            <a:extLst>
              <a:ext uri="{FF2B5EF4-FFF2-40B4-BE49-F238E27FC236}">
                <a16:creationId xmlns:a16="http://schemas.microsoft.com/office/drawing/2014/main" id="{934D75B2-B160-3924-EE10-A7E18ABF932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</p:spTree>
    <p:extLst>
      <p:ext uri="{BB962C8B-B14F-4D97-AF65-F5344CB8AC3E}">
        <p14:creationId xmlns:p14="http://schemas.microsoft.com/office/powerpoint/2010/main" val="85560222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Gráfico Cinza Claro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E58134C6-2685-E631-0922-38E109DC3D6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46437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8134C6-2685-E631-0922-38E109DC3D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94365A6E-758D-3E5C-AD84-D5AE473704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5" name="Google Shape;4546;p456">
            <a:extLst>
              <a:ext uri="{FF2B5EF4-FFF2-40B4-BE49-F238E27FC236}">
                <a16:creationId xmlns:a16="http://schemas.microsoft.com/office/drawing/2014/main" id="{04212ACC-5AB5-7E90-4A7E-4F3BC0BED6FF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Text Placeholder 32">
            <a:extLst>
              <a:ext uri="{FF2B5EF4-FFF2-40B4-BE49-F238E27FC236}">
                <a16:creationId xmlns:a16="http://schemas.microsoft.com/office/drawing/2014/main" id="{C1003A35-16F0-6A43-5044-7EFBF15EF1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8" name="Text Placeholder 39">
            <a:extLst>
              <a:ext uri="{FF2B5EF4-FFF2-40B4-BE49-F238E27FC236}">
                <a16:creationId xmlns:a16="http://schemas.microsoft.com/office/drawing/2014/main" id="{3E8C8209-B4A1-245C-93A5-B5A89253D37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501200"/>
            <a:ext cx="3746966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3EFDD814-6412-39CF-649F-8FD4B10EB2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160000"/>
            <a:ext cx="3746966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3499164C-4D4D-FD1A-9E9D-39C859A007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58445" y="1501413"/>
            <a:ext cx="6863932" cy="169042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93493471-2497-21B2-4B44-74EDA5E731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0848" y="3663951"/>
            <a:ext cx="3746966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2" name="Text Placeholder 39">
            <a:extLst>
              <a:ext uri="{FF2B5EF4-FFF2-40B4-BE49-F238E27FC236}">
                <a16:creationId xmlns:a16="http://schemas.microsoft.com/office/drawing/2014/main" id="{000B1622-ABAD-5280-3CB5-9A2AAA8F003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0848" y="4322603"/>
            <a:ext cx="3746966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3" name="Chart Placeholder 56">
            <a:extLst>
              <a:ext uri="{FF2B5EF4-FFF2-40B4-BE49-F238E27FC236}">
                <a16:creationId xmlns:a16="http://schemas.microsoft.com/office/drawing/2014/main" id="{E7DA3DAF-C417-F696-7A8D-DEC16EAB0A9A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4858445" y="1803600"/>
            <a:ext cx="6864295" cy="3789400"/>
          </a:xfrm>
          <a:prstGeom prst="rect">
            <a:avLst/>
          </a:prstGeom>
        </p:spPr>
        <p:txBody>
          <a:bodyPr/>
          <a:lstStyle>
            <a:lvl1pPr rtl="0">
              <a:defRPr>
                <a:latin typeface="Arial Nova Cond" panose="020B0506020202020204" pitchFamily="34" charset="0"/>
              </a:defRPr>
            </a:lvl1pPr>
          </a:lstStyle>
          <a:p>
            <a:r>
              <a:rPr lang="pt-BR"/>
              <a:t>Gráfico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98514E3F-27C2-0D9D-01A1-49C5239E75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36B6AE38-B925-98EC-AD44-D816BB0AAD1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2" name="Text Placeholder 43">
            <a:extLst>
              <a:ext uri="{FF2B5EF4-FFF2-40B4-BE49-F238E27FC236}">
                <a16:creationId xmlns:a16="http://schemas.microsoft.com/office/drawing/2014/main" id="{BF3B4464-6F82-DB5C-FD37-590D937C33D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</p:spTree>
    <p:extLst>
      <p:ext uri="{BB962C8B-B14F-4D97-AF65-F5344CB8AC3E}">
        <p14:creationId xmlns:p14="http://schemas.microsoft.com/office/powerpoint/2010/main" val="271231728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Gráfic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99D70D69-B4D7-B774-CE69-AEC747C9BF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145581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9D70D69-B4D7-B774-CE69-AEC747C9BF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4EE2C453-AF4E-F9F5-C41A-640E476DA5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501200"/>
            <a:ext cx="3746966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6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3256DD08-D766-F104-5485-C876BA9369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159999"/>
            <a:ext cx="3747600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8" name="Text Placeholder 39">
            <a:extLst>
              <a:ext uri="{FF2B5EF4-FFF2-40B4-BE49-F238E27FC236}">
                <a16:creationId xmlns:a16="http://schemas.microsoft.com/office/drawing/2014/main" id="{35002E8C-C568-172D-3109-85A55236B29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64348" y="1501200"/>
            <a:ext cx="3746966" cy="169042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rgbClr val="99AAB6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384326CA-7B90-4056-3C9C-24A905DEC8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0848" y="3689792"/>
            <a:ext cx="3746966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6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E137C798-7CCC-8C7D-D495-0AEC858F97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0848" y="4348443"/>
            <a:ext cx="3746966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7" name="Chart Placeholder 56">
            <a:extLst>
              <a:ext uri="{FF2B5EF4-FFF2-40B4-BE49-F238E27FC236}">
                <a16:creationId xmlns:a16="http://schemas.microsoft.com/office/drawing/2014/main" id="{3F429A4A-06DC-1E3A-5A65-0C3997FDCCCA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4858445" y="1803600"/>
            <a:ext cx="6864295" cy="3790800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Gráfico</a:t>
            </a:r>
          </a:p>
        </p:txBody>
      </p:sp>
      <p:pic>
        <p:nvPicPr>
          <p:cNvPr id="4" name="Google Shape;2417;p84">
            <a:extLst>
              <a:ext uri="{FF2B5EF4-FFF2-40B4-BE49-F238E27FC236}">
                <a16:creationId xmlns:a16="http://schemas.microsoft.com/office/drawing/2014/main" id="{23FCB833-941F-6595-929E-8CDE9F8767AD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55BCCC9F-12BA-1AC7-F575-E03E54A2B7E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8F4643BE-BB97-4DB6-085A-60C5E725A28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9D2B60D9-BF99-DCF4-16A1-2B2DB3AEA6D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622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</p:spTree>
    <p:extLst>
      <p:ext uri="{BB962C8B-B14F-4D97-AF65-F5344CB8AC3E}">
        <p14:creationId xmlns:p14="http://schemas.microsoft.com/office/powerpoint/2010/main" val="275753740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Diagonal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858147B-14FB-9F96-5E58-F34604FA03B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339384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858147B-14FB-9F96-5E58-F34604FA03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Freeform 33">
            <a:extLst>
              <a:ext uri="{FF2B5EF4-FFF2-40B4-BE49-F238E27FC236}">
                <a16:creationId xmlns:a16="http://schemas.microsoft.com/office/drawing/2014/main" id="{58663207-A50E-489B-C7CA-CB035C21D0C7}"/>
              </a:ext>
            </a:extLst>
          </p:cNvPr>
          <p:cNvSpPr/>
          <p:nvPr userDrawn="1"/>
        </p:nvSpPr>
        <p:spPr>
          <a:xfrm>
            <a:off x="-1" y="0"/>
            <a:ext cx="8794750" cy="6857999"/>
          </a:xfrm>
          <a:custGeom>
            <a:avLst/>
            <a:gdLst>
              <a:gd name="connsiteX0" fmla="*/ 0 w 8794750"/>
              <a:gd name="connsiteY0" fmla="*/ 0 h 6857999"/>
              <a:gd name="connsiteX1" fmla="*/ 4167094 w 8794750"/>
              <a:gd name="connsiteY1" fmla="*/ 0 h 6857999"/>
              <a:gd name="connsiteX2" fmla="*/ 4631859 w 8794750"/>
              <a:gd name="connsiteY2" fmla="*/ 0 h 6857999"/>
              <a:gd name="connsiteX3" fmla="*/ 8794750 w 8794750"/>
              <a:gd name="connsiteY3" fmla="*/ 0 h 6857999"/>
              <a:gd name="connsiteX4" fmla="*/ 4910363 w 8794750"/>
              <a:gd name="connsiteY4" fmla="*/ 6857999 h 6857999"/>
              <a:gd name="connsiteX5" fmla="*/ 4631859 w 8794750"/>
              <a:gd name="connsiteY5" fmla="*/ 6857999 h 6857999"/>
              <a:gd name="connsiteX6" fmla="*/ 4167094 w 8794750"/>
              <a:gd name="connsiteY6" fmla="*/ 6857999 h 6857999"/>
              <a:gd name="connsiteX7" fmla="*/ 0 w 8794750"/>
              <a:gd name="connsiteY7" fmla="*/ 6857999 h 6857999"/>
              <a:gd name="connsiteX8" fmla="*/ 0 w 8794750"/>
              <a:gd name="connsiteY8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794750" h="6857999">
                <a:moveTo>
                  <a:pt x="0" y="0"/>
                </a:moveTo>
                <a:lnTo>
                  <a:pt x="4167094" y="0"/>
                </a:lnTo>
                <a:lnTo>
                  <a:pt x="4631859" y="0"/>
                </a:lnTo>
                <a:lnTo>
                  <a:pt x="8794750" y="0"/>
                </a:lnTo>
                <a:lnTo>
                  <a:pt x="4910363" y="6857999"/>
                </a:lnTo>
                <a:lnTo>
                  <a:pt x="4631859" y="6857999"/>
                </a:lnTo>
                <a:lnTo>
                  <a:pt x="4167094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C05A2F3D-49CE-59CA-4C58-2FADDF1CF9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848" y="1501200"/>
            <a:ext cx="3746966" cy="67854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chemeClr val="accent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189E06BC-E95B-3DFB-697A-A20F60BE84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2503813"/>
            <a:ext cx="3746966" cy="1332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9" name="Slide Number Placeholder 2">
            <a:extLst>
              <a:ext uri="{FF2B5EF4-FFF2-40B4-BE49-F238E27FC236}">
                <a16:creationId xmlns:a16="http://schemas.microsoft.com/office/drawing/2014/main" id="{38C5B79B-2514-1079-AB26-5F47208D6C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0" name="Text Placeholder 32">
            <a:extLst>
              <a:ext uri="{FF2B5EF4-FFF2-40B4-BE49-F238E27FC236}">
                <a16:creationId xmlns:a16="http://schemas.microsoft.com/office/drawing/2014/main" id="{05FA630A-4466-4C77-2218-F4FB71365B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CADDA99-3244-BCC6-A70A-F9C2FB148A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4" y="165544"/>
            <a:ext cx="10117976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184F7633-8106-02A1-DF08-4669C15AE42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1" y="824400"/>
            <a:ext cx="11255513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2" name="Text Placeholder 43">
            <a:extLst>
              <a:ext uri="{FF2B5EF4-FFF2-40B4-BE49-F238E27FC236}">
                <a16:creationId xmlns:a16="http://schemas.microsoft.com/office/drawing/2014/main" id="{46FB589A-7554-89A4-B2FB-2D9E4648178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</p:spTree>
    <p:extLst>
      <p:ext uri="{BB962C8B-B14F-4D97-AF65-F5344CB8AC3E}">
        <p14:creationId xmlns:p14="http://schemas.microsoft.com/office/powerpoint/2010/main" val="209647517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Diagonal Az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94BEC0F7-A4F7-DE4C-BAD2-C14F65CFF4B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415897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4BEC0F7-A4F7-DE4C-BAD2-C14F65CFF4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Freeform 33">
            <a:extLst>
              <a:ext uri="{FF2B5EF4-FFF2-40B4-BE49-F238E27FC236}">
                <a16:creationId xmlns:a16="http://schemas.microsoft.com/office/drawing/2014/main" id="{58663207-A50E-489B-C7CA-CB035C21D0C7}"/>
              </a:ext>
            </a:extLst>
          </p:cNvPr>
          <p:cNvSpPr/>
          <p:nvPr userDrawn="1"/>
        </p:nvSpPr>
        <p:spPr>
          <a:xfrm>
            <a:off x="-1" y="0"/>
            <a:ext cx="8794750" cy="6857999"/>
          </a:xfrm>
          <a:custGeom>
            <a:avLst/>
            <a:gdLst>
              <a:gd name="connsiteX0" fmla="*/ 0 w 8794750"/>
              <a:gd name="connsiteY0" fmla="*/ 0 h 6857999"/>
              <a:gd name="connsiteX1" fmla="*/ 4167094 w 8794750"/>
              <a:gd name="connsiteY1" fmla="*/ 0 h 6857999"/>
              <a:gd name="connsiteX2" fmla="*/ 4631859 w 8794750"/>
              <a:gd name="connsiteY2" fmla="*/ 0 h 6857999"/>
              <a:gd name="connsiteX3" fmla="*/ 8794750 w 8794750"/>
              <a:gd name="connsiteY3" fmla="*/ 0 h 6857999"/>
              <a:gd name="connsiteX4" fmla="*/ 4910363 w 8794750"/>
              <a:gd name="connsiteY4" fmla="*/ 6857999 h 6857999"/>
              <a:gd name="connsiteX5" fmla="*/ 4631859 w 8794750"/>
              <a:gd name="connsiteY5" fmla="*/ 6857999 h 6857999"/>
              <a:gd name="connsiteX6" fmla="*/ 4167094 w 8794750"/>
              <a:gd name="connsiteY6" fmla="*/ 6857999 h 6857999"/>
              <a:gd name="connsiteX7" fmla="*/ 0 w 8794750"/>
              <a:gd name="connsiteY7" fmla="*/ 6857999 h 6857999"/>
              <a:gd name="connsiteX8" fmla="*/ 0 w 8794750"/>
              <a:gd name="connsiteY8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794750" h="6857999">
                <a:moveTo>
                  <a:pt x="0" y="0"/>
                </a:moveTo>
                <a:lnTo>
                  <a:pt x="4167094" y="0"/>
                </a:lnTo>
                <a:lnTo>
                  <a:pt x="4631859" y="0"/>
                </a:lnTo>
                <a:lnTo>
                  <a:pt x="8794750" y="0"/>
                </a:lnTo>
                <a:lnTo>
                  <a:pt x="4910363" y="6857999"/>
                </a:lnTo>
                <a:lnTo>
                  <a:pt x="4631859" y="6857999"/>
                </a:lnTo>
                <a:lnTo>
                  <a:pt x="4167094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5C2B49C8-5587-3CB9-BD73-530C192F48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1600" y="1501200"/>
            <a:ext cx="3746966" cy="67854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rgbClr val="CCD5DB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EF406C78-B1F5-AB03-82A5-7DF8C0747FB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2505600"/>
            <a:ext cx="3746966" cy="1332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9" name="Slide Number Placeholder 2">
            <a:extLst>
              <a:ext uri="{FF2B5EF4-FFF2-40B4-BE49-F238E27FC236}">
                <a16:creationId xmlns:a16="http://schemas.microsoft.com/office/drawing/2014/main" id="{6F14D0AD-9C0F-D98D-BCB7-363101D50C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F8A4A206-C721-0C4B-953D-3F1BCB6B186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0" name="Text Placeholder 32">
            <a:extLst>
              <a:ext uri="{FF2B5EF4-FFF2-40B4-BE49-F238E27FC236}">
                <a16:creationId xmlns:a16="http://schemas.microsoft.com/office/drawing/2014/main" id="{C0D0EDD7-6D67-670B-9270-19E08DE70C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2013F624-E35B-F58C-648D-C3A004B7084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2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19EEA635-C715-2C9F-7862-EE40366C91F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6180"/>
            <a:ext cx="11255653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3" name="Text Placeholder 43">
            <a:extLst>
              <a:ext uri="{FF2B5EF4-FFF2-40B4-BE49-F238E27FC236}">
                <a16:creationId xmlns:a16="http://schemas.microsoft.com/office/drawing/2014/main" id="{5A64E133-61F8-AFC9-4C48-ABDBEE214EE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622" y="469899"/>
            <a:ext cx="11255653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</p:spTree>
    <p:extLst>
      <p:ext uri="{BB962C8B-B14F-4D97-AF65-F5344CB8AC3E}">
        <p14:creationId xmlns:p14="http://schemas.microsoft.com/office/powerpoint/2010/main" val="253148215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Diagonal Marinh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4264642F-C110-6C14-3C41-3E88DE381A4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360946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264642F-C110-6C14-3C41-3E88DE381A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Freeform 33">
            <a:extLst>
              <a:ext uri="{FF2B5EF4-FFF2-40B4-BE49-F238E27FC236}">
                <a16:creationId xmlns:a16="http://schemas.microsoft.com/office/drawing/2014/main" id="{58663207-A50E-489B-C7CA-CB035C21D0C7}"/>
              </a:ext>
            </a:extLst>
          </p:cNvPr>
          <p:cNvSpPr/>
          <p:nvPr userDrawn="1"/>
        </p:nvSpPr>
        <p:spPr>
          <a:xfrm>
            <a:off x="-1" y="0"/>
            <a:ext cx="8794750" cy="6857999"/>
          </a:xfrm>
          <a:custGeom>
            <a:avLst/>
            <a:gdLst>
              <a:gd name="connsiteX0" fmla="*/ 0 w 8794750"/>
              <a:gd name="connsiteY0" fmla="*/ 0 h 6857999"/>
              <a:gd name="connsiteX1" fmla="*/ 4167094 w 8794750"/>
              <a:gd name="connsiteY1" fmla="*/ 0 h 6857999"/>
              <a:gd name="connsiteX2" fmla="*/ 4631859 w 8794750"/>
              <a:gd name="connsiteY2" fmla="*/ 0 h 6857999"/>
              <a:gd name="connsiteX3" fmla="*/ 8794750 w 8794750"/>
              <a:gd name="connsiteY3" fmla="*/ 0 h 6857999"/>
              <a:gd name="connsiteX4" fmla="*/ 4910363 w 8794750"/>
              <a:gd name="connsiteY4" fmla="*/ 6857999 h 6857999"/>
              <a:gd name="connsiteX5" fmla="*/ 4631859 w 8794750"/>
              <a:gd name="connsiteY5" fmla="*/ 6857999 h 6857999"/>
              <a:gd name="connsiteX6" fmla="*/ 4167094 w 8794750"/>
              <a:gd name="connsiteY6" fmla="*/ 6857999 h 6857999"/>
              <a:gd name="connsiteX7" fmla="*/ 0 w 8794750"/>
              <a:gd name="connsiteY7" fmla="*/ 6857999 h 6857999"/>
              <a:gd name="connsiteX8" fmla="*/ 0 w 8794750"/>
              <a:gd name="connsiteY8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794750" h="6857999">
                <a:moveTo>
                  <a:pt x="0" y="0"/>
                </a:moveTo>
                <a:lnTo>
                  <a:pt x="4167094" y="0"/>
                </a:lnTo>
                <a:lnTo>
                  <a:pt x="4631859" y="0"/>
                </a:lnTo>
                <a:lnTo>
                  <a:pt x="8794750" y="0"/>
                </a:lnTo>
                <a:lnTo>
                  <a:pt x="4910363" y="6857999"/>
                </a:lnTo>
                <a:lnTo>
                  <a:pt x="4631859" y="6857999"/>
                </a:lnTo>
                <a:lnTo>
                  <a:pt x="4167094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solidFill>
                <a:schemeClr val="accent1"/>
              </a:solidFill>
              <a:latin typeface="Arial Nova Cond" panose="020B0506020202020204" pitchFamily="34" charset="0"/>
            </a:endParaRPr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CBF4007C-AEF5-1786-9FF8-F60CDACA0F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848" y="1501200"/>
            <a:ext cx="3746966" cy="67854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rgbClr val="7EA1C3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33B8C4F1-E7F7-1D6D-955B-75C67D6C5F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2505600"/>
            <a:ext cx="3746966" cy="1332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9" name="Slide Number Placeholder 2">
            <a:extLst>
              <a:ext uri="{FF2B5EF4-FFF2-40B4-BE49-F238E27FC236}">
                <a16:creationId xmlns:a16="http://schemas.microsoft.com/office/drawing/2014/main" id="{953A4B2F-B127-7B18-CE54-EC01AF7BF4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0A365680-547C-C246-87C0-E4B630AEC8F9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0" name="Text Placeholder 32">
            <a:extLst>
              <a:ext uri="{FF2B5EF4-FFF2-40B4-BE49-F238E27FC236}">
                <a16:creationId xmlns:a16="http://schemas.microsoft.com/office/drawing/2014/main" id="{EB28C7E4-8F9A-2C71-9E1F-4208A79CB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B6408949-5F76-4553-CBE0-95BB98206B4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7EA1C3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3BC3ED72-423E-D7C5-D057-74AB3C3894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6180"/>
            <a:ext cx="11255653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7EA1C3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2" name="Text Placeholder 43">
            <a:extLst>
              <a:ext uri="{FF2B5EF4-FFF2-40B4-BE49-F238E27FC236}">
                <a16:creationId xmlns:a16="http://schemas.microsoft.com/office/drawing/2014/main" id="{1711466F-E196-2186-7321-D3E46A5E611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622" y="469899"/>
            <a:ext cx="11255653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</p:spTree>
    <p:extLst>
      <p:ext uri="{BB962C8B-B14F-4D97-AF65-F5344CB8AC3E}">
        <p14:creationId xmlns:p14="http://schemas.microsoft.com/office/powerpoint/2010/main" val="411563672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Diagonal Marinho Escur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EB64AB8B-E8D9-8490-5CCA-78956D7C936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815366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B64AB8B-E8D9-8490-5CCA-78956D7C93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Freeform 33">
            <a:extLst>
              <a:ext uri="{FF2B5EF4-FFF2-40B4-BE49-F238E27FC236}">
                <a16:creationId xmlns:a16="http://schemas.microsoft.com/office/drawing/2014/main" id="{58663207-A50E-489B-C7CA-CB035C21D0C7}"/>
              </a:ext>
            </a:extLst>
          </p:cNvPr>
          <p:cNvSpPr/>
          <p:nvPr userDrawn="1"/>
        </p:nvSpPr>
        <p:spPr>
          <a:xfrm>
            <a:off x="-1" y="0"/>
            <a:ext cx="8794750" cy="6857999"/>
          </a:xfrm>
          <a:custGeom>
            <a:avLst/>
            <a:gdLst>
              <a:gd name="connsiteX0" fmla="*/ 0 w 8794750"/>
              <a:gd name="connsiteY0" fmla="*/ 0 h 6857999"/>
              <a:gd name="connsiteX1" fmla="*/ 4167094 w 8794750"/>
              <a:gd name="connsiteY1" fmla="*/ 0 h 6857999"/>
              <a:gd name="connsiteX2" fmla="*/ 4631859 w 8794750"/>
              <a:gd name="connsiteY2" fmla="*/ 0 h 6857999"/>
              <a:gd name="connsiteX3" fmla="*/ 8794750 w 8794750"/>
              <a:gd name="connsiteY3" fmla="*/ 0 h 6857999"/>
              <a:gd name="connsiteX4" fmla="*/ 4910363 w 8794750"/>
              <a:gd name="connsiteY4" fmla="*/ 6857999 h 6857999"/>
              <a:gd name="connsiteX5" fmla="*/ 4631859 w 8794750"/>
              <a:gd name="connsiteY5" fmla="*/ 6857999 h 6857999"/>
              <a:gd name="connsiteX6" fmla="*/ 4167094 w 8794750"/>
              <a:gd name="connsiteY6" fmla="*/ 6857999 h 6857999"/>
              <a:gd name="connsiteX7" fmla="*/ 0 w 8794750"/>
              <a:gd name="connsiteY7" fmla="*/ 6857999 h 6857999"/>
              <a:gd name="connsiteX8" fmla="*/ 0 w 8794750"/>
              <a:gd name="connsiteY8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794750" h="6857999">
                <a:moveTo>
                  <a:pt x="0" y="0"/>
                </a:moveTo>
                <a:lnTo>
                  <a:pt x="4167094" y="0"/>
                </a:lnTo>
                <a:lnTo>
                  <a:pt x="4631859" y="0"/>
                </a:lnTo>
                <a:lnTo>
                  <a:pt x="8794750" y="0"/>
                </a:lnTo>
                <a:lnTo>
                  <a:pt x="4910363" y="6857999"/>
                </a:lnTo>
                <a:lnTo>
                  <a:pt x="4631859" y="6857999"/>
                </a:lnTo>
                <a:lnTo>
                  <a:pt x="4167094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solidFill>
                <a:schemeClr val="accent1"/>
              </a:solidFill>
              <a:latin typeface="Arial Nova Cond" panose="020B0506020202020204" pitchFamily="34" charset="0"/>
            </a:endParaRPr>
          </a:p>
        </p:txBody>
      </p:sp>
      <p:pic>
        <p:nvPicPr>
          <p:cNvPr id="32" name="Google Shape;2417;p84">
            <a:extLst>
              <a:ext uri="{FF2B5EF4-FFF2-40B4-BE49-F238E27FC236}">
                <a16:creationId xmlns:a16="http://schemas.microsoft.com/office/drawing/2014/main" id="{6697B59E-38DE-7EC1-5EDD-7785F77BB184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BA14547C-7285-CF58-B9B3-541BB36551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848" y="1501200"/>
            <a:ext cx="3746966" cy="67854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0190CD48-43C1-3122-5EB1-AF7BF51557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2505600"/>
            <a:ext cx="3746966" cy="1332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0" name="Slide Number Placeholder 2">
            <a:extLst>
              <a:ext uri="{FF2B5EF4-FFF2-40B4-BE49-F238E27FC236}">
                <a16:creationId xmlns:a16="http://schemas.microsoft.com/office/drawing/2014/main" id="{53326B84-0BDE-C405-8470-D2F50864E2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2800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11C8FB31-E72F-324A-BCFE-AD2FBF56E2D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1" name="Text Placeholder 32">
            <a:extLst>
              <a:ext uri="{FF2B5EF4-FFF2-40B4-BE49-F238E27FC236}">
                <a16:creationId xmlns:a16="http://schemas.microsoft.com/office/drawing/2014/main" id="{58627F7B-32F7-BB81-CFBD-7C75ACADDC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5BB4EE01-B1A3-8500-2FD4-449DAED000B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D76D4820-2CC0-20DE-3F85-5CE1CEBFE4A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6180"/>
            <a:ext cx="11255653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3" name="Text Placeholder 43">
            <a:extLst>
              <a:ext uri="{FF2B5EF4-FFF2-40B4-BE49-F238E27FC236}">
                <a16:creationId xmlns:a16="http://schemas.microsoft.com/office/drawing/2014/main" id="{D17A222D-7D6C-D1FE-68BE-3CF57172C3E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622" y="469899"/>
            <a:ext cx="11255653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</p:spTree>
    <p:extLst>
      <p:ext uri="{BB962C8B-B14F-4D97-AF65-F5344CB8AC3E}">
        <p14:creationId xmlns:p14="http://schemas.microsoft.com/office/powerpoint/2010/main" val="408278094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ópicos Clar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E37EBD19-97DB-1365-8E72-D64DB77D01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97120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37EBD19-97DB-1365-8E72-D64DB77D01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EBEEF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DC81AC0E-91AA-952E-7C9E-E2CBE3CAC3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795" y="1501326"/>
            <a:ext cx="5628480" cy="23249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2700" b="0" i="0">
                <a:solidFill>
                  <a:schemeClr val="tx2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3F106DBA-B124-0745-F737-8DC1607232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794" y="1832991"/>
            <a:ext cx="5628480" cy="37619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Texto em até duas linhas</a:t>
            </a:r>
          </a:p>
        </p:txBody>
      </p:sp>
      <p:sp>
        <p:nvSpPr>
          <p:cNvPr id="56" name="Text Placeholder 35">
            <a:extLst>
              <a:ext uri="{FF2B5EF4-FFF2-40B4-BE49-F238E27FC236}">
                <a16:creationId xmlns:a16="http://schemas.microsoft.com/office/drawing/2014/main" id="{AE1E27FE-5E43-A102-18AC-BAE6B2BE3B8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795" y="2417043"/>
            <a:ext cx="5628480" cy="23249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2700" b="0" i="0">
                <a:solidFill>
                  <a:schemeClr val="tx2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2</a:t>
            </a:r>
          </a:p>
        </p:txBody>
      </p:sp>
      <p:sp>
        <p:nvSpPr>
          <p:cNvPr id="57" name="Text Placeholder 39">
            <a:extLst>
              <a:ext uri="{FF2B5EF4-FFF2-40B4-BE49-F238E27FC236}">
                <a16:creationId xmlns:a16="http://schemas.microsoft.com/office/drawing/2014/main" id="{1649450C-40F3-A7B7-A8B9-EF471A5B9C7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6794" y="2748708"/>
            <a:ext cx="5628480" cy="37619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Texto em até duas linhas</a:t>
            </a:r>
          </a:p>
        </p:txBody>
      </p:sp>
      <p:sp>
        <p:nvSpPr>
          <p:cNvPr id="58" name="Text Placeholder 35">
            <a:extLst>
              <a:ext uri="{FF2B5EF4-FFF2-40B4-BE49-F238E27FC236}">
                <a16:creationId xmlns:a16="http://schemas.microsoft.com/office/drawing/2014/main" id="{D09B29FF-05BD-62F5-43A6-1CC87DE56D1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6795" y="3332762"/>
            <a:ext cx="5628480" cy="23249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2700" b="0" i="0">
                <a:solidFill>
                  <a:schemeClr val="tx2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3</a:t>
            </a:r>
          </a:p>
        </p:txBody>
      </p:sp>
      <p:sp>
        <p:nvSpPr>
          <p:cNvPr id="59" name="Text Placeholder 39">
            <a:extLst>
              <a:ext uri="{FF2B5EF4-FFF2-40B4-BE49-F238E27FC236}">
                <a16:creationId xmlns:a16="http://schemas.microsoft.com/office/drawing/2014/main" id="{E366530F-BACF-55EB-C870-FCC36EF8EBC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6794" y="3664427"/>
            <a:ext cx="5628480" cy="37619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Texto em até duas linhas</a:t>
            </a:r>
          </a:p>
        </p:txBody>
      </p:sp>
      <p:sp>
        <p:nvSpPr>
          <p:cNvPr id="60" name="Text Placeholder 35">
            <a:extLst>
              <a:ext uri="{FF2B5EF4-FFF2-40B4-BE49-F238E27FC236}">
                <a16:creationId xmlns:a16="http://schemas.microsoft.com/office/drawing/2014/main" id="{020E0BFE-1B3F-408E-0092-B3107A84680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96795" y="4248480"/>
            <a:ext cx="5628480" cy="23249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2700" b="0" i="0">
                <a:solidFill>
                  <a:schemeClr val="tx2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4</a:t>
            </a:r>
          </a:p>
        </p:txBody>
      </p:sp>
      <p:sp>
        <p:nvSpPr>
          <p:cNvPr id="61" name="Text Placeholder 39">
            <a:extLst>
              <a:ext uri="{FF2B5EF4-FFF2-40B4-BE49-F238E27FC236}">
                <a16:creationId xmlns:a16="http://schemas.microsoft.com/office/drawing/2014/main" id="{83698253-A54A-19D1-D9A8-9F6EAB4B92F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794" y="4580145"/>
            <a:ext cx="5628480" cy="37619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Texto em até duas linhas</a:t>
            </a:r>
          </a:p>
        </p:txBody>
      </p:sp>
      <p:sp>
        <p:nvSpPr>
          <p:cNvPr id="62" name="Text Placeholder 35">
            <a:extLst>
              <a:ext uri="{FF2B5EF4-FFF2-40B4-BE49-F238E27FC236}">
                <a16:creationId xmlns:a16="http://schemas.microsoft.com/office/drawing/2014/main" id="{D229E26A-7AAF-7570-A182-08B378594D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96795" y="5164197"/>
            <a:ext cx="5628480" cy="23249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2700" b="0" i="0">
                <a:solidFill>
                  <a:schemeClr val="tx2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5</a:t>
            </a:r>
          </a:p>
        </p:txBody>
      </p:sp>
      <p:sp>
        <p:nvSpPr>
          <p:cNvPr id="63" name="Text Placeholder 39">
            <a:extLst>
              <a:ext uri="{FF2B5EF4-FFF2-40B4-BE49-F238E27FC236}">
                <a16:creationId xmlns:a16="http://schemas.microsoft.com/office/drawing/2014/main" id="{CB6E03FA-60ED-560C-4230-2BE16C0C421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96794" y="5495862"/>
            <a:ext cx="5628480" cy="37619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Texto em até duas linhas</a:t>
            </a:r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id="{8C17220A-996D-8F8D-EA53-9806B5C84C3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68696" y="1501200"/>
            <a:ext cx="4159754" cy="4202768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8" name="Slide Number Placeholder 2">
            <a:extLst>
              <a:ext uri="{FF2B5EF4-FFF2-40B4-BE49-F238E27FC236}">
                <a16:creationId xmlns:a16="http://schemas.microsoft.com/office/drawing/2014/main" id="{B0CEBACC-0FD0-5E17-4051-237EDDDDEF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2800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0" name="Text Placeholder 32">
            <a:extLst>
              <a:ext uri="{FF2B5EF4-FFF2-40B4-BE49-F238E27FC236}">
                <a16:creationId xmlns:a16="http://schemas.microsoft.com/office/drawing/2014/main" id="{1721ACD8-FC97-EAAF-AA42-15B44958F46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DE2943D8-8ED2-C174-FD20-59469DFB964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4" name="Text Placeholder 13">
            <a:extLst>
              <a:ext uri="{FF2B5EF4-FFF2-40B4-BE49-F238E27FC236}">
                <a16:creationId xmlns:a16="http://schemas.microsoft.com/office/drawing/2014/main" id="{20538954-5FDD-BD29-0A7E-E98AE931A82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618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16235A52-F85A-5A37-604C-B1F80A0605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622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tx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</p:spTree>
    <p:extLst>
      <p:ext uri="{BB962C8B-B14F-4D97-AF65-F5344CB8AC3E}">
        <p14:creationId xmlns:p14="http://schemas.microsoft.com/office/powerpoint/2010/main" val="100865820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ópicos Escur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F23DB6ED-C52A-45D3-95A4-3E0BC94EAB1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081868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23DB6ED-C52A-45D3-95A4-3E0BC94EAB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DC81AC0E-91AA-952E-7C9E-E2CBE3CAC3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795" y="1501326"/>
            <a:ext cx="5628480" cy="23249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2700" b="0" i="0">
                <a:solidFill>
                  <a:srgbClr val="99AAB6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3F106DBA-B124-0745-F737-8DC1607232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794" y="1832991"/>
            <a:ext cx="5628480" cy="37619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Texto em até duas linhas</a:t>
            </a:r>
          </a:p>
        </p:txBody>
      </p:sp>
      <p:sp>
        <p:nvSpPr>
          <p:cNvPr id="56" name="Text Placeholder 35">
            <a:extLst>
              <a:ext uri="{FF2B5EF4-FFF2-40B4-BE49-F238E27FC236}">
                <a16:creationId xmlns:a16="http://schemas.microsoft.com/office/drawing/2014/main" id="{AE1E27FE-5E43-A102-18AC-BAE6B2BE3B8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795" y="2417043"/>
            <a:ext cx="5628480" cy="23249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2700" b="0" i="0">
                <a:solidFill>
                  <a:srgbClr val="99AAB6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2</a:t>
            </a:r>
          </a:p>
        </p:txBody>
      </p:sp>
      <p:sp>
        <p:nvSpPr>
          <p:cNvPr id="57" name="Text Placeholder 39">
            <a:extLst>
              <a:ext uri="{FF2B5EF4-FFF2-40B4-BE49-F238E27FC236}">
                <a16:creationId xmlns:a16="http://schemas.microsoft.com/office/drawing/2014/main" id="{1649450C-40F3-A7B7-A8B9-EF471A5B9C7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6794" y="2748708"/>
            <a:ext cx="5628480" cy="37619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Texto em até duas linhas</a:t>
            </a:r>
          </a:p>
        </p:txBody>
      </p:sp>
      <p:sp>
        <p:nvSpPr>
          <p:cNvPr id="58" name="Text Placeholder 35">
            <a:extLst>
              <a:ext uri="{FF2B5EF4-FFF2-40B4-BE49-F238E27FC236}">
                <a16:creationId xmlns:a16="http://schemas.microsoft.com/office/drawing/2014/main" id="{D09B29FF-05BD-62F5-43A6-1CC87DE56D1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6795" y="3332762"/>
            <a:ext cx="5628480" cy="23249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2700" b="0" i="0">
                <a:solidFill>
                  <a:srgbClr val="99AAB6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3</a:t>
            </a:r>
          </a:p>
        </p:txBody>
      </p:sp>
      <p:sp>
        <p:nvSpPr>
          <p:cNvPr id="59" name="Text Placeholder 39">
            <a:extLst>
              <a:ext uri="{FF2B5EF4-FFF2-40B4-BE49-F238E27FC236}">
                <a16:creationId xmlns:a16="http://schemas.microsoft.com/office/drawing/2014/main" id="{E366530F-BACF-55EB-C870-FCC36EF8EBC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6794" y="3664427"/>
            <a:ext cx="5628480" cy="37619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Texto em até duas linhas</a:t>
            </a:r>
          </a:p>
        </p:txBody>
      </p:sp>
      <p:sp>
        <p:nvSpPr>
          <p:cNvPr id="60" name="Text Placeholder 35">
            <a:extLst>
              <a:ext uri="{FF2B5EF4-FFF2-40B4-BE49-F238E27FC236}">
                <a16:creationId xmlns:a16="http://schemas.microsoft.com/office/drawing/2014/main" id="{020E0BFE-1B3F-408E-0092-B3107A84680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96795" y="4248480"/>
            <a:ext cx="5628480" cy="23249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2700" b="0" i="0">
                <a:solidFill>
                  <a:srgbClr val="99AAB6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4</a:t>
            </a:r>
          </a:p>
        </p:txBody>
      </p:sp>
      <p:sp>
        <p:nvSpPr>
          <p:cNvPr id="61" name="Text Placeholder 39">
            <a:extLst>
              <a:ext uri="{FF2B5EF4-FFF2-40B4-BE49-F238E27FC236}">
                <a16:creationId xmlns:a16="http://schemas.microsoft.com/office/drawing/2014/main" id="{83698253-A54A-19D1-D9A8-9F6EAB4B92F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794" y="4580145"/>
            <a:ext cx="5628480" cy="37619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Texto em até duas linhas</a:t>
            </a:r>
          </a:p>
        </p:txBody>
      </p:sp>
      <p:sp>
        <p:nvSpPr>
          <p:cNvPr id="62" name="Text Placeholder 35">
            <a:extLst>
              <a:ext uri="{FF2B5EF4-FFF2-40B4-BE49-F238E27FC236}">
                <a16:creationId xmlns:a16="http://schemas.microsoft.com/office/drawing/2014/main" id="{D229E26A-7AAF-7570-A182-08B378594D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96795" y="5164197"/>
            <a:ext cx="5628480" cy="23249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2700" b="0" i="0">
                <a:solidFill>
                  <a:srgbClr val="99AAB6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5</a:t>
            </a:r>
          </a:p>
        </p:txBody>
      </p:sp>
      <p:sp>
        <p:nvSpPr>
          <p:cNvPr id="63" name="Text Placeholder 39">
            <a:extLst>
              <a:ext uri="{FF2B5EF4-FFF2-40B4-BE49-F238E27FC236}">
                <a16:creationId xmlns:a16="http://schemas.microsoft.com/office/drawing/2014/main" id="{CB6E03FA-60ED-560C-4230-2BE16C0C421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96794" y="5495862"/>
            <a:ext cx="5628480" cy="37619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Texto em até duas linhas</a:t>
            </a:r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id="{8C17220A-996D-8F8D-EA53-9806B5C84C3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68696" y="1501200"/>
            <a:ext cx="4159754" cy="4202768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8" name="Slide Number Placeholder 2">
            <a:extLst>
              <a:ext uri="{FF2B5EF4-FFF2-40B4-BE49-F238E27FC236}">
                <a16:creationId xmlns:a16="http://schemas.microsoft.com/office/drawing/2014/main" id="{B0CEBACC-0FD0-5E17-4051-237EDDDDEF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2800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0" name="Text Placeholder 32">
            <a:extLst>
              <a:ext uri="{FF2B5EF4-FFF2-40B4-BE49-F238E27FC236}">
                <a16:creationId xmlns:a16="http://schemas.microsoft.com/office/drawing/2014/main" id="{1721ACD8-FC97-EAAF-AA42-15B44958F46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DE2943D8-8ED2-C174-FD20-59469DFB964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4" name="Text Placeholder 13">
            <a:extLst>
              <a:ext uri="{FF2B5EF4-FFF2-40B4-BE49-F238E27FC236}">
                <a16:creationId xmlns:a16="http://schemas.microsoft.com/office/drawing/2014/main" id="{20538954-5FDD-BD29-0A7E-E98AE931A82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618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16235A52-F85A-5A37-604C-B1F80A0605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622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</p:spTree>
    <p:extLst>
      <p:ext uri="{BB962C8B-B14F-4D97-AF65-F5344CB8AC3E}">
        <p14:creationId xmlns:p14="http://schemas.microsoft.com/office/powerpoint/2010/main" val="388936584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Equi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33B46D7-1D97-B6D7-BB6F-F230FA9C3E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507067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33B46D7-1D97-B6D7-BB6F-F230FA9C3E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Freeform 31">
            <a:extLst>
              <a:ext uri="{FF2B5EF4-FFF2-40B4-BE49-F238E27FC236}">
                <a16:creationId xmlns:a16="http://schemas.microsoft.com/office/drawing/2014/main" id="{394A5B1B-1DB2-0FAB-F01F-7F3C9B484C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0260479" cy="6857999"/>
          </a:xfrm>
          <a:custGeom>
            <a:avLst/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 sz="1000" b="0" i="0">
              <a:latin typeface="Arial Nova Cond" panose="020F0502020204030204" pitchFamily="34" charset="0"/>
              <a:cs typeface="Arial Nova Cond" panose="020F0502020204030204" pitchFamily="34" charset="0"/>
            </a:endParaRPr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1FBCC3E6-F254-1271-02D3-8E7D096D63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724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47" name="Text Placeholder 45">
            <a:extLst>
              <a:ext uri="{FF2B5EF4-FFF2-40B4-BE49-F238E27FC236}">
                <a16:creationId xmlns:a16="http://schemas.microsoft.com/office/drawing/2014/main" id="{2AEEF9D3-747E-0AF9-2735-B1FB0BD19E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6724" y="3338607"/>
            <a:ext cx="1638975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48" name="Text Placeholder 45">
            <a:extLst>
              <a:ext uri="{FF2B5EF4-FFF2-40B4-BE49-F238E27FC236}">
                <a16:creationId xmlns:a16="http://schemas.microsoft.com/office/drawing/2014/main" id="{E88700D0-AF50-0AE3-4914-55445C2AD7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6724" y="3672236"/>
            <a:ext cx="1638975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72" name="Text Placeholder 45">
            <a:extLst>
              <a:ext uri="{FF2B5EF4-FFF2-40B4-BE49-F238E27FC236}">
                <a16:creationId xmlns:a16="http://schemas.microsoft.com/office/drawing/2014/main" id="{D0D91D7B-D576-E0CF-A653-226D2E7780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90639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73" name="Text Placeholder 45">
            <a:extLst>
              <a:ext uri="{FF2B5EF4-FFF2-40B4-BE49-F238E27FC236}">
                <a16:creationId xmlns:a16="http://schemas.microsoft.com/office/drawing/2014/main" id="{59FC3F61-7FB1-3688-D59D-E451A69A2E2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86635" y="3338607"/>
            <a:ext cx="1638975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74" name="Text Placeholder 45">
            <a:extLst>
              <a:ext uri="{FF2B5EF4-FFF2-40B4-BE49-F238E27FC236}">
                <a16:creationId xmlns:a16="http://schemas.microsoft.com/office/drawing/2014/main" id="{642A086A-A6CE-4854-A9C9-6ACC4B9C4F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386635" y="3672236"/>
            <a:ext cx="1638975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76" name="Text Placeholder 45">
            <a:extLst>
              <a:ext uri="{FF2B5EF4-FFF2-40B4-BE49-F238E27FC236}">
                <a16:creationId xmlns:a16="http://schemas.microsoft.com/office/drawing/2014/main" id="{D86A93A7-01C6-7729-2E05-E679D1E9E7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14554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77" name="Text Placeholder 45">
            <a:extLst>
              <a:ext uri="{FF2B5EF4-FFF2-40B4-BE49-F238E27FC236}">
                <a16:creationId xmlns:a16="http://schemas.microsoft.com/office/drawing/2014/main" id="{C7BC30AB-E71A-4818-D6E8-D4E2682D2E1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10751" y="3338607"/>
            <a:ext cx="1638975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78" name="Text Placeholder 45">
            <a:extLst>
              <a:ext uri="{FF2B5EF4-FFF2-40B4-BE49-F238E27FC236}">
                <a16:creationId xmlns:a16="http://schemas.microsoft.com/office/drawing/2014/main" id="{FF0BF134-3C85-87DB-C197-C0CA5CEAA2F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07725" y="3672236"/>
            <a:ext cx="1638975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79" name="Text Placeholder 59">
            <a:extLst>
              <a:ext uri="{FF2B5EF4-FFF2-40B4-BE49-F238E27FC236}">
                <a16:creationId xmlns:a16="http://schemas.microsoft.com/office/drawing/2014/main" id="{46188C8A-C985-78A6-66D4-3832C406C4D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03937" y="1494951"/>
            <a:ext cx="1078201" cy="1077200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accent4"/>
            </a:solidFill>
          </a:ln>
        </p:spPr>
        <p:txBody>
          <a:bodyPr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80" name="Text Placeholder 45">
            <a:extLst>
              <a:ext uri="{FF2B5EF4-FFF2-40B4-BE49-F238E27FC236}">
                <a16:creationId xmlns:a16="http://schemas.microsoft.com/office/drawing/2014/main" id="{D006269E-75A3-226C-ADE1-F41E4096FA5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38469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81" name="Text Placeholder 45">
            <a:extLst>
              <a:ext uri="{FF2B5EF4-FFF2-40B4-BE49-F238E27FC236}">
                <a16:creationId xmlns:a16="http://schemas.microsoft.com/office/drawing/2014/main" id="{EB96BB0D-8BE0-E46F-DA58-EE988F233AA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37930" y="3331874"/>
            <a:ext cx="1638975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82" name="Text Placeholder 45">
            <a:extLst>
              <a:ext uri="{FF2B5EF4-FFF2-40B4-BE49-F238E27FC236}">
                <a16:creationId xmlns:a16="http://schemas.microsoft.com/office/drawing/2014/main" id="{9C641DBF-75C7-1771-2CF8-BC6EAACD333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35722" y="3672236"/>
            <a:ext cx="1638975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84" name="Text Placeholder 45">
            <a:extLst>
              <a:ext uri="{FF2B5EF4-FFF2-40B4-BE49-F238E27FC236}">
                <a16:creationId xmlns:a16="http://schemas.microsoft.com/office/drawing/2014/main" id="{670AF307-9708-4A42-06DC-03BE2A566D1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62384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85" name="Text Placeholder 45">
            <a:extLst>
              <a:ext uri="{FF2B5EF4-FFF2-40B4-BE49-F238E27FC236}">
                <a16:creationId xmlns:a16="http://schemas.microsoft.com/office/drawing/2014/main" id="{A2A07650-485F-4781-9344-52465646623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58303" y="3338607"/>
            <a:ext cx="1638975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86" name="Text Placeholder 45">
            <a:extLst>
              <a:ext uri="{FF2B5EF4-FFF2-40B4-BE49-F238E27FC236}">
                <a16:creationId xmlns:a16="http://schemas.microsoft.com/office/drawing/2014/main" id="{B84D5F0D-8CD2-4364-2E92-0B2BE5EEC47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55902" y="3672236"/>
            <a:ext cx="1638975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88" name="Text Placeholder 45">
            <a:extLst>
              <a:ext uri="{FF2B5EF4-FFF2-40B4-BE49-F238E27FC236}">
                <a16:creationId xmlns:a16="http://schemas.microsoft.com/office/drawing/2014/main" id="{46C78987-82E3-C545-6C09-F2DB1E9C1D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086300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89" name="Text Placeholder 45">
            <a:extLst>
              <a:ext uri="{FF2B5EF4-FFF2-40B4-BE49-F238E27FC236}">
                <a16:creationId xmlns:a16="http://schemas.microsoft.com/office/drawing/2014/main" id="{69844F0D-82D9-2C9A-2CD8-9261D84BBFF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086300" y="3338607"/>
            <a:ext cx="1638975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90" name="Text Placeholder 45">
            <a:extLst>
              <a:ext uri="{FF2B5EF4-FFF2-40B4-BE49-F238E27FC236}">
                <a16:creationId xmlns:a16="http://schemas.microsoft.com/office/drawing/2014/main" id="{71A075F2-D7D5-5B33-37BD-E63A40C84D4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086300" y="3672236"/>
            <a:ext cx="1638975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117" name="Picture Placeholder 112">
            <a:extLst>
              <a:ext uri="{FF2B5EF4-FFF2-40B4-BE49-F238E27FC236}">
                <a16:creationId xmlns:a16="http://schemas.microsoft.com/office/drawing/2014/main" id="{EFC886AE-3FFF-D88F-6F1F-75E4441DC429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66725" y="5759530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18" name="Picture Placeholder 112">
            <a:extLst>
              <a:ext uri="{FF2B5EF4-FFF2-40B4-BE49-F238E27FC236}">
                <a16:creationId xmlns:a16="http://schemas.microsoft.com/office/drawing/2014/main" id="{4464FD34-1C93-7040-81B4-713987BC8E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313112" y="5759530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19" name="Picture Placeholder 112">
            <a:extLst>
              <a:ext uri="{FF2B5EF4-FFF2-40B4-BE49-F238E27FC236}">
                <a16:creationId xmlns:a16="http://schemas.microsoft.com/office/drawing/2014/main" id="{051F496B-741B-E770-D8E1-89B776F3C1D5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466725" y="6076925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20" name="Picture Placeholder 112">
            <a:extLst>
              <a:ext uri="{FF2B5EF4-FFF2-40B4-BE49-F238E27FC236}">
                <a16:creationId xmlns:a16="http://schemas.microsoft.com/office/drawing/2014/main" id="{C4BF5B86-BF55-9B71-F9DD-19479EAA430F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1313112" y="6076925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51" name="Picture Placeholder 112">
            <a:extLst>
              <a:ext uri="{FF2B5EF4-FFF2-40B4-BE49-F238E27FC236}">
                <a16:creationId xmlns:a16="http://schemas.microsoft.com/office/drawing/2014/main" id="{086B2653-5939-A196-AD7B-E9BA87AE1684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2393495" y="5759530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52" name="Picture Placeholder 112">
            <a:extLst>
              <a:ext uri="{FF2B5EF4-FFF2-40B4-BE49-F238E27FC236}">
                <a16:creationId xmlns:a16="http://schemas.microsoft.com/office/drawing/2014/main" id="{95ED886E-C68F-3627-210E-CA7ACFF64733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3239882" y="5759530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53" name="Picture Placeholder 112">
            <a:extLst>
              <a:ext uri="{FF2B5EF4-FFF2-40B4-BE49-F238E27FC236}">
                <a16:creationId xmlns:a16="http://schemas.microsoft.com/office/drawing/2014/main" id="{02C89B8C-F038-BD43-275B-6A310132C32F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2393495" y="6076925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54" name="Picture Placeholder 112">
            <a:extLst>
              <a:ext uri="{FF2B5EF4-FFF2-40B4-BE49-F238E27FC236}">
                <a16:creationId xmlns:a16="http://schemas.microsoft.com/office/drawing/2014/main" id="{3ACA967E-2F7F-BC02-BC67-2E97C5B09DFD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3239882" y="6076925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55" name="Picture Placeholder 112">
            <a:extLst>
              <a:ext uri="{FF2B5EF4-FFF2-40B4-BE49-F238E27FC236}">
                <a16:creationId xmlns:a16="http://schemas.microsoft.com/office/drawing/2014/main" id="{6795F334-AEA2-E9D9-1F73-CB69AA374A01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4305422" y="5759530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56" name="Picture Placeholder 112">
            <a:extLst>
              <a:ext uri="{FF2B5EF4-FFF2-40B4-BE49-F238E27FC236}">
                <a16:creationId xmlns:a16="http://schemas.microsoft.com/office/drawing/2014/main" id="{5B7C59A9-1F7E-7F84-2656-1CBFEF340FAD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5151809" y="5759530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57" name="Picture Placeholder 112">
            <a:extLst>
              <a:ext uri="{FF2B5EF4-FFF2-40B4-BE49-F238E27FC236}">
                <a16:creationId xmlns:a16="http://schemas.microsoft.com/office/drawing/2014/main" id="{BF351E6D-0A32-FE10-87B8-B5CA7368FCD9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4305422" y="6076925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58" name="Picture Placeholder 112">
            <a:extLst>
              <a:ext uri="{FF2B5EF4-FFF2-40B4-BE49-F238E27FC236}">
                <a16:creationId xmlns:a16="http://schemas.microsoft.com/office/drawing/2014/main" id="{EA0ED369-4028-2215-2505-FA6C595573B0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5151809" y="6076925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59" name="Picture Placeholder 112">
            <a:extLst>
              <a:ext uri="{FF2B5EF4-FFF2-40B4-BE49-F238E27FC236}">
                <a16:creationId xmlns:a16="http://schemas.microsoft.com/office/drawing/2014/main" id="{B7BD2977-9780-B538-E033-8FC9EC830434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6238730" y="5759530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60" name="Picture Placeholder 112">
            <a:extLst>
              <a:ext uri="{FF2B5EF4-FFF2-40B4-BE49-F238E27FC236}">
                <a16:creationId xmlns:a16="http://schemas.microsoft.com/office/drawing/2014/main" id="{9950FEFA-7BB0-4CC2-C294-BE01645205CC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7085117" y="5759530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61" name="Picture Placeholder 112">
            <a:extLst>
              <a:ext uri="{FF2B5EF4-FFF2-40B4-BE49-F238E27FC236}">
                <a16:creationId xmlns:a16="http://schemas.microsoft.com/office/drawing/2014/main" id="{01C554D2-147A-0A03-9778-037D4B31307C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6238730" y="6076925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62" name="Picture Placeholder 112">
            <a:extLst>
              <a:ext uri="{FF2B5EF4-FFF2-40B4-BE49-F238E27FC236}">
                <a16:creationId xmlns:a16="http://schemas.microsoft.com/office/drawing/2014/main" id="{3796D47D-50C7-A02C-0E05-5B609B6026ED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7085117" y="6076925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63" name="Picture Placeholder 112">
            <a:extLst>
              <a:ext uri="{FF2B5EF4-FFF2-40B4-BE49-F238E27FC236}">
                <a16:creationId xmlns:a16="http://schemas.microsoft.com/office/drawing/2014/main" id="{FB8CC0EB-F747-1AC5-4A63-20852F73AACC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8150657" y="5759530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64" name="Picture Placeholder 112">
            <a:extLst>
              <a:ext uri="{FF2B5EF4-FFF2-40B4-BE49-F238E27FC236}">
                <a16:creationId xmlns:a16="http://schemas.microsoft.com/office/drawing/2014/main" id="{13316271-9073-FA34-D257-81CFACC2F9A9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8997044" y="5759530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65" name="Picture Placeholder 112">
            <a:extLst>
              <a:ext uri="{FF2B5EF4-FFF2-40B4-BE49-F238E27FC236}">
                <a16:creationId xmlns:a16="http://schemas.microsoft.com/office/drawing/2014/main" id="{2D081C9F-FFDB-5E72-CDC1-08FD1EAA9CEF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8150657" y="6076925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66" name="Picture Placeholder 112">
            <a:extLst>
              <a:ext uri="{FF2B5EF4-FFF2-40B4-BE49-F238E27FC236}">
                <a16:creationId xmlns:a16="http://schemas.microsoft.com/office/drawing/2014/main" id="{FCD0971A-AD15-24CB-AADC-A5A5CD3D3080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8997044" y="6076925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67" name="Picture Placeholder 112">
            <a:extLst>
              <a:ext uri="{FF2B5EF4-FFF2-40B4-BE49-F238E27FC236}">
                <a16:creationId xmlns:a16="http://schemas.microsoft.com/office/drawing/2014/main" id="{1EDAEA0A-1F9E-0266-BFBB-C120CB2AF84F}"/>
              </a:ext>
            </a:extLst>
          </p:cNvPr>
          <p:cNvSpPr>
            <a:spLocks noGrp="1"/>
          </p:cNvSpPr>
          <p:nvPr>
            <p:ph type="pic" sz="quarter" idx="77" hasCustomPrompt="1"/>
          </p:nvPr>
        </p:nvSpPr>
        <p:spPr>
          <a:xfrm>
            <a:off x="10083366" y="5759530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68" name="Picture Placeholder 112">
            <a:extLst>
              <a:ext uri="{FF2B5EF4-FFF2-40B4-BE49-F238E27FC236}">
                <a16:creationId xmlns:a16="http://schemas.microsoft.com/office/drawing/2014/main" id="{2F5FA254-F578-81A3-41F5-C3A4188C9153}"/>
              </a:ext>
            </a:extLst>
          </p:cNvPr>
          <p:cNvSpPr>
            <a:spLocks noGrp="1"/>
          </p:cNvSpPr>
          <p:nvPr>
            <p:ph type="pic" sz="quarter" idx="78" hasCustomPrompt="1"/>
          </p:nvPr>
        </p:nvSpPr>
        <p:spPr>
          <a:xfrm>
            <a:off x="10929753" y="5759530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69" name="Picture Placeholder 112">
            <a:extLst>
              <a:ext uri="{FF2B5EF4-FFF2-40B4-BE49-F238E27FC236}">
                <a16:creationId xmlns:a16="http://schemas.microsoft.com/office/drawing/2014/main" id="{02ADE5EA-819B-4009-A707-05360E76DE58}"/>
              </a:ext>
            </a:extLst>
          </p:cNvPr>
          <p:cNvSpPr>
            <a:spLocks noGrp="1"/>
          </p:cNvSpPr>
          <p:nvPr>
            <p:ph type="pic" sz="quarter" idx="79" hasCustomPrompt="1"/>
          </p:nvPr>
        </p:nvSpPr>
        <p:spPr>
          <a:xfrm>
            <a:off x="10083366" y="6076925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70" name="Picture Placeholder 112">
            <a:extLst>
              <a:ext uri="{FF2B5EF4-FFF2-40B4-BE49-F238E27FC236}">
                <a16:creationId xmlns:a16="http://schemas.microsoft.com/office/drawing/2014/main" id="{C4EA6999-AB5E-2535-979C-4547E9F93104}"/>
              </a:ext>
            </a:extLst>
          </p:cNvPr>
          <p:cNvSpPr>
            <a:spLocks noGrp="1"/>
          </p:cNvSpPr>
          <p:nvPr>
            <p:ph type="pic" sz="quarter" idx="80" hasCustomPrompt="1"/>
          </p:nvPr>
        </p:nvSpPr>
        <p:spPr>
          <a:xfrm>
            <a:off x="10929753" y="6076925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33" name="Slide Number Placeholder 2">
            <a:extLst>
              <a:ext uri="{FF2B5EF4-FFF2-40B4-BE49-F238E27FC236}">
                <a16:creationId xmlns:a16="http://schemas.microsoft.com/office/drawing/2014/main" id="{4CE98C3B-F2FD-4710-D7AF-EC1A816EBB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41490688-2F65-8813-6E96-E782F8AB17E5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0997925-6C1B-75CB-9C47-5312C73D4159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4303937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BB2A9D99-7A40-D467-4341-077D5AC15500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6185782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58B31671-5EE3-00D1-EA29-BBE17921CD02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12613498" y="1494951"/>
            <a:ext cx="3746966" cy="67854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chemeClr val="accent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2" name="Picture Placeholder 3">
            <a:extLst>
              <a:ext uri="{FF2B5EF4-FFF2-40B4-BE49-F238E27FC236}">
                <a16:creationId xmlns:a16="http://schemas.microsoft.com/office/drawing/2014/main" id="{087106C0-D350-5125-E860-B60E2D3276FC}"/>
              </a:ext>
            </a:extLst>
          </p:cNvPr>
          <p:cNvSpPr>
            <a:spLocks noGrp="1"/>
          </p:cNvSpPr>
          <p:nvPr>
            <p:ph type="pic" sz="quarter" idx="88" hasCustomPrompt="1"/>
          </p:nvPr>
        </p:nvSpPr>
        <p:spPr>
          <a:xfrm>
            <a:off x="2393495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43" name="Picture Placeholder 3">
            <a:extLst>
              <a:ext uri="{FF2B5EF4-FFF2-40B4-BE49-F238E27FC236}">
                <a16:creationId xmlns:a16="http://schemas.microsoft.com/office/drawing/2014/main" id="{9E8C993E-EF4E-8727-7C79-6E3D1180AEFF}"/>
              </a:ext>
            </a:extLst>
          </p:cNvPr>
          <p:cNvSpPr>
            <a:spLocks noGrp="1"/>
          </p:cNvSpPr>
          <p:nvPr>
            <p:ph type="pic" sz="quarter" idx="89" hasCustomPrompt="1"/>
          </p:nvPr>
        </p:nvSpPr>
        <p:spPr>
          <a:xfrm>
            <a:off x="8160055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44" name="Picture Placeholder 3">
            <a:extLst>
              <a:ext uri="{FF2B5EF4-FFF2-40B4-BE49-F238E27FC236}">
                <a16:creationId xmlns:a16="http://schemas.microsoft.com/office/drawing/2014/main" id="{FC415ADE-C3F8-91AC-F68C-D5E927FD832E}"/>
              </a:ext>
            </a:extLst>
          </p:cNvPr>
          <p:cNvSpPr>
            <a:spLocks noGrp="1"/>
          </p:cNvSpPr>
          <p:nvPr>
            <p:ph type="pic" sz="quarter" idx="90" hasCustomPrompt="1"/>
          </p:nvPr>
        </p:nvSpPr>
        <p:spPr>
          <a:xfrm>
            <a:off x="10086300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49" name="Picture Placeholder 3">
            <a:extLst>
              <a:ext uri="{FF2B5EF4-FFF2-40B4-BE49-F238E27FC236}">
                <a16:creationId xmlns:a16="http://schemas.microsoft.com/office/drawing/2014/main" id="{B89E0082-032B-70FF-9173-66B12D61DB04}"/>
              </a:ext>
            </a:extLst>
          </p:cNvPr>
          <p:cNvSpPr>
            <a:spLocks noGrp="1"/>
          </p:cNvSpPr>
          <p:nvPr>
            <p:ph type="pic" sz="quarter" idx="91" hasCustomPrompt="1"/>
          </p:nvPr>
        </p:nvSpPr>
        <p:spPr>
          <a:xfrm>
            <a:off x="474709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C8369EF3-1596-2394-03AC-0A91B472CB90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52" name="Text Placeholder 13">
            <a:extLst>
              <a:ext uri="{FF2B5EF4-FFF2-40B4-BE49-F238E27FC236}">
                <a16:creationId xmlns:a16="http://schemas.microsoft.com/office/drawing/2014/main" id="{8693DB5C-7904-70C2-FCEF-ABD2C965D52E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69762" y="822256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53" name="Text Placeholder 43">
            <a:extLst>
              <a:ext uri="{FF2B5EF4-FFF2-40B4-BE49-F238E27FC236}">
                <a16:creationId xmlns:a16="http://schemas.microsoft.com/office/drawing/2014/main" id="{505A0876-127F-1D5E-0992-B049EAAA0F09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</p:spTree>
    <p:extLst>
      <p:ext uri="{BB962C8B-B14F-4D97-AF65-F5344CB8AC3E}">
        <p14:creationId xmlns:p14="http://schemas.microsoft.com/office/powerpoint/2010/main" val="179407965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Equi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E3B5AB7-79A7-69C7-4504-DCE2A3B7380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05557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E3B5AB7-79A7-69C7-4504-DCE2A3B738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Freeform 31">
            <a:extLst>
              <a:ext uri="{FF2B5EF4-FFF2-40B4-BE49-F238E27FC236}">
                <a16:creationId xmlns:a16="http://schemas.microsoft.com/office/drawing/2014/main" id="{394A5B1B-1DB2-0FAB-F01F-7F3C9B484C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0260479" cy="6857999"/>
          </a:xfrm>
          <a:custGeom>
            <a:avLst/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Text Placeholder 45">
            <a:extLst>
              <a:ext uri="{FF2B5EF4-FFF2-40B4-BE49-F238E27FC236}">
                <a16:creationId xmlns:a16="http://schemas.microsoft.com/office/drawing/2014/main" id="{184BEF38-BA57-9233-BF32-353FC9FCD75A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2781299" y="3672236"/>
            <a:ext cx="1998000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0" name="Text Placeholder 45">
            <a:extLst>
              <a:ext uri="{FF2B5EF4-FFF2-40B4-BE49-F238E27FC236}">
                <a16:creationId xmlns:a16="http://schemas.microsoft.com/office/drawing/2014/main" id="{BE8E19FD-DD8D-5555-7920-3C12693E3EDF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5095874" y="3672236"/>
            <a:ext cx="1998000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4" name="Text Placeholder 45">
            <a:extLst>
              <a:ext uri="{FF2B5EF4-FFF2-40B4-BE49-F238E27FC236}">
                <a16:creationId xmlns:a16="http://schemas.microsoft.com/office/drawing/2014/main" id="{079AD012-955D-AE9B-8117-2C6FA7564B1A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7410449" y="3672236"/>
            <a:ext cx="1998000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5" name="Text Placeholder 45">
            <a:extLst>
              <a:ext uri="{FF2B5EF4-FFF2-40B4-BE49-F238E27FC236}">
                <a16:creationId xmlns:a16="http://schemas.microsoft.com/office/drawing/2014/main" id="{C026705F-51AF-1B05-9BB9-12BC90AFB327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9721742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49" name="Text Placeholder 45">
            <a:extLst>
              <a:ext uri="{FF2B5EF4-FFF2-40B4-BE49-F238E27FC236}">
                <a16:creationId xmlns:a16="http://schemas.microsoft.com/office/drawing/2014/main" id="{C05C7977-0EB4-D1DB-AC0F-A4E6F70944AA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9721742" y="3338607"/>
            <a:ext cx="1998000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50" name="Text Placeholder 45">
            <a:extLst>
              <a:ext uri="{FF2B5EF4-FFF2-40B4-BE49-F238E27FC236}">
                <a16:creationId xmlns:a16="http://schemas.microsoft.com/office/drawing/2014/main" id="{D13853F8-E884-3F6A-37C8-60DE3B863DE7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9725024" y="3672236"/>
            <a:ext cx="1998000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1" name="Text Placeholder 45">
            <a:extLst>
              <a:ext uri="{FF2B5EF4-FFF2-40B4-BE49-F238E27FC236}">
                <a16:creationId xmlns:a16="http://schemas.microsoft.com/office/drawing/2014/main" id="{78F24FCF-0EC8-F34A-D906-F142EE9EE429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7404734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52" name="Text Placeholder 45">
            <a:extLst>
              <a:ext uri="{FF2B5EF4-FFF2-40B4-BE49-F238E27FC236}">
                <a16:creationId xmlns:a16="http://schemas.microsoft.com/office/drawing/2014/main" id="{D4CACC7C-0A4F-9F8D-8E3C-57DEA8E6C0DF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7404734" y="3338607"/>
            <a:ext cx="1998000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53" name="Text Placeholder 45">
            <a:extLst>
              <a:ext uri="{FF2B5EF4-FFF2-40B4-BE49-F238E27FC236}">
                <a16:creationId xmlns:a16="http://schemas.microsoft.com/office/drawing/2014/main" id="{69B840AF-EFC8-FB29-99C1-7C1B78335862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5094233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54" name="Text Placeholder 45">
            <a:extLst>
              <a:ext uri="{FF2B5EF4-FFF2-40B4-BE49-F238E27FC236}">
                <a16:creationId xmlns:a16="http://schemas.microsoft.com/office/drawing/2014/main" id="{87C8AD8F-B1BA-D416-A5DD-13F662AF0E06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5094233" y="3338607"/>
            <a:ext cx="1998000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55" name="Text Placeholder 45">
            <a:extLst>
              <a:ext uri="{FF2B5EF4-FFF2-40B4-BE49-F238E27FC236}">
                <a16:creationId xmlns:a16="http://schemas.microsoft.com/office/drawing/2014/main" id="{F3EEA961-FF4F-9EB2-69E5-E19924923EAA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2777225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56" name="Text Placeholder 45">
            <a:extLst>
              <a:ext uri="{FF2B5EF4-FFF2-40B4-BE49-F238E27FC236}">
                <a16:creationId xmlns:a16="http://schemas.microsoft.com/office/drawing/2014/main" id="{21447B95-70B2-E5FD-E24A-FC67D4385B01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2777225" y="3338607"/>
            <a:ext cx="1998000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38" name="Picture Placeholder 112">
            <a:extLst>
              <a:ext uri="{FF2B5EF4-FFF2-40B4-BE49-F238E27FC236}">
                <a16:creationId xmlns:a16="http://schemas.microsoft.com/office/drawing/2014/main" id="{9725F242-22D1-387E-1CEF-6BFE9A78FA5A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66725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39" name="Picture Placeholder 112">
            <a:extLst>
              <a:ext uri="{FF2B5EF4-FFF2-40B4-BE49-F238E27FC236}">
                <a16:creationId xmlns:a16="http://schemas.microsoft.com/office/drawing/2014/main" id="{E384AB8E-6BD9-FF09-4073-A1FAF4A77E6F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313112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2" name="Picture Placeholder 112">
            <a:extLst>
              <a:ext uri="{FF2B5EF4-FFF2-40B4-BE49-F238E27FC236}">
                <a16:creationId xmlns:a16="http://schemas.microsoft.com/office/drawing/2014/main" id="{D9636A67-51C5-7A83-C35B-88F450504397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466725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3" name="Picture Placeholder 112">
            <a:extLst>
              <a:ext uri="{FF2B5EF4-FFF2-40B4-BE49-F238E27FC236}">
                <a16:creationId xmlns:a16="http://schemas.microsoft.com/office/drawing/2014/main" id="{61E875A4-B648-1039-EF17-648980A0A6D5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1313112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2" name="Picture Placeholder 112">
            <a:extLst>
              <a:ext uri="{FF2B5EF4-FFF2-40B4-BE49-F238E27FC236}">
                <a16:creationId xmlns:a16="http://schemas.microsoft.com/office/drawing/2014/main" id="{CF3E0D15-B00C-6931-2ECA-29D1EAE08352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2783732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3" name="Picture Placeholder 112">
            <a:extLst>
              <a:ext uri="{FF2B5EF4-FFF2-40B4-BE49-F238E27FC236}">
                <a16:creationId xmlns:a16="http://schemas.microsoft.com/office/drawing/2014/main" id="{0536C028-A154-D1F3-1B94-1D6C9CB55701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3630119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4" name="Picture Placeholder 112">
            <a:extLst>
              <a:ext uri="{FF2B5EF4-FFF2-40B4-BE49-F238E27FC236}">
                <a16:creationId xmlns:a16="http://schemas.microsoft.com/office/drawing/2014/main" id="{75EF1F6A-112A-3B2B-6CDF-59BF6EB4BC2C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2783732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5" name="Picture Placeholder 112">
            <a:extLst>
              <a:ext uri="{FF2B5EF4-FFF2-40B4-BE49-F238E27FC236}">
                <a16:creationId xmlns:a16="http://schemas.microsoft.com/office/drawing/2014/main" id="{10BDBBED-1442-5A27-AAFD-AA804B45752B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3630119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6" name="Picture Placeholder 112">
            <a:extLst>
              <a:ext uri="{FF2B5EF4-FFF2-40B4-BE49-F238E27FC236}">
                <a16:creationId xmlns:a16="http://schemas.microsoft.com/office/drawing/2014/main" id="{88AA171C-6D7D-16DD-C625-FD357EF52E9D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5090814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7" name="Picture Placeholder 112">
            <a:extLst>
              <a:ext uri="{FF2B5EF4-FFF2-40B4-BE49-F238E27FC236}">
                <a16:creationId xmlns:a16="http://schemas.microsoft.com/office/drawing/2014/main" id="{6A129352-6C9F-86C0-B95F-3D3E42A9C237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5937201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8" name="Picture Placeholder 112">
            <a:extLst>
              <a:ext uri="{FF2B5EF4-FFF2-40B4-BE49-F238E27FC236}">
                <a16:creationId xmlns:a16="http://schemas.microsoft.com/office/drawing/2014/main" id="{914857E5-53CF-D040-A651-C41C6C01DE7C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5090814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9" name="Picture Placeholder 112">
            <a:extLst>
              <a:ext uri="{FF2B5EF4-FFF2-40B4-BE49-F238E27FC236}">
                <a16:creationId xmlns:a16="http://schemas.microsoft.com/office/drawing/2014/main" id="{46F1550C-FEA2-AEA3-87ED-0707444F1AE0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5937201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0" name="Picture Placeholder 112">
            <a:extLst>
              <a:ext uri="{FF2B5EF4-FFF2-40B4-BE49-F238E27FC236}">
                <a16:creationId xmlns:a16="http://schemas.microsoft.com/office/drawing/2014/main" id="{902AE775-8DB5-9035-189C-7F1A39BC579A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7404735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1" name="Picture Placeholder 112">
            <a:extLst>
              <a:ext uri="{FF2B5EF4-FFF2-40B4-BE49-F238E27FC236}">
                <a16:creationId xmlns:a16="http://schemas.microsoft.com/office/drawing/2014/main" id="{E16E7B59-3B86-42B9-64FC-AD62C3DC6729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8251122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2" name="Picture Placeholder 112">
            <a:extLst>
              <a:ext uri="{FF2B5EF4-FFF2-40B4-BE49-F238E27FC236}">
                <a16:creationId xmlns:a16="http://schemas.microsoft.com/office/drawing/2014/main" id="{83DC49ED-EDA8-E6EB-7A6F-D95390AA8CCD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7404735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3" name="Picture Placeholder 112">
            <a:extLst>
              <a:ext uri="{FF2B5EF4-FFF2-40B4-BE49-F238E27FC236}">
                <a16:creationId xmlns:a16="http://schemas.microsoft.com/office/drawing/2014/main" id="{26F60E47-19D1-BFC3-6C8F-749C4B12AAF6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8251122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4" name="Picture Placeholder 112">
            <a:extLst>
              <a:ext uri="{FF2B5EF4-FFF2-40B4-BE49-F238E27FC236}">
                <a16:creationId xmlns:a16="http://schemas.microsoft.com/office/drawing/2014/main" id="{42275787-A019-11AD-46FE-A7DDC6704D54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9721742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5" name="Picture Placeholder 112">
            <a:extLst>
              <a:ext uri="{FF2B5EF4-FFF2-40B4-BE49-F238E27FC236}">
                <a16:creationId xmlns:a16="http://schemas.microsoft.com/office/drawing/2014/main" id="{5DF57175-AB66-192C-5CB7-93049ECC0CF1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10568129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6" name="Picture Placeholder 112">
            <a:extLst>
              <a:ext uri="{FF2B5EF4-FFF2-40B4-BE49-F238E27FC236}">
                <a16:creationId xmlns:a16="http://schemas.microsoft.com/office/drawing/2014/main" id="{F060C51A-D08F-54FB-FCB0-EAB2C4861B82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9721742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7" name="Picture Placeholder 112">
            <a:extLst>
              <a:ext uri="{FF2B5EF4-FFF2-40B4-BE49-F238E27FC236}">
                <a16:creationId xmlns:a16="http://schemas.microsoft.com/office/drawing/2014/main" id="{E1F4FC93-69A8-3BD1-3329-13A5836424E9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10568129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8" name="Slide Number Placeholder 2">
            <a:extLst>
              <a:ext uri="{FF2B5EF4-FFF2-40B4-BE49-F238E27FC236}">
                <a16:creationId xmlns:a16="http://schemas.microsoft.com/office/drawing/2014/main" id="{13547A98-9145-52DB-0778-F0964B5909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79" name="Text Placeholder 32">
            <a:extLst>
              <a:ext uri="{FF2B5EF4-FFF2-40B4-BE49-F238E27FC236}">
                <a16:creationId xmlns:a16="http://schemas.microsoft.com/office/drawing/2014/main" id="{76CD81D2-BF90-68D8-E1AE-B8E0CF4C5A4A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50374A75-F50D-5070-A973-581B679CC4B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F1624A0F-DB18-4583-6553-B7380C6BCA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2256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3" name="Text Placeholder 43">
            <a:extLst>
              <a:ext uri="{FF2B5EF4-FFF2-40B4-BE49-F238E27FC236}">
                <a16:creationId xmlns:a16="http://schemas.microsoft.com/office/drawing/2014/main" id="{1AE847BA-635A-59E4-30D3-6F045F2092C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sp>
        <p:nvSpPr>
          <p:cNvPr id="34" name="Text Placeholder 45">
            <a:extLst>
              <a:ext uri="{FF2B5EF4-FFF2-40B4-BE49-F238E27FC236}">
                <a16:creationId xmlns:a16="http://schemas.microsoft.com/office/drawing/2014/main" id="{89BC3310-EF60-69C0-3707-2C9B77B411B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724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35" name="Text Placeholder 45">
            <a:extLst>
              <a:ext uri="{FF2B5EF4-FFF2-40B4-BE49-F238E27FC236}">
                <a16:creationId xmlns:a16="http://schemas.microsoft.com/office/drawing/2014/main" id="{8FAFCE19-6536-97A8-08AE-68DC35A66E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6724" y="3338607"/>
            <a:ext cx="1638975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36" name="Text Placeholder 45">
            <a:extLst>
              <a:ext uri="{FF2B5EF4-FFF2-40B4-BE49-F238E27FC236}">
                <a16:creationId xmlns:a16="http://schemas.microsoft.com/office/drawing/2014/main" id="{27DE418C-1E9A-7C24-A28E-C30E5B7365B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6724" y="3672236"/>
            <a:ext cx="1638975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81" name="Picture Placeholder 3">
            <a:extLst>
              <a:ext uri="{FF2B5EF4-FFF2-40B4-BE49-F238E27FC236}">
                <a16:creationId xmlns:a16="http://schemas.microsoft.com/office/drawing/2014/main" id="{C01BEAB5-0771-F15C-BA83-EFF62E182721}"/>
              </a:ext>
            </a:extLst>
          </p:cNvPr>
          <p:cNvSpPr>
            <a:spLocks noGrp="1"/>
          </p:cNvSpPr>
          <p:nvPr>
            <p:ph type="pic" sz="quarter" idx="104" hasCustomPrompt="1"/>
          </p:nvPr>
        </p:nvSpPr>
        <p:spPr>
          <a:xfrm>
            <a:off x="474709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82" name="Picture Placeholder 3">
            <a:extLst>
              <a:ext uri="{FF2B5EF4-FFF2-40B4-BE49-F238E27FC236}">
                <a16:creationId xmlns:a16="http://schemas.microsoft.com/office/drawing/2014/main" id="{B7B2CDD9-20B4-A792-0865-2F1F48726D14}"/>
              </a:ext>
            </a:extLst>
          </p:cNvPr>
          <p:cNvSpPr>
            <a:spLocks noGrp="1"/>
          </p:cNvSpPr>
          <p:nvPr>
            <p:ph type="pic" sz="quarter" idx="105" hasCustomPrompt="1"/>
          </p:nvPr>
        </p:nvSpPr>
        <p:spPr>
          <a:xfrm>
            <a:off x="2781490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83" name="Picture Placeholder 3">
            <a:extLst>
              <a:ext uri="{FF2B5EF4-FFF2-40B4-BE49-F238E27FC236}">
                <a16:creationId xmlns:a16="http://schemas.microsoft.com/office/drawing/2014/main" id="{4A90DFAB-D24E-2600-E000-0F70F5A05CC0}"/>
              </a:ext>
            </a:extLst>
          </p:cNvPr>
          <p:cNvSpPr>
            <a:spLocks noGrp="1"/>
          </p:cNvSpPr>
          <p:nvPr>
            <p:ph type="pic" sz="quarter" idx="106" hasCustomPrompt="1"/>
          </p:nvPr>
        </p:nvSpPr>
        <p:spPr>
          <a:xfrm>
            <a:off x="5098662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84" name="Picture Placeholder 3">
            <a:extLst>
              <a:ext uri="{FF2B5EF4-FFF2-40B4-BE49-F238E27FC236}">
                <a16:creationId xmlns:a16="http://schemas.microsoft.com/office/drawing/2014/main" id="{D227A52C-BD35-961E-2984-AD74E25BC609}"/>
              </a:ext>
            </a:extLst>
          </p:cNvPr>
          <p:cNvSpPr>
            <a:spLocks noGrp="1"/>
          </p:cNvSpPr>
          <p:nvPr>
            <p:ph type="pic" sz="quarter" idx="107" hasCustomPrompt="1"/>
          </p:nvPr>
        </p:nvSpPr>
        <p:spPr>
          <a:xfrm>
            <a:off x="7405444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85" name="Picture Placeholder 3">
            <a:extLst>
              <a:ext uri="{FF2B5EF4-FFF2-40B4-BE49-F238E27FC236}">
                <a16:creationId xmlns:a16="http://schemas.microsoft.com/office/drawing/2014/main" id="{FD4D05F0-1624-0D4B-287B-C5C59F1C3E0F}"/>
              </a:ext>
            </a:extLst>
          </p:cNvPr>
          <p:cNvSpPr>
            <a:spLocks noGrp="1"/>
          </p:cNvSpPr>
          <p:nvPr>
            <p:ph type="pic" sz="quarter" idx="108" hasCustomPrompt="1"/>
          </p:nvPr>
        </p:nvSpPr>
        <p:spPr>
          <a:xfrm>
            <a:off x="9712226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</p:spTree>
    <p:extLst>
      <p:ext uri="{BB962C8B-B14F-4D97-AF65-F5344CB8AC3E}">
        <p14:creationId xmlns:p14="http://schemas.microsoft.com/office/powerpoint/2010/main" val="312385280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Equi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1C041A4-5AA0-6EFB-9417-27190299D09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249594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1C041A4-5AA0-6EFB-9417-27190299D0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Freeform 31">
            <a:extLst>
              <a:ext uri="{FF2B5EF4-FFF2-40B4-BE49-F238E27FC236}">
                <a16:creationId xmlns:a16="http://schemas.microsoft.com/office/drawing/2014/main" id="{394A5B1B-1DB2-0FAB-F01F-7F3C9B484C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0260479" cy="6857999"/>
          </a:xfrm>
          <a:custGeom>
            <a:avLst/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Picture Placeholder 112">
            <a:extLst>
              <a:ext uri="{FF2B5EF4-FFF2-40B4-BE49-F238E27FC236}">
                <a16:creationId xmlns:a16="http://schemas.microsoft.com/office/drawing/2014/main" id="{DC65AB71-C922-A189-49ED-4BC9D2BBE859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3408045" y="5754583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3" name="Picture Placeholder 112">
            <a:extLst>
              <a:ext uri="{FF2B5EF4-FFF2-40B4-BE49-F238E27FC236}">
                <a16:creationId xmlns:a16="http://schemas.microsoft.com/office/drawing/2014/main" id="{F9251813-DD1D-2BFF-6D52-6830DDD47DAC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4254432" y="5754583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2" name="Picture Placeholder 112">
            <a:extLst>
              <a:ext uri="{FF2B5EF4-FFF2-40B4-BE49-F238E27FC236}">
                <a16:creationId xmlns:a16="http://schemas.microsoft.com/office/drawing/2014/main" id="{AF5B231E-3349-6127-B3CE-183B91821566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3408045" y="6071978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3" name="Picture Placeholder 112">
            <a:extLst>
              <a:ext uri="{FF2B5EF4-FFF2-40B4-BE49-F238E27FC236}">
                <a16:creationId xmlns:a16="http://schemas.microsoft.com/office/drawing/2014/main" id="{7030EC6E-69BD-46A3-BE79-C8117E139BAC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4254432" y="6071978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8" name="Picture Placeholder 112">
            <a:extLst>
              <a:ext uri="{FF2B5EF4-FFF2-40B4-BE49-F238E27FC236}">
                <a16:creationId xmlns:a16="http://schemas.microsoft.com/office/drawing/2014/main" id="{BC53E746-7367-459A-6188-8E855A260304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334125" y="5754583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9" name="Picture Placeholder 112">
            <a:extLst>
              <a:ext uri="{FF2B5EF4-FFF2-40B4-BE49-F238E27FC236}">
                <a16:creationId xmlns:a16="http://schemas.microsoft.com/office/drawing/2014/main" id="{59914CBB-B775-F30B-9C2D-755D85E37108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7180512" y="5754583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0" name="Picture Placeholder 112">
            <a:extLst>
              <a:ext uri="{FF2B5EF4-FFF2-40B4-BE49-F238E27FC236}">
                <a16:creationId xmlns:a16="http://schemas.microsoft.com/office/drawing/2014/main" id="{2F2C4C2B-C205-0B8A-9CAC-4CE9C9488CD8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6334125" y="6071978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1" name="Picture Placeholder 112">
            <a:extLst>
              <a:ext uri="{FF2B5EF4-FFF2-40B4-BE49-F238E27FC236}">
                <a16:creationId xmlns:a16="http://schemas.microsoft.com/office/drawing/2014/main" id="{940B2693-2B7A-51E1-6A78-E370410795E1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7180512" y="6071978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6" name="Picture Placeholder 112">
            <a:extLst>
              <a:ext uri="{FF2B5EF4-FFF2-40B4-BE49-F238E27FC236}">
                <a16:creationId xmlns:a16="http://schemas.microsoft.com/office/drawing/2014/main" id="{FE53505D-F00A-91F9-EA4B-6EBAABB31912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9264652" y="5754583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7" name="Picture Placeholder 112">
            <a:extLst>
              <a:ext uri="{FF2B5EF4-FFF2-40B4-BE49-F238E27FC236}">
                <a16:creationId xmlns:a16="http://schemas.microsoft.com/office/drawing/2014/main" id="{6502E604-42FB-3F41-8347-55FF4DD22D10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10111039" y="5754583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8" name="Picture Placeholder 112">
            <a:extLst>
              <a:ext uri="{FF2B5EF4-FFF2-40B4-BE49-F238E27FC236}">
                <a16:creationId xmlns:a16="http://schemas.microsoft.com/office/drawing/2014/main" id="{7050719D-2D83-5090-F8F0-5940214BC72D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9264652" y="6071978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9" name="Picture Placeholder 112">
            <a:extLst>
              <a:ext uri="{FF2B5EF4-FFF2-40B4-BE49-F238E27FC236}">
                <a16:creationId xmlns:a16="http://schemas.microsoft.com/office/drawing/2014/main" id="{132EAAD5-5480-8B4F-FF0A-C5501D3B90ED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10111039" y="6071978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4" name="Text Placeholder 45">
            <a:extLst>
              <a:ext uri="{FF2B5EF4-FFF2-40B4-BE49-F238E27FC236}">
                <a16:creationId xmlns:a16="http://schemas.microsoft.com/office/drawing/2014/main" id="{38FD6EB8-FA08-A0A4-D3E2-695547506E25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465592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45" name="Text Placeholder 45">
            <a:extLst>
              <a:ext uri="{FF2B5EF4-FFF2-40B4-BE49-F238E27FC236}">
                <a16:creationId xmlns:a16="http://schemas.microsoft.com/office/drawing/2014/main" id="{AD51EA36-41BD-B941-8FA7-859C36EB4CCC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465592" y="3338607"/>
            <a:ext cx="2462214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49" name="Text Placeholder 45">
            <a:extLst>
              <a:ext uri="{FF2B5EF4-FFF2-40B4-BE49-F238E27FC236}">
                <a16:creationId xmlns:a16="http://schemas.microsoft.com/office/drawing/2014/main" id="{F86F3DB1-87B9-2F52-7DB3-B046A2E72BBC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465592" y="3672236"/>
            <a:ext cx="2462214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0" name="Text Placeholder 45">
            <a:extLst>
              <a:ext uri="{FF2B5EF4-FFF2-40B4-BE49-F238E27FC236}">
                <a16:creationId xmlns:a16="http://schemas.microsoft.com/office/drawing/2014/main" id="{5E65EA7F-2CEE-19E0-B3BC-A3C2F8FBA263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3398835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51" name="Text Placeholder 45">
            <a:extLst>
              <a:ext uri="{FF2B5EF4-FFF2-40B4-BE49-F238E27FC236}">
                <a16:creationId xmlns:a16="http://schemas.microsoft.com/office/drawing/2014/main" id="{8B335C8B-C11C-039E-CA1A-594F6336AEDB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3398835" y="3338607"/>
            <a:ext cx="2462214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52" name="Text Placeholder 45">
            <a:extLst>
              <a:ext uri="{FF2B5EF4-FFF2-40B4-BE49-F238E27FC236}">
                <a16:creationId xmlns:a16="http://schemas.microsoft.com/office/drawing/2014/main" id="{7A60940E-1A8B-585D-7E19-A1BAA4E4DCE0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3398835" y="3672236"/>
            <a:ext cx="2462214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3" name="Text Placeholder 45">
            <a:extLst>
              <a:ext uri="{FF2B5EF4-FFF2-40B4-BE49-F238E27FC236}">
                <a16:creationId xmlns:a16="http://schemas.microsoft.com/office/drawing/2014/main" id="{82899622-523C-9AB1-337B-F8E074B574AB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6332458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54" name="Text Placeholder 45">
            <a:extLst>
              <a:ext uri="{FF2B5EF4-FFF2-40B4-BE49-F238E27FC236}">
                <a16:creationId xmlns:a16="http://schemas.microsoft.com/office/drawing/2014/main" id="{1F384043-12A3-0396-C1EC-A9142BEE14B9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6332458" y="3338607"/>
            <a:ext cx="2462214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55" name="Text Placeholder 45">
            <a:extLst>
              <a:ext uri="{FF2B5EF4-FFF2-40B4-BE49-F238E27FC236}">
                <a16:creationId xmlns:a16="http://schemas.microsoft.com/office/drawing/2014/main" id="{15C72B9A-D508-4C61-FACC-2B9A80CE0807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332458" y="3672236"/>
            <a:ext cx="2462214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6" name="Text Placeholder 45">
            <a:extLst>
              <a:ext uri="{FF2B5EF4-FFF2-40B4-BE49-F238E27FC236}">
                <a16:creationId xmlns:a16="http://schemas.microsoft.com/office/drawing/2014/main" id="{905FB018-5618-752D-8BFF-09903305D44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9268908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57" name="Text Placeholder 45">
            <a:extLst>
              <a:ext uri="{FF2B5EF4-FFF2-40B4-BE49-F238E27FC236}">
                <a16:creationId xmlns:a16="http://schemas.microsoft.com/office/drawing/2014/main" id="{7F361DBF-C125-FCED-FA60-5878757504E2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268908" y="3338607"/>
            <a:ext cx="2462214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58" name="Text Placeholder 45">
            <a:extLst>
              <a:ext uri="{FF2B5EF4-FFF2-40B4-BE49-F238E27FC236}">
                <a16:creationId xmlns:a16="http://schemas.microsoft.com/office/drawing/2014/main" id="{AEF9B4EF-C4C4-2D5A-764F-EFDA5A50F67D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9268908" y="3672236"/>
            <a:ext cx="2462214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9" name="Slide Number Placeholder 2">
            <a:extLst>
              <a:ext uri="{FF2B5EF4-FFF2-40B4-BE49-F238E27FC236}">
                <a16:creationId xmlns:a16="http://schemas.microsoft.com/office/drawing/2014/main" id="{D5B949DC-8E4A-9477-F36F-55499BCF78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latin typeface="Arial Nova Cond" panose="020B0506020202020204" pitchFamily="34" charset="0"/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0" name="Text Placeholder 32">
            <a:extLst>
              <a:ext uri="{FF2B5EF4-FFF2-40B4-BE49-F238E27FC236}">
                <a16:creationId xmlns:a16="http://schemas.microsoft.com/office/drawing/2014/main" id="{6022A746-CC42-07BB-D855-3C1831AE2CEF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D98D070B-E010-4FEB-6F8B-E1AF05DFA6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361E7177-5D27-5C74-2B13-71583190D77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2256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6" name="Text Placeholder 43">
            <a:extLst>
              <a:ext uri="{FF2B5EF4-FFF2-40B4-BE49-F238E27FC236}">
                <a16:creationId xmlns:a16="http://schemas.microsoft.com/office/drawing/2014/main" id="{0AF116EC-BEF6-0A08-2CAD-8E48415BF48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sp>
        <p:nvSpPr>
          <p:cNvPr id="46" name="Picture Placeholder 112">
            <a:extLst>
              <a:ext uri="{FF2B5EF4-FFF2-40B4-BE49-F238E27FC236}">
                <a16:creationId xmlns:a16="http://schemas.microsoft.com/office/drawing/2014/main" id="{8A5B360B-8334-6CCB-0A54-579E5AB43F5B}"/>
              </a:ext>
            </a:extLst>
          </p:cNvPr>
          <p:cNvSpPr>
            <a:spLocks noGrp="1"/>
          </p:cNvSpPr>
          <p:nvPr>
            <p:ph type="pic" sz="quarter" idx="78" hasCustomPrompt="1"/>
          </p:nvPr>
        </p:nvSpPr>
        <p:spPr>
          <a:xfrm>
            <a:off x="466725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7" name="Picture Placeholder 112">
            <a:extLst>
              <a:ext uri="{FF2B5EF4-FFF2-40B4-BE49-F238E27FC236}">
                <a16:creationId xmlns:a16="http://schemas.microsoft.com/office/drawing/2014/main" id="{A962791C-B85F-C7DA-9FB2-13C30147287A}"/>
              </a:ext>
            </a:extLst>
          </p:cNvPr>
          <p:cNvSpPr>
            <a:spLocks noGrp="1"/>
          </p:cNvSpPr>
          <p:nvPr>
            <p:ph type="pic" sz="quarter" idx="79" hasCustomPrompt="1"/>
          </p:nvPr>
        </p:nvSpPr>
        <p:spPr>
          <a:xfrm>
            <a:off x="1313112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8" name="Picture Placeholder 112">
            <a:extLst>
              <a:ext uri="{FF2B5EF4-FFF2-40B4-BE49-F238E27FC236}">
                <a16:creationId xmlns:a16="http://schemas.microsoft.com/office/drawing/2014/main" id="{4E0516D7-C80C-49F8-B236-D18D99CB20AB}"/>
              </a:ext>
            </a:extLst>
          </p:cNvPr>
          <p:cNvSpPr>
            <a:spLocks noGrp="1"/>
          </p:cNvSpPr>
          <p:nvPr>
            <p:ph type="pic" sz="quarter" idx="80" hasCustomPrompt="1"/>
          </p:nvPr>
        </p:nvSpPr>
        <p:spPr>
          <a:xfrm>
            <a:off x="466725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4" name="Picture Placeholder 112">
            <a:extLst>
              <a:ext uri="{FF2B5EF4-FFF2-40B4-BE49-F238E27FC236}">
                <a16:creationId xmlns:a16="http://schemas.microsoft.com/office/drawing/2014/main" id="{D9650A1B-9E9D-E562-38D9-45BB0ECA5DD9}"/>
              </a:ext>
            </a:extLst>
          </p:cNvPr>
          <p:cNvSpPr>
            <a:spLocks noGrp="1"/>
          </p:cNvSpPr>
          <p:nvPr>
            <p:ph type="pic" sz="quarter" idx="81" hasCustomPrompt="1"/>
          </p:nvPr>
        </p:nvSpPr>
        <p:spPr>
          <a:xfrm>
            <a:off x="1313112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5" name="Picture Placeholder 3">
            <a:extLst>
              <a:ext uri="{FF2B5EF4-FFF2-40B4-BE49-F238E27FC236}">
                <a16:creationId xmlns:a16="http://schemas.microsoft.com/office/drawing/2014/main" id="{FFFB0EF2-31FC-E8E6-33AE-A978ACAFADE7}"/>
              </a:ext>
            </a:extLst>
          </p:cNvPr>
          <p:cNvSpPr>
            <a:spLocks noGrp="1"/>
          </p:cNvSpPr>
          <p:nvPr>
            <p:ph type="pic" sz="quarter" idx="104" hasCustomPrompt="1"/>
          </p:nvPr>
        </p:nvSpPr>
        <p:spPr>
          <a:xfrm>
            <a:off x="474709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66" name="Picture Placeholder 3">
            <a:extLst>
              <a:ext uri="{FF2B5EF4-FFF2-40B4-BE49-F238E27FC236}">
                <a16:creationId xmlns:a16="http://schemas.microsoft.com/office/drawing/2014/main" id="{1EA1AB80-0D8A-7B25-3D69-FB7EED69F625}"/>
              </a:ext>
            </a:extLst>
          </p:cNvPr>
          <p:cNvSpPr>
            <a:spLocks noGrp="1"/>
          </p:cNvSpPr>
          <p:nvPr>
            <p:ph type="pic" sz="quarter" idx="105" hasCustomPrompt="1"/>
          </p:nvPr>
        </p:nvSpPr>
        <p:spPr>
          <a:xfrm>
            <a:off x="3398835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72" name="Picture Placeholder 3">
            <a:extLst>
              <a:ext uri="{FF2B5EF4-FFF2-40B4-BE49-F238E27FC236}">
                <a16:creationId xmlns:a16="http://schemas.microsoft.com/office/drawing/2014/main" id="{4435D54C-D48F-8A80-6A94-A5D7B7ED0F2F}"/>
              </a:ext>
            </a:extLst>
          </p:cNvPr>
          <p:cNvSpPr>
            <a:spLocks noGrp="1"/>
          </p:cNvSpPr>
          <p:nvPr>
            <p:ph type="pic" sz="quarter" idx="106" hasCustomPrompt="1"/>
          </p:nvPr>
        </p:nvSpPr>
        <p:spPr>
          <a:xfrm>
            <a:off x="6332458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73" name="Picture Placeholder 3">
            <a:extLst>
              <a:ext uri="{FF2B5EF4-FFF2-40B4-BE49-F238E27FC236}">
                <a16:creationId xmlns:a16="http://schemas.microsoft.com/office/drawing/2014/main" id="{D4708B90-BFFC-AC2D-E8A6-239E07CB5C38}"/>
              </a:ext>
            </a:extLst>
          </p:cNvPr>
          <p:cNvSpPr>
            <a:spLocks noGrp="1"/>
          </p:cNvSpPr>
          <p:nvPr>
            <p:ph type="pic" sz="quarter" idx="107" hasCustomPrompt="1"/>
          </p:nvPr>
        </p:nvSpPr>
        <p:spPr>
          <a:xfrm>
            <a:off x="9268908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</p:spTree>
    <p:extLst>
      <p:ext uri="{BB962C8B-B14F-4D97-AF65-F5344CB8AC3E}">
        <p14:creationId xmlns:p14="http://schemas.microsoft.com/office/powerpoint/2010/main" val="128804919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Equi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AE0457FE-5554-E1B0-E782-6E482D7F813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65294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E0457FE-5554-E1B0-E782-6E482D7F81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Freeform 31">
            <a:extLst>
              <a:ext uri="{FF2B5EF4-FFF2-40B4-BE49-F238E27FC236}">
                <a16:creationId xmlns:a16="http://schemas.microsoft.com/office/drawing/2014/main" id="{394A5B1B-1DB2-0FAB-F01F-7F3C9B484C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0260479" cy="6857999"/>
          </a:xfrm>
          <a:custGeom>
            <a:avLst/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Text Placeholder 45">
            <a:extLst>
              <a:ext uri="{FF2B5EF4-FFF2-40B4-BE49-F238E27FC236}">
                <a16:creationId xmlns:a16="http://schemas.microsoft.com/office/drawing/2014/main" id="{4FB47104-05AB-F959-CC2B-C55944736CA1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468239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87" name="Text Placeholder 45">
            <a:extLst>
              <a:ext uri="{FF2B5EF4-FFF2-40B4-BE49-F238E27FC236}">
                <a16:creationId xmlns:a16="http://schemas.microsoft.com/office/drawing/2014/main" id="{FD9BDD92-6A6B-6575-FFB2-A083DA24942B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468239" y="3338607"/>
            <a:ext cx="2462214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88" name="Text Placeholder 45">
            <a:extLst>
              <a:ext uri="{FF2B5EF4-FFF2-40B4-BE49-F238E27FC236}">
                <a16:creationId xmlns:a16="http://schemas.microsoft.com/office/drawing/2014/main" id="{A3799709-E02F-EB91-5C64-E86F20212DF8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468238" y="3672236"/>
            <a:ext cx="3400641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89" name="Text Placeholder 45">
            <a:extLst>
              <a:ext uri="{FF2B5EF4-FFF2-40B4-BE49-F238E27FC236}">
                <a16:creationId xmlns:a16="http://schemas.microsoft.com/office/drawing/2014/main" id="{8F8CF298-DF97-ED45-B093-56367D0C2AA9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4398065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90" name="Text Placeholder 45">
            <a:extLst>
              <a:ext uri="{FF2B5EF4-FFF2-40B4-BE49-F238E27FC236}">
                <a16:creationId xmlns:a16="http://schemas.microsoft.com/office/drawing/2014/main" id="{A0C6D49E-8B2E-11B4-DC60-2B4E3A9763E9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4398065" y="3338607"/>
            <a:ext cx="2462214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91" name="Text Placeholder 45">
            <a:extLst>
              <a:ext uri="{FF2B5EF4-FFF2-40B4-BE49-F238E27FC236}">
                <a16:creationId xmlns:a16="http://schemas.microsoft.com/office/drawing/2014/main" id="{895A063C-E7F9-1644-609D-CD895FAB3867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4398064" y="3672236"/>
            <a:ext cx="3400641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92" name="Text Placeholder 45">
            <a:extLst>
              <a:ext uri="{FF2B5EF4-FFF2-40B4-BE49-F238E27FC236}">
                <a16:creationId xmlns:a16="http://schemas.microsoft.com/office/drawing/2014/main" id="{737A549F-309E-E290-D495-3091A1CCDBB1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8327891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93" name="Text Placeholder 45">
            <a:extLst>
              <a:ext uri="{FF2B5EF4-FFF2-40B4-BE49-F238E27FC236}">
                <a16:creationId xmlns:a16="http://schemas.microsoft.com/office/drawing/2014/main" id="{517C5E15-6C1C-4465-2D55-385978071443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8327891" y="3338607"/>
            <a:ext cx="2462214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94" name="Text Placeholder 45">
            <a:extLst>
              <a:ext uri="{FF2B5EF4-FFF2-40B4-BE49-F238E27FC236}">
                <a16:creationId xmlns:a16="http://schemas.microsoft.com/office/drawing/2014/main" id="{691C9150-7ECF-93A2-6868-E1D1BC6EC186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8327890" y="3672236"/>
            <a:ext cx="3400641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95" name="Slide Number Placeholder 2">
            <a:extLst>
              <a:ext uri="{FF2B5EF4-FFF2-40B4-BE49-F238E27FC236}">
                <a16:creationId xmlns:a16="http://schemas.microsoft.com/office/drawing/2014/main" id="{117322D5-038E-2FA7-9F29-EC97D89553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96" name="Text Placeholder 32">
            <a:extLst>
              <a:ext uri="{FF2B5EF4-FFF2-40B4-BE49-F238E27FC236}">
                <a16:creationId xmlns:a16="http://schemas.microsoft.com/office/drawing/2014/main" id="{B7A6DF6F-63E1-D210-CE01-59B350B9365A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234FC260-27B4-BBEC-33CB-B747888472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5C62E8DE-62BC-4B0F-802B-96F211FC098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2256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3" name="Text Placeholder 43">
            <a:extLst>
              <a:ext uri="{FF2B5EF4-FFF2-40B4-BE49-F238E27FC236}">
                <a16:creationId xmlns:a16="http://schemas.microsoft.com/office/drawing/2014/main" id="{E295935C-3475-1D0A-6612-639B74DBEF3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sp>
        <p:nvSpPr>
          <p:cNvPr id="42" name="Picture Placeholder 112">
            <a:extLst>
              <a:ext uri="{FF2B5EF4-FFF2-40B4-BE49-F238E27FC236}">
                <a16:creationId xmlns:a16="http://schemas.microsoft.com/office/drawing/2014/main" id="{9A56846C-3944-27A1-FB3E-2E39071B885E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66725" y="57642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3" name="Picture Placeholder 112">
            <a:extLst>
              <a:ext uri="{FF2B5EF4-FFF2-40B4-BE49-F238E27FC236}">
                <a16:creationId xmlns:a16="http://schemas.microsoft.com/office/drawing/2014/main" id="{E0B43B2E-D350-8DA8-B494-38CAF3B0CEBB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313112" y="57642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4" name="Picture Placeholder 112">
            <a:extLst>
              <a:ext uri="{FF2B5EF4-FFF2-40B4-BE49-F238E27FC236}">
                <a16:creationId xmlns:a16="http://schemas.microsoft.com/office/drawing/2014/main" id="{E06D1F11-1B6A-63F8-D776-0CC786BC82DF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466725" y="608161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6" name="Picture Placeholder 112">
            <a:extLst>
              <a:ext uri="{FF2B5EF4-FFF2-40B4-BE49-F238E27FC236}">
                <a16:creationId xmlns:a16="http://schemas.microsoft.com/office/drawing/2014/main" id="{48B2F433-F7C5-077F-E8E3-6A78FB8A32B3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1313112" y="608161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7" name="Picture Placeholder 112">
            <a:extLst>
              <a:ext uri="{FF2B5EF4-FFF2-40B4-BE49-F238E27FC236}">
                <a16:creationId xmlns:a16="http://schemas.microsoft.com/office/drawing/2014/main" id="{24D368B3-06EE-320F-A632-E201AC667073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4398645" y="57642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8" name="Picture Placeholder 112">
            <a:extLst>
              <a:ext uri="{FF2B5EF4-FFF2-40B4-BE49-F238E27FC236}">
                <a16:creationId xmlns:a16="http://schemas.microsoft.com/office/drawing/2014/main" id="{CD644C02-AC36-F309-FBBE-25CBD3406D8A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5245032" y="57642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9" name="Picture Placeholder 112">
            <a:extLst>
              <a:ext uri="{FF2B5EF4-FFF2-40B4-BE49-F238E27FC236}">
                <a16:creationId xmlns:a16="http://schemas.microsoft.com/office/drawing/2014/main" id="{358FC273-3BAB-3B7F-BFDA-58B0C2447F37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4398645" y="608161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0" name="Picture Placeholder 112">
            <a:extLst>
              <a:ext uri="{FF2B5EF4-FFF2-40B4-BE49-F238E27FC236}">
                <a16:creationId xmlns:a16="http://schemas.microsoft.com/office/drawing/2014/main" id="{387999AB-EA53-7A44-25FF-C161955524AC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5245032" y="608161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1" name="Picture Placeholder 112">
            <a:extLst>
              <a:ext uri="{FF2B5EF4-FFF2-40B4-BE49-F238E27FC236}">
                <a16:creationId xmlns:a16="http://schemas.microsoft.com/office/drawing/2014/main" id="{7D8118F4-491B-DB48-BF4E-05CEF3F970D0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8321421" y="57642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2" name="Picture Placeholder 112">
            <a:extLst>
              <a:ext uri="{FF2B5EF4-FFF2-40B4-BE49-F238E27FC236}">
                <a16:creationId xmlns:a16="http://schemas.microsoft.com/office/drawing/2014/main" id="{16EE0C90-2BA6-0C41-48E3-265438620598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9167808" y="57642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3" name="Picture Placeholder 112">
            <a:extLst>
              <a:ext uri="{FF2B5EF4-FFF2-40B4-BE49-F238E27FC236}">
                <a16:creationId xmlns:a16="http://schemas.microsoft.com/office/drawing/2014/main" id="{C222AFDC-D942-D82C-A35D-EE2CAC98BEC7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8321421" y="608161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4" name="Picture Placeholder 112">
            <a:extLst>
              <a:ext uri="{FF2B5EF4-FFF2-40B4-BE49-F238E27FC236}">
                <a16:creationId xmlns:a16="http://schemas.microsoft.com/office/drawing/2014/main" id="{C2F6A864-0DC7-D96C-350D-57A24353F64A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9167808" y="608161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5" name="Picture Placeholder 3">
            <a:extLst>
              <a:ext uri="{FF2B5EF4-FFF2-40B4-BE49-F238E27FC236}">
                <a16:creationId xmlns:a16="http://schemas.microsoft.com/office/drawing/2014/main" id="{A498B515-6E8A-7B62-FA93-36A2AE935AD1}"/>
              </a:ext>
            </a:extLst>
          </p:cNvPr>
          <p:cNvSpPr>
            <a:spLocks noGrp="1"/>
          </p:cNvSpPr>
          <p:nvPr>
            <p:ph type="pic" sz="quarter" idx="104" hasCustomPrompt="1"/>
          </p:nvPr>
        </p:nvSpPr>
        <p:spPr>
          <a:xfrm>
            <a:off x="474709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57" name="Picture Placeholder 3">
            <a:extLst>
              <a:ext uri="{FF2B5EF4-FFF2-40B4-BE49-F238E27FC236}">
                <a16:creationId xmlns:a16="http://schemas.microsoft.com/office/drawing/2014/main" id="{BCD1BCE2-0464-ED5E-8BED-DBBBBE4A9338}"/>
              </a:ext>
            </a:extLst>
          </p:cNvPr>
          <p:cNvSpPr>
            <a:spLocks noGrp="1"/>
          </p:cNvSpPr>
          <p:nvPr>
            <p:ph type="pic" sz="quarter" idx="105" hasCustomPrompt="1"/>
          </p:nvPr>
        </p:nvSpPr>
        <p:spPr>
          <a:xfrm>
            <a:off x="4402473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58" name="Picture Placeholder 3">
            <a:extLst>
              <a:ext uri="{FF2B5EF4-FFF2-40B4-BE49-F238E27FC236}">
                <a16:creationId xmlns:a16="http://schemas.microsoft.com/office/drawing/2014/main" id="{36261CC2-6FA1-BEAD-AD50-1E8BF5149ECD}"/>
              </a:ext>
            </a:extLst>
          </p:cNvPr>
          <p:cNvSpPr>
            <a:spLocks noGrp="1"/>
          </p:cNvSpPr>
          <p:nvPr>
            <p:ph type="pic" sz="quarter" idx="106" hasCustomPrompt="1"/>
          </p:nvPr>
        </p:nvSpPr>
        <p:spPr>
          <a:xfrm>
            <a:off x="8319845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</p:spTree>
    <p:extLst>
      <p:ext uri="{BB962C8B-B14F-4D97-AF65-F5344CB8AC3E}">
        <p14:creationId xmlns:p14="http://schemas.microsoft.com/office/powerpoint/2010/main" val="3121891786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Equi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8FBE4C4C-EE56-9598-C8FB-187C5875083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3301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FBE4C4C-EE56-9598-C8FB-187C587508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" name="Freeform 80">
            <a:extLst>
              <a:ext uri="{FF2B5EF4-FFF2-40B4-BE49-F238E27FC236}">
                <a16:creationId xmlns:a16="http://schemas.microsoft.com/office/drawing/2014/main" id="{CAC1AD48-42E9-F9A8-69CF-369C6A88307D}"/>
              </a:ext>
            </a:extLst>
          </p:cNvPr>
          <p:cNvSpPr/>
          <p:nvPr userDrawn="1"/>
        </p:nvSpPr>
        <p:spPr>
          <a:xfrm>
            <a:off x="0" y="0"/>
            <a:ext cx="10260479" cy="6857999"/>
          </a:xfrm>
          <a:custGeom>
            <a:avLst/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Picture Placeholder 112">
            <a:extLst>
              <a:ext uri="{FF2B5EF4-FFF2-40B4-BE49-F238E27FC236}">
                <a16:creationId xmlns:a16="http://schemas.microsoft.com/office/drawing/2014/main" id="{97AA01CA-292A-F8BE-32EB-FF5E7C064B59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66725" y="575358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5" name="Picture Placeholder 112">
            <a:extLst>
              <a:ext uri="{FF2B5EF4-FFF2-40B4-BE49-F238E27FC236}">
                <a16:creationId xmlns:a16="http://schemas.microsoft.com/office/drawing/2014/main" id="{1B696CCB-40AF-F338-6FD7-59BDD5AEB600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313112" y="575358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6" name="Picture Placeholder 112">
            <a:extLst>
              <a:ext uri="{FF2B5EF4-FFF2-40B4-BE49-F238E27FC236}">
                <a16:creationId xmlns:a16="http://schemas.microsoft.com/office/drawing/2014/main" id="{F3841364-4E1B-24E4-BA35-7DBA4224680F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466725" y="607097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7" name="Picture Placeholder 112">
            <a:extLst>
              <a:ext uri="{FF2B5EF4-FFF2-40B4-BE49-F238E27FC236}">
                <a16:creationId xmlns:a16="http://schemas.microsoft.com/office/drawing/2014/main" id="{866F270C-D053-5181-935F-A9219FE6D39C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1313112" y="607097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5" name="Picture Placeholder 112">
            <a:extLst>
              <a:ext uri="{FF2B5EF4-FFF2-40B4-BE49-F238E27FC236}">
                <a16:creationId xmlns:a16="http://schemas.microsoft.com/office/drawing/2014/main" id="{9B2BE02F-B85D-5DB2-5797-EF405921DCED}"/>
              </a:ext>
            </a:extLst>
          </p:cNvPr>
          <p:cNvSpPr>
            <a:spLocks noGrp="1"/>
          </p:cNvSpPr>
          <p:nvPr>
            <p:ph type="pic" sz="quarter" idx="86" hasCustomPrompt="1"/>
          </p:nvPr>
        </p:nvSpPr>
        <p:spPr>
          <a:xfrm>
            <a:off x="6336584" y="575358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6" name="Picture Placeholder 112">
            <a:extLst>
              <a:ext uri="{FF2B5EF4-FFF2-40B4-BE49-F238E27FC236}">
                <a16:creationId xmlns:a16="http://schemas.microsoft.com/office/drawing/2014/main" id="{5B991AB5-B14A-8BB5-C049-259CF161535D}"/>
              </a:ext>
            </a:extLst>
          </p:cNvPr>
          <p:cNvSpPr>
            <a:spLocks noGrp="1"/>
          </p:cNvSpPr>
          <p:nvPr>
            <p:ph type="pic" sz="quarter" idx="87" hasCustomPrompt="1"/>
          </p:nvPr>
        </p:nvSpPr>
        <p:spPr>
          <a:xfrm>
            <a:off x="7182971" y="575358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7" name="Picture Placeholder 112">
            <a:extLst>
              <a:ext uri="{FF2B5EF4-FFF2-40B4-BE49-F238E27FC236}">
                <a16:creationId xmlns:a16="http://schemas.microsoft.com/office/drawing/2014/main" id="{688F9D75-124C-EA17-DD50-B381E97653CD}"/>
              </a:ext>
            </a:extLst>
          </p:cNvPr>
          <p:cNvSpPr>
            <a:spLocks noGrp="1"/>
          </p:cNvSpPr>
          <p:nvPr>
            <p:ph type="pic" sz="quarter" idx="88" hasCustomPrompt="1"/>
          </p:nvPr>
        </p:nvSpPr>
        <p:spPr>
          <a:xfrm>
            <a:off x="6336584" y="607097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8" name="Picture Placeholder 112">
            <a:extLst>
              <a:ext uri="{FF2B5EF4-FFF2-40B4-BE49-F238E27FC236}">
                <a16:creationId xmlns:a16="http://schemas.microsoft.com/office/drawing/2014/main" id="{DBF140F7-2D02-2629-9675-8E8C8BD47CCA}"/>
              </a:ext>
            </a:extLst>
          </p:cNvPr>
          <p:cNvSpPr>
            <a:spLocks noGrp="1"/>
          </p:cNvSpPr>
          <p:nvPr>
            <p:ph type="pic" sz="quarter" idx="89" hasCustomPrompt="1"/>
          </p:nvPr>
        </p:nvSpPr>
        <p:spPr>
          <a:xfrm>
            <a:off x="7182971" y="607097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3" name="Text Placeholder 45">
            <a:extLst>
              <a:ext uri="{FF2B5EF4-FFF2-40B4-BE49-F238E27FC236}">
                <a16:creationId xmlns:a16="http://schemas.microsoft.com/office/drawing/2014/main" id="{6539CBD3-1DA4-A720-4494-A76BB8CA50AD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468239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74" name="Text Placeholder 45">
            <a:extLst>
              <a:ext uri="{FF2B5EF4-FFF2-40B4-BE49-F238E27FC236}">
                <a16:creationId xmlns:a16="http://schemas.microsoft.com/office/drawing/2014/main" id="{B9BEAAE2-AD37-E17E-377E-7BA811ACE377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468239" y="3338607"/>
            <a:ext cx="2462214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75" name="Text Placeholder 45">
            <a:extLst>
              <a:ext uri="{FF2B5EF4-FFF2-40B4-BE49-F238E27FC236}">
                <a16:creationId xmlns:a16="http://schemas.microsoft.com/office/drawing/2014/main" id="{1541C547-93D3-858D-BC61-538939400DDB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468238" y="3672236"/>
            <a:ext cx="4924499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78" name="Text Placeholder 45">
            <a:extLst>
              <a:ext uri="{FF2B5EF4-FFF2-40B4-BE49-F238E27FC236}">
                <a16:creationId xmlns:a16="http://schemas.microsoft.com/office/drawing/2014/main" id="{20D77299-9F37-393B-0E25-FF4E0DA5634F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6333772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79" name="Text Placeholder 45">
            <a:extLst>
              <a:ext uri="{FF2B5EF4-FFF2-40B4-BE49-F238E27FC236}">
                <a16:creationId xmlns:a16="http://schemas.microsoft.com/office/drawing/2014/main" id="{4796DE47-8C8F-F47D-F769-C8BB036265F1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6333772" y="3338607"/>
            <a:ext cx="2462214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80" name="Text Placeholder 45">
            <a:extLst>
              <a:ext uri="{FF2B5EF4-FFF2-40B4-BE49-F238E27FC236}">
                <a16:creationId xmlns:a16="http://schemas.microsoft.com/office/drawing/2014/main" id="{9CE2676F-B739-440B-1A04-53A860B709E3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6333771" y="3672236"/>
            <a:ext cx="4924499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83" name="Slide Number Placeholder 2">
            <a:extLst>
              <a:ext uri="{FF2B5EF4-FFF2-40B4-BE49-F238E27FC236}">
                <a16:creationId xmlns:a16="http://schemas.microsoft.com/office/drawing/2014/main" id="{C69A28D3-DD60-D554-AC12-917AEA74F2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4" name="Text Placeholder 32">
            <a:extLst>
              <a:ext uri="{FF2B5EF4-FFF2-40B4-BE49-F238E27FC236}">
                <a16:creationId xmlns:a16="http://schemas.microsoft.com/office/drawing/2014/main" id="{E0F88562-F96B-8609-4E1D-C001B3E7A371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8EC9C4EB-3828-05C5-2EE8-D791600CFC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FB7FCF10-2CF5-B0BB-A321-AF91D56BA2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2256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2" name="Text Placeholder 43">
            <a:extLst>
              <a:ext uri="{FF2B5EF4-FFF2-40B4-BE49-F238E27FC236}">
                <a16:creationId xmlns:a16="http://schemas.microsoft.com/office/drawing/2014/main" id="{6CF63297-CAFC-A0CF-12CC-8C078F34D4A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BA06D9F4-9E5A-4CE3-5516-40CA7044D02F}"/>
              </a:ext>
            </a:extLst>
          </p:cNvPr>
          <p:cNvSpPr>
            <a:spLocks noGrp="1"/>
          </p:cNvSpPr>
          <p:nvPr>
            <p:ph type="pic" sz="quarter" idx="104" hasCustomPrompt="1"/>
          </p:nvPr>
        </p:nvSpPr>
        <p:spPr>
          <a:xfrm>
            <a:off x="474709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83413F62-B916-6013-4BE5-5A54E9929835}"/>
              </a:ext>
            </a:extLst>
          </p:cNvPr>
          <p:cNvSpPr>
            <a:spLocks noGrp="1"/>
          </p:cNvSpPr>
          <p:nvPr>
            <p:ph type="pic" sz="quarter" idx="108" hasCustomPrompt="1"/>
          </p:nvPr>
        </p:nvSpPr>
        <p:spPr>
          <a:xfrm>
            <a:off x="6335182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</p:spTree>
    <p:extLst>
      <p:ext uri="{BB962C8B-B14F-4D97-AF65-F5344CB8AC3E}">
        <p14:creationId xmlns:p14="http://schemas.microsoft.com/office/powerpoint/2010/main" val="1596087526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Equipe 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B53E2B38-7926-8C96-C741-16BDBA1544F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65117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53E2B38-7926-8C96-C741-16BDBA1544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Freeform 52">
            <a:extLst>
              <a:ext uri="{FF2B5EF4-FFF2-40B4-BE49-F238E27FC236}">
                <a16:creationId xmlns:a16="http://schemas.microsoft.com/office/drawing/2014/main" id="{EDBE913B-C502-F40B-9169-EE6267C41860}"/>
              </a:ext>
            </a:extLst>
          </p:cNvPr>
          <p:cNvSpPr/>
          <p:nvPr userDrawn="1"/>
        </p:nvSpPr>
        <p:spPr>
          <a:xfrm>
            <a:off x="0" y="0"/>
            <a:ext cx="10260479" cy="6857999"/>
          </a:xfrm>
          <a:custGeom>
            <a:avLst/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Text Placeholder 45">
            <a:extLst>
              <a:ext uri="{FF2B5EF4-FFF2-40B4-BE49-F238E27FC236}">
                <a16:creationId xmlns:a16="http://schemas.microsoft.com/office/drawing/2014/main" id="{9CE2676F-B739-440B-1A04-53A860B709E3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571398" y="2543075"/>
            <a:ext cx="5864225" cy="296677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1600" b="0" i="0">
                <a:latin typeface="Arial Nova Cond" panose="020B0506020202020204" pitchFamily="34" charset="0"/>
                <a:cs typeface="Arial Nova Cond" panose="020B050602020202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83" name="Slide Number Placeholder 2">
            <a:extLst>
              <a:ext uri="{FF2B5EF4-FFF2-40B4-BE49-F238E27FC236}">
                <a16:creationId xmlns:a16="http://schemas.microsoft.com/office/drawing/2014/main" id="{C69A28D3-DD60-D554-AC12-917AEA74F2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latin typeface="Arial Nova Cond" panose="020B0506020202020204" pitchFamily="34" charset="0"/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4" name="Text Placeholder 32">
            <a:extLst>
              <a:ext uri="{FF2B5EF4-FFF2-40B4-BE49-F238E27FC236}">
                <a16:creationId xmlns:a16="http://schemas.microsoft.com/office/drawing/2014/main" id="{E0F88562-F96B-8609-4E1D-C001B3E7A371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8EC9C4EB-3828-05C5-2EE8-D791600CFC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FB7FCF10-2CF5-B0BB-A321-AF91D56BA2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2256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2" name="Text Placeholder 43">
            <a:extLst>
              <a:ext uri="{FF2B5EF4-FFF2-40B4-BE49-F238E27FC236}">
                <a16:creationId xmlns:a16="http://schemas.microsoft.com/office/drawing/2014/main" id="{6CF63297-CAFC-A0CF-12CC-8C078F34D4A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cxnSp>
        <p:nvCxnSpPr>
          <p:cNvPr id="45" name="Google Shape;3493;p411">
            <a:extLst>
              <a:ext uri="{FF2B5EF4-FFF2-40B4-BE49-F238E27FC236}">
                <a16:creationId xmlns:a16="http://schemas.microsoft.com/office/drawing/2014/main" id="{140DD431-E78B-5725-42B7-6F4CE2CDD3C7}"/>
              </a:ext>
            </a:extLst>
          </p:cNvPr>
          <p:cNvCxnSpPr>
            <a:cxnSpLocks noChangeAspect="1"/>
          </p:cNvCxnSpPr>
          <p:nvPr userDrawn="1"/>
        </p:nvCxnSpPr>
        <p:spPr>
          <a:xfrm flipV="1">
            <a:off x="10589634" y="3984689"/>
            <a:ext cx="1660973" cy="2966770"/>
          </a:xfrm>
          <a:prstGeom prst="straightConnector1">
            <a:avLst/>
          </a:prstGeom>
          <a:noFill/>
          <a:ln w="3810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9" name="Text Placeholder 45">
            <a:extLst>
              <a:ext uri="{FF2B5EF4-FFF2-40B4-BE49-F238E27FC236}">
                <a16:creationId xmlns:a16="http://schemas.microsoft.com/office/drawing/2014/main" id="{0F784DCA-9360-1C78-DC88-51D07E5BA468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4588152" y="1630843"/>
            <a:ext cx="4907745" cy="29162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27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50" name="Text Placeholder 45">
            <a:extLst>
              <a:ext uri="{FF2B5EF4-FFF2-40B4-BE49-F238E27FC236}">
                <a16:creationId xmlns:a16="http://schemas.microsoft.com/office/drawing/2014/main" id="{8B7C5652-0FC9-0AD4-5F6F-E2CA450601AE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4588152" y="2066574"/>
            <a:ext cx="4907744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6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52" name="Picture Placeholder 3">
            <a:extLst>
              <a:ext uri="{FF2B5EF4-FFF2-40B4-BE49-F238E27FC236}">
                <a16:creationId xmlns:a16="http://schemas.microsoft.com/office/drawing/2014/main" id="{324BDB89-018E-698E-CBD4-CFAD6FDB6EA3}"/>
              </a:ext>
            </a:extLst>
          </p:cNvPr>
          <p:cNvSpPr>
            <a:spLocks noGrp="1"/>
          </p:cNvSpPr>
          <p:nvPr>
            <p:ph type="pic" sz="quarter" idx="104" hasCustomPrompt="1"/>
          </p:nvPr>
        </p:nvSpPr>
        <p:spPr>
          <a:xfrm>
            <a:off x="466724" y="2311633"/>
            <a:ext cx="2930526" cy="2930526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58" name="Picture Placeholder 112">
            <a:extLst>
              <a:ext uri="{FF2B5EF4-FFF2-40B4-BE49-F238E27FC236}">
                <a16:creationId xmlns:a16="http://schemas.microsoft.com/office/drawing/2014/main" id="{17219938-892C-015F-D864-74BEF4A6B268}"/>
              </a:ext>
            </a:extLst>
          </p:cNvPr>
          <p:cNvSpPr>
            <a:spLocks noGrp="1"/>
          </p:cNvSpPr>
          <p:nvPr>
            <p:ph type="pic" sz="quarter" idx="86" hasCustomPrompt="1"/>
          </p:nvPr>
        </p:nvSpPr>
        <p:spPr>
          <a:xfrm>
            <a:off x="4567782" y="566728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9" name="Picture Placeholder 112">
            <a:extLst>
              <a:ext uri="{FF2B5EF4-FFF2-40B4-BE49-F238E27FC236}">
                <a16:creationId xmlns:a16="http://schemas.microsoft.com/office/drawing/2014/main" id="{48773842-1770-4EA8-9525-C012110030B5}"/>
              </a:ext>
            </a:extLst>
          </p:cNvPr>
          <p:cNvSpPr>
            <a:spLocks noGrp="1"/>
          </p:cNvSpPr>
          <p:nvPr>
            <p:ph type="pic" sz="quarter" idx="87" hasCustomPrompt="1"/>
          </p:nvPr>
        </p:nvSpPr>
        <p:spPr>
          <a:xfrm>
            <a:off x="5414169" y="566728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0" name="Picture Placeholder 112">
            <a:extLst>
              <a:ext uri="{FF2B5EF4-FFF2-40B4-BE49-F238E27FC236}">
                <a16:creationId xmlns:a16="http://schemas.microsoft.com/office/drawing/2014/main" id="{8FB49647-C55A-2FE2-6AD7-DDE189395316}"/>
              </a:ext>
            </a:extLst>
          </p:cNvPr>
          <p:cNvSpPr>
            <a:spLocks noGrp="1"/>
          </p:cNvSpPr>
          <p:nvPr>
            <p:ph type="pic" sz="quarter" idx="107" hasCustomPrompt="1"/>
          </p:nvPr>
        </p:nvSpPr>
        <p:spPr>
          <a:xfrm>
            <a:off x="6260556" y="566728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1" name="Picture Placeholder 112">
            <a:extLst>
              <a:ext uri="{FF2B5EF4-FFF2-40B4-BE49-F238E27FC236}">
                <a16:creationId xmlns:a16="http://schemas.microsoft.com/office/drawing/2014/main" id="{50B99053-DE49-32A9-D3CB-5A194CD43C84}"/>
              </a:ext>
            </a:extLst>
          </p:cNvPr>
          <p:cNvSpPr>
            <a:spLocks noGrp="1"/>
          </p:cNvSpPr>
          <p:nvPr>
            <p:ph type="pic" sz="quarter" idx="108" hasCustomPrompt="1"/>
          </p:nvPr>
        </p:nvSpPr>
        <p:spPr>
          <a:xfrm>
            <a:off x="7106943" y="566728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3757157064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Despedi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4A885DCA-9AF8-677A-7469-8C2C77FEAE1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15635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885DCA-9AF8-677A-7469-8C2C77FEAE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0190CD48-43C1-3122-5EB1-AF7BF51557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30588" y="3453157"/>
            <a:ext cx="3746966" cy="1332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3" name="Text Placeholder 43">
            <a:extLst>
              <a:ext uri="{FF2B5EF4-FFF2-40B4-BE49-F238E27FC236}">
                <a16:creationId xmlns:a16="http://schemas.microsoft.com/office/drawing/2014/main" id="{D17A222D-7D6C-D1FE-68BE-3CF57172C3E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29362" y="2510756"/>
            <a:ext cx="3746967" cy="678546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700" b="0" i="0">
                <a:solidFill>
                  <a:schemeClr val="bg2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Mensagem de despedida com até duas linhas</a:t>
            </a:r>
          </a:p>
        </p:txBody>
      </p:sp>
      <p:pic>
        <p:nvPicPr>
          <p:cNvPr id="35" name="Google Shape;4895;p463" descr="Image">
            <a:extLst>
              <a:ext uri="{FF2B5EF4-FFF2-40B4-BE49-F238E27FC236}">
                <a16:creationId xmlns:a16="http://schemas.microsoft.com/office/drawing/2014/main" id="{FB2A2C54-C0B5-CC83-2D1A-4308D61B1F1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r="4906" b="3809"/>
          <a:stretch/>
        </p:blipFill>
        <p:spPr>
          <a:xfrm>
            <a:off x="-1328529" y="-965731"/>
            <a:ext cx="7037531" cy="7894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2192;p71">
            <a:extLst>
              <a:ext uri="{FF2B5EF4-FFF2-40B4-BE49-F238E27FC236}">
                <a16:creationId xmlns:a16="http://schemas.microsoft.com/office/drawing/2014/main" id="{8398FCF1-61E4-B37C-044F-27AB18FD45B8}"/>
              </a:ext>
            </a:extLst>
          </p:cNvPr>
          <p:cNvPicPr preferRelativeResize="0">
            <a:picLocks noChangeAspect="1"/>
          </p:cNvPicPr>
          <p:nvPr userDrawn="1"/>
        </p:nvPicPr>
        <p:blipFill rotWithShape="1">
          <a:blip r:embed="rId6">
            <a:alphaModFix/>
          </a:blip>
          <a:srcRect/>
          <a:stretch/>
        </p:blipFill>
        <p:spPr>
          <a:xfrm>
            <a:off x="6154240" y="1671305"/>
            <a:ext cx="2773825" cy="502326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6875BC9F-40E8-ECC5-D4AC-9C8CE7C69D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30588" y="5830645"/>
            <a:ext cx="2464162" cy="536568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535189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D0E23D2-2CBE-1591-06CF-3DEF5A5FD9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7906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D0E23D2-2CBE-1591-06CF-3DEF5A5FD9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572115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4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FBE3E19-F514-A6BC-5DE7-E0CD4F509A5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88272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FBE3E19-F514-A6BC-5DE7-E0CD4F509A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77DA186-86D5-48CD-049C-893665E73A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2623559065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 em 1 linha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C8D46798-BE2D-4165-B198-F8BD240FC5A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60184742"/>
              </p:ext>
            </p:extLst>
          </p:nvPr>
        </p:nvGraphicFramePr>
        <p:xfrm>
          <a:off x="1104" y="1104"/>
          <a:ext cx="1103" cy="11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395" imgH="396" progId="TCLayout.ActiveDocument.1">
                  <p:embed/>
                </p:oleObj>
              </mc:Choice>
              <mc:Fallback>
                <p:oleObj name="Slide do think-cell" r:id="rId4" imgW="395" imgH="39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C8D46798-BE2D-4165-B198-F8BD240FC5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04" y="1104"/>
                        <a:ext cx="1103" cy="11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85D1C17A-0574-4BC4-8F85-2BF35E201A3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260" y="6548610"/>
            <a:ext cx="7725447" cy="20779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lvl1pPr marL="0" indent="0" rtl="0">
              <a:buNone/>
              <a:defRPr lang="pt-BR" sz="896" i="1" dirty="0">
                <a:solidFill>
                  <a:srgbClr val="002B49"/>
                </a:solidFill>
                <a:latin typeface="Calibri" panose="020F0502020204030204" pitchFamily="34" charset="0"/>
              </a:defRPr>
            </a:lvl1pPr>
          </a:lstStyle>
          <a:p>
            <a:pPr marL="210581" lvl="0" indent="-210581" defTabSz="842442">
              <a:spcBef>
                <a:spcPts val="0"/>
              </a:spcBef>
            </a:pPr>
            <a:r>
              <a:rPr lang="pt-BR"/>
              <a:t>Clique para inserir rodapé/fonte</a:t>
            </a:r>
          </a:p>
        </p:txBody>
      </p: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22479EE-D2FD-4BCE-8401-4F542E50A99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1"/>
            <a:ext cx="110250" cy="110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kumimoji="0" lang="pt-BR" sz="2560" b="0" i="1" u="none" cap="none" baseline="0"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0" name="Título 19"/>
          <p:cNvSpPr>
            <a:spLocks noGrp="1"/>
          </p:cNvSpPr>
          <p:nvPr>
            <p:ph type="title" hasCustomPrompt="1"/>
          </p:nvPr>
        </p:nvSpPr>
        <p:spPr>
          <a:xfrm>
            <a:off x="459982" y="255356"/>
            <a:ext cx="11273625" cy="533760"/>
          </a:xfrm>
          <a:prstGeom prst="rect">
            <a:avLst/>
          </a:prstGeom>
        </p:spPr>
        <p:txBody>
          <a:bodyPr vert="horz"/>
          <a:lstStyle>
            <a:lvl1pPr algn="l" rtl="0">
              <a:defRPr sz="3628" b="1" i="0" spc="-200" baseline="0">
                <a:solidFill>
                  <a:srgbClr val="002B49"/>
                </a:solidFill>
                <a:latin typeface="Avenir Next LT Pro Demi" panose="020B07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592B1FFA-24D0-4B8B-9F12-C7B77564486C}"/>
              </a:ext>
            </a:extLst>
          </p:cNvPr>
          <p:cNvCxnSpPr>
            <a:cxnSpLocks/>
          </p:cNvCxnSpPr>
          <p:nvPr userDrawn="1"/>
        </p:nvCxnSpPr>
        <p:spPr>
          <a:xfrm flipH="1">
            <a:off x="455142" y="852817"/>
            <a:ext cx="11738446" cy="0"/>
          </a:xfrm>
          <a:prstGeom prst="line">
            <a:avLst/>
          </a:prstGeom>
          <a:ln w="38100">
            <a:solidFill>
              <a:srgbClr val="002B49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ector reto 24">
            <a:extLst>
              <a:ext uri="{FF2B5EF4-FFF2-40B4-BE49-F238E27FC236}">
                <a16:creationId xmlns:a16="http://schemas.microsoft.com/office/drawing/2014/main" id="{43CEA02B-3EB7-EB39-88D7-1D64541ABEC5}"/>
              </a:ext>
            </a:extLst>
          </p:cNvPr>
          <p:cNvCxnSpPr>
            <a:cxnSpLocks/>
          </p:cNvCxnSpPr>
          <p:nvPr userDrawn="1"/>
        </p:nvCxnSpPr>
        <p:spPr>
          <a:xfrm>
            <a:off x="0" y="6432781"/>
            <a:ext cx="11075843" cy="0"/>
          </a:xfrm>
          <a:prstGeom prst="line">
            <a:avLst/>
          </a:prstGeom>
          <a:ln w="38100">
            <a:solidFill>
              <a:srgbClr val="002B49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Grupo Fleury - AEVO Connect">
            <a:extLst>
              <a:ext uri="{FF2B5EF4-FFF2-40B4-BE49-F238E27FC236}">
                <a16:creationId xmlns:a16="http://schemas.microsoft.com/office/drawing/2014/main" id="{399B62DD-0DD5-650B-EF07-04F803891C1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69"/>
          <a:stretch/>
        </p:blipFill>
        <p:spPr bwMode="auto">
          <a:xfrm>
            <a:off x="10682424" y="139528"/>
            <a:ext cx="1295914" cy="427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045849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40912201"/>
              </p:ext>
            </p:extLst>
          </p:nvPr>
        </p:nvGraphicFramePr>
        <p:xfrm>
          <a:off x="1813" y="1445"/>
          <a:ext cx="1810" cy="14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287" imgH="287" progId="TCLayout.ActiveDocument.1">
                  <p:embed/>
                </p:oleObj>
              </mc:Choice>
              <mc:Fallback>
                <p:oleObj name="Slide do think-cell" r:id="rId4" imgW="287" imgH="287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13" y="1445"/>
                        <a:ext cx="1810" cy="14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880F8DC-A41A-47B0-93A7-23CCC278833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48034" cy="14007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Aft>
                <a:spcPts val="353"/>
              </a:spcAft>
            </a:pPr>
            <a:endParaRPr lang="pt-BR" sz="2281" b="0" i="0" baseline="0">
              <a:solidFill>
                <a:schemeClr val="bg1"/>
              </a:solidFill>
              <a:latin typeface="Arial Nova Cond" panose="020B0506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615761" y="403413"/>
            <a:ext cx="10981001" cy="724321"/>
          </a:xfrm>
        </p:spPr>
        <p:txBody>
          <a:bodyPr vert="horz"/>
          <a:lstStyle>
            <a:lvl1pPr rtl="0">
              <a:defRPr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title</a:t>
            </a:r>
            <a:r>
              <a:rPr lang="pt-BR"/>
              <a:t> </a:t>
            </a:r>
            <a:r>
              <a:rPr lang="pt-BR" err="1"/>
              <a:t>style</a:t>
            </a:r>
            <a:endParaRPr lang="pt-BR"/>
          </a:p>
        </p:txBody>
      </p:sp>
      <p:sp>
        <p:nvSpPr>
          <p:cNvPr id="12" name="Text Placeholder 52"/>
          <p:cNvSpPr>
            <a:spLocks noGrp="1"/>
          </p:cNvSpPr>
          <p:nvPr>
            <p:ph type="body" sz="quarter" idx="34" hasCustomPrompt="1"/>
          </p:nvPr>
        </p:nvSpPr>
        <p:spPr>
          <a:xfrm>
            <a:off x="615761" y="1277471"/>
            <a:ext cx="10981001" cy="225514"/>
          </a:xfrm>
          <a:prstGeom prst="rect">
            <a:avLst/>
          </a:prstGeom>
        </p:spPr>
        <p:txBody>
          <a:bodyPr/>
          <a:lstStyle>
            <a:lvl1pPr marL="0" indent="0" rtl="0">
              <a:buNone/>
              <a:defRPr sz="1466" b="0" i="0" kern="800" spc="0" baseline="0">
                <a:solidFill>
                  <a:schemeClr val="accent3"/>
                </a:solidFill>
                <a:latin typeface="Arial Nova Cond" panose="020B0506020202020204" pitchFamily="34" charset="0"/>
                <a:ea typeface="Arial Nova Cond" panose="020B0506020202020204" pitchFamily="34" charset="0"/>
                <a:cs typeface="Arial" charset="0"/>
              </a:defRPr>
            </a:lvl1pPr>
          </a:lstStyle>
          <a:p>
            <a:pPr lvl="0"/>
            <a:r>
              <a:rPr lang="pt-BR" err="1"/>
              <a:t>Subtitle</a:t>
            </a:r>
            <a:r>
              <a:rPr lang="pt-BR"/>
              <a:t> to slide </a:t>
            </a:r>
            <a:r>
              <a:rPr lang="pt-BR" err="1"/>
              <a:t>goes</a:t>
            </a:r>
            <a:r>
              <a:rPr lang="pt-BR"/>
              <a:t> </a:t>
            </a:r>
            <a:r>
              <a:rPr lang="pt-BR" err="1"/>
              <a:t>here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1486662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5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F1D2890F-C215-48BE-796D-84EF2BA4520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402636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1D2890F-C215-48BE-796D-84EF2BA452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ADA05E41-AC2F-1088-C63E-E2D589655735}"/>
              </a:ext>
            </a:extLst>
          </p:cNvPr>
          <p:cNvGrpSpPr/>
          <p:nvPr userDrawn="1"/>
        </p:nvGrpSpPr>
        <p:grpSpPr>
          <a:xfrm>
            <a:off x="4106216" y="-107233"/>
            <a:ext cx="3981156" cy="7066560"/>
            <a:chOff x="4106216" y="-107233"/>
            <a:chExt cx="3981156" cy="7066560"/>
          </a:xfrm>
        </p:grpSpPr>
        <p:cxnSp>
          <p:nvCxnSpPr>
            <p:cNvPr id="5" name="Google Shape;4623;p127">
              <a:extLst>
                <a:ext uri="{FF2B5EF4-FFF2-40B4-BE49-F238E27FC236}">
                  <a16:creationId xmlns:a16="http://schemas.microsoft.com/office/drawing/2014/main" id="{0AE56F38-F18A-49D6-4C88-2470EF3B2289}"/>
                </a:ext>
              </a:extLst>
            </p:cNvPr>
            <p:cNvCxnSpPr/>
            <p:nvPr/>
          </p:nvCxnSpPr>
          <p:spPr>
            <a:xfrm rot="10800000" flipH="1">
              <a:off x="7092469" y="-107233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6" name="Google Shape;4624;p127">
              <a:extLst>
                <a:ext uri="{FF2B5EF4-FFF2-40B4-BE49-F238E27FC236}">
                  <a16:creationId xmlns:a16="http://schemas.microsoft.com/office/drawing/2014/main" id="{D8BC2CB5-025F-2768-E0CD-C258A59E4976}"/>
                </a:ext>
              </a:extLst>
            </p:cNvPr>
            <p:cNvCxnSpPr/>
            <p:nvPr/>
          </p:nvCxnSpPr>
          <p:spPr>
            <a:xfrm rot="10800000" flipH="1">
              <a:off x="4106216" y="5236138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1615956"/>
            <a:ext cx="11258551" cy="1813044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ctr" rtl="0">
              <a:lnSpc>
                <a:spcPct val="90000"/>
              </a:lnSpc>
              <a:spcBef>
                <a:spcPts val="0"/>
              </a:spcBef>
              <a:buNone/>
              <a:defRPr sz="6000" b="0" i="0">
                <a:solidFill>
                  <a:schemeClr val="tx2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060BD06-41C8-2584-129E-558D49AC99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724" y="3663950"/>
            <a:ext cx="11258551" cy="1572189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 rtl="0">
              <a:lnSpc>
                <a:spcPct val="90000"/>
              </a:lnSpc>
              <a:spcBef>
                <a:spcPts val="0"/>
              </a:spcBef>
              <a:buNone/>
              <a:defRPr sz="36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pic>
        <p:nvPicPr>
          <p:cNvPr id="10" name="Google Shape;4546;p456">
            <a:extLst>
              <a:ext uri="{FF2B5EF4-FFF2-40B4-BE49-F238E27FC236}">
                <a16:creationId xmlns:a16="http://schemas.microsoft.com/office/drawing/2014/main" id="{E7272DF4-1F0C-A447-59CC-066A6ACAFB4F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4BE4B2-8753-E6D3-7633-5B17D67ABB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" name="Text Placeholder 32">
            <a:extLst>
              <a:ext uri="{FF2B5EF4-FFF2-40B4-BE49-F238E27FC236}">
                <a16:creationId xmlns:a16="http://schemas.microsoft.com/office/drawing/2014/main" id="{24D8D5F8-286B-3681-8A2C-F2F1C541761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3980123263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6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FCE95F8-C822-B46B-B6A3-834FB432523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047465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FCE95F8-C822-B46B-B6A3-834FB43252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2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404E9459-5E52-FA97-275F-28844811128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6FED0AB-DC9B-D7FE-6134-56DC7C0409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3AF22281-93D6-7A92-500C-99C4247613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9" name="Text Placeholder 32">
            <a:extLst>
              <a:ext uri="{FF2B5EF4-FFF2-40B4-BE49-F238E27FC236}">
                <a16:creationId xmlns:a16="http://schemas.microsoft.com/office/drawing/2014/main" id="{77671B78-7246-7993-D5A2-3028AEB3DE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2638726642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D918ACD-6B87-1291-B7D1-766FADC577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420161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D918ACD-6B87-1291-B7D1-766FADC577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6" name="Google Shape;4546;p456">
            <a:extLst>
              <a:ext uri="{FF2B5EF4-FFF2-40B4-BE49-F238E27FC236}">
                <a16:creationId xmlns:a16="http://schemas.microsoft.com/office/drawing/2014/main" id="{6FFBF6FE-7949-5C4A-7543-6E77D9D64BB3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32">
            <a:extLst>
              <a:ext uri="{FF2B5EF4-FFF2-40B4-BE49-F238E27FC236}">
                <a16:creationId xmlns:a16="http://schemas.microsoft.com/office/drawing/2014/main" id="{BE271676-4442-1054-6203-40B9D4DD41E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4223144232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E0BA147-B798-5B19-1A87-711E609CF47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386321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0BA147-B798-5B19-1A87-711E609CF4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AE4C55B8-75B6-EEA2-A229-2197FB26F3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494951"/>
            <a:ext cx="11254426" cy="816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484F545C-CBBE-FB10-AD13-E61E2A5B0F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7" y="2584875"/>
            <a:ext cx="11254427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2000" b="0" i="0">
                <a:solidFill>
                  <a:schemeClr val="accent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12F88417-41F8-BFDC-0692-5BBDD5ED91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3" name="Text Placeholder 13">
            <a:extLst>
              <a:ext uri="{FF2B5EF4-FFF2-40B4-BE49-F238E27FC236}">
                <a16:creationId xmlns:a16="http://schemas.microsoft.com/office/drawing/2014/main" id="{464B71BA-B0BD-5F6D-357A-F699BA5BDB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CC2BF34B-1149-0C76-544C-C2AAC57066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sp>
        <p:nvSpPr>
          <p:cNvPr id="4" name="Text Placeholder 32">
            <a:extLst>
              <a:ext uri="{FF2B5EF4-FFF2-40B4-BE49-F238E27FC236}">
                <a16:creationId xmlns:a16="http://schemas.microsoft.com/office/drawing/2014/main" id="{92145FC3-824F-A0C4-DDBC-ACBC6E82A7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3502984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E5BC8F1E-C10E-E18D-1436-42986F29E85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9952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BC8F1E-C10E-E18D-1436-42986F29E8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latin typeface="Arial Nova Cond" panose="020B0506020202020204" pitchFamily="34" charset="0"/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6" name="Google Shape;4546;p456">
            <a:extLst>
              <a:ext uri="{FF2B5EF4-FFF2-40B4-BE49-F238E27FC236}">
                <a16:creationId xmlns:a16="http://schemas.microsoft.com/office/drawing/2014/main" id="{6FFBF6FE-7949-5C4A-7543-6E77D9D64BB3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32">
            <a:extLst>
              <a:ext uri="{FF2B5EF4-FFF2-40B4-BE49-F238E27FC236}">
                <a16:creationId xmlns:a16="http://schemas.microsoft.com/office/drawing/2014/main" id="{BE271676-4442-1054-6203-40B9D4DD41E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952140348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rgbClr val="EB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CCB51231-F912-F660-C8BE-A54DA9C5183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809594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CB51231-F912-F660-C8BE-A54DA9C518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latin typeface="Arial Nova Cond" panose="020B0506020202020204" pitchFamily="34" charset="0"/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6" name="Google Shape;4546;p456">
            <a:extLst>
              <a:ext uri="{FF2B5EF4-FFF2-40B4-BE49-F238E27FC236}">
                <a16:creationId xmlns:a16="http://schemas.microsoft.com/office/drawing/2014/main" id="{AB875278-B419-1E51-4369-FB108532154B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32">
            <a:extLst>
              <a:ext uri="{FF2B5EF4-FFF2-40B4-BE49-F238E27FC236}">
                <a16:creationId xmlns:a16="http://schemas.microsoft.com/office/drawing/2014/main" id="{9257063A-81C8-6751-6622-58637AD0AF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3840125813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solidFill>
          <a:srgbClr val="D7D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BAF13AB-3020-18AA-E6AF-D7AA88F0076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814402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BAF13AB-3020-18AA-E6AF-D7AA88F007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latin typeface="Arial Nova Cond" panose="020B0506020202020204" pitchFamily="34" charset="0"/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" name="Google Shape;4546;p456">
            <a:extLst>
              <a:ext uri="{FF2B5EF4-FFF2-40B4-BE49-F238E27FC236}">
                <a16:creationId xmlns:a16="http://schemas.microsoft.com/office/drawing/2014/main" id="{499FBED8-5F9A-A94D-62C5-BBF67123A90F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32">
            <a:extLst>
              <a:ext uri="{FF2B5EF4-FFF2-40B4-BE49-F238E27FC236}">
                <a16:creationId xmlns:a16="http://schemas.microsoft.com/office/drawing/2014/main" id="{06FC8AF5-82C3-EAD1-2B87-483779D92D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310643789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7197D55-0E03-AAB1-DFD0-0D55CC12006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614781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7197D55-0E03-AAB1-DFD0-0D55CC1200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A949D54C-85DA-DDF7-B3BF-AA3490F6C8B3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32">
            <a:extLst>
              <a:ext uri="{FF2B5EF4-FFF2-40B4-BE49-F238E27FC236}">
                <a16:creationId xmlns:a16="http://schemas.microsoft.com/office/drawing/2014/main" id="{1ED28277-C797-016B-FA7D-94004CF448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1500206736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2C285EE-2C36-3DD3-23F6-0B1981808FB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124361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2C285EE-2C36-3DD3-23F6-0B1981808F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5" name="Google Shape;2417;p84">
            <a:extLst>
              <a:ext uri="{FF2B5EF4-FFF2-40B4-BE49-F238E27FC236}">
                <a16:creationId xmlns:a16="http://schemas.microsoft.com/office/drawing/2014/main" id="{3483C205-41BC-8066-AB0F-E5AE79AF8EC1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32">
            <a:extLst>
              <a:ext uri="{FF2B5EF4-FFF2-40B4-BE49-F238E27FC236}">
                <a16:creationId xmlns:a16="http://schemas.microsoft.com/office/drawing/2014/main" id="{9A7938FC-6001-9AF2-3CC3-BDD6FA7B022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3060194936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1_Custom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63CF5AF-E42A-CF27-F51A-3BB66FF7182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15429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63CF5AF-E42A-CF27-F51A-3BB66FF718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A949D54C-85DA-DDF7-B3BF-AA3490F6C8B3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Google Shape;3493;p411">
            <a:extLst>
              <a:ext uri="{FF2B5EF4-FFF2-40B4-BE49-F238E27FC236}">
                <a16:creationId xmlns:a16="http://schemas.microsoft.com/office/drawing/2014/main" id="{241691DC-CB9F-F49F-5FD9-8DFAF97E798F}"/>
              </a:ext>
            </a:extLst>
          </p:cNvPr>
          <p:cNvCxnSpPr>
            <a:cxnSpLocks noChangeAspect="1"/>
          </p:cNvCxnSpPr>
          <p:nvPr userDrawn="1"/>
        </p:nvCxnSpPr>
        <p:spPr>
          <a:xfrm flipV="1">
            <a:off x="9801225" y="2643188"/>
            <a:ext cx="2396152" cy="4279920"/>
          </a:xfrm>
          <a:prstGeom prst="straightConnector1">
            <a:avLst/>
          </a:prstGeom>
          <a:noFill/>
          <a:ln w="38100" cap="flat" cmpd="sng">
            <a:solidFill>
              <a:schemeClr val="bg1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469900"/>
            <a:ext cx="5859740" cy="2724150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55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endParaRPr lang="pt-BR"/>
          </a:p>
        </p:txBody>
      </p:sp>
      <p:sp>
        <p:nvSpPr>
          <p:cNvPr id="7" name="Text Placeholder 51">
            <a:extLst>
              <a:ext uri="{FF2B5EF4-FFF2-40B4-BE49-F238E27FC236}">
                <a16:creationId xmlns:a16="http://schemas.microsoft.com/office/drawing/2014/main" id="{72C3BB23-2528-2D51-6D17-1D8A3A425D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624" y="5262680"/>
            <a:ext cx="3658240" cy="1119070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2400" b="0" i="0">
                <a:solidFill>
                  <a:schemeClr val="bg1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Texto introdutório</a:t>
            </a:r>
          </a:p>
        </p:txBody>
      </p:sp>
    </p:spTree>
    <p:extLst>
      <p:ext uri="{BB962C8B-B14F-4D97-AF65-F5344CB8AC3E}">
        <p14:creationId xmlns:p14="http://schemas.microsoft.com/office/powerpoint/2010/main" val="2494092133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41C7DA3C-57DE-0BBC-9743-04018BD956E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837121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1C7DA3C-57DE-0BBC-9743-04018BD956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469900"/>
            <a:ext cx="5859740" cy="2724150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55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endParaRPr lang="pt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4716506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4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0B386C5-D941-63C2-609E-B200956110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956384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0B386C5-D941-63C2-609E-B200956110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77DA186-86D5-48CD-049C-893665E73A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92285664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1_Custom Layout">
    <p:bg>
      <p:bgPr>
        <a:solidFill>
          <a:srgbClr val="EB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98128BB-E4E5-9970-E561-2E27E17F0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797965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98128BB-E4E5-9970-E561-2E27E17F0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2" y="469899"/>
            <a:ext cx="11255653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75CB6DF1-632B-DAB1-29F5-AEC5B2E605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F4476892-009D-24A4-F7F7-42E87D6A95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12" name="Text Placeholder 32">
            <a:extLst>
              <a:ext uri="{FF2B5EF4-FFF2-40B4-BE49-F238E27FC236}">
                <a16:creationId xmlns:a16="http://schemas.microsoft.com/office/drawing/2014/main" id="{F6FA1ABE-9DC5-8FF6-39B6-29D66144FC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2263198635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8_Custom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F4A3522-AD9B-0676-F0C8-851311B3AC1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919025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F4A3522-AD9B-0676-F0C8-851311B3AC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75CB6DF1-632B-DAB1-29F5-AEC5B2E605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F4476892-009D-24A4-F7F7-42E87D6A95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12" name="Text Placeholder 32">
            <a:extLst>
              <a:ext uri="{FF2B5EF4-FFF2-40B4-BE49-F238E27FC236}">
                <a16:creationId xmlns:a16="http://schemas.microsoft.com/office/drawing/2014/main" id="{F6FA1ABE-9DC5-8FF6-39B6-29D66144FC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394278288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6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AF623E9-69BA-58B1-5684-0056E8B4DF9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460103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AF623E9-69BA-58B1-5684-0056E8B4DF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2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404E9459-5E52-FA97-275F-28844811128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6FED0AB-DC9B-D7FE-6134-56DC7C0409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3AF22281-93D6-7A92-500C-99C4247613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9" name="Text Placeholder 32">
            <a:extLst>
              <a:ext uri="{FF2B5EF4-FFF2-40B4-BE49-F238E27FC236}">
                <a16:creationId xmlns:a16="http://schemas.microsoft.com/office/drawing/2014/main" id="{77671B78-7246-7993-D5A2-3028AEB3DE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429030265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7_Custom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6F9F67C-6101-BF8B-C3AA-207C2D73E7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784353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F9F67C-6101-BF8B-C3AA-207C2D73E7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404E9459-5E52-FA97-275F-28844811128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C4984434-7A1D-7CDF-D681-37A99AF191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6B9E8F8-919C-3971-93A9-82E1B6C38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8" name="Text Placeholder 32">
            <a:extLst>
              <a:ext uri="{FF2B5EF4-FFF2-40B4-BE49-F238E27FC236}">
                <a16:creationId xmlns:a16="http://schemas.microsoft.com/office/drawing/2014/main" id="{6554AAFF-C395-2035-E271-806791E5AE0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526540484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3_Custom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2324B5C-36DC-8FFB-6BF1-A8CB566DD32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908851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2324B5C-36DC-8FFB-6BF1-A8CB566DD3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469900"/>
            <a:ext cx="5859740" cy="2724150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55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endParaRPr lang="pt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21805713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6B31A75-3B8C-D69E-FF25-C4B51855D99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276425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6B31A75-3B8C-D69E-FF25-C4B51855D9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0" name="Google Shape;2192;p71">
            <a:extLst>
              <a:ext uri="{FF2B5EF4-FFF2-40B4-BE49-F238E27FC236}">
                <a16:creationId xmlns:a16="http://schemas.microsoft.com/office/drawing/2014/main" id="{ADF6551C-FC8C-26FF-7D62-0464A07E0096}"/>
              </a:ext>
            </a:extLst>
          </p:cNvPr>
          <p:cNvPicPr preferRelativeResize="0"/>
          <p:nvPr userDrawn="1"/>
        </p:nvPicPr>
        <p:blipFill>
          <a:blip r:embed="rId5"/>
          <a:srcRect/>
          <a:stretch/>
        </p:blipFill>
        <p:spPr>
          <a:xfrm>
            <a:off x="243085" y="379284"/>
            <a:ext cx="3397213" cy="615401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3BB825E7-E693-CE59-F74B-7F92BD1587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3673678"/>
            <a:ext cx="5859740" cy="16244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spcBef>
                <a:spcPts val="0"/>
              </a:spcBef>
              <a:buNone/>
              <a:defRPr sz="55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endParaRPr lang="pt-BR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9470320-04B6-E012-821E-C5810C6A60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623" y="5836630"/>
            <a:ext cx="5873109" cy="298577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2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Nome do Cliente</a:t>
            </a:r>
          </a:p>
        </p:txBody>
      </p:sp>
      <p:sp>
        <p:nvSpPr>
          <p:cNvPr id="53" name="Text Placeholder 51">
            <a:extLst>
              <a:ext uri="{FF2B5EF4-FFF2-40B4-BE49-F238E27FC236}">
                <a16:creationId xmlns:a16="http://schemas.microsoft.com/office/drawing/2014/main" id="{DB69DF21-0C32-BB89-2274-B336F285045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623" y="6222044"/>
            <a:ext cx="2459315" cy="202267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14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Mês . Ano</a:t>
            </a:r>
          </a:p>
        </p:txBody>
      </p:sp>
      <p:pic>
        <p:nvPicPr>
          <p:cNvPr id="56" name="Google Shape;2191;p71" descr="Image">
            <a:extLst>
              <a:ext uri="{FF2B5EF4-FFF2-40B4-BE49-F238E27FC236}">
                <a16:creationId xmlns:a16="http://schemas.microsoft.com/office/drawing/2014/main" id="{607A6A54-8A59-8A76-D901-0041F97638F9}"/>
              </a:ext>
            </a:extLst>
          </p:cNvPr>
          <p:cNvPicPr preferRelativeResize="0"/>
          <p:nvPr userDrawn="1"/>
        </p:nvPicPr>
        <p:blipFill rotWithShape="1">
          <a:blip r:embed="rId6">
            <a:alphaModFix/>
          </a:blip>
          <a:srcRect t="9998" r="12703" b="4392"/>
          <a:stretch/>
        </p:blipFill>
        <p:spPr>
          <a:xfrm>
            <a:off x="5887945" y="1"/>
            <a:ext cx="6305644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5034359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BC1AA78C-8E6D-7A5D-23A0-07F2E88563D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055012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C1AA78C-8E6D-7A5D-23A0-07F2E88563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36" name="Google Shape;2192;p71">
            <a:extLst>
              <a:ext uri="{FF2B5EF4-FFF2-40B4-BE49-F238E27FC236}">
                <a16:creationId xmlns:a16="http://schemas.microsoft.com/office/drawing/2014/main" id="{00352AE0-1FDD-71F9-F635-DFA80534988F}"/>
              </a:ext>
            </a:extLst>
          </p:cNvPr>
          <p:cNvPicPr preferRelativeResize="0">
            <a:picLocks noChangeAspect="1"/>
          </p:cNvPicPr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244800" y="378000"/>
            <a:ext cx="3398400" cy="615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2191;p71" descr="Image">
            <a:extLst>
              <a:ext uri="{FF2B5EF4-FFF2-40B4-BE49-F238E27FC236}">
                <a16:creationId xmlns:a16="http://schemas.microsoft.com/office/drawing/2014/main" id="{EC6C0446-F797-6696-0691-D5D3B578AF10}"/>
              </a:ext>
            </a:extLst>
          </p:cNvPr>
          <p:cNvPicPr preferRelativeResize="0"/>
          <p:nvPr userDrawn="1"/>
        </p:nvPicPr>
        <p:blipFill rotWithShape="1">
          <a:blip r:embed="rId6">
            <a:alphaModFix/>
          </a:blip>
          <a:srcRect t="9998" r="12703" b="4392"/>
          <a:stretch/>
        </p:blipFill>
        <p:spPr>
          <a:xfrm>
            <a:off x="5887945" y="1"/>
            <a:ext cx="630564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4C14F297-9874-216E-C433-100105B370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3673678"/>
            <a:ext cx="5859740" cy="16244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spcBef>
                <a:spcPts val="0"/>
              </a:spcBef>
              <a:buNone/>
              <a:defRPr sz="55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endParaRPr lang="pt-BR"/>
          </a:p>
        </p:txBody>
      </p:sp>
      <p:sp>
        <p:nvSpPr>
          <p:cNvPr id="32" name="Text Placeholder 51">
            <a:extLst>
              <a:ext uri="{FF2B5EF4-FFF2-40B4-BE49-F238E27FC236}">
                <a16:creationId xmlns:a16="http://schemas.microsoft.com/office/drawing/2014/main" id="{75372B82-6F2D-B889-B523-C81CB9485F7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623" y="5836630"/>
            <a:ext cx="5873109" cy="298577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2000" b="0" i="0">
                <a:solidFill>
                  <a:srgbClr val="99AAB6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Nome do Cliente</a:t>
            </a:r>
          </a:p>
        </p:txBody>
      </p:sp>
      <p:sp>
        <p:nvSpPr>
          <p:cNvPr id="33" name="Text Placeholder 51">
            <a:extLst>
              <a:ext uri="{FF2B5EF4-FFF2-40B4-BE49-F238E27FC236}">
                <a16:creationId xmlns:a16="http://schemas.microsoft.com/office/drawing/2014/main" id="{6F7FB5DE-6524-46C4-6448-A348016D67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623" y="6222044"/>
            <a:ext cx="2459315" cy="202267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1400" b="0" i="0">
                <a:solidFill>
                  <a:schemeClr val="bg1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Mês . Ano</a:t>
            </a:r>
          </a:p>
        </p:txBody>
      </p:sp>
    </p:spTree>
    <p:extLst>
      <p:ext uri="{BB962C8B-B14F-4D97-AF65-F5344CB8AC3E}">
        <p14:creationId xmlns:p14="http://schemas.microsoft.com/office/powerpoint/2010/main" val="2954584346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B05B3372-0A99-7192-893F-173B8BD2DA2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062226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05B3372-0A99-7192-893F-173B8BD2DA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9F1C7151-5E98-DF5F-B7AC-78086A48919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2732" y="0"/>
            <a:ext cx="5850855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 rtl="0">
              <a:defRPr>
                <a:latin typeface="Arial Nova Cond" panose="020B0506020202020204" pitchFamily="34" charset="0"/>
              </a:defRPr>
            </a:lvl1pPr>
          </a:lstStyle>
          <a:p>
            <a:r>
              <a:rPr lang="pt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" name="Google Shape;2192;p71">
            <a:extLst>
              <a:ext uri="{FF2B5EF4-FFF2-40B4-BE49-F238E27FC236}">
                <a16:creationId xmlns:a16="http://schemas.microsoft.com/office/drawing/2014/main" id="{3958B7E0-12FD-F720-89DF-687FE31655A4}"/>
              </a:ext>
            </a:extLst>
          </p:cNvPr>
          <p:cNvPicPr preferRelativeResize="0"/>
          <p:nvPr userDrawn="1"/>
        </p:nvPicPr>
        <p:blipFill>
          <a:blip r:embed="rId5"/>
          <a:srcRect/>
          <a:stretch/>
        </p:blipFill>
        <p:spPr>
          <a:xfrm>
            <a:off x="243085" y="379284"/>
            <a:ext cx="3397213" cy="61540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 Placeholder 43">
            <a:extLst>
              <a:ext uri="{FF2B5EF4-FFF2-40B4-BE49-F238E27FC236}">
                <a16:creationId xmlns:a16="http://schemas.microsoft.com/office/drawing/2014/main" id="{FD806D67-10BF-4023-D51A-4B0FFC7EB2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3673678"/>
            <a:ext cx="5859740" cy="16244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spcBef>
                <a:spcPts val="0"/>
              </a:spcBef>
              <a:buNone/>
              <a:defRPr sz="55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endParaRPr lang="pt-BR"/>
          </a:p>
        </p:txBody>
      </p:sp>
      <p:sp>
        <p:nvSpPr>
          <p:cNvPr id="33" name="Text Placeholder 51">
            <a:extLst>
              <a:ext uri="{FF2B5EF4-FFF2-40B4-BE49-F238E27FC236}">
                <a16:creationId xmlns:a16="http://schemas.microsoft.com/office/drawing/2014/main" id="{A49D5658-F6E3-FA36-C79E-1D395337D1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623" y="5836630"/>
            <a:ext cx="5873109" cy="298577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2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Nome do Cliente</a:t>
            </a:r>
          </a:p>
        </p:txBody>
      </p:sp>
      <p:sp>
        <p:nvSpPr>
          <p:cNvPr id="35" name="Text Placeholder 51">
            <a:extLst>
              <a:ext uri="{FF2B5EF4-FFF2-40B4-BE49-F238E27FC236}">
                <a16:creationId xmlns:a16="http://schemas.microsoft.com/office/drawing/2014/main" id="{7B650764-6019-64E1-2A79-56579C7204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623" y="6222044"/>
            <a:ext cx="2459315" cy="202267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14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Mês . Ano</a:t>
            </a:r>
          </a:p>
        </p:txBody>
      </p:sp>
    </p:spTree>
    <p:extLst>
      <p:ext uri="{BB962C8B-B14F-4D97-AF65-F5344CB8AC3E}">
        <p14:creationId xmlns:p14="http://schemas.microsoft.com/office/powerpoint/2010/main" val="471442335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8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97888E58-CD10-3E07-78C2-EF9BF5D7F1E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088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7888E58-CD10-3E07-78C2-EF9BF5D7F1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9F1C7151-5E98-DF5F-B7AC-78086A48919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2732" y="0"/>
            <a:ext cx="5850855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 rtl="0">
              <a:defRPr>
                <a:latin typeface="Arial Nova Cond" panose="020B0506020202020204" pitchFamily="34" charset="0"/>
              </a:defRPr>
            </a:lvl1pPr>
          </a:lstStyle>
          <a:p>
            <a:r>
              <a:rPr lang="pt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36" name="Google Shape;2192;p71">
            <a:extLst>
              <a:ext uri="{FF2B5EF4-FFF2-40B4-BE49-F238E27FC236}">
                <a16:creationId xmlns:a16="http://schemas.microsoft.com/office/drawing/2014/main" id="{6B29C221-5495-9FBB-7826-D3F8A5161ABE}"/>
              </a:ext>
            </a:extLst>
          </p:cNvPr>
          <p:cNvPicPr preferRelativeResize="0">
            <a:picLocks noChangeAspect="1"/>
          </p:cNvPicPr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244800" y="378000"/>
            <a:ext cx="3398400" cy="615433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7E4FDA93-8B68-2A03-418A-37DFE9D297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3673678"/>
            <a:ext cx="5859740" cy="16244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spcBef>
                <a:spcPts val="0"/>
              </a:spcBef>
              <a:buNone/>
              <a:defRPr sz="55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endParaRPr lang="pt-BR"/>
          </a:p>
        </p:txBody>
      </p:sp>
      <p:sp>
        <p:nvSpPr>
          <p:cNvPr id="38" name="Text Placeholder 51">
            <a:extLst>
              <a:ext uri="{FF2B5EF4-FFF2-40B4-BE49-F238E27FC236}">
                <a16:creationId xmlns:a16="http://schemas.microsoft.com/office/drawing/2014/main" id="{322E9E79-6045-FA6A-58CF-6EB6D9AFBE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623" y="5836630"/>
            <a:ext cx="5873109" cy="298577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2000" b="0" i="0">
                <a:solidFill>
                  <a:srgbClr val="99AAB6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Nome do Cliente</a:t>
            </a:r>
          </a:p>
        </p:txBody>
      </p:sp>
      <p:sp>
        <p:nvSpPr>
          <p:cNvPr id="39" name="Text Placeholder 51">
            <a:extLst>
              <a:ext uri="{FF2B5EF4-FFF2-40B4-BE49-F238E27FC236}">
                <a16:creationId xmlns:a16="http://schemas.microsoft.com/office/drawing/2014/main" id="{ECAB87F8-1ACF-E19D-3CD4-E63CF8A3BE3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623" y="6222044"/>
            <a:ext cx="2459315" cy="202267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1400" b="0" i="0">
                <a:solidFill>
                  <a:schemeClr val="bg1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Mês . Ano</a:t>
            </a:r>
          </a:p>
        </p:txBody>
      </p:sp>
    </p:spTree>
    <p:extLst>
      <p:ext uri="{BB962C8B-B14F-4D97-AF65-F5344CB8AC3E}">
        <p14:creationId xmlns:p14="http://schemas.microsoft.com/office/powerpoint/2010/main" val="4259088470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9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E791FBE-895D-3FA1-7675-35893FF8172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985601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E791FBE-895D-3FA1-7675-35893FF817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9F1C7151-5E98-DF5F-B7AC-78086A48919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2732" y="0"/>
            <a:ext cx="5850855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 rtl="0">
              <a:defRPr>
                <a:latin typeface="Arial Nova Cond" panose="020B0506020202020204" pitchFamily="34" charset="0"/>
              </a:defRPr>
            </a:lvl1pPr>
          </a:lstStyle>
          <a:p>
            <a:r>
              <a:rPr lang="pt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7E4FDA93-8B68-2A03-418A-37DFE9D297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481330"/>
            <a:ext cx="5859740" cy="16244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55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8281773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9FF15C56-5D2C-B6F9-5377-89CDDEBBF79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157643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FF15C56-5D2C-B6F9-5377-89CDDEBBF7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Picture Placeholder 33">
            <a:extLst>
              <a:ext uri="{FF2B5EF4-FFF2-40B4-BE49-F238E27FC236}">
                <a16:creationId xmlns:a16="http://schemas.microsoft.com/office/drawing/2014/main" id="{785EFC70-36F7-A2E7-3C48-7EF2DA7625B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2732" y="0"/>
            <a:ext cx="5850855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 rtl="0">
              <a:defRPr>
                <a:latin typeface="Arial Nova Cond" panose="020B0506020202020204" pitchFamily="34" charset="0"/>
              </a:defRPr>
            </a:lvl1pPr>
          </a:lstStyle>
          <a:p>
            <a:r>
              <a:rPr lang="pt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cxnSp>
        <p:nvCxnSpPr>
          <p:cNvPr id="33" name="Google Shape;2418;p84">
            <a:extLst>
              <a:ext uri="{FF2B5EF4-FFF2-40B4-BE49-F238E27FC236}">
                <a16:creationId xmlns:a16="http://schemas.microsoft.com/office/drawing/2014/main" id="{9A9D1D6C-F299-4FA3-FC24-B6AB77071318}"/>
              </a:ext>
            </a:extLst>
          </p:cNvPr>
          <p:cNvCxnSpPr/>
          <p:nvPr userDrawn="1"/>
        </p:nvCxnSpPr>
        <p:spPr>
          <a:xfrm rot="10800000" flipH="1">
            <a:off x="-119939" y="-162500"/>
            <a:ext cx="661600" cy="1146000"/>
          </a:xfrm>
          <a:prstGeom prst="straightConnector1">
            <a:avLst/>
          </a:prstGeom>
          <a:noFill/>
          <a:ln w="19050" cap="flat" cmpd="sng">
            <a:solidFill>
              <a:srgbClr val="002B49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217B052E-9F24-158B-A0F2-1F40D70572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848" y="1321731"/>
            <a:ext cx="5369112" cy="98990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chemeClr val="bg1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4" name="Text Placeholder 35">
            <a:extLst>
              <a:ext uri="{FF2B5EF4-FFF2-40B4-BE49-F238E27FC236}">
                <a16:creationId xmlns:a16="http://schemas.microsoft.com/office/drawing/2014/main" id="{81C4BA8A-B07D-69FB-695C-95232E5DC87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7" y="3194050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chemeClr val="tx1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99EF8390-1F36-B9AC-A0BB-37B2C4701E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50437" y="3194050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6E52C97D-8F93-2DF1-F55C-60017C89EE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0847" y="3896925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chemeClr val="tx1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9A9B3FBD-3F63-FF3A-2EE9-6F932677F26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50437" y="3896925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C253F01D-67FC-4E5F-7A12-9341B4FAC4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0847" y="4599800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chemeClr val="tx1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035B45A4-A57D-AE29-1051-9E30BDEFE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50437" y="4599800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7B58CD4D-D54E-43C6-8337-5D9A8F8683C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0847" y="5302675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chemeClr val="tx1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12C44778-F57A-75DE-3DEA-3664F3FF3E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50437" y="5302675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9C5B929B-C11D-50AE-D5D1-FB6AE222AF8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0847" y="6005551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chemeClr val="tx1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11864393-07ED-4ED1-6328-B0273A15446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0437" y="6005551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</p:spTree>
    <p:extLst>
      <p:ext uri="{BB962C8B-B14F-4D97-AF65-F5344CB8AC3E}">
        <p14:creationId xmlns:p14="http://schemas.microsoft.com/office/powerpoint/2010/main" val="358271321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_Custom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F3332FE0-6090-53B4-5DDF-FF8785F6969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950282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3332FE0-6090-53B4-5DDF-FF8785F696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Picture Placeholder 33">
            <a:extLst>
              <a:ext uri="{FF2B5EF4-FFF2-40B4-BE49-F238E27FC236}">
                <a16:creationId xmlns:a16="http://schemas.microsoft.com/office/drawing/2014/main" id="{785EFC70-36F7-A2E7-3C48-7EF2DA7625B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2732" y="0"/>
            <a:ext cx="5850855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 rtl="0">
              <a:defRPr>
                <a:latin typeface="Arial Nova Cond" panose="020B0506020202020204" pitchFamily="34" charset="0"/>
              </a:defRPr>
            </a:lvl1pPr>
          </a:lstStyle>
          <a:p>
            <a:r>
              <a:rPr lang="pt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cxnSp>
        <p:nvCxnSpPr>
          <p:cNvPr id="33" name="Google Shape;2418;p84">
            <a:extLst>
              <a:ext uri="{FF2B5EF4-FFF2-40B4-BE49-F238E27FC236}">
                <a16:creationId xmlns:a16="http://schemas.microsoft.com/office/drawing/2014/main" id="{9A9D1D6C-F299-4FA3-FC24-B6AB77071318}"/>
              </a:ext>
            </a:extLst>
          </p:cNvPr>
          <p:cNvCxnSpPr/>
          <p:nvPr userDrawn="1"/>
        </p:nvCxnSpPr>
        <p:spPr>
          <a:xfrm rot="10800000" flipH="1">
            <a:off x="-119939" y="-162500"/>
            <a:ext cx="661600" cy="11460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217B052E-9F24-158B-A0F2-1F40D70572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848" y="1321731"/>
            <a:ext cx="5369112" cy="98990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chemeClr val="tx1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4" name="Text Placeholder 35">
            <a:extLst>
              <a:ext uri="{FF2B5EF4-FFF2-40B4-BE49-F238E27FC236}">
                <a16:creationId xmlns:a16="http://schemas.microsoft.com/office/drawing/2014/main" id="{81C4BA8A-B07D-69FB-695C-95232E5DC87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7" y="3194050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chemeClr val="tx2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99EF8390-1F36-B9AC-A0BB-37B2C4701E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50437" y="3194050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accent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6E52C97D-8F93-2DF1-F55C-60017C89EE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0847" y="3896925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chemeClr val="tx2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9A9B3FBD-3F63-FF3A-2EE9-6F932677F26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50437" y="3896925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accent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C253F01D-67FC-4E5F-7A12-9341B4FAC4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0847" y="4599800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chemeClr val="tx2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035B45A4-A57D-AE29-1051-9E30BDEFE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50437" y="4599800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accent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7B58CD4D-D54E-43C6-8337-5D9A8F8683C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0847" y="5302675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chemeClr val="tx2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12C44778-F57A-75DE-3DEA-3664F3FF3E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50437" y="5302675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accent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9C5B929B-C11D-50AE-D5D1-FB6AE222AF8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0847" y="6005551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chemeClr val="tx2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11864393-07ED-4ED1-6328-B0273A15446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0437" y="6005551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accent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</p:spTree>
    <p:extLst>
      <p:ext uri="{BB962C8B-B14F-4D97-AF65-F5344CB8AC3E}">
        <p14:creationId xmlns:p14="http://schemas.microsoft.com/office/powerpoint/2010/main" val="718007759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9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8C477BE-3380-76FD-1708-9A952EBA165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497569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8C477BE-3380-76FD-1708-9A952EBA16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Picture Placeholder 33">
            <a:extLst>
              <a:ext uri="{FF2B5EF4-FFF2-40B4-BE49-F238E27FC236}">
                <a16:creationId xmlns:a16="http://schemas.microsoft.com/office/drawing/2014/main" id="{785EFC70-36F7-A2E7-3C48-7EF2DA7625B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2732" y="0"/>
            <a:ext cx="5850855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 rtl="0">
              <a:defRPr>
                <a:latin typeface="Arial Nova Cond" panose="020B0506020202020204" pitchFamily="34" charset="0"/>
              </a:defRPr>
            </a:lvl1pPr>
          </a:lstStyle>
          <a:p>
            <a:r>
              <a:rPr lang="pt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cxnSp>
        <p:nvCxnSpPr>
          <p:cNvPr id="33" name="Google Shape;2418;p84">
            <a:extLst>
              <a:ext uri="{FF2B5EF4-FFF2-40B4-BE49-F238E27FC236}">
                <a16:creationId xmlns:a16="http://schemas.microsoft.com/office/drawing/2014/main" id="{9A9D1D6C-F299-4FA3-FC24-B6AB77071318}"/>
              </a:ext>
            </a:extLst>
          </p:cNvPr>
          <p:cNvCxnSpPr/>
          <p:nvPr userDrawn="1"/>
        </p:nvCxnSpPr>
        <p:spPr>
          <a:xfrm rot="10800000" flipH="1">
            <a:off x="-119939" y="-162500"/>
            <a:ext cx="661600" cy="11460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217B052E-9F24-158B-A0F2-1F40D70572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848" y="1321731"/>
            <a:ext cx="5369112" cy="98990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rgbClr val="7EA1C3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4" name="Text Placeholder 35">
            <a:extLst>
              <a:ext uri="{FF2B5EF4-FFF2-40B4-BE49-F238E27FC236}">
                <a16:creationId xmlns:a16="http://schemas.microsoft.com/office/drawing/2014/main" id="{81C4BA8A-B07D-69FB-695C-95232E5DC87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7" y="3194050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rgbClr val="7EA1C3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99EF8390-1F36-B9AC-A0BB-37B2C4701E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50437" y="3194050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6E52C97D-8F93-2DF1-F55C-60017C89EE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0847" y="3896925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rgbClr val="7EA1C3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9A9B3FBD-3F63-FF3A-2EE9-6F932677F26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50437" y="3896925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C253F01D-67FC-4E5F-7A12-9341B4FAC4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0847" y="4599800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rgbClr val="7EA1C3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035B45A4-A57D-AE29-1051-9E30BDEFE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50437" y="4599800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7B58CD4D-D54E-43C6-8337-5D9A8F8683C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0847" y="5302675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rgbClr val="7EA1C3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12C44778-F57A-75DE-3DEA-3664F3FF3E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50437" y="5302675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9C5B929B-C11D-50AE-D5D1-FB6AE222AF8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0847" y="6005551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rgbClr val="7EA1C3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11864393-07ED-4ED1-6328-B0273A15446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0437" y="6005551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</p:spTree>
    <p:extLst>
      <p:ext uri="{BB962C8B-B14F-4D97-AF65-F5344CB8AC3E}">
        <p14:creationId xmlns:p14="http://schemas.microsoft.com/office/powerpoint/2010/main" val="4196244836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9FE6EFA-701D-0170-7B41-88BB30107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08523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FE6EFA-701D-0170-7B41-88BB301071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958CAD3D-53F0-C007-3B6F-487D8D4CFA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65662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603C918B-A40E-78C0-68EB-C7E23CED14D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396532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03C918B-A40E-78C0-68EB-C7E23CED14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ADA05E41-AC2F-1088-C63E-E2D589655735}"/>
              </a:ext>
            </a:extLst>
          </p:cNvPr>
          <p:cNvGrpSpPr/>
          <p:nvPr userDrawn="1"/>
        </p:nvGrpSpPr>
        <p:grpSpPr>
          <a:xfrm>
            <a:off x="4106216" y="-107233"/>
            <a:ext cx="3981156" cy="7066560"/>
            <a:chOff x="4106216" y="-107233"/>
            <a:chExt cx="3981156" cy="7066560"/>
          </a:xfrm>
        </p:grpSpPr>
        <p:cxnSp>
          <p:nvCxnSpPr>
            <p:cNvPr id="5" name="Google Shape;4623;p127">
              <a:extLst>
                <a:ext uri="{FF2B5EF4-FFF2-40B4-BE49-F238E27FC236}">
                  <a16:creationId xmlns:a16="http://schemas.microsoft.com/office/drawing/2014/main" id="{0AE56F38-F18A-49D6-4C88-2470EF3B2289}"/>
                </a:ext>
              </a:extLst>
            </p:cNvPr>
            <p:cNvCxnSpPr/>
            <p:nvPr/>
          </p:nvCxnSpPr>
          <p:spPr>
            <a:xfrm rot="10800000" flipH="1">
              <a:off x="7092469" y="-107233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6" name="Google Shape;4624;p127">
              <a:extLst>
                <a:ext uri="{FF2B5EF4-FFF2-40B4-BE49-F238E27FC236}">
                  <a16:creationId xmlns:a16="http://schemas.microsoft.com/office/drawing/2014/main" id="{D8BC2CB5-025F-2768-E0CD-C258A59E4976}"/>
                </a:ext>
              </a:extLst>
            </p:cNvPr>
            <p:cNvCxnSpPr/>
            <p:nvPr/>
          </p:nvCxnSpPr>
          <p:spPr>
            <a:xfrm rot="10800000" flipH="1">
              <a:off x="4106216" y="5236138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1615956"/>
            <a:ext cx="11258551" cy="3618318"/>
          </a:xfrm>
          <a:prstGeom prst="rect">
            <a:avLst/>
          </a:prstGeom>
        </p:spPr>
        <p:txBody>
          <a:bodyPr anchor="ctr"/>
          <a:lstStyle>
            <a:lvl1pPr marL="0" indent="0" algn="ctr" rtl="0">
              <a:lnSpc>
                <a:spcPct val="90000"/>
              </a:lnSpc>
              <a:spcBef>
                <a:spcPts val="0"/>
              </a:spcBef>
              <a:buNone/>
              <a:defRPr sz="6000" b="0" i="0">
                <a:solidFill>
                  <a:schemeClr val="tx2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</a:p>
          <a:p>
            <a:pPr lvl="0"/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pic>
        <p:nvPicPr>
          <p:cNvPr id="10" name="Google Shape;4546;p456">
            <a:extLst>
              <a:ext uri="{FF2B5EF4-FFF2-40B4-BE49-F238E27FC236}">
                <a16:creationId xmlns:a16="http://schemas.microsoft.com/office/drawing/2014/main" id="{1A8DA4A8-D9ED-48CE-749E-989C94EAE1F9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D274087C-72B1-96E7-75D7-4BDB29B42B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Text Placeholder 32">
            <a:extLst>
              <a:ext uri="{FF2B5EF4-FFF2-40B4-BE49-F238E27FC236}">
                <a16:creationId xmlns:a16="http://schemas.microsoft.com/office/drawing/2014/main" id="{2A037618-E33F-236A-769A-CE8780F812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131683566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5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CF322633-E03E-5E5A-E63D-53CDE16D8D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856155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322633-E03E-5E5A-E63D-53CDE16D8D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ADA05E41-AC2F-1088-C63E-E2D589655735}"/>
              </a:ext>
            </a:extLst>
          </p:cNvPr>
          <p:cNvGrpSpPr/>
          <p:nvPr userDrawn="1"/>
        </p:nvGrpSpPr>
        <p:grpSpPr>
          <a:xfrm>
            <a:off x="4106216" y="-107233"/>
            <a:ext cx="3981156" cy="7066560"/>
            <a:chOff x="4106216" y="-107233"/>
            <a:chExt cx="3981156" cy="7066560"/>
          </a:xfrm>
        </p:grpSpPr>
        <p:cxnSp>
          <p:nvCxnSpPr>
            <p:cNvPr id="5" name="Google Shape;4623;p127">
              <a:extLst>
                <a:ext uri="{FF2B5EF4-FFF2-40B4-BE49-F238E27FC236}">
                  <a16:creationId xmlns:a16="http://schemas.microsoft.com/office/drawing/2014/main" id="{0AE56F38-F18A-49D6-4C88-2470EF3B2289}"/>
                </a:ext>
              </a:extLst>
            </p:cNvPr>
            <p:cNvCxnSpPr/>
            <p:nvPr/>
          </p:nvCxnSpPr>
          <p:spPr>
            <a:xfrm rot="10800000" flipH="1">
              <a:off x="7092469" y="-107233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6" name="Google Shape;4624;p127">
              <a:extLst>
                <a:ext uri="{FF2B5EF4-FFF2-40B4-BE49-F238E27FC236}">
                  <a16:creationId xmlns:a16="http://schemas.microsoft.com/office/drawing/2014/main" id="{D8BC2CB5-025F-2768-E0CD-C258A59E4976}"/>
                </a:ext>
              </a:extLst>
            </p:cNvPr>
            <p:cNvCxnSpPr/>
            <p:nvPr/>
          </p:nvCxnSpPr>
          <p:spPr>
            <a:xfrm rot="10800000" flipH="1">
              <a:off x="4106216" y="5236138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1615956"/>
            <a:ext cx="11258551" cy="1813044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ctr" rtl="0">
              <a:lnSpc>
                <a:spcPct val="90000"/>
              </a:lnSpc>
              <a:spcBef>
                <a:spcPts val="0"/>
              </a:spcBef>
              <a:buNone/>
              <a:defRPr sz="6000" b="0" i="0">
                <a:solidFill>
                  <a:schemeClr val="tx2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060BD06-41C8-2584-129E-558D49AC99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724" y="3663950"/>
            <a:ext cx="11258551" cy="1572189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 rtl="0">
              <a:lnSpc>
                <a:spcPct val="90000"/>
              </a:lnSpc>
              <a:spcBef>
                <a:spcPts val="0"/>
              </a:spcBef>
              <a:buNone/>
              <a:defRPr sz="36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pic>
        <p:nvPicPr>
          <p:cNvPr id="10" name="Google Shape;4546;p456">
            <a:extLst>
              <a:ext uri="{FF2B5EF4-FFF2-40B4-BE49-F238E27FC236}">
                <a16:creationId xmlns:a16="http://schemas.microsoft.com/office/drawing/2014/main" id="{E7272DF4-1F0C-A447-59CC-066A6ACAFB4F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4BE4B2-8753-E6D3-7633-5B17D67ABB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" name="Text Placeholder 32">
            <a:extLst>
              <a:ext uri="{FF2B5EF4-FFF2-40B4-BE49-F238E27FC236}">
                <a16:creationId xmlns:a16="http://schemas.microsoft.com/office/drawing/2014/main" id="{24D8D5F8-286B-3681-8A2C-F2F1C541761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2352581909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solidFill>
          <a:srgbClr val="D7D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628E52AE-E801-D47E-197F-68E45C0F514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986930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28E52AE-E801-D47E-197F-68E45C0F51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ADA05E41-AC2F-1088-C63E-E2D589655735}"/>
              </a:ext>
            </a:extLst>
          </p:cNvPr>
          <p:cNvGrpSpPr/>
          <p:nvPr userDrawn="1"/>
        </p:nvGrpSpPr>
        <p:grpSpPr>
          <a:xfrm>
            <a:off x="4106216" y="-107233"/>
            <a:ext cx="3981156" cy="7066560"/>
            <a:chOff x="4106216" y="-107233"/>
            <a:chExt cx="3981156" cy="7066560"/>
          </a:xfrm>
        </p:grpSpPr>
        <p:cxnSp>
          <p:nvCxnSpPr>
            <p:cNvPr id="5" name="Google Shape;4623;p127">
              <a:extLst>
                <a:ext uri="{FF2B5EF4-FFF2-40B4-BE49-F238E27FC236}">
                  <a16:creationId xmlns:a16="http://schemas.microsoft.com/office/drawing/2014/main" id="{0AE56F38-F18A-49D6-4C88-2470EF3B2289}"/>
                </a:ext>
              </a:extLst>
            </p:cNvPr>
            <p:cNvCxnSpPr/>
            <p:nvPr/>
          </p:nvCxnSpPr>
          <p:spPr>
            <a:xfrm rot="10800000" flipH="1">
              <a:off x="7092469" y="-107233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6" name="Google Shape;4624;p127">
              <a:extLst>
                <a:ext uri="{FF2B5EF4-FFF2-40B4-BE49-F238E27FC236}">
                  <a16:creationId xmlns:a16="http://schemas.microsoft.com/office/drawing/2014/main" id="{D8BC2CB5-025F-2768-E0CD-C258A59E4976}"/>
                </a:ext>
              </a:extLst>
            </p:cNvPr>
            <p:cNvCxnSpPr/>
            <p:nvPr/>
          </p:nvCxnSpPr>
          <p:spPr>
            <a:xfrm rot="10800000" flipH="1">
              <a:off x="4106216" y="5236138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1615956"/>
            <a:ext cx="11258551" cy="3618318"/>
          </a:xfrm>
          <a:prstGeom prst="rect">
            <a:avLst/>
          </a:prstGeom>
        </p:spPr>
        <p:txBody>
          <a:bodyPr anchor="ctr"/>
          <a:lstStyle>
            <a:lvl1pPr marL="0" indent="0" algn="ctr" rtl="0">
              <a:lnSpc>
                <a:spcPct val="90000"/>
              </a:lnSpc>
              <a:spcBef>
                <a:spcPts val="0"/>
              </a:spcBef>
              <a:buNone/>
              <a:defRPr sz="60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</a:p>
          <a:p>
            <a:pPr lvl="0"/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pic>
        <p:nvPicPr>
          <p:cNvPr id="10" name="Google Shape;4546;p456">
            <a:extLst>
              <a:ext uri="{FF2B5EF4-FFF2-40B4-BE49-F238E27FC236}">
                <a16:creationId xmlns:a16="http://schemas.microsoft.com/office/drawing/2014/main" id="{1A8DA4A8-D9ED-48CE-749E-989C94EAE1F9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5ECAFDD1-7D78-2A7E-03A2-6743279AFD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Text Placeholder 32">
            <a:extLst>
              <a:ext uri="{FF2B5EF4-FFF2-40B4-BE49-F238E27FC236}">
                <a16:creationId xmlns:a16="http://schemas.microsoft.com/office/drawing/2014/main" id="{B7F0073E-EB2D-D16E-80E9-A09645EDDED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3131925037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solidFill>
          <a:srgbClr val="D7D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C55ABA36-816E-8860-0193-0CC128867F0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857664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55ABA36-816E-8860-0193-0CC128867F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ADA05E41-AC2F-1088-C63E-E2D589655735}"/>
              </a:ext>
            </a:extLst>
          </p:cNvPr>
          <p:cNvGrpSpPr/>
          <p:nvPr userDrawn="1"/>
        </p:nvGrpSpPr>
        <p:grpSpPr>
          <a:xfrm>
            <a:off x="4106216" y="-107233"/>
            <a:ext cx="3981156" cy="7066560"/>
            <a:chOff x="4106216" y="-107233"/>
            <a:chExt cx="3981156" cy="7066560"/>
          </a:xfrm>
        </p:grpSpPr>
        <p:cxnSp>
          <p:nvCxnSpPr>
            <p:cNvPr id="5" name="Google Shape;4623;p127">
              <a:extLst>
                <a:ext uri="{FF2B5EF4-FFF2-40B4-BE49-F238E27FC236}">
                  <a16:creationId xmlns:a16="http://schemas.microsoft.com/office/drawing/2014/main" id="{0AE56F38-F18A-49D6-4C88-2470EF3B2289}"/>
                </a:ext>
              </a:extLst>
            </p:cNvPr>
            <p:cNvCxnSpPr/>
            <p:nvPr/>
          </p:nvCxnSpPr>
          <p:spPr>
            <a:xfrm rot="10800000" flipH="1">
              <a:off x="7092469" y="-107233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6" name="Google Shape;4624;p127">
              <a:extLst>
                <a:ext uri="{FF2B5EF4-FFF2-40B4-BE49-F238E27FC236}">
                  <a16:creationId xmlns:a16="http://schemas.microsoft.com/office/drawing/2014/main" id="{D8BC2CB5-025F-2768-E0CD-C258A59E4976}"/>
                </a:ext>
              </a:extLst>
            </p:cNvPr>
            <p:cNvCxnSpPr/>
            <p:nvPr/>
          </p:nvCxnSpPr>
          <p:spPr>
            <a:xfrm rot="10800000" flipH="1">
              <a:off x="4106216" y="5236138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1615956"/>
            <a:ext cx="11258551" cy="1813044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ctr" rtl="0">
              <a:lnSpc>
                <a:spcPct val="90000"/>
              </a:lnSpc>
              <a:spcBef>
                <a:spcPts val="0"/>
              </a:spcBef>
              <a:buNone/>
              <a:defRPr sz="60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060BD06-41C8-2584-129E-558D49AC99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724" y="3663950"/>
            <a:ext cx="11258551" cy="1572189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 rtl="0">
              <a:lnSpc>
                <a:spcPct val="90000"/>
              </a:lnSpc>
              <a:spcBef>
                <a:spcPts val="0"/>
              </a:spcBef>
              <a:buNone/>
              <a:defRPr sz="36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pic>
        <p:nvPicPr>
          <p:cNvPr id="10" name="Google Shape;4546;p456">
            <a:extLst>
              <a:ext uri="{FF2B5EF4-FFF2-40B4-BE49-F238E27FC236}">
                <a16:creationId xmlns:a16="http://schemas.microsoft.com/office/drawing/2014/main" id="{E7272DF4-1F0C-A447-59CC-066A6ACAFB4F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71CC5C-2A4E-7204-7756-A5B0FE4733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" name="Text Placeholder 32">
            <a:extLst>
              <a:ext uri="{FF2B5EF4-FFF2-40B4-BE49-F238E27FC236}">
                <a16:creationId xmlns:a16="http://schemas.microsoft.com/office/drawing/2014/main" id="{955A47EE-45A2-013D-C6BA-D422F5D193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4064670216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B4CFFC76-04DF-3BFE-B958-4B52E59DBFD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90549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4CFFC76-04DF-3BFE-B958-4B52E59DBF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ADA05E41-AC2F-1088-C63E-E2D589655735}"/>
              </a:ext>
            </a:extLst>
          </p:cNvPr>
          <p:cNvGrpSpPr/>
          <p:nvPr userDrawn="1"/>
        </p:nvGrpSpPr>
        <p:grpSpPr>
          <a:xfrm>
            <a:off x="4106216" y="-107233"/>
            <a:ext cx="3981156" cy="7066560"/>
            <a:chOff x="4106216" y="-107233"/>
            <a:chExt cx="3981156" cy="7066560"/>
          </a:xfrm>
        </p:grpSpPr>
        <p:cxnSp>
          <p:nvCxnSpPr>
            <p:cNvPr id="5" name="Google Shape;4623;p127">
              <a:extLst>
                <a:ext uri="{FF2B5EF4-FFF2-40B4-BE49-F238E27FC236}">
                  <a16:creationId xmlns:a16="http://schemas.microsoft.com/office/drawing/2014/main" id="{0AE56F38-F18A-49D6-4C88-2470EF3B2289}"/>
                </a:ext>
              </a:extLst>
            </p:cNvPr>
            <p:cNvCxnSpPr/>
            <p:nvPr/>
          </p:nvCxnSpPr>
          <p:spPr>
            <a:xfrm rot="10800000" flipH="1">
              <a:off x="7092469" y="-107233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6" name="Google Shape;4624;p127">
              <a:extLst>
                <a:ext uri="{FF2B5EF4-FFF2-40B4-BE49-F238E27FC236}">
                  <a16:creationId xmlns:a16="http://schemas.microsoft.com/office/drawing/2014/main" id="{D8BC2CB5-025F-2768-E0CD-C258A59E4976}"/>
                </a:ext>
              </a:extLst>
            </p:cNvPr>
            <p:cNvCxnSpPr/>
            <p:nvPr/>
          </p:nvCxnSpPr>
          <p:spPr>
            <a:xfrm rot="10800000" flipH="1">
              <a:off x="4106216" y="5236138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1615956"/>
            <a:ext cx="11258551" cy="3618318"/>
          </a:xfrm>
          <a:prstGeom prst="rect">
            <a:avLst/>
          </a:prstGeom>
        </p:spPr>
        <p:txBody>
          <a:bodyPr anchor="ctr"/>
          <a:lstStyle>
            <a:lvl1pPr marL="0" indent="0" algn="ctr" rtl="0">
              <a:lnSpc>
                <a:spcPct val="90000"/>
              </a:lnSpc>
              <a:spcBef>
                <a:spcPts val="0"/>
              </a:spcBef>
              <a:buNone/>
              <a:defRPr sz="6000" b="0" i="0">
                <a:solidFill>
                  <a:srgbClr val="5E8AB4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</a:p>
          <a:p>
            <a:pPr lvl="0"/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AA3D49FF-7D2A-31C4-3B04-1E85A2F86F52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07058441-2B0D-8A51-03AE-072010720B37}"/>
              </a:ext>
            </a:extLst>
          </p:cNvPr>
          <p:cNvSpPr txBox="1">
            <a:spLocks/>
          </p:cNvSpPr>
          <p:nvPr userDrawn="1"/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 vert="horz" lIns="0" tIns="0" rIns="0" bIns="0" rtlCol="0" anchor="b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800" b="0" i="0" u="none" strike="noStrike" cap="none">
                <a:solidFill>
                  <a:schemeClr val="tx1"/>
                </a:solidFill>
                <a:latin typeface="Arial Nova" panose="020B0504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rtl="0"/>
            <a:fld id="{D275052D-D27A-7447-8473-BC7C732ED008}" type="slidenum">
              <a:rPr lang="pt-BR" smtClean="0">
                <a:latin typeface="Arial Nova Cond" panose="020B0506020202020204" pitchFamily="34" charset="0"/>
              </a:rPr>
              <a:pPr rtl="0"/>
              <a:t>‹nº›</a:t>
            </a:fld>
            <a:endParaRPr lang="pt-BR">
              <a:latin typeface="Arial Nova Cond" panose="020B0506020202020204" pitchFamily="34" charset="0"/>
            </a:endParaRP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B4CE061C-E9CC-50FC-7D29-A3E07C5FE8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0" name="Text Placeholder 32">
            <a:extLst>
              <a:ext uri="{FF2B5EF4-FFF2-40B4-BE49-F238E27FC236}">
                <a16:creationId xmlns:a16="http://schemas.microsoft.com/office/drawing/2014/main" id="{1F22D8B2-F079-A72A-5DEC-76F9134FCDC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4014318169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698DB1DF-583C-06DD-B7D9-791FB793BD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38675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98DB1DF-583C-06DD-B7D9-791FB793BD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ADA05E41-AC2F-1088-C63E-E2D589655735}"/>
              </a:ext>
            </a:extLst>
          </p:cNvPr>
          <p:cNvGrpSpPr/>
          <p:nvPr userDrawn="1"/>
        </p:nvGrpSpPr>
        <p:grpSpPr>
          <a:xfrm>
            <a:off x="4106216" y="-107233"/>
            <a:ext cx="3981156" cy="7066560"/>
            <a:chOff x="4106216" y="-107233"/>
            <a:chExt cx="3981156" cy="7066560"/>
          </a:xfrm>
        </p:grpSpPr>
        <p:cxnSp>
          <p:nvCxnSpPr>
            <p:cNvPr id="5" name="Google Shape;4623;p127">
              <a:extLst>
                <a:ext uri="{FF2B5EF4-FFF2-40B4-BE49-F238E27FC236}">
                  <a16:creationId xmlns:a16="http://schemas.microsoft.com/office/drawing/2014/main" id="{0AE56F38-F18A-49D6-4C88-2470EF3B2289}"/>
                </a:ext>
              </a:extLst>
            </p:cNvPr>
            <p:cNvCxnSpPr/>
            <p:nvPr/>
          </p:nvCxnSpPr>
          <p:spPr>
            <a:xfrm rot="10800000" flipH="1">
              <a:off x="7092469" y="-107233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6" name="Google Shape;4624;p127">
              <a:extLst>
                <a:ext uri="{FF2B5EF4-FFF2-40B4-BE49-F238E27FC236}">
                  <a16:creationId xmlns:a16="http://schemas.microsoft.com/office/drawing/2014/main" id="{D8BC2CB5-025F-2768-E0CD-C258A59E4976}"/>
                </a:ext>
              </a:extLst>
            </p:cNvPr>
            <p:cNvCxnSpPr/>
            <p:nvPr/>
          </p:nvCxnSpPr>
          <p:spPr>
            <a:xfrm rot="10800000" flipH="1">
              <a:off x="4106216" y="5236138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1615956"/>
            <a:ext cx="11258551" cy="1813044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ctr" rtl="0">
              <a:lnSpc>
                <a:spcPct val="90000"/>
              </a:lnSpc>
              <a:spcBef>
                <a:spcPts val="0"/>
              </a:spcBef>
              <a:buNone/>
              <a:defRPr sz="6000" b="0" i="0">
                <a:solidFill>
                  <a:schemeClr val="accent2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060BD06-41C8-2584-129E-558D49AC99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724" y="3663950"/>
            <a:ext cx="11258551" cy="1572189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 rtl="0">
              <a:lnSpc>
                <a:spcPct val="90000"/>
              </a:lnSpc>
              <a:spcBef>
                <a:spcPts val="0"/>
              </a:spcBef>
              <a:buNone/>
              <a:defRPr sz="3600" b="0" i="0">
                <a:solidFill>
                  <a:schemeClr val="accent2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pic>
        <p:nvPicPr>
          <p:cNvPr id="8" name="Google Shape;2417;p84">
            <a:extLst>
              <a:ext uri="{FF2B5EF4-FFF2-40B4-BE49-F238E27FC236}">
                <a16:creationId xmlns:a16="http://schemas.microsoft.com/office/drawing/2014/main" id="{6EC923C3-CEE6-4744-CA85-5C78000D5433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B53ED4-2A73-E2FC-9899-EA6F4C416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" name="Text Placeholder 32">
            <a:extLst>
              <a:ext uri="{FF2B5EF4-FFF2-40B4-BE49-F238E27FC236}">
                <a16:creationId xmlns:a16="http://schemas.microsoft.com/office/drawing/2014/main" id="{CB2D25B6-DC85-6734-010A-2F74DAE856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129953627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E9B03BC8-E989-8D60-1053-B4C53093DC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875883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9B03BC8-E989-8D60-1053-B4C53093DC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" name="Group 32">
            <a:extLst>
              <a:ext uri="{FF2B5EF4-FFF2-40B4-BE49-F238E27FC236}">
                <a16:creationId xmlns:a16="http://schemas.microsoft.com/office/drawing/2014/main" id="{9375D6AF-4373-0373-9CA6-B214A1FDF920}"/>
              </a:ext>
            </a:extLst>
          </p:cNvPr>
          <p:cNvGrpSpPr/>
          <p:nvPr userDrawn="1"/>
        </p:nvGrpSpPr>
        <p:grpSpPr>
          <a:xfrm>
            <a:off x="5770002" y="-1640735"/>
            <a:ext cx="7656723" cy="8663988"/>
            <a:chOff x="5179318" y="4529354"/>
            <a:chExt cx="1658083" cy="1876209"/>
          </a:xfrm>
        </p:grpSpPr>
        <p:cxnSp>
          <p:nvCxnSpPr>
            <p:cNvPr id="34" name="Google Shape;2113;p66">
              <a:extLst>
                <a:ext uri="{FF2B5EF4-FFF2-40B4-BE49-F238E27FC236}">
                  <a16:creationId xmlns:a16="http://schemas.microsoft.com/office/drawing/2014/main" id="{CD40657D-E522-CAF2-6D9B-9CF5DDA2EC87}"/>
                </a:ext>
              </a:extLst>
            </p:cNvPr>
            <p:cNvCxnSpPr/>
            <p:nvPr/>
          </p:nvCxnSpPr>
          <p:spPr>
            <a:xfrm rot="10800000" flipH="1">
              <a:off x="5350134" y="5416270"/>
              <a:ext cx="572432" cy="980359"/>
            </a:xfrm>
            <a:prstGeom prst="straightConnector1">
              <a:avLst/>
            </a:prstGeom>
            <a:noFill/>
            <a:ln w="25400" cap="flat" cmpd="sng">
              <a:solidFill>
                <a:srgbClr val="002B49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5" name="Google Shape;2114;p66">
              <a:extLst>
                <a:ext uri="{FF2B5EF4-FFF2-40B4-BE49-F238E27FC236}">
                  <a16:creationId xmlns:a16="http://schemas.microsoft.com/office/drawing/2014/main" id="{0AF7E19F-4FDA-7D60-B39C-7C67827DEDC4}"/>
                </a:ext>
              </a:extLst>
            </p:cNvPr>
            <p:cNvCxnSpPr/>
            <p:nvPr/>
          </p:nvCxnSpPr>
          <p:spPr>
            <a:xfrm rot="10800000">
              <a:off x="5922359" y="5416312"/>
              <a:ext cx="0" cy="989116"/>
            </a:xfrm>
            <a:prstGeom prst="straightConnector1">
              <a:avLst/>
            </a:prstGeom>
            <a:noFill/>
            <a:ln w="25400" cap="flat" cmpd="sng">
              <a:solidFill>
                <a:srgbClr val="2C455D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6" name="Google Shape;2115;p66">
              <a:extLst>
                <a:ext uri="{FF2B5EF4-FFF2-40B4-BE49-F238E27FC236}">
                  <a16:creationId xmlns:a16="http://schemas.microsoft.com/office/drawing/2014/main" id="{BCE1EAE9-8987-7099-0824-EF83196455EB}"/>
                </a:ext>
              </a:extLst>
            </p:cNvPr>
            <p:cNvCxnSpPr/>
            <p:nvPr/>
          </p:nvCxnSpPr>
          <p:spPr>
            <a:xfrm rot="10800000" flipH="1">
              <a:off x="5741989" y="4529354"/>
              <a:ext cx="1095412" cy="1876059"/>
            </a:xfrm>
            <a:prstGeom prst="straightConnector1">
              <a:avLst/>
            </a:prstGeom>
            <a:noFill/>
            <a:ln w="38100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7" name="Google Shape;2116;p66">
              <a:extLst>
                <a:ext uri="{FF2B5EF4-FFF2-40B4-BE49-F238E27FC236}">
                  <a16:creationId xmlns:a16="http://schemas.microsoft.com/office/drawing/2014/main" id="{502BE95F-AC44-B691-59AE-3BA1596E3907}"/>
                </a:ext>
              </a:extLst>
            </p:cNvPr>
            <p:cNvCxnSpPr/>
            <p:nvPr/>
          </p:nvCxnSpPr>
          <p:spPr>
            <a:xfrm rot="10800000" flipH="1">
              <a:off x="5179318" y="5924594"/>
              <a:ext cx="278520" cy="476688"/>
            </a:xfrm>
            <a:prstGeom prst="straightConnector1">
              <a:avLst/>
            </a:prstGeom>
            <a:noFill/>
            <a:ln w="9525" cap="flat" cmpd="sng">
              <a:solidFill>
                <a:srgbClr val="002B49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8" name="Google Shape;2117;p66">
              <a:extLst>
                <a:ext uri="{FF2B5EF4-FFF2-40B4-BE49-F238E27FC236}">
                  <a16:creationId xmlns:a16="http://schemas.microsoft.com/office/drawing/2014/main" id="{B13C75BF-3F8D-DD12-1295-648C91CFE506}"/>
                </a:ext>
              </a:extLst>
            </p:cNvPr>
            <p:cNvCxnSpPr/>
            <p:nvPr/>
          </p:nvCxnSpPr>
          <p:spPr>
            <a:xfrm rot="10800000">
              <a:off x="5457739" y="5924616"/>
              <a:ext cx="0" cy="480947"/>
            </a:xfrm>
            <a:prstGeom prst="straightConnector1">
              <a:avLst/>
            </a:prstGeom>
            <a:noFill/>
            <a:ln w="9525" cap="flat" cmpd="sng">
              <a:solidFill>
                <a:srgbClr val="002B49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E4BD327-ACB5-E6C9-F1C2-0A9058086A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848" y="1321731"/>
            <a:ext cx="3746966" cy="67854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chemeClr val="accent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14A3A78F-9FD7-4792-91E0-08D5EE5449E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2331268"/>
            <a:ext cx="3746966" cy="1332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8" name="Slide Number Placeholder 2">
            <a:extLst>
              <a:ext uri="{FF2B5EF4-FFF2-40B4-BE49-F238E27FC236}">
                <a16:creationId xmlns:a16="http://schemas.microsoft.com/office/drawing/2014/main" id="{76F9310F-E17A-C834-68E0-6CADF7BA60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776C1E4B-C8E9-3178-5F94-DF326567C0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35666D6D-F18B-2D65-7E7F-A56B995E349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9F0C83B1-946F-13FB-11E0-A7E5E400A5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B92682C5-0535-BA3C-87A4-1D6773DD5C4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</p:spTree>
    <p:extLst>
      <p:ext uri="{BB962C8B-B14F-4D97-AF65-F5344CB8AC3E}">
        <p14:creationId xmlns:p14="http://schemas.microsoft.com/office/powerpoint/2010/main" val="1186464868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F996902-E198-B080-1CB4-752F3C50979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76647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F996902-E198-B080-1CB4-752F3C5097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4EE2C453-AF4E-F9F5-C41A-640E476DA5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494951"/>
            <a:ext cx="11254426" cy="816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3256DD08-D766-F104-5485-C876BA9369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7" y="2584875"/>
            <a:ext cx="11254427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2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4E101AEF-D689-9E28-7B2C-F7655788B5C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66955176-744E-1429-BC0C-E4467D2078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6" name="Text Placeholder 43">
            <a:extLst>
              <a:ext uri="{FF2B5EF4-FFF2-40B4-BE49-F238E27FC236}">
                <a16:creationId xmlns:a16="http://schemas.microsoft.com/office/drawing/2014/main" id="{4FFC1185-F28D-A38D-6B29-E7C2DE6D3C4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622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</p:spTree>
    <p:extLst>
      <p:ext uri="{BB962C8B-B14F-4D97-AF65-F5344CB8AC3E}">
        <p14:creationId xmlns:p14="http://schemas.microsoft.com/office/powerpoint/2010/main" val="692011319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86556AD-DD4B-1826-750F-77D81E04B72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944057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86556AD-DD4B-1826-750F-77D81E04B7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AE4C55B8-75B6-EEA2-A229-2197FB26F3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494951"/>
            <a:ext cx="11254426" cy="816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484F545C-CBBE-FB10-AD13-E61E2A5B0F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7" y="2584875"/>
            <a:ext cx="11254427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2000" b="0" i="0">
                <a:solidFill>
                  <a:schemeClr val="accent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12F88417-41F8-BFDC-0692-5BBDD5ED91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3" name="Text Placeholder 13">
            <a:extLst>
              <a:ext uri="{FF2B5EF4-FFF2-40B4-BE49-F238E27FC236}">
                <a16:creationId xmlns:a16="http://schemas.microsoft.com/office/drawing/2014/main" id="{464B71BA-B0BD-5F6D-357A-F699BA5BDB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CC2BF34B-1149-0C76-544C-C2AAC57066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sp>
        <p:nvSpPr>
          <p:cNvPr id="4" name="Text Placeholder 32">
            <a:extLst>
              <a:ext uri="{FF2B5EF4-FFF2-40B4-BE49-F238E27FC236}">
                <a16:creationId xmlns:a16="http://schemas.microsoft.com/office/drawing/2014/main" id="{92145FC3-824F-A0C4-DDBC-ACBC6E82A7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434767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CA29CD5-C0FA-D797-2054-4A19A23C7B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405820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CA29CD5-C0FA-D797-2054-4A19A23C7B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492648"/>
            <a:ext cx="5390202" cy="816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6331105" y="1494951"/>
            <a:ext cx="5390202" cy="816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86A6F23C-8E19-3086-EBB9-A5EA6CDD96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584875"/>
            <a:ext cx="5390202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2FFDAFB5-21EF-81DD-17BB-7AD3B4B64922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6331105" y="2584875"/>
            <a:ext cx="5390202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5" name="Slide Number Placeholder 2">
            <a:extLst>
              <a:ext uri="{FF2B5EF4-FFF2-40B4-BE49-F238E27FC236}">
                <a16:creationId xmlns:a16="http://schemas.microsoft.com/office/drawing/2014/main" id="{05958F34-5EC6-F939-ED8F-2FE9D9985E2B}"/>
              </a:ext>
            </a:extLst>
          </p:cNvPr>
          <p:cNvSpPr txBox="1">
            <a:spLocks/>
          </p:cNvSpPr>
          <p:nvPr userDrawn="1"/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 vert="horz" lIns="0" tIns="0" rIns="0" bIns="0" rtlCol="0" anchor="b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800" b="0" i="0" u="none" strike="noStrike" cap="none">
                <a:solidFill>
                  <a:schemeClr val="tx1"/>
                </a:solidFill>
                <a:latin typeface="Arial Nova" panose="020B0504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rtl="0"/>
            <a:fld id="{D275052D-D27A-7447-8473-BC7C732ED008}" type="slidenum">
              <a:rPr lang="pt-BR" smtClean="0">
                <a:latin typeface="Arial Nova Cond" panose="020B0506020202020204" pitchFamily="34" charset="0"/>
              </a:rPr>
              <a:pPr rtl="0"/>
              <a:t>‹nº›</a:t>
            </a:fld>
            <a:endParaRPr lang="pt-BR">
              <a:latin typeface="Arial Nova Cond" panose="020B0506020202020204" pitchFamily="34" charset="0"/>
            </a:endParaRP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A27B8202-C5C1-DC4D-2B47-8EA9B7D345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2" name="Text Placeholder 13">
            <a:extLst>
              <a:ext uri="{FF2B5EF4-FFF2-40B4-BE49-F238E27FC236}">
                <a16:creationId xmlns:a16="http://schemas.microsoft.com/office/drawing/2014/main" id="{8A1DD62E-88D3-AA9A-DAD2-8707187DE87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43" name="Text Placeholder 43">
            <a:extLst>
              <a:ext uri="{FF2B5EF4-FFF2-40B4-BE49-F238E27FC236}">
                <a16:creationId xmlns:a16="http://schemas.microsoft.com/office/drawing/2014/main" id="{4B076240-A6C9-0E67-A854-3EA1F075D0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</p:spTree>
    <p:extLst>
      <p:ext uri="{BB962C8B-B14F-4D97-AF65-F5344CB8AC3E}">
        <p14:creationId xmlns:p14="http://schemas.microsoft.com/office/powerpoint/2010/main" val="3564422553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D222FB3F-FD24-8D5A-705E-352ECA1A74A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786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222FB3F-FD24-8D5A-705E-352ECA1A74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A06E5C85-2F29-A4AB-EBD2-0100EFDE25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497691"/>
            <a:ext cx="5390202" cy="81163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F3E0BC5B-16A7-1BB7-5CAF-37C0BF934023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6331105" y="1492648"/>
            <a:ext cx="5390202" cy="81898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142101CA-F041-9C6D-F7F4-135464DDBE5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584875"/>
            <a:ext cx="5390202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0E986B43-0CD7-8D0E-AAF5-BDC1C6E5A78D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6331105" y="2584875"/>
            <a:ext cx="5390202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895FEAB3-5FC5-E626-884D-AB64F77A04E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902C0BE3-C867-25C4-B63D-BF984A31BDE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6" name="Text Placeholder 43">
            <a:extLst>
              <a:ext uri="{FF2B5EF4-FFF2-40B4-BE49-F238E27FC236}">
                <a16:creationId xmlns:a16="http://schemas.microsoft.com/office/drawing/2014/main" id="{9A786047-89C9-296A-B203-733D409924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622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</p:spTree>
    <p:extLst>
      <p:ext uri="{BB962C8B-B14F-4D97-AF65-F5344CB8AC3E}">
        <p14:creationId xmlns:p14="http://schemas.microsoft.com/office/powerpoint/2010/main" val="796850982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903EF53E-2588-B75C-E9B0-8E435BEF3C0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578711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03EF53E-2588-B75C-E9B0-8E435BEF3C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494000"/>
            <a:ext cx="3398031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328973" y="1494000"/>
            <a:ext cx="3398031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C16B06D1-13A3-EEEE-F8C3-B25A12A96028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4404673" y="1494000"/>
            <a:ext cx="3398031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86A6F23C-8E19-3086-EBB9-A5EA6CDD96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595600"/>
            <a:ext cx="339803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2FFDAFB5-21EF-81DD-17BB-7AD3B4B64922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328973" y="2595600"/>
            <a:ext cx="339803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F5D8BFF-CE58-E040-A693-E8341619B4E6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404673" y="2595600"/>
            <a:ext cx="339803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2C59B969-5D32-483B-211C-9505FBF5E3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F2ABBC01-3FE4-8278-D771-4237BC20143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3F7CA5AA-280B-F3E8-AB86-6EC091E8FB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</p:spTree>
    <p:extLst>
      <p:ext uri="{BB962C8B-B14F-4D97-AF65-F5344CB8AC3E}">
        <p14:creationId xmlns:p14="http://schemas.microsoft.com/office/powerpoint/2010/main" val="1067241647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think-cell data - do not delete" hidden="1">
            <a:extLst>
              <a:ext uri="{FF2B5EF4-FFF2-40B4-BE49-F238E27FC236}">
                <a16:creationId xmlns:a16="http://schemas.microsoft.com/office/drawing/2014/main" id="{0326C3D3-07A8-69D4-64E1-AEF817C9BA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30500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3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326C3D3-07A8-69D4-64E1-AEF817C9BA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" name="Google Shape;4366;p121">
            <a:extLst>
              <a:ext uri="{FF2B5EF4-FFF2-40B4-BE49-F238E27FC236}">
                <a16:creationId xmlns:a16="http://schemas.microsoft.com/office/drawing/2014/main" id="{7DDCA40D-C579-79A0-C41C-A991A5BF5AD7}"/>
              </a:ext>
            </a:extLst>
          </p:cNvPr>
          <p:cNvGrpSpPr/>
          <p:nvPr userDrawn="1"/>
        </p:nvGrpSpPr>
        <p:grpSpPr>
          <a:xfrm>
            <a:off x="-1428545" y="749135"/>
            <a:ext cx="1199343" cy="2311369"/>
            <a:chOff x="381324" y="1303600"/>
            <a:chExt cx="2660476" cy="3366725"/>
          </a:xfrm>
        </p:grpSpPr>
        <p:sp>
          <p:nvSpPr>
            <p:cNvPr id="5" name="Google Shape;4367;p121">
              <a:extLst>
                <a:ext uri="{FF2B5EF4-FFF2-40B4-BE49-F238E27FC236}">
                  <a16:creationId xmlns:a16="http://schemas.microsoft.com/office/drawing/2014/main" id="{D4339293-FEF3-F663-098B-1A146867E849}"/>
                </a:ext>
              </a:extLst>
            </p:cNvPr>
            <p:cNvSpPr/>
            <p:nvPr/>
          </p:nvSpPr>
          <p:spPr>
            <a:xfrm>
              <a:off x="381325" y="1521975"/>
              <a:ext cx="665100" cy="363600"/>
            </a:xfrm>
            <a:prstGeom prst="rect">
              <a:avLst/>
            </a:prstGeom>
            <a:solidFill>
              <a:srgbClr val="002B4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6" name="Google Shape;4368;p121">
              <a:extLst>
                <a:ext uri="{FF2B5EF4-FFF2-40B4-BE49-F238E27FC236}">
                  <a16:creationId xmlns:a16="http://schemas.microsoft.com/office/drawing/2014/main" id="{56C7BD4E-5E66-8E6C-3678-A4E9F83A8990}"/>
                </a:ext>
              </a:extLst>
            </p:cNvPr>
            <p:cNvSpPr/>
            <p:nvPr/>
          </p:nvSpPr>
          <p:spPr>
            <a:xfrm>
              <a:off x="1046456" y="1521975"/>
              <a:ext cx="665100" cy="363600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7" name="Google Shape;4369;p121">
              <a:extLst>
                <a:ext uri="{FF2B5EF4-FFF2-40B4-BE49-F238E27FC236}">
                  <a16:creationId xmlns:a16="http://schemas.microsoft.com/office/drawing/2014/main" id="{4E1D14F5-3E07-D0C5-7C88-18ED177A9FD8}"/>
                </a:ext>
              </a:extLst>
            </p:cNvPr>
            <p:cNvSpPr/>
            <p:nvPr/>
          </p:nvSpPr>
          <p:spPr>
            <a:xfrm>
              <a:off x="1711584" y="1521975"/>
              <a:ext cx="665100" cy="363600"/>
            </a:xfrm>
            <a:prstGeom prst="rect">
              <a:avLst/>
            </a:prstGeom>
            <a:solidFill>
              <a:srgbClr val="CDD5D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8" name="Google Shape;4370;p121">
              <a:extLst>
                <a:ext uri="{FF2B5EF4-FFF2-40B4-BE49-F238E27FC236}">
                  <a16:creationId xmlns:a16="http://schemas.microsoft.com/office/drawing/2014/main" id="{1C04547F-1C5C-E632-8E94-D925CC3F37EE}"/>
                </a:ext>
              </a:extLst>
            </p:cNvPr>
            <p:cNvSpPr/>
            <p:nvPr/>
          </p:nvSpPr>
          <p:spPr>
            <a:xfrm>
              <a:off x="2376700" y="1521975"/>
              <a:ext cx="665100" cy="363600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9" name="Google Shape;4371;p121">
              <a:extLst>
                <a:ext uri="{FF2B5EF4-FFF2-40B4-BE49-F238E27FC236}">
                  <a16:creationId xmlns:a16="http://schemas.microsoft.com/office/drawing/2014/main" id="{3A46FC81-9D85-21BA-948B-9AB506CD5762}"/>
                </a:ext>
              </a:extLst>
            </p:cNvPr>
            <p:cNvSpPr txBox="1"/>
            <p:nvPr/>
          </p:nvSpPr>
          <p:spPr>
            <a:xfrm>
              <a:off x="381324" y="1303600"/>
              <a:ext cx="665100" cy="1075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rtl="0">
                <a:lnSpc>
                  <a:spcPct val="120000"/>
                </a:lnSpc>
              </a:pPr>
              <a:r>
                <a:rPr lang="pt-BR" sz="400" b="1">
                  <a:solidFill>
                    <a:srgbClr val="002B49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Principais</a:t>
              </a:r>
            </a:p>
          </p:txBody>
        </p:sp>
        <p:sp>
          <p:nvSpPr>
            <p:cNvPr id="10" name="Google Shape;4372;p121">
              <a:extLst>
                <a:ext uri="{FF2B5EF4-FFF2-40B4-BE49-F238E27FC236}">
                  <a16:creationId xmlns:a16="http://schemas.microsoft.com/office/drawing/2014/main" id="{B849B5E4-5123-21BC-43B3-32154DF5288F}"/>
                </a:ext>
              </a:extLst>
            </p:cNvPr>
            <p:cNvSpPr txBox="1"/>
            <p:nvPr/>
          </p:nvSpPr>
          <p:spPr>
            <a:xfrm>
              <a:off x="381324" y="2115425"/>
              <a:ext cx="665100" cy="1075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rtl="0">
                <a:lnSpc>
                  <a:spcPct val="120000"/>
                </a:lnSpc>
              </a:pPr>
              <a:r>
                <a:rPr lang="pt-BR" sz="400" b="1">
                  <a:solidFill>
                    <a:srgbClr val="002B49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Proporções</a:t>
              </a:r>
            </a:p>
          </p:txBody>
        </p:sp>
        <p:sp>
          <p:nvSpPr>
            <p:cNvPr id="11" name="Google Shape;4373;p121">
              <a:extLst>
                <a:ext uri="{FF2B5EF4-FFF2-40B4-BE49-F238E27FC236}">
                  <a16:creationId xmlns:a16="http://schemas.microsoft.com/office/drawing/2014/main" id="{EF3B06C7-B890-EAF7-285E-DC94D4E1CA57}"/>
                </a:ext>
              </a:extLst>
            </p:cNvPr>
            <p:cNvSpPr/>
            <p:nvPr/>
          </p:nvSpPr>
          <p:spPr>
            <a:xfrm>
              <a:off x="1466755" y="2389950"/>
              <a:ext cx="1085700" cy="363600"/>
            </a:xfrm>
            <a:prstGeom prst="rect">
              <a:avLst/>
            </a:prstGeom>
            <a:solidFill>
              <a:srgbClr val="002B4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12" name="Google Shape;4374;p121">
              <a:extLst>
                <a:ext uri="{FF2B5EF4-FFF2-40B4-BE49-F238E27FC236}">
                  <a16:creationId xmlns:a16="http://schemas.microsoft.com/office/drawing/2014/main" id="{2B594578-FB8A-B469-524A-242DAA4A7E57}"/>
                </a:ext>
              </a:extLst>
            </p:cNvPr>
            <p:cNvSpPr/>
            <p:nvPr/>
          </p:nvSpPr>
          <p:spPr>
            <a:xfrm>
              <a:off x="2796999" y="2389950"/>
              <a:ext cx="244800" cy="363600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13" name="Google Shape;4375;p121">
              <a:extLst>
                <a:ext uri="{FF2B5EF4-FFF2-40B4-BE49-F238E27FC236}">
                  <a16:creationId xmlns:a16="http://schemas.microsoft.com/office/drawing/2014/main" id="{F22D117F-90E1-C78E-9901-5EF7E456C3C2}"/>
                </a:ext>
              </a:extLst>
            </p:cNvPr>
            <p:cNvSpPr/>
            <p:nvPr/>
          </p:nvSpPr>
          <p:spPr>
            <a:xfrm>
              <a:off x="381324" y="2389950"/>
              <a:ext cx="1085700" cy="363600"/>
            </a:xfrm>
            <a:prstGeom prst="rect">
              <a:avLst/>
            </a:prstGeom>
            <a:solidFill>
              <a:srgbClr val="CDD5D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14" name="Google Shape;4376;p121">
              <a:extLst>
                <a:ext uri="{FF2B5EF4-FFF2-40B4-BE49-F238E27FC236}">
                  <a16:creationId xmlns:a16="http://schemas.microsoft.com/office/drawing/2014/main" id="{85E29869-2B29-E368-310E-8503183F5201}"/>
                </a:ext>
              </a:extLst>
            </p:cNvPr>
            <p:cNvSpPr/>
            <p:nvPr/>
          </p:nvSpPr>
          <p:spPr>
            <a:xfrm>
              <a:off x="2552201" y="2389950"/>
              <a:ext cx="244800" cy="363600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15" name="Google Shape;4377;p121">
              <a:extLst>
                <a:ext uri="{FF2B5EF4-FFF2-40B4-BE49-F238E27FC236}">
                  <a16:creationId xmlns:a16="http://schemas.microsoft.com/office/drawing/2014/main" id="{97C067ED-BFB4-CB88-E489-913D73421A3D}"/>
                </a:ext>
              </a:extLst>
            </p:cNvPr>
            <p:cNvSpPr txBox="1"/>
            <p:nvPr/>
          </p:nvSpPr>
          <p:spPr>
            <a:xfrm>
              <a:off x="381324" y="2905076"/>
              <a:ext cx="665100" cy="1075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rtl="0">
                <a:lnSpc>
                  <a:spcPct val="120000"/>
                </a:lnSpc>
              </a:pPr>
              <a:r>
                <a:rPr lang="pt-BR" sz="400" b="1">
                  <a:solidFill>
                    <a:srgbClr val="002B49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Variações</a:t>
              </a:r>
            </a:p>
          </p:txBody>
        </p:sp>
        <p:sp>
          <p:nvSpPr>
            <p:cNvPr id="16" name="Google Shape;4378;p121">
              <a:extLst>
                <a:ext uri="{FF2B5EF4-FFF2-40B4-BE49-F238E27FC236}">
                  <a16:creationId xmlns:a16="http://schemas.microsoft.com/office/drawing/2014/main" id="{E77A94A2-BE0B-1586-79A8-6EBC95B68E22}"/>
                </a:ext>
              </a:extLst>
            </p:cNvPr>
            <p:cNvSpPr/>
            <p:nvPr/>
          </p:nvSpPr>
          <p:spPr>
            <a:xfrm>
              <a:off x="381325" y="3215925"/>
              <a:ext cx="665100" cy="363600"/>
            </a:xfrm>
            <a:prstGeom prst="rect">
              <a:avLst/>
            </a:prstGeom>
            <a:solidFill>
              <a:srgbClr val="002B4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17" name="Google Shape;4379;p121">
              <a:extLst>
                <a:ext uri="{FF2B5EF4-FFF2-40B4-BE49-F238E27FC236}">
                  <a16:creationId xmlns:a16="http://schemas.microsoft.com/office/drawing/2014/main" id="{AE8F4D1B-B67F-E93A-CB50-842E8806D2F1}"/>
                </a:ext>
              </a:extLst>
            </p:cNvPr>
            <p:cNvSpPr/>
            <p:nvPr/>
          </p:nvSpPr>
          <p:spPr>
            <a:xfrm>
              <a:off x="1046456" y="3215925"/>
              <a:ext cx="665100" cy="363600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18" name="Google Shape;4380;p121">
              <a:extLst>
                <a:ext uri="{FF2B5EF4-FFF2-40B4-BE49-F238E27FC236}">
                  <a16:creationId xmlns:a16="http://schemas.microsoft.com/office/drawing/2014/main" id="{EFC5B8C6-8CEC-11E9-C078-DEDE2E8925DF}"/>
                </a:ext>
              </a:extLst>
            </p:cNvPr>
            <p:cNvSpPr/>
            <p:nvPr/>
          </p:nvSpPr>
          <p:spPr>
            <a:xfrm>
              <a:off x="1711584" y="3215925"/>
              <a:ext cx="665100" cy="363600"/>
            </a:xfrm>
            <a:prstGeom prst="rect">
              <a:avLst/>
            </a:prstGeom>
            <a:solidFill>
              <a:srgbClr val="CDD5D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19" name="Google Shape;4381;p121">
              <a:extLst>
                <a:ext uri="{FF2B5EF4-FFF2-40B4-BE49-F238E27FC236}">
                  <a16:creationId xmlns:a16="http://schemas.microsoft.com/office/drawing/2014/main" id="{022AF7CF-A0F9-4989-6A92-686EFF80FD1D}"/>
                </a:ext>
              </a:extLst>
            </p:cNvPr>
            <p:cNvSpPr/>
            <p:nvPr/>
          </p:nvSpPr>
          <p:spPr>
            <a:xfrm>
              <a:off x="2376700" y="3215925"/>
              <a:ext cx="665100" cy="363600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20" name="Google Shape;4382;p121">
              <a:extLst>
                <a:ext uri="{FF2B5EF4-FFF2-40B4-BE49-F238E27FC236}">
                  <a16:creationId xmlns:a16="http://schemas.microsoft.com/office/drawing/2014/main" id="{0DC5CD3D-E0C2-39F3-D95B-705276DEF89F}"/>
                </a:ext>
              </a:extLst>
            </p:cNvPr>
            <p:cNvSpPr/>
            <p:nvPr/>
          </p:nvSpPr>
          <p:spPr>
            <a:xfrm>
              <a:off x="381325" y="3579525"/>
              <a:ext cx="665100" cy="363600"/>
            </a:xfrm>
            <a:prstGeom prst="rect">
              <a:avLst/>
            </a:prstGeom>
            <a:solidFill>
              <a:srgbClr val="33556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21" name="Google Shape;4383;p121">
              <a:extLst>
                <a:ext uri="{FF2B5EF4-FFF2-40B4-BE49-F238E27FC236}">
                  <a16:creationId xmlns:a16="http://schemas.microsoft.com/office/drawing/2014/main" id="{0D532DCC-E581-1DC7-F516-DAA9A053DE11}"/>
                </a:ext>
              </a:extLst>
            </p:cNvPr>
            <p:cNvSpPr/>
            <p:nvPr/>
          </p:nvSpPr>
          <p:spPr>
            <a:xfrm>
              <a:off x="1046456" y="3579525"/>
              <a:ext cx="665100" cy="363600"/>
            </a:xfrm>
            <a:prstGeom prst="rect">
              <a:avLst/>
            </a:prstGeom>
            <a:solidFill>
              <a:srgbClr val="F9A3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22" name="Google Shape;4384;p121">
              <a:extLst>
                <a:ext uri="{FF2B5EF4-FFF2-40B4-BE49-F238E27FC236}">
                  <a16:creationId xmlns:a16="http://schemas.microsoft.com/office/drawing/2014/main" id="{F7A5E766-2AEA-48FB-26A4-700EF970CC05}"/>
                </a:ext>
              </a:extLst>
            </p:cNvPr>
            <p:cNvSpPr/>
            <p:nvPr/>
          </p:nvSpPr>
          <p:spPr>
            <a:xfrm>
              <a:off x="1711584" y="3579525"/>
              <a:ext cx="665100" cy="363600"/>
            </a:xfrm>
            <a:prstGeom prst="rect">
              <a:avLst/>
            </a:prstGeom>
            <a:solidFill>
              <a:srgbClr val="D7DD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23" name="Google Shape;4385;p121">
              <a:extLst>
                <a:ext uri="{FF2B5EF4-FFF2-40B4-BE49-F238E27FC236}">
                  <a16:creationId xmlns:a16="http://schemas.microsoft.com/office/drawing/2014/main" id="{37C6ED8F-D40B-CF0D-B423-55A8BAE7FE26}"/>
                </a:ext>
              </a:extLst>
            </p:cNvPr>
            <p:cNvSpPr/>
            <p:nvPr/>
          </p:nvSpPr>
          <p:spPr>
            <a:xfrm>
              <a:off x="2376700" y="3579525"/>
              <a:ext cx="665100" cy="363600"/>
            </a:xfrm>
            <a:prstGeom prst="rect">
              <a:avLst/>
            </a:prstGeom>
            <a:solidFill>
              <a:srgbClr val="7EA1C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24" name="Google Shape;4386;p121">
              <a:extLst>
                <a:ext uri="{FF2B5EF4-FFF2-40B4-BE49-F238E27FC236}">
                  <a16:creationId xmlns:a16="http://schemas.microsoft.com/office/drawing/2014/main" id="{C11B80B9-53A8-C7AA-A5DD-E4E8850BC7F4}"/>
                </a:ext>
              </a:extLst>
            </p:cNvPr>
            <p:cNvSpPr/>
            <p:nvPr/>
          </p:nvSpPr>
          <p:spPr>
            <a:xfrm>
              <a:off x="381325" y="3943125"/>
              <a:ext cx="665100" cy="363600"/>
            </a:xfrm>
            <a:prstGeom prst="rect">
              <a:avLst/>
            </a:prstGeom>
            <a:solidFill>
              <a:srgbClr val="99AAB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25" name="Google Shape;4387;p121">
              <a:extLst>
                <a:ext uri="{FF2B5EF4-FFF2-40B4-BE49-F238E27FC236}">
                  <a16:creationId xmlns:a16="http://schemas.microsoft.com/office/drawing/2014/main" id="{20DC67CF-0EC8-8F3F-2AD7-8D01AFBF462F}"/>
                </a:ext>
              </a:extLst>
            </p:cNvPr>
            <p:cNvSpPr/>
            <p:nvPr/>
          </p:nvSpPr>
          <p:spPr>
            <a:xfrm>
              <a:off x="1046456" y="3943125"/>
              <a:ext cx="665100" cy="363600"/>
            </a:xfrm>
            <a:prstGeom prst="rect">
              <a:avLst/>
            </a:prstGeom>
            <a:solidFill>
              <a:srgbClr val="FCD1A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26" name="Google Shape;4388;p121">
              <a:extLst>
                <a:ext uri="{FF2B5EF4-FFF2-40B4-BE49-F238E27FC236}">
                  <a16:creationId xmlns:a16="http://schemas.microsoft.com/office/drawing/2014/main" id="{BEEE1928-A90A-B29B-4C4F-10F2E5F34B76}"/>
                </a:ext>
              </a:extLst>
            </p:cNvPr>
            <p:cNvSpPr/>
            <p:nvPr/>
          </p:nvSpPr>
          <p:spPr>
            <a:xfrm>
              <a:off x="1711584" y="3943125"/>
              <a:ext cx="665100" cy="363600"/>
            </a:xfrm>
            <a:prstGeom prst="rect">
              <a:avLst/>
            </a:prstGeom>
            <a:solidFill>
              <a:srgbClr val="EBEEF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27" name="Google Shape;4389;p121">
              <a:extLst>
                <a:ext uri="{FF2B5EF4-FFF2-40B4-BE49-F238E27FC236}">
                  <a16:creationId xmlns:a16="http://schemas.microsoft.com/office/drawing/2014/main" id="{37F719F8-4E1B-9BF1-174E-8AE6E15B364D}"/>
                </a:ext>
              </a:extLst>
            </p:cNvPr>
            <p:cNvSpPr/>
            <p:nvPr/>
          </p:nvSpPr>
          <p:spPr>
            <a:xfrm>
              <a:off x="2376700" y="3943125"/>
              <a:ext cx="665100" cy="363600"/>
            </a:xfrm>
            <a:prstGeom prst="rect">
              <a:avLst/>
            </a:prstGeom>
            <a:solidFill>
              <a:srgbClr val="BFD0E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28" name="Google Shape;4390;p121">
              <a:extLst>
                <a:ext uri="{FF2B5EF4-FFF2-40B4-BE49-F238E27FC236}">
                  <a16:creationId xmlns:a16="http://schemas.microsoft.com/office/drawing/2014/main" id="{80BB6BBE-D597-4D2D-178F-84C5466E8672}"/>
                </a:ext>
              </a:extLst>
            </p:cNvPr>
            <p:cNvSpPr/>
            <p:nvPr/>
          </p:nvSpPr>
          <p:spPr>
            <a:xfrm>
              <a:off x="381325" y="4306725"/>
              <a:ext cx="665100" cy="363600"/>
            </a:xfrm>
            <a:prstGeom prst="rect">
              <a:avLst/>
            </a:prstGeom>
            <a:solidFill>
              <a:srgbClr val="CCD5D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29" name="Google Shape;4391;p121">
              <a:extLst>
                <a:ext uri="{FF2B5EF4-FFF2-40B4-BE49-F238E27FC236}">
                  <a16:creationId xmlns:a16="http://schemas.microsoft.com/office/drawing/2014/main" id="{CA697B94-E355-3A1F-D165-E99BED143F8E}"/>
                </a:ext>
              </a:extLst>
            </p:cNvPr>
            <p:cNvSpPr/>
            <p:nvPr/>
          </p:nvSpPr>
          <p:spPr>
            <a:xfrm>
              <a:off x="1046456" y="4306725"/>
              <a:ext cx="665100" cy="363600"/>
            </a:xfrm>
            <a:prstGeom prst="rect">
              <a:avLst/>
            </a:prstGeom>
            <a:solidFill>
              <a:srgbClr val="FDE8D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30" name="Google Shape;4392;p121">
              <a:extLst>
                <a:ext uri="{FF2B5EF4-FFF2-40B4-BE49-F238E27FC236}">
                  <a16:creationId xmlns:a16="http://schemas.microsoft.com/office/drawing/2014/main" id="{38760D9B-A5D7-3036-5693-5A7102C37F89}"/>
                </a:ext>
              </a:extLst>
            </p:cNvPr>
            <p:cNvSpPr/>
            <p:nvPr/>
          </p:nvSpPr>
          <p:spPr>
            <a:xfrm>
              <a:off x="1711584" y="4306725"/>
              <a:ext cx="665100" cy="363600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31" name="Google Shape;4393;p121">
              <a:extLst>
                <a:ext uri="{FF2B5EF4-FFF2-40B4-BE49-F238E27FC236}">
                  <a16:creationId xmlns:a16="http://schemas.microsoft.com/office/drawing/2014/main" id="{300562F7-51CC-9FB3-A223-87E281A158B6}"/>
                </a:ext>
              </a:extLst>
            </p:cNvPr>
            <p:cNvSpPr/>
            <p:nvPr/>
          </p:nvSpPr>
          <p:spPr>
            <a:xfrm>
              <a:off x="2376700" y="4306725"/>
              <a:ext cx="665100" cy="363600"/>
            </a:xfrm>
            <a:prstGeom prst="rect">
              <a:avLst/>
            </a:prstGeom>
            <a:solidFill>
              <a:srgbClr val="DFE8F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</p:grp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A06E5C85-2F29-A4AB-EBD2-0100EFDE25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1600" y="1494951"/>
            <a:ext cx="3398031" cy="8143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F3E0BC5B-16A7-1BB7-5CAF-37C0BF934023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328973" y="1494951"/>
            <a:ext cx="3398031" cy="8143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8" name="Text Placeholder 39">
            <a:extLst>
              <a:ext uri="{FF2B5EF4-FFF2-40B4-BE49-F238E27FC236}">
                <a16:creationId xmlns:a16="http://schemas.microsoft.com/office/drawing/2014/main" id="{556AF50E-B3A6-2916-6F5D-01D3C11D09D4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4404673" y="1494951"/>
            <a:ext cx="3398031" cy="8143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142101CA-F041-9C6D-F7F4-135464DDBE5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595600"/>
            <a:ext cx="3398031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0E986B43-0CD7-8D0E-AAF5-BDC1C6E5A78D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328973" y="2594400"/>
            <a:ext cx="3398031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2" name="Text Placeholder 39">
            <a:extLst>
              <a:ext uri="{FF2B5EF4-FFF2-40B4-BE49-F238E27FC236}">
                <a16:creationId xmlns:a16="http://schemas.microsoft.com/office/drawing/2014/main" id="{8DE71C7C-498B-8507-5FA3-621BB594553C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404673" y="2594400"/>
            <a:ext cx="3398031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F7C0C00C-7DC0-32C9-C1CC-72AC30B362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516616F0-0398-B25F-6325-50064F77CA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5" name="Text Placeholder 43">
            <a:extLst>
              <a:ext uri="{FF2B5EF4-FFF2-40B4-BE49-F238E27FC236}">
                <a16:creationId xmlns:a16="http://schemas.microsoft.com/office/drawing/2014/main" id="{E26DB6D7-A77A-F4A2-0030-F7201304325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622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</p:spTree>
    <p:extLst>
      <p:ext uri="{BB962C8B-B14F-4D97-AF65-F5344CB8AC3E}">
        <p14:creationId xmlns:p14="http://schemas.microsoft.com/office/powerpoint/2010/main" val="1778908023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5B8143E-5474-0E2D-A2A2-46F74F6C100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051123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5B8143E-5474-0E2D-A2A2-46F74F6C10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500739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7BA44A0D-B95A-E938-E3BE-943DBFCE1AF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328973" y="1500739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089862E0-51F6-EF99-F44C-DFDF12199A89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328973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C16B06D1-13A3-EEEE-F8C3-B25A12A96028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4404673" y="1500739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BE72E948-0CDE-F322-3833-93CD7DB8EE40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404673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6" name="Text Placeholder 39">
            <a:extLst>
              <a:ext uri="{FF2B5EF4-FFF2-40B4-BE49-F238E27FC236}">
                <a16:creationId xmlns:a16="http://schemas.microsoft.com/office/drawing/2014/main" id="{9AB3606E-EC67-B757-1293-E2C1D8A358A3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470848" y="3674406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73E11B46-A622-46C7-D420-C5A54F40721E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470848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8" name="Text Placeholder 39">
            <a:extLst>
              <a:ext uri="{FF2B5EF4-FFF2-40B4-BE49-F238E27FC236}">
                <a16:creationId xmlns:a16="http://schemas.microsoft.com/office/drawing/2014/main" id="{795511CB-5997-810F-699F-FA8199928227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8328973" y="3674406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AAE8F9EE-05C8-232F-0B9F-AFF28DAED64B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8328973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8D5AEF6D-6A27-0166-1F89-265A20ECEE89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4404673" y="3674406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703BAAE9-B930-E1A1-D25C-3716C7CAA5AD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4404673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1140453-F3E2-E9CE-8277-A77A8DE530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943F3617-A005-0E2A-4414-3D9D2B5E33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8" name="Text Placeholder 43">
            <a:extLst>
              <a:ext uri="{FF2B5EF4-FFF2-40B4-BE49-F238E27FC236}">
                <a16:creationId xmlns:a16="http://schemas.microsoft.com/office/drawing/2014/main" id="{3A47B3DB-A03B-F92E-DA45-C24FDD8251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</p:spTree>
    <p:extLst>
      <p:ext uri="{BB962C8B-B14F-4D97-AF65-F5344CB8AC3E}">
        <p14:creationId xmlns:p14="http://schemas.microsoft.com/office/powerpoint/2010/main" val="2868018669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" name="think-cell data - do not delete" hidden="1">
            <a:extLst>
              <a:ext uri="{FF2B5EF4-FFF2-40B4-BE49-F238E27FC236}">
                <a16:creationId xmlns:a16="http://schemas.microsoft.com/office/drawing/2014/main" id="{59B9F7A3-BDD2-4737-24DF-62EBD28C3ED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093977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4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9B9F7A3-BDD2-4737-24DF-62EBD28C3E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" name="Google Shape;4366;p121">
            <a:extLst>
              <a:ext uri="{FF2B5EF4-FFF2-40B4-BE49-F238E27FC236}">
                <a16:creationId xmlns:a16="http://schemas.microsoft.com/office/drawing/2014/main" id="{7DDCA40D-C579-79A0-C41C-A991A5BF5AD7}"/>
              </a:ext>
            </a:extLst>
          </p:cNvPr>
          <p:cNvGrpSpPr/>
          <p:nvPr userDrawn="1"/>
        </p:nvGrpSpPr>
        <p:grpSpPr>
          <a:xfrm>
            <a:off x="-1594800" y="2214253"/>
            <a:ext cx="1199343" cy="2311369"/>
            <a:chOff x="381324" y="1303600"/>
            <a:chExt cx="2660476" cy="3366725"/>
          </a:xfrm>
        </p:grpSpPr>
        <p:sp>
          <p:nvSpPr>
            <p:cNvPr id="5" name="Google Shape;4367;p121">
              <a:extLst>
                <a:ext uri="{FF2B5EF4-FFF2-40B4-BE49-F238E27FC236}">
                  <a16:creationId xmlns:a16="http://schemas.microsoft.com/office/drawing/2014/main" id="{D4339293-FEF3-F663-098B-1A146867E849}"/>
                </a:ext>
              </a:extLst>
            </p:cNvPr>
            <p:cNvSpPr/>
            <p:nvPr/>
          </p:nvSpPr>
          <p:spPr>
            <a:xfrm>
              <a:off x="381325" y="1521975"/>
              <a:ext cx="665100" cy="363600"/>
            </a:xfrm>
            <a:prstGeom prst="rect">
              <a:avLst/>
            </a:prstGeom>
            <a:solidFill>
              <a:srgbClr val="002B4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6" name="Google Shape;4368;p121">
              <a:extLst>
                <a:ext uri="{FF2B5EF4-FFF2-40B4-BE49-F238E27FC236}">
                  <a16:creationId xmlns:a16="http://schemas.microsoft.com/office/drawing/2014/main" id="{56C7BD4E-5E66-8E6C-3678-A4E9F83A8990}"/>
                </a:ext>
              </a:extLst>
            </p:cNvPr>
            <p:cNvSpPr/>
            <p:nvPr/>
          </p:nvSpPr>
          <p:spPr>
            <a:xfrm>
              <a:off x="1046456" y="1521975"/>
              <a:ext cx="665100" cy="363600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7" name="Google Shape;4369;p121">
              <a:extLst>
                <a:ext uri="{FF2B5EF4-FFF2-40B4-BE49-F238E27FC236}">
                  <a16:creationId xmlns:a16="http://schemas.microsoft.com/office/drawing/2014/main" id="{4E1D14F5-3E07-D0C5-7C88-18ED177A9FD8}"/>
                </a:ext>
              </a:extLst>
            </p:cNvPr>
            <p:cNvSpPr/>
            <p:nvPr/>
          </p:nvSpPr>
          <p:spPr>
            <a:xfrm>
              <a:off x="1711584" y="1521975"/>
              <a:ext cx="665100" cy="363600"/>
            </a:xfrm>
            <a:prstGeom prst="rect">
              <a:avLst/>
            </a:prstGeom>
            <a:solidFill>
              <a:srgbClr val="CDD5D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8" name="Google Shape;4370;p121">
              <a:extLst>
                <a:ext uri="{FF2B5EF4-FFF2-40B4-BE49-F238E27FC236}">
                  <a16:creationId xmlns:a16="http://schemas.microsoft.com/office/drawing/2014/main" id="{1C04547F-1C5C-E632-8E94-D925CC3F37EE}"/>
                </a:ext>
              </a:extLst>
            </p:cNvPr>
            <p:cNvSpPr/>
            <p:nvPr/>
          </p:nvSpPr>
          <p:spPr>
            <a:xfrm>
              <a:off x="2376700" y="1521975"/>
              <a:ext cx="665100" cy="363600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9" name="Google Shape;4371;p121">
              <a:extLst>
                <a:ext uri="{FF2B5EF4-FFF2-40B4-BE49-F238E27FC236}">
                  <a16:creationId xmlns:a16="http://schemas.microsoft.com/office/drawing/2014/main" id="{3A46FC81-9D85-21BA-948B-9AB506CD5762}"/>
                </a:ext>
              </a:extLst>
            </p:cNvPr>
            <p:cNvSpPr txBox="1"/>
            <p:nvPr/>
          </p:nvSpPr>
          <p:spPr>
            <a:xfrm>
              <a:off x="381324" y="1303600"/>
              <a:ext cx="665100" cy="1075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rtl="0">
                <a:lnSpc>
                  <a:spcPct val="120000"/>
                </a:lnSpc>
              </a:pPr>
              <a:r>
                <a:rPr lang="pt-BR" sz="400" b="1">
                  <a:solidFill>
                    <a:srgbClr val="002B49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Principais</a:t>
              </a:r>
            </a:p>
          </p:txBody>
        </p:sp>
        <p:sp>
          <p:nvSpPr>
            <p:cNvPr id="10" name="Google Shape;4372;p121">
              <a:extLst>
                <a:ext uri="{FF2B5EF4-FFF2-40B4-BE49-F238E27FC236}">
                  <a16:creationId xmlns:a16="http://schemas.microsoft.com/office/drawing/2014/main" id="{B849B5E4-5123-21BC-43B3-32154DF5288F}"/>
                </a:ext>
              </a:extLst>
            </p:cNvPr>
            <p:cNvSpPr txBox="1"/>
            <p:nvPr/>
          </p:nvSpPr>
          <p:spPr>
            <a:xfrm>
              <a:off x="381324" y="2115425"/>
              <a:ext cx="665100" cy="1075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rtl="0">
                <a:lnSpc>
                  <a:spcPct val="120000"/>
                </a:lnSpc>
              </a:pPr>
              <a:r>
                <a:rPr lang="pt-BR" sz="400" b="1">
                  <a:solidFill>
                    <a:srgbClr val="002B49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Proporções</a:t>
              </a:r>
            </a:p>
          </p:txBody>
        </p:sp>
        <p:sp>
          <p:nvSpPr>
            <p:cNvPr id="11" name="Google Shape;4373;p121">
              <a:extLst>
                <a:ext uri="{FF2B5EF4-FFF2-40B4-BE49-F238E27FC236}">
                  <a16:creationId xmlns:a16="http://schemas.microsoft.com/office/drawing/2014/main" id="{EF3B06C7-B890-EAF7-285E-DC94D4E1CA57}"/>
                </a:ext>
              </a:extLst>
            </p:cNvPr>
            <p:cNvSpPr/>
            <p:nvPr/>
          </p:nvSpPr>
          <p:spPr>
            <a:xfrm>
              <a:off x="1466755" y="2389950"/>
              <a:ext cx="1085700" cy="363600"/>
            </a:xfrm>
            <a:prstGeom prst="rect">
              <a:avLst/>
            </a:prstGeom>
            <a:solidFill>
              <a:srgbClr val="002B4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12" name="Google Shape;4374;p121">
              <a:extLst>
                <a:ext uri="{FF2B5EF4-FFF2-40B4-BE49-F238E27FC236}">
                  <a16:creationId xmlns:a16="http://schemas.microsoft.com/office/drawing/2014/main" id="{2B594578-FB8A-B469-524A-242DAA4A7E57}"/>
                </a:ext>
              </a:extLst>
            </p:cNvPr>
            <p:cNvSpPr/>
            <p:nvPr/>
          </p:nvSpPr>
          <p:spPr>
            <a:xfrm>
              <a:off x="2796999" y="2389950"/>
              <a:ext cx="244800" cy="363600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13" name="Google Shape;4375;p121">
              <a:extLst>
                <a:ext uri="{FF2B5EF4-FFF2-40B4-BE49-F238E27FC236}">
                  <a16:creationId xmlns:a16="http://schemas.microsoft.com/office/drawing/2014/main" id="{F22D117F-90E1-C78E-9901-5EF7E456C3C2}"/>
                </a:ext>
              </a:extLst>
            </p:cNvPr>
            <p:cNvSpPr/>
            <p:nvPr/>
          </p:nvSpPr>
          <p:spPr>
            <a:xfrm>
              <a:off x="381324" y="2389950"/>
              <a:ext cx="1085700" cy="363600"/>
            </a:xfrm>
            <a:prstGeom prst="rect">
              <a:avLst/>
            </a:prstGeom>
            <a:solidFill>
              <a:srgbClr val="CDD5D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14" name="Google Shape;4376;p121">
              <a:extLst>
                <a:ext uri="{FF2B5EF4-FFF2-40B4-BE49-F238E27FC236}">
                  <a16:creationId xmlns:a16="http://schemas.microsoft.com/office/drawing/2014/main" id="{85E29869-2B29-E368-310E-8503183F5201}"/>
                </a:ext>
              </a:extLst>
            </p:cNvPr>
            <p:cNvSpPr/>
            <p:nvPr/>
          </p:nvSpPr>
          <p:spPr>
            <a:xfrm>
              <a:off x="2552201" y="2389950"/>
              <a:ext cx="244800" cy="363600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15" name="Google Shape;4377;p121">
              <a:extLst>
                <a:ext uri="{FF2B5EF4-FFF2-40B4-BE49-F238E27FC236}">
                  <a16:creationId xmlns:a16="http://schemas.microsoft.com/office/drawing/2014/main" id="{97C067ED-BFB4-CB88-E489-913D73421A3D}"/>
                </a:ext>
              </a:extLst>
            </p:cNvPr>
            <p:cNvSpPr txBox="1"/>
            <p:nvPr/>
          </p:nvSpPr>
          <p:spPr>
            <a:xfrm>
              <a:off x="381324" y="2905076"/>
              <a:ext cx="665100" cy="1075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rtl="0">
                <a:lnSpc>
                  <a:spcPct val="120000"/>
                </a:lnSpc>
              </a:pPr>
              <a:r>
                <a:rPr lang="pt-BR" sz="400" b="1">
                  <a:solidFill>
                    <a:srgbClr val="002B49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Variações</a:t>
              </a:r>
            </a:p>
          </p:txBody>
        </p:sp>
        <p:sp>
          <p:nvSpPr>
            <p:cNvPr id="16" name="Google Shape;4378;p121">
              <a:extLst>
                <a:ext uri="{FF2B5EF4-FFF2-40B4-BE49-F238E27FC236}">
                  <a16:creationId xmlns:a16="http://schemas.microsoft.com/office/drawing/2014/main" id="{E77A94A2-BE0B-1586-79A8-6EBC95B68E22}"/>
                </a:ext>
              </a:extLst>
            </p:cNvPr>
            <p:cNvSpPr/>
            <p:nvPr/>
          </p:nvSpPr>
          <p:spPr>
            <a:xfrm>
              <a:off x="381325" y="3215925"/>
              <a:ext cx="665100" cy="363600"/>
            </a:xfrm>
            <a:prstGeom prst="rect">
              <a:avLst/>
            </a:prstGeom>
            <a:solidFill>
              <a:srgbClr val="002B4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17" name="Google Shape;4379;p121">
              <a:extLst>
                <a:ext uri="{FF2B5EF4-FFF2-40B4-BE49-F238E27FC236}">
                  <a16:creationId xmlns:a16="http://schemas.microsoft.com/office/drawing/2014/main" id="{AE8F4D1B-B67F-E93A-CB50-842E8806D2F1}"/>
                </a:ext>
              </a:extLst>
            </p:cNvPr>
            <p:cNvSpPr/>
            <p:nvPr/>
          </p:nvSpPr>
          <p:spPr>
            <a:xfrm>
              <a:off x="1046456" y="3215925"/>
              <a:ext cx="665100" cy="363600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18" name="Google Shape;4380;p121">
              <a:extLst>
                <a:ext uri="{FF2B5EF4-FFF2-40B4-BE49-F238E27FC236}">
                  <a16:creationId xmlns:a16="http://schemas.microsoft.com/office/drawing/2014/main" id="{EFC5B8C6-8CEC-11E9-C078-DEDE2E8925DF}"/>
                </a:ext>
              </a:extLst>
            </p:cNvPr>
            <p:cNvSpPr/>
            <p:nvPr/>
          </p:nvSpPr>
          <p:spPr>
            <a:xfrm>
              <a:off x="1711584" y="3215925"/>
              <a:ext cx="665100" cy="363600"/>
            </a:xfrm>
            <a:prstGeom prst="rect">
              <a:avLst/>
            </a:prstGeom>
            <a:solidFill>
              <a:srgbClr val="CDD5D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19" name="Google Shape;4381;p121">
              <a:extLst>
                <a:ext uri="{FF2B5EF4-FFF2-40B4-BE49-F238E27FC236}">
                  <a16:creationId xmlns:a16="http://schemas.microsoft.com/office/drawing/2014/main" id="{022AF7CF-A0F9-4989-6A92-686EFF80FD1D}"/>
                </a:ext>
              </a:extLst>
            </p:cNvPr>
            <p:cNvSpPr/>
            <p:nvPr/>
          </p:nvSpPr>
          <p:spPr>
            <a:xfrm>
              <a:off x="2376700" y="3215925"/>
              <a:ext cx="665100" cy="363600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20" name="Google Shape;4382;p121">
              <a:extLst>
                <a:ext uri="{FF2B5EF4-FFF2-40B4-BE49-F238E27FC236}">
                  <a16:creationId xmlns:a16="http://schemas.microsoft.com/office/drawing/2014/main" id="{0DC5CD3D-E0C2-39F3-D95B-705276DEF89F}"/>
                </a:ext>
              </a:extLst>
            </p:cNvPr>
            <p:cNvSpPr/>
            <p:nvPr/>
          </p:nvSpPr>
          <p:spPr>
            <a:xfrm>
              <a:off x="381325" y="3579525"/>
              <a:ext cx="665100" cy="363600"/>
            </a:xfrm>
            <a:prstGeom prst="rect">
              <a:avLst/>
            </a:prstGeom>
            <a:solidFill>
              <a:srgbClr val="33556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21" name="Google Shape;4383;p121">
              <a:extLst>
                <a:ext uri="{FF2B5EF4-FFF2-40B4-BE49-F238E27FC236}">
                  <a16:creationId xmlns:a16="http://schemas.microsoft.com/office/drawing/2014/main" id="{0D532DCC-E581-1DC7-F516-DAA9A053DE11}"/>
                </a:ext>
              </a:extLst>
            </p:cNvPr>
            <p:cNvSpPr/>
            <p:nvPr/>
          </p:nvSpPr>
          <p:spPr>
            <a:xfrm>
              <a:off x="1046456" y="3579525"/>
              <a:ext cx="665100" cy="363600"/>
            </a:xfrm>
            <a:prstGeom prst="rect">
              <a:avLst/>
            </a:prstGeom>
            <a:solidFill>
              <a:srgbClr val="F9A3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22" name="Google Shape;4384;p121">
              <a:extLst>
                <a:ext uri="{FF2B5EF4-FFF2-40B4-BE49-F238E27FC236}">
                  <a16:creationId xmlns:a16="http://schemas.microsoft.com/office/drawing/2014/main" id="{F7A5E766-2AEA-48FB-26A4-700EF970CC05}"/>
                </a:ext>
              </a:extLst>
            </p:cNvPr>
            <p:cNvSpPr/>
            <p:nvPr/>
          </p:nvSpPr>
          <p:spPr>
            <a:xfrm>
              <a:off x="1711584" y="3579525"/>
              <a:ext cx="665100" cy="363600"/>
            </a:xfrm>
            <a:prstGeom prst="rect">
              <a:avLst/>
            </a:prstGeom>
            <a:solidFill>
              <a:srgbClr val="D7DD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23" name="Google Shape;4385;p121">
              <a:extLst>
                <a:ext uri="{FF2B5EF4-FFF2-40B4-BE49-F238E27FC236}">
                  <a16:creationId xmlns:a16="http://schemas.microsoft.com/office/drawing/2014/main" id="{37C6ED8F-D40B-CF0D-B423-55A8BAE7FE26}"/>
                </a:ext>
              </a:extLst>
            </p:cNvPr>
            <p:cNvSpPr/>
            <p:nvPr/>
          </p:nvSpPr>
          <p:spPr>
            <a:xfrm>
              <a:off x="2376700" y="3579525"/>
              <a:ext cx="665100" cy="363600"/>
            </a:xfrm>
            <a:prstGeom prst="rect">
              <a:avLst/>
            </a:prstGeom>
            <a:solidFill>
              <a:srgbClr val="7EA1C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24" name="Google Shape;4386;p121">
              <a:extLst>
                <a:ext uri="{FF2B5EF4-FFF2-40B4-BE49-F238E27FC236}">
                  <a16:creationId xmlns:a16="http://schemas.microsoft.com/office/drawing/2014/main" id="{C11B80B9-53A8-C7AA-A5DD-E4E8850BC7F4}"/>
                </a:ext>
              </a:extLst>
            </p:cNvPr>
            <p:cNvSpPr/>
            <p:nvPr/>
          </p:nvSpPr>
          <p:spPr>
            <a:xfrm>
              <a:off x="381325" y="3943125"/>
              <a:ext cx="665100" cy="363600"/>
            </a:xfrm>
            <a:prstGeom prst="rect">
              <a:avLst/>
            </a:prstGeom>
            <a:solidFill>
              <a:srgbClr val="99AAB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25" name="Google Shape;4387;p121">
              <a:extLst>
                <a:ext uri="{FF2B5EF4-FFF2-40B4-BE49-F238E27FC236}">
                  <a16:creationId xmlns:a16="http://schemas.microsoft.com/office/drawing/2014/main" id="{20DC67CF-0EC8-8F3F-2AD7-8D01AFBF462F}"/>
                </a:ext>
              </a:extLst>
            </p:cNvPr>
            <p:cNvSpPr/>
            <p:nvPr/>
          </p:nvSpPr>
          <p:spPr>
            <a:xfrm>
              <a:off x="1046456" y="3943125"/>
              <a:ext cx="665100" cy="363600"/>
            </a:xfrm>
            <a:prstGeom prst="rect">
              <a:avLst/>
            </a:prstGeom>
            <a:solidFill>
              <a:srgbClr val="FCD1A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26" name="Google Shape;4388;p121">
              <a:extLst>
                <a:ext uri="{FF2B5EF4-FFF2-40B4-BE49-F238E27FC236}">
                  <a16:creationId xmlns:a16="http://schemas.microsoft.com/office/drawing/2014/main" id="{BEEE1928-A90A-B29B-4C4F-10F2E5F34B76}"/>
                </a:ext>
              </a:extLst>
            </p:cNvPr>
            <p:cNvSpPr/>
            <p:nvPr/>
          </p:nvSpPr>
          <p:spPr>
            <a:xfrm>
              <a:off x="1711584" y="3943125"/>
              <a:ext cx="665100" cy="363600"/>
            </a:xfrm>
            <a:prstGeom prst="rect">
              <a:avLst/>
            </a:prstGeom>
            <a:solidFill>
              <a:srgbClr val="EBEEF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27" name="Google Shape;4389;p121">
              <a:extLst>
                <a:ext uri="{FF2B5EF4-FFF2-40B4-BE49-F238E27FC236}">
                  <a16:creationId xmlns:a16="http://schemas.microsoft.com/office/drawing/2014/main" id="{37F719F8-4E1B-9BF1-174E-8AE6E15B364D}"/>
                </a:ext>
              </a:extLst>
            </p:cNvPr>
            <p:cNvSpPr/>
            <p:nvPr/>
          </p:nvSpPr>
          <p:spPr>
            <a:xfrm>
              <a:off x="2376700" y="3943125"/>
              <a:ext cx="665100" cy="363600"/>
            </a:xfrm>
            <a:prstGeom prst="rect">
              <a:avLst/>
            </a:prstGeom>
            <a:solidFill>
              <a:srgbClr val="BFD0E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28" name="Google Shape;4390;p121">
              <a:extLst>
                <a:ext uri="{FF2B5EF4-FFF2-40B4-BE49-F238E27FC236}">
                  <a16:creationId xmlns:a16="http://schemas.microsoft.com/office/drawing/2014/main" id="{80BB6BBE-D597-4D2D-178F-84C5466E8672}"/>
                </a:ext>
              </a:extLst>
            </p:cNvPr>
            <p:cNvSpPr/>
            <p:nvPr/>
          </p:nvSpPr>
          <p:spPr>
            <a:xfrm>
              <a:off x="381325" y="4306725"/>
              <a:ext cx="665100" cy="363600"/>
            </a:xfrm>
            <a:prstGeom prst="rect">
              <a:avLst/>
            </a:prstGeom>
            <a:solidFill>
              <a:srgbClr val="CCD5D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29" name="Google Shape;4391;p121">
              <a:extLst>
                <a:ext uri="{FF2B5EF4-FFF2-40B4-BE49-F238E27FC236}">
                  <a16:creationId xmlns:a16="http://schemas.microsoft.com/office/drawing/2014/main" id="{CA697B94-E355-3A1F-D165-E99BED143F8E}"/>
                </a:ext>
              </a:extLst>
            </p:cNvPr>
            <p:cNvSpPr/>
            <p:nvPr/>
          </p:nvSpPr>
          <p:spPr>
            <a:xfrm>
              <a:off x="1046456" y="4306725"/>
              <a:ext cx="665100" cy="363600"/>
            </a:xfrm>
            <a:prstGeom prst="rect">
              <a:avLst/>
            </a:prstGeom>
            <a:solidFill>
              <a:srgbClr val="FDE8D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30" name="Google Shape;4392;p121">
              <a:extLst>
                <a:ext uri="{FF2B5EF4-FFF2-40B4-BE49-F238E27FC236}">
                  <a16:creationId xmlns:a16="http://schemas.microsoft.com/office/drawing/2014/main" id="{38760D9B-A5D7-3036-5693-5A7102C37F89}"/>
                </a:ext>
              </a:extLst>
            </p:cNvPr>
            <p:cNvSpPr/>
            <p:nvPr/>
          </p:nvSpPr>
          <p:spPr>
            <a:xfrm>
              <a:off x="1711584" y="4306725"/>
              <a:ext cx="665100" cy="363600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31" name="Google Shape;4393;p121">
              <a:extLst>
                <a:ext uri="{FF2B5EF4-FFF2-40B4-BE49-F238E27FC236}">
                  <a16:creationId xmlns:a16="http://schemas.microsoft.com/office/drawing/2014/main" id="{300562F7-51CC-9FB3-A223-87E281A158B6}"/>
                </a:ext>
              </a:extLst>
            </p:cNvPr>
            <p:cNvSpPr/>
            <p:nvPr/>
          </p:nvSpPr>
          <p:spPr>
            <a:xfrm>
              <a:off x="2376700" y="4306725"/>
              <a:ext cx="665100" cy="363600"/>
            </a:xfrm>
            <a:prstGeom prst="rect">
              <a:avLst/>
            </a:prstGeom>
            <a:solidFill>
              <a:srgbClr val="DFE8F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</p:grp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" name="Text Placeholder 39">
            <a:extLst>
              <a:ext uri="{FF2B5EF4-FFF2-40B4-BE49-F238E27FC236}">
                <a16:creationId xmlns:a16="http://schemas.microsoft.com/office/drawing/2014/main" id="{EBBD34C8-DDD6-078B-AB86-6167005212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501200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C641FE73-030A-52A0-E3C9-9EF89C4935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7" y="2159999"/>
            <a:ext cx="3398400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CA03645B-C93A-935B-E1AE-5EBBB546FF7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328973" y="1501200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0D89AFF3-3661-E5FE-FBAB-9A4AD8D4B420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328972" y="2159999"/>
            <a:ext cx="3398400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9564A9DB-7109-C5DA-B0AA-7769A4017136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4404673" y="1501200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6BBBC236-B525-D8E3-E158-04B3A6C850DB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404672" y="2159999"/>
            <a:ext cx="3398400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8A3124AB-5ED0-A255-570A-6064276DF662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470848" y="3674406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6E94381A-9E70-CEF5-D367-D868B482032A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470848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94429C1B-042A-0160-0F1A-9CE204E24072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8328973" y="3674406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6" name="Text Placeholder 39">
            <a:extLst>
              <a:ext uri="{FF2B5EF4-FFF2-40B4-BE49-F238E27FC236}">
                <a16:creationId xmlns:a16="http://schemas.microsoft.com/office/drawing/2014/main" id="{6651BDA1-E480-AAD7-6DD7-852AB527F797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8328973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D3E66203-36A8-A68C-71D0-D66CD4979C40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4404673" y="3674406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187BEBE6-DD56-4ADC-394D-1AB627D56953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4404673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C01CB18F-AD26-347E-6805-6E0A1EA1AB9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2" name="Text Placeholder 13">
            <a:extLst>
              <a:ext uri="{FF2B5EF4-FFF2-40B4-BE49-F238E27FC236}">
                <a16:creationId xmlns:a16="http://schemas.microsoft.com/office/drawing/2014/main" id="{AEC5E55C-FD30-BF75-F930-904FDC2A3BE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43" name="Text Placeholder 43">
            <a:extLst>
              <a:ext uri="{FF2B5EF4-FFF2-40B4-BE49-F238E27FC236}">
                <a16:creationId xmlns:a16="http://schemas.microsoft.com/office/drawing/2014/main" id="{34696532-EC4F-4679-F527-01E3D5AFE4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622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</p:spTree>
    <p:extLst>
      <p:ext uri="{BB962C8B-B14F-4D97-AF65-F5344CB8AC3E}">
        <p14:creationId xmlns:p14="http://schemas.microsoft.com/office/powerpoint/2010/main" val="3426964087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B540873-82F6-56BC-E3A7-0440EAD8B0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355375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B540873-82F6-56BC-E3A7-0440EAD8B0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9151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7BA44A0D-B95A-E938-E3BE-943DBFCE1AF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089862E0-51F6-EF99-F44C-DFDF12199A89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328973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BE72E948-0CDE-F322-3833-93CD7DB8EE40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404673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73E11B46-A622-46C7-D420-C5A54F40721E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470848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AAE8F9EE-05C8-232F-0B9F-AFF28DAED64B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8328973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703BAAE9-B930-E1A1-D25C-3716C7CAA5AD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4404673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1140453-F3E2-E9CE-8277-A77A8DE530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943F3617-A005-0E2A-4414-3D9D2B5E33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8" name="Text Placeholder 43">
            <a:extLst>
              <a:ext uri="{FF2B5EF4-FFF2-40B4-BE49-F238E27FC236}">
                <a16:creationId xmlns:a16="http://schemas.microsoft.com/office/drawing/2014/main" id="{3A47B3DB-A03B-F92E-DA45-C24FDD8251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BBD1EA64-D367-3000-FB8F-EC44DFE19CE7}"/>
              </a:ext>
            </a:extLst>
          </p:cNvPr>
          <p:cNvSpPr>
            <a:spLocks noGrp="1"/>
          </p:cNvSpPr>
          <p:nvPr>
            <p:ph type="pic" sz="quarter" idx="91" hasCustomPrompt="1"/>
          </p:nvPr>
        </p:nvSpPr>
        <p:spPr>
          <a:xfrm>
            <a:off x="466583" y="14954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4" name="Text Placeholder 39">
            <a:extLst>
              <a:ext uri="{FF2B5EF4-FFF2-40B4-BE49-F238E27FC236}">
                <a16:creationId xmlns:a16="http://schemas.microsoft.com/office/drawing/2014/main" id="{DE2CFCA5-DFB7-909B-5482-6D9A57CCA4F0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4402768" y="19151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5" name="Picture Placeholder 42">
            <a:extLst>
              <a:ext uri="{FF2B5EF4-FFF2-40B4-BE49-F238E27FC236}">
                <a16:creationId xmlns:a16="http://schemas.microsoft.com/office/drawing/2014/main" id="{75F47C76-B7CB-5F8C-0F42-806356B2AD8F}"/>
              </a:ext>
            </a:extLst>
          </p:cNvPr>
          <p:cNvSpPr>
            <a:spLocks noGrp="1"/>
          </p:cNvSpPr>
          <p:nvPr>
            <p:ph type="pic" sz="quarter" idx="93" hasCustomPrompt="1"/>
          </p:nvPr>
        </p:nvSpPr>
        <p:spPr>
          <a:xfrm>
            <a:off x="4398503" y="14954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6" name="Text Placeholder 39">
            <a:extLst>
              <a:ext uri="{FF2B5EF4-FFF2-40B4-BE49-F238E27FC236}">
                <a16:creationId xmlns:a16="http://schemas.microsoft.com/office/drawing/2014/main" id="{B25D08E3-473D-C2B7-FFA4-A1DD0B25B715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8334688" y="19151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7" name="Picture Placeholder 42">
            <a:extLst>
              <a:ext uri="{FF2B5EF4-FFF2-40B4-BE49-F238E27FC236}">
                <a16:creationId xmlns:a16="http://schemas.microsoft.com/office/drawing/2014/main" id="{40734FAB-FCFC-CB51-A3FF-1065EEA08483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8330423" y="14954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4" name="Text Placeholder 39">
            <a:extLst>
              <a:ext uri="{FF2B5EF4-FFF2-40B4-BE49-F238E27FC236}">
                <a16:creationId xmlns:a16="http://schemas.microsoft.com/office/drawing/2014/main" id="{7814DD09-6C3A-4E6C-BC15-7F3A14BFB630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70848" y="40995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65" name="Picture Placeholder 42">
            <a:extLst>
              <a:ext uri="{FF2B5EF4-FFF2-40B4-BE49-F238E27FC236}">
                <a16:creationId xmlns:a16="http://schemas.microsoft.com/office/drawing/2014/main" id="{6D5E5C33-980C-4087-5091-3788C15D337F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466583" y="36798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6" name="Text Placeholder 39">
            <a:extLst>
              <a:ext uri="{FF2B5EF4-FFF2-40B4-BE49-F238E27FC236}">
                <a16:creationId xmlns:a16="http://schemas.microsoft.com/office/drawing/2014/main" id="{EAB8A6BC-E2F1-EDD0-DA4B-0076A61E5C88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4402768" y="40995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67" name="Picture Placeholder 42">
            <a:extLst>
              <a:ext uri="{FF2B5EF4-FFF2-40B4-BE49-F238E27FC236}">
                <a16:creationId xmlns:a16="http://schemas.microsoft.com/office/drawing/2014/main" id="{38810E47-3E69-CDD6-369C-53BCC2ED3DCB}"/>
              </a:ext>
            </a:extLst>
          </p:cNvPr>
          <p:cNvSpPr>
            <a:spLocks noGrp="1"/>
          </p:cNvSpPr>
          <p:nvPr>
            <p:ph type="pic" sz="quarter" idx="99" hasCustomPrompt="1"/>
          </p:nvPr>
        </p:nvSpPr>
        <p:spPr>
          <a:xfrm>
            <a:off x="4398503" y="36798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8" name="Text Placeholder 39">
            <a:extLst>
              <a:ext uri="{FF2B5EF4-FFF2-40B4-BE49-F238E27FC236}">
                <a16:creationId xmlns:a16="http://schemas.microsoft.com/office/drawing/2014/main" id="{C0731511-874C-7115-ED88-254750D8C2A3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8334688" y="40995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69" name="Picture Placeholder 42">
            <a:extLst>
              <a:ext uri="{FF2B5EF4-FFF2-40B4-BE49-F238E27FC236}">
                <a16:creationId xmlns:a16="http://schemas.microsoft.com/office/drawing/2014/main" id="{8A81C1DC-6AA5-1836-4435-DE869F0B7B5F}"/>
              </a:ext>
            </a:extLst>
          </p:cNvPr>
          <p:cNvSpPr>
            <a:spLocks noGrp="1"/>
          </p:cNvSpPr>
          <p:nvPr>
            <p:ph type="pic" sz="quarter" idx="101" hasCustomPrompt="1"/>
          </p:nvPr>
        </p:nvSpPr>
        <p:spPr>
          <a:xfrm>
            <a:off x="8330423" y="36798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4082963490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F736F0D5-656D-76A3-07DC-5EFF72508D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640461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736F0D5-656D-76A3-07DC-5EFF72508D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9151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7BA44A0D-B95A-E938-E3BE-943DBFCE1AF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089862E0-51F6-EF99-F44C-DFDF12199A89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328973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BE72E948-0CDE-F322-3833-93CD7DB8EE40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404673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73E11B46-A622-46C7-D420-C5A54F40721E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470848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AAE8F9EE-05C8-232F-0B9F-AFF28DAED64B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8328973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703BAAE9-B930-E1A1-D25C-3716C7CAA5AD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4404673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1140453-F3E2-E9CE-8277-A77A8DE530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943F3617-A005-0E2A-4414-3D9D2B5E33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8" name="Text Placeholder 43">
            <a:extLst>
              <a:ext uri="{FF2B5EF4-FFF2-40B4-BE49-F238E27FC236}">
                <a16:creationId xmlns:a16="http://schemas.microsoft.com/office/drawing/2014/main" id="{3A47B3DB-A03B-F92E-DA45-C24FDD8251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BBD1EA64-D367-3000-FB8F-EC44DFE19CE7}"/>
              </a:ext>
            </a:extLst>
          </p:cNvPr>
          <p:cNvSpPr>
            <a:spLocks noGrp="1"/>
          </p:cNvSpPr>
          <p:nvPr>
            <p:ph type="pic" sz="quarter" idx="91" hasCustomPrompt="1"/>
          </p:nvPr>
        </p:nvSpPr>
        <p:spPr>
          <a:xfrm>
            <a:off x="466583" y="14954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4" name="Text Placeholder 39">
            <a:extLst>
              <a:ext uri="{FF2B5EF4-FFF2-40B4-BE49-F238E27FC236}">
                <a16:creationId xmlns:a16="http://schemas.microsoft.com/office/drawing/2014/main" id="{DE2CFCA5-DFB7-909B-5482-6D9A57CCA4F0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4402768" y="19151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5" name="Picture Placeholder 42">
            <a:extLst>
              <a:ext uri="{FF2B5EF4-FFF2-40B4-BE49-F238E27FC236}">
                <a16:creationId xmlns:a16="http://schemas.microsoft.com/office/drawing/2014/main" id="{75F47C76-B7CB-5F8C-0F42-806356B2AD8F}"/>
              </a:ext>
            </a:extLst>
          </p:cNvPr>
          <p:cNvSpPr>
            <a:spLocks noGrp="1"/>
          </p:cNvSpPr>
          <p:nvPr>
            <p:ph type="pic" sz="quarter" idx="93" hasCustomPrompt="1"/>
          </p:nvPr>
        </p:nvSpPr>
        <p:spPr>
          <a:xfrm>
            <a:off x="4398503" y="14954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6" name="Text Placeholder 39">
            <a:extLst>
              <a:ext uri="{FF2B5EF4-FFF2-40B4-BE49-F238E27FC236}">
                <a16:creationId xmlns:a16="http://schemas.microsoft.com/office/drawing/2014/main" id="{B25D08E3-473D-C2B7-FFA4-A1DD0B25B715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8334688" y="19151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7" name="Picture Placeholder 42">
            <a:extLst>
              <a:ext uri="{FF2B5EF4-FFF2-40B4-BE49-F238E27FC236}">
                <a16:creationId xmlns:a16="http://schemas.microsoft.com/office/drawing/2014/main" id="{40734FAB-FCFC-CB51-A3FF-1065EEA08483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8330423" y="14954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4" name="Text Placeholder 39">
            <a:extLst>
              <a:ext uri="{FF2B5EF4-FFF2-40B4-BE49-F238E27FC236}">
                <a16:creationId xmlns:a16="http://schemas.microsoft.com/office/drawing/2014/main" id="{7814DD09-6C3A-4E6C-BC15-7F3A14BFB630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70848" y="40995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65" name="Picture Placeholder 42">
            <a:extLst>
              <a:ext uri="{FF2B5EF4-FFF2-40B4-BE49-F238E27FC236}">
                <a16:creationId xmlns:a16="http://schemas.microsoft.com/office/drawing/2014/main" id="{6D5E5C33-980C-4087-5091-3788C15D337F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466583" y="36798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6" name="Text Placeholder 39">
            <a:extLst>
              <a:ext uri="{FF2B5EF4-FFF2-40B4-BE49-F238E27FC236}">
                <a16:creationId xmlns:a16="http://schemas.microsoft.com/office/drawing/2014/main" id="{EAB8A6BC-E2F1-EDD0-DA4B-0076A61E5C88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4402768" y="40995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67" name="Picture Placeholder 42">
            <a:extLst>
              <a:ext uri="{FF2B5EF4-FFF2-40B4-BE49-F238E27FC236}">
                <a16:creationId xmlns:a16="http://schemas.microsoft.com/office/drawing/2014/main" id="{38810E47-3E69-CDD6-369C-53BCC2ED3DCB}"/>
              </a:ext>
            </a:extLst>
          </p:cNvPr>
          <p:cNvSpPr>
            <a:spLocks noGrp="1"/>
          </p:cNvSpPr>
          <p:nvPr>
            <p:ph type="pic" sz="quarter" idx="99" hasCustomPrompt="1"/>
          </p:nvPr>
        </p:nvSpPr>
        <p:spPr>
          <a:xfrm>
            <a:off x="4398503" y="36798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8" name="Text Placeholder 39">
            <a:extLst>
              <a:ext uri="{FF2B5EF4-FFF2-40B4-BE49-F238E27FC236}">
                <a16:creationId xmlns:a16="http://schemas.microsoft.com/office/drawing/2014/main" id="{C0731511-874C-7115-ED88-254750D8C2A3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8334688" y="40995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69" name="Picture Placeholder 42">
            <a:extLst>
              <a:ext uri="{FF2B5EF4-FFF2-40B4-BE49-F238E27FC236}">
                <a16:creationId xmlns:a16="http://schemas.microsoft.com/office/drawing/2014/main" id="{8A81C1DC-6AA5-1836-4435-DE869F0B7B5F}"/>
              </a:ext>
            </a:extLst>
          </p:cNvPr>
          <p:cNvSpPr>
            <a:spLocks noGrp="1"/>
          </p:cNvSpPr>
          <p:nvPr>
            <p:ph type="pic" sz="quarter" idx="101" hasCustomPrompt="1"/>
          </p:nvPr>
        </p:nvSpPr>
        <p:spPr>
          <a:xfrm>
            <a:off x="8330423" y="36798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pic>
        <p:nvPicPr>
          <p:cNvPr id="32" name="Google Shape;2417;p84">
            <a:extLst>
              <a:ext uri="{FF2B5EF4-FFF2-40B4-BE49-F238E27FC236}">
                <a16:creationId xmlns:a16="http://schemas.microsoft.com/office/drawing/2014/main" id="{A013D738-BE9A-6797-D133-4963D73DDDEF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3526411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A51E734F-A37D-F725-D820-25BAD25CBD3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266739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51E734F-A37D-F725-D820-25BAD25CBD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013FE857-09EF-6320-AEC5-6F9618E95C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32" name="Google Shape;4546;p456">
            <a:extLst>
              <a:ext uri="{FF2B5EF4-FFF2-40B4-BE49-F238E27FC236}">
                <a16:creationId xmlns:a16="http://schemas.microsoft.com/office/drawing/2014/main" id="{BDF08FE4-6E2D-5166-08BA-CE39A101E6C8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18BFB194-2672-16B7-ED2C-9B1C972E24D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4E0F91D7-7C08-A520-E598-9CDB27F1B5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501200"/>
            <a:ext cx="3746966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650DD8A1-947F-8F07-93AB-A40EF04FDF9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160000"/>
            <a:ext cx="3746966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6" name="Text Placeholder 39">
            <a:extLst>
              <a:ext uri="{FF2B5EF4-FFF2-40B4-BE49-F238E27FC236}">
                <a16:creationId xmlns:a16="http://schemas.microsoft.com/office/drawing/2014/main" id="{B04975F1-C05A-1F8D-7E3A-2F1589A4DD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58445" y="1501413"/>
            <a:ext cx="6863932" cy="169042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06ED13DD-6DF2-F50D-26A3-FD10F14995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0848" y="3663951"/>
            <a:ext cx="3746966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8" name="Text Placeholder 39">
            <a:extLst>
              <a:ext uri="{FF2B5EF4-FFF2-40B4-BE49-F238E27FC236}">
                <a16:creationId xmlns:a16="http://schemas.microsoft.com/office/drawing/2014/main" id="{D917ADE9-5F71-6C61-E67F-FBE028C2519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0848" y="4322603"/>
            <a:ext cx="3746966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9" name="Chart Placeholder 56">
            <a:extLst>
              <a:ext uri="{FF2B5EF4-FFF2-40B4-BE49-F238E27FC236}">
                <a16:creationId xmlns:a16="http://schemas.microsoft.com/office/drawing/2014/main" id="{3E906642-ECAC-F54B-5543-3825A12B4E2A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4858445" y="1803600"/>
            <a:ext cx="6864295" cy="3789400"/>
          </a:xfrm>
          <a:prstGeom prst="rect">
            <a:avLst/>
          </a:prstGeom>
        </p:spPr>
        <p:txBody>
          <a:bodyPr/>
          <a:lstStyle>
            <a:lvl1pPr rtl="0">
              <a:defRPr>
                <a:latin typeface="Arial Nova Cond" panose="020B0506020202020204" pitchFamily="34" charset="0"/>
              </a:defRPr>
            </a:lvl1pPr>
          </a:lstStyle>
          <a:p>
            <a:r>
              <a:rPr lang="pt-BR"/>
              <a:t>Gráfico</a:t>
            </a:r>
          </a:p>
        </p:txBody>
      </p:sp>
      <p:sp>
        <p:nvSpPr>
          <p:cNvPr id="50" name="Text Placeholder 11">
            <a:extLst>
              <a:ext uri="{FF2B5EF4-FFF2-40B4-BE49-F238E27FC236}">
                <a16:creationId xmlns:a16="http://schemas.microsoft.com/office/drawing/2014/main" id="{B340CD37-1B87-00B6-5E57-D55AAF85366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51" name="Text Placeholder 13">
            <a:extLst>
              <a:ext uri="{FF2B5EF4-FFF2-40B4-BE49-F238E27FC236}">
                <a16:creationId xmlns:a16="http://schemas.microsoft.com/office/drawing/2014/main" id="{430CE6F3-F391-1382-61C7-7841BF993D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52" name="Text Placeholder 43">
            <a:extLst>
              <a:ext uri="{FF2B5EF4-FFF2-40B4-BE49-F238E27FC236}">
                <a16:creationId xmlns:a16="http://schemas.microsoft.com/office/drawing/2014/main" id="{934D75B2-B160-3924-EE10-A7E18ABF932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</p:spTree>
    <p:extLst>
      <p:ext uri="{BB962C8B-B14F-4D97-AF65-F5344CB8AC3E}">
        <p14:creationId xmlns:p14="http://schemas.microsoft.com/office/powerpoint/2010/main" val="228151868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7E8ECD5-C53F-82E9-736F-8057C432D6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404180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7E8ECD5-C53F-82E9-736F-8057C432D6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94365A6E-758D-3E5C-AD84-D5AE473704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5" name="Google Shape;4546;p456">
            <a:extLst>
              <a:ext uri="{FF2B5EF4-FFF2-40B4-BE49-F238E27FC236}">
                <a16:creationId xmlns:a16="http://schemas.microsoft.com/office/drawing/2014/main" id="{04212ACC-5AB5-7E90-4A7E-4F3BC0BED6FF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Text Placeholder 32">
            <a:extLst>
              <a:ext uri="{FF2B5EF4-FFF2-40B4-BE49-F238E27FC236}">
                <a16:creationId xmlns:a16="http://schemas.microsoft.com/office/drawing/2014/main" id="{C1003A35-16F0-6A43-5044-7EFBF15EF1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8" name="Text Placeholder 39">
            <a:extLst>
              <a:ext uri="{FF2B5EF4-FFF2-40B4-BE49-F238E27FC236}">
                <a16:creationId xmlns:a16="http://schemas.microsoft.com/office/drawing/2014/main" id="{3E8C8209-B4A1-245C-93A5-B5A89253D37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501200"/>
            <a:ext cx="3746966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3EFDD814-6412-39CF-649F-8FD4B10EB2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160000"/>
            <a:ext cx="3746966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3499164C-4D4D-FD1A-9E9D-39C859A007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58445" y="1501413"/>
            <a:ext cx="6863932" cy="169042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93493471-2497-21B2-4B44-74EDA5E731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0848" y="3663951"/>
            <a:ext cx="3746966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2" name="Text Placeholder 39">
            <a:extLst>
              <a:ext uri="{FF2B5EF4-FFF2-40B4-BE49-F238E27FC236}">
                <a16:creationId xmlns:a16="http://schemas.microsoft.com/office/drawing/2014/main" id="{000B1622-ABAD-5280-3CB5-9A2AAA8F003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0848" y="4322603"/>
            <a:ext cx="3746966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3" name="Chart Placeholder 56">
            <a:extLst>
              <a:ext uri="{FF2B5EF4-FFF2-40B4-BE49-F238E27FC236}">
                <a16:creationId xmlns:a16="http://schemas.microsoft.com/office/drawing/2014/main" id="{E7DA3DAF-C417-F696-7A8D-DEC16EAB0A9A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4858445" y="1803600"/>
            <a:ext cx="6864295" cy="3789400"/>
          </a:xfrm>
          <a:prstGeom prst="rect">
            <a:avLst/>
          </a:prstGeom>
        </p:spPr>
        <p:txBody>
          <a:bodyPr/>
          <a:lstStyle>
            <a:lvl1pPr rtl="0">
              <a:defRPr>
                <a:latin typeface="Arial Nova Cond" panose="020B0506020202020204" pitchFamily="34" charset="0"/>
              </a:defRPr>
            </a:lvl1pPr>
          </a:lstStyle>
          <a:p>
            <a:r>
              <a:rPr lang="pt-BR"/>
              <a:t>Gráfico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98514E3F-27C2-0D9D-01A1-49C5239E75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36B6AE38-B925-98EC-AD44-D816BB0AAD1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2" name="Text Placeholder 43">
            <a:extLst>
              <a:ext uri="{FF2B5EF4-FFF2-40B4-BE49-F238E27FC236}">
                <a16:creationId xmlns:a16="http://schemas.microsoft.com/office/drawing/2014/main" id="{BF3B4464-6F82-DB5C-FD37-590D937C33D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</p:spTree>
    <p:extLst>
      <p:ext uri="{BB962C8B-B14F-4D97-AF65-F5344CB8AC3E}">
        <p14:creationId xmlns:p14="http://schemas.microsoft.com/office/powerpoint/2010/main" val="4130616257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AB1F7498-BB37-177C-ED51-28B4FB204E1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452863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B1F7498-BB37-177C-ED51-28B4FB204E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4EE2C453-AF4E-F9F5-C41A-640E476DA5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501200"/>
            <a:ext cx="3746966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6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3256DD08-D766-F104-5485-C876BA9369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159999"/>
            <a:ext cx="3747600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8" name="Text Placeholder 39">
            <a:extLst>
              <a:ext uri="{FF2B5EF4-FFF2-40B4-BE49-F238E27FC236}">
                <a16:creationId xmlns:a16="http://schemas.microsoft.com/office/drawing/2014/main" id="{35002E8C-C568-172D-3109-85A55236B29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64348" y="1501200"/>
            <a:ext cx="3746966" cy="169042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rgbClr val="99AAB6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384326CA-7B90-4056-3C9C-24A905DEC8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0848" y="3689792"/>
            <a:ext cx="3746966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6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E137C798-7CCC-8C7D-D495-0AEC858F97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0848" y="4348443"/>
            <a:ext cx="3746966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7" name="Chart Placeholder 56">
            <a:extLst>
              <a:ext uri="{FF2B5EF4-FFF2-40B4-BE49-F238E27FC236}">
                <a16:creationId xmlns:a16="http://schemas.microsoft.com/office/drawing/2014/main" id="{3F429A4A-06DC-1E3A-5A65-0C3997FDCCCA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4858445" y="1803600"/>
            <a:ext cx="6864295" cy="3790800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Gráfico</a:t>
            </a:r>
          </a:p>
        </p:txBody>
      </p:sp>
      <p:pic>
        <p:nvPicPr>
          <p:cNvPr id="4" name="Google Shape;2417;p84">
            <a:extLst>
              <a:ext uri="{FF2B5EF4-FFF2-40B4-BE49-F238E27FC236}">
                <a16:creationId xmlns:a16="http://schemas.microsoft.com/office/drawing/2014/main" id="{23FCB833-941F-6595-929E-8CDE9F8767AD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55BCCC9F-12BA-1AC7-F575-E03E54A2B7E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8F4643BE-BB97-4DB6-085A-60C5E725A28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9D2B60D9-BF99-DCF4-16A1-2B2DB3AEA6D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622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</p:spTree>
    <p:extLst>
      <p:ext uri="{BB962C8B-B14F-4D97-AF65-F5344CB8AC3E}">
        <p14:creationId xmlns:p14="http://schemas.microsoft.com/office/powerpoint/2010/main" val="576522245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D1F0D5C-A2B9-3310-111D-14EA91D962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667200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D1F0D5C-A2B9-3310-111D-14EA91D962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Freeform 33">
            <a:extLst>
              <a:ext uri="{FF2B5EF4-FFF2-40B4-BE49-F238E27FC236}">
                <a16:creationId xmlns:a16="http://schemas.microsoft.com/office/drawing/2014/main" id="{58663207-A50E-489B-C7CA-CB035C21D0C7}"/>
              </a:ext>
            </a:extLst>
          </p:cNvPr>
          <p:cNvSpPr/>
          <p:nvPr userDrawn="1"/>
        </p:nvSpPr>
        <p:spPr>
          <a:xfrm>
            <a:off x="-1" y="0"/>
            <a:ext cx="8794750" cy="6857999"/>
          </a:xfrm>
          <a:custGeom>
            <a:avLst/>
            <a:gdLst>
              <a:gd name="connsiteX0" fmla="*/ 0 w 8794750"/>
              <a:gd name="connsiteY0" fmla="*/ 0 h 6857999"/>
              <a:gd name="connsiteX1" fmla="*/ 4167094 w 8794750"/>
              <a:gd name="connsiteY1" fmla="*/ 0 h 6857999"/>
              <a:gd name="connsiteX2" fmla="*/ 4631859 w 8794750"/>
              <a:gd name="connsiteY2" fmla="*/ 0 h 6857999"/>
              <a:gd name="connsiteX3" fmla="*/ 8794750 w 8794750"/>
              <a:gd name="connsiteY3" fmla="*/ 0 h 6857999"/>
              <a:gd name="connsiteX4" fmla="*/ 4910363 w 8794750"/>
              <a:gd name="connsiteY4" fmla="*/ 6857999 h 6857999"/>
              <a:gd name="connsiteX5" fmla="*/ 4631859 w 8794750"/>
              <a:gd name="connsiteY5" fmla="*/ 6857999 h 6857999"/>
              <a:gd name="connsiteX6" fmla="*/ 4167094 w 8794750"/>
              <a:gd name="connsiteY6" fmla="*/ 6857999 h 6857999"/>
              <a:gd name="connsiteX7" fmla="*/ 0 w 8794750"/>
              <a:gd name="connsiteY7" fmla="*/ 6857999 h 6857999"/>
              <a:gd name="connsiteX8" fmla="*/ 0 w 8794750"/>
              <a:gd name="connsiteY8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794750" h="6857999">
                <a:moveTo>
                  <a:pt x="0" y="0"/>
                </a:moveTo>
                <a:lnTo>
                  <a:pt x="4167094" y="0"/>
                </a:lnTo>
                <a:lnTo>
                  <a:pt x="4631859" y="0"/>
                </a:lnTo>
                <a:lnTo>
                  <a:pt x="8794750" y="0"/>
                </a:lnTo>
                <a:lnTo>
                  <a:pt x="4910363" y="6857999"/>
                </a:lnTo>
                <a:lnTo>
                  <a:pt x="4631859" y="6857999"/>
                </a:lnTo>
                <a:lnTo>
                  <a:pt x="4167094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C05A2F3D-49CE-59CA-4C58-2FADDF1CF9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848" y="1501200"/>
            <a:ext cx="3746966" cy="67854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chemeClr val="accent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189E06BC-E95B-3DFB-697A-A20F60BE84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2503813"/>
            <a:ext cx="3746966" cy="1332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9" name="Slide Number Placeholder 2">
            <a:extLst>
              <a:ext uri="{FF2B5EF4-FFF2-40B4-BE49-F238E27FC236}">
                <a16:creationId xmlns:a16="http://schemas.microsoft.com/office/drawing/2014/main" id="{38C5B79B-2514-1079-AB26-5F47208D6C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0" name="Text Placeholder 32">
            <a:extLst>
              <a:ext uri="{FF2B5EF4-FFF2-40B4-BE49-F238E27FC236}">
                <a16:creationId xmlns:a16="http://schemas.microsoft.com/office/drawing/2014/main" id="{05FA630A-4466-4C77-2218-F4FB71365B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CADDA99-3244-BCC6-A70A-F9C2FB148A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4" y="165544"/>
            <a:ext cx="10117976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184F7633-8106-02A1-DF08-4669C15AE42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1" y="824400"/>
            <a:ext cx="11255513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2" name="Text Placeholder 43">
            <a:extLst>
              <a:ext uri="{FF2B5EF4-FFF2-40B4-BE49-F238E27FC236}">
                <a16:creationId xmlns:a16="http://schemas.microsoft.com/office/drawing/2014/main" id="{46FB589A-7554-89A4-B2FB-2D9E4648178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</p:spTree>
    <p:extLst>
      <p:ext uri="{BB962C8B-B14F-4D97-AF65-F5344CB8AC3E}">
        <p14:creationId xmlns:p14="http://schemas.microsoft.com/office/powerpoint/2010/main" val="1936364450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BD8D0C97-1C47-9F79-1D50-304036DF99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732127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D8D0C97-1C47-9F79-1D50-304036DF99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Freeform 33">
            <a:extLst>
              <a:ext uri="{FF2B5EF4-FFF2-40B4-BE49-F238E27FC236}">
                <a16:creationId xmlns:a16="http://schemas.microsoft.com/office/drawing/2014/main" id="{58663207-A50E-489B-C7CA-CB035C21D0C7}"/>
              </a:ext>
            </a:extLst>
          </p:cNvPr>
          <p:cNvSpPr/>
          <p:nvPr userDrawn="1"/>
        </p:nvSpPr>
        <p:spPr>
          <a:xfrm>
            <a:off x="-1" y="0"/>
            <a:ext cx="8794750" cy="6857999"/>
          </a:xfrm>
          <a:custGeom>
            <a:avLst/>
            <a:gdLst>
              <a:gd name="connsiteX0" fmla="*/ 0 w 8794750"/>
              <a:gd name="connsiteY0" fmla="*/ 0 h 6857999"/>
              <a:gd name="connsiteX1" fmla="*/ 4167094 w 8794750"/>
              <a:gd name="connsiteY1" fmla="*/ 0 h 6857999"/>
              <a:gd name="connsiteX2" fmla="*/ 4631859 w 8794750"/>
              <a:gd name="connsiteY2" fmla="*/ 0 h 6857999"/>
              <a:gd name="connsiteX3" fmla="*/ 8794750 w 8794750"/>
              <a:gd name="connsiteY3" fmla="*/ 0 h 6857999"/>
              <a:gd name="connsiteX4" fmla="*/ 4910363 w 8794750"/>
              <a:gd name="connsiteY4" fmla="*/ 6857999 h 6857999"/>
              <a:gd name="connsiteX5" fmla="*/ 4631859 w 8794750"/>
              <a:gd name="connsiteY5" fmla="*/ 6857999 h 6857999"/>
              <a:gd name="connsiteX6" fmla="*/ 4167094 w 8794750"/>
              <a:gd name="connsiteY6" fmla="*/ 6857999 h 6857999"/>
              <a:gd name="connsiteX7" fmla="*/ 0 w 8794750"/>
              <a:gd name="connsiteY7" fmla="*/ 6857999 h 6857999"/>
              <a:gd name="connsiteX8" fmla="*/ 0 w 8794750"/>
              <a:gd name="connsiteY8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794750" h="6857999">
                <a:moveTo>
                  <a:pt x="0" y="0"/>
                </a:moveTo>
                <a:lnTo>
                  <a:pt x="4167094" y="0"/>
                </a:lnTo>
                <a:lnTo>
                  <a:pt x="4631859" y="0"/>
                </a:lnTo>
                <a:lnTo>
                  <a:pt x="8794750" y="0"/>
                </a:lnTo>
                <a:lnTo>
                  <a:pt x="4910363" y="6857999"/>
                </a:lnTo>
                <a:lnTo>
                  <a:pt x="4631859" y="6857999"/>
                </a:lnTo>
                <a:lnTo>
                  <a:pt x="4167094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5C2B49C8-5587-3CB9-BD73-530C192F48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1600" y="1501200"/>
            <a:ext cx="3746966" cy="67854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rgbClr val="CCD5DB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EF406C78-B1F5-AB03-82A5-7DF8C0747FB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2505600"/>
            <a:ext cx="3746966" cy="1332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9" name="Slide Number Placeholder 2">
            <a:extLst>
              <a:ext uri="{FF2B5EF4-FFF2-40B4-BE49-F238E27FC236}">
                <a16:creationId xmlns:a16="http://schemas.microsoft.com/office/drawing/2014/main" id="{6F14D0AD-9C0F-D98D-BCB7-363101D50C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F8A4A206-C721-0C4B-953D-3F1BCB6B186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0" name="Text Placeholder 32">
            <a:extLst>
              <a:ext uri="{FF2B5EF4-FFF2-40B4-BE49-F238E27FC236}">
                <a16:creationId xmlns:a16="http://schemas.microsoft.com/office/drawing/2014/main" id="{C0D0EDD7-6D67-670B-9270-19E08DE70C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2013F624-E35B-F58C-648D-C3A004B7084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2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19EEA635-C715-2C9F-7862-EE40366C91F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6180"/>
            <a:ext cx="11255653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3" name="Text Placeholder 43">
            <a:extLst>
              <a:ext uri="{FF2B5EF4-FFF2-40B4-BE49-F238E27FC236}">
                <a16:creationId xmlns:a16="http://schemas.microsoft.com/office/drawing/2014/main" id="{5A64E133-61F8-AFC9-4C48-ABDBEE214EE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622" y="469899"/>
            <a:ext cx="11255653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</p:spTree>
    <p:extLst>
      <p:ext uri="{BB962C8B-B14F-4D97-AF65-F5344CB8AC3E}">
        <p14:creationId xmlns:p14="http://schemas.microsoft.com/office/powerpoint/2010/main" val="2642697407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A80910B-7DEE-2030-CB93-72F5EDCC51C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814905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A80910B-7DEE-2030-CB93-72F5EDCC51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Freeform 33">
            <a:extLst>
              <a:ext uri="{FF2B5EF4-FFF2-40B4-BE49-F238E27FC236}">
                <a16:creationId xmlns:a16="http://schemas.microsoft.com/office/drawing/2014/main" id="{58663207-A50E-489B-C7CA-CB035C21D0C7}"/>
              </a:ext>
            </a:extLst>
          </p:cNvPr>
          <p:cNvSpPr/>
          <p:nvPr userDrawn="1"/>
        </p:nvSpPr>
        <p:spPr>
          <a:xfrm>
            <a:off x="-1" y="0"/>
            <a:ext cx="8794750" cy="6857999"/>
          </a:xfrm>
          <a:custGeom>
            <a:avLst/>
            <a:gdLst>
              <a:gd name="connsiteX0" fmla="*/ 0 w 8794750"/>
              <a:gd name="connsiteY0" fmla="*/ 0 h 6857999"/>
              <a:gd name="connsiteX1" fmla="*/ 4167094 w 8794750"/>
              <a:gd name="connsiteY1" fmla="*/ 0 h 6857999"/>
              <a:gd name="connsiteX2" fmla="*/ 4631859 w 8794750"/>
              <a:gd name="connsiteY2" fmla="*/ 0 h 6857999"/>
              <a:gd name="connsiteX3" fmla="*/ 8794750 w 8794750"/>
              <a:gd name="connsiteY3" fmla="*/ 0 h 6857999"/>
              <a:gd name="connsiteX4" fmla="*/ 4910363 w 8794750"/>
              <a:gd name="connsiteY4" fmla="*/ 6857999 h 6857999"/>
              <a:gd name="connsiteX5" fmla="*/ 4631859 w 8794750"/>
              <a:gd name="connsiteY5" fmla="*/ 6857999 h 6857999"/>
              <a:gd name="connsiteX6" fmla="*/ 4167094 w 8794750"/>
              <a:gd name="connsiteY6" fmla="*/ 6857999 h 6857999"/>
              <a:gd name="connsiteX7" fmla="*/ 0 w 8794750"/>
              <a:gd name="connsiteY7" fmla="*/ 6857999 h 6857999"/>
              <a:gd name="connsiteX8" fmla="*/ 0 w 8794750"/>
              <a:gd name="connsiteY8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794750" h="6857999">
                <a:moveTo>
                  <a:pt x="0" y="0"/>
                </a:moveTo>
                <a:lnTo>
                  <a:pt x="4167094" y="0"/>
                </a:lnTo>
                <a:lnTo>
                  <a:pt x="4631859" y="0"/>
                </a:lnTo>
                <a:lnTo>
                  <a:pt x="8794750" y="0"/>
                </a:lnTo>
                <a:lnTo>
                  <a:pt x="4910363" y="6857999"/>
                </a:lnTo>
                <a:lnTo>
                  <a:pt x="4631859" y="6857999"/>
                </a:lnTo>
                <a:lnTo>
                  <a:pt x="4167094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solidFill>
                <a:schemeClr val="accent1"/>
              </a:solidFill>
              <a:latin typeface="Arial Nova Cond" panose="020B0506020202020204" pitchFamily="34" charset="0"/>
            </a:endParaRPr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CBF4007C-AEF5-1786-9FF8-F60CDACA0F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848" y="1501200"/>
            <a:ext cx="3746966" cy="67854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rgbClr val="7EA1C3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33B8C4F1-E7F7-1D6D-955B-75C67D6C5F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2505600"/>
            <a:ext cx="3746966" cy="1332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9" name="Slide Number Placeholder 2">
            <a:extLst>
              <a:ext uri="{FF2B5EF4-FFF2-40B4-BE49-F238E27FC236}">
                <a16:creationId xmlns:a16="http://schemas.microsoft.com/office/drawing/2014/main" id="{953A4B2F-B127-7B18-CE54-EC01AF7BF4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0A365680-547C-C246-87C0-E4B630AEC8F9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0" name="Text Placeholder 32">
            <a:extLst>
              <a:ext uri="{FF2B5EF4-FFF2-40B4-BE49-F238E27FC236}">
                <a16:creationId xmlns:a16="http://schemas.microsoft.com/office/drawing/2014/main" id="{EB28C7E4-8F9A-2C71-9E1F-4208A79CB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B6408949-5F76-4553-CBE0-95BB98206B4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7EA1C3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3BC3ED72-423E-D7C5-D057-74AB3C3894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6180"/>
            <a:ext cx="11255653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7EA1C3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2" name="Text Placeholder 43">
            <a:extLst>
              <a:ext uri="{FF2B5EF4-FFF2-40B4-BE49-F238E27FC236}">
                <a16:creationId xmlns:a16="http://schemas.microsoft.com/office/drawing/2014/main" id="{1711466F-E196-2186-7321-D3E46A5E611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622" y="469899"/>
            <a:ext cx="11255653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</p:spTree>
    <p:extLst>
      <p:ext uri="{BB962C8B-B14F-4D97-AF65-F5344CB8AC3E}">
        <p14:creationId xmlns:p14="http://schemas.microsoft.com/office/powerpoint/2010/main" val="1644579157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86D158F2-F594-06B7-92EF-CC59D8AECC7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189428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6D158F2-F594-06B7-92EF-CC59D8AECC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Freeform 33">
            <a:extLst>
              <a:ext uri="{FF2B5EF4-FFF2-40B4-BE49-F238E27FC236}">
                <a16:creationId xmlns:a16="http://schemas.microsoft.com/office/drawing/2014/main" id="{58663207-A50E-489B-C7CA-CB035C21D0C7}"/>
              </a:ext>
            </a:extLst>
          </p:cNvPr>
          <p:cNvSpPr/>
          <p:nvPr userDrawn="1"/>
        </p:nvSpPr>
        <p:spPr>
          <a:xfrm>
            <a:off x="-1" y="0"/>
            <a:ext cx="8794750" cy="6857999"/>
          </a:xfrm>
          <a:custGeom>
            <a:avLst/>
            <a:gdLst>
              <a:gd name="connsiteX0" fmla="*/ 0 w 8794750"/>
              <a:gd name="connsiteY0" fmla="*/ 0 h 6857999"/>
              <a:gd name="connsiteX1" fmla="*/ 4167094 w 8794750"/>
              <a:gd name="connsiteY1" fmla="*/ 0 h 6857999"/>
              <a:gd name="connsiteX2" fmla="*/ 4631859 w 8794750"/>
              <a:gd name="connsiteY2" fmla="*/ 0 h 6857999"/>
              <a:gd name="connsiteX3" fmla="*/ 8794750 w 8794750"/>
              <a:gd name="connsiteY3" fmla="*/ 0 h 6857999"/>
              <a:gd name="connsiteX4" fmla="*/ 4910363 w 8794750"/>
              <a:gd name="connsiteY4" fmla="*/ 6857999 h 6857999"/>
              <a:gd name="connsiteX5" fmla="*/ 4631859 w 8794750"/>
              <a:gd name="connsiteY5" fmla="*/ 6857999 h 6857999"/>
              <a:gd name="connsiteX6" fmla="*/ 4167094 w 8794750"/>
              <a:gd name="connsiteY6" fmla="*/ 6857999 h 6857999"/>
              <a:gd name="connsiteX7" fmla="*/ 0 w 8794750"/>
              <a:gd name="connsiteY7" fmla="*/ 6857999 h 6857999"/>
              <a:gd name="connsiteX8" fmla="*/ 0 w 8794750"/>
              <a:gd name="connsiteY8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794750" h="6857999">
                <a:moveTo>
                  <a:pt x="0" y="0"/>
                </a:moveTo>
                <a:lnTo>
                  <a:pt x="4167094" y="0"/>
                </a:lnTo>
                <a:lnTo>
                  <a:pt x="4631859" y="0"/>
                </a:lnTo>
                <a:lnTo>
                  <a:pt x="8794750" y="0"/>
                </a:lnTo>
                <a:lnTo>
                  <a:pt x="4910363" y="6857999"/>
                </a:lnTo>
                <a:lnTo>
                  <a:pt x="4631859" y="6857999"/>
                </a:lnTo>
                <a:lnTo>
                  <a:pt x="4167094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solidFill>
                <a:schemeClr val="accent1"/>
              </a:solidFill>
              <a:latin typeface="Arial Nova Cond" panose="020B0506020202020204" pitchFamily="34" charset="0"/>
            </a:endParaRPr>
          </a:p>
        </p:txBody>
      </p:sp>
      <p:pic>
        <p:nvPicPr>
          <p:cNvPr id="32" name="Google Shape;2417;p84">
            <a:extLst>
              <a:ext uri="{FF2B5EF4-FFF2-40B4-BE49-F238E27FC236}">
                <a16:creationId xmlns:a16="http://schemas.microsoft.com/office/drawing/2014/main" id="{6697B59E-38DE-7EC1-5EDD-7785F77BB184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BA14547C-7285-CF58-B9B3-541BB36551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848" y="1501200"/>
            <a:ext cx="3746966" cy="67854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0190CD48-43C1-3122-5EB1-AF7BF51557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2505600"/>
            <a:ext cx="3746966" cy="1332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0" name="Slide Number Placeholder 2">
            <a:extLst>
              <a:ext uri="{FF2B5EF4-FFF2-40B4-BE49-F238E27FC236}">
                <a16:creationId xmlns:a16="http://schemas.microsoft.com/office/drawing/2014/main" id="{53326B84-0BDE-C405-8470-D2F50864E2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2800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11C8FB31-E72F-324A-BCFE-AD2FBF56E2D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1" name="Text Placeholder 32">
            <a:extLst>
              <a:ext uri="{FF2B5EF4-FFF2-40B4-BE49-F238E27FC236}">
                <a16:creationId xmlns:a16="http://schemas.microsoft.com/office/drawing/2014/main" id="{58627F7B-32F7-BB81-CFBD-7C75ACADDC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5BB4EE01-B1A3-8500-2FD4-449DAED000B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D76D4820-2CC0-20DE-3F85-5CE1CEBFE4A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6180"/>
            <a:ext cx="11255653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3" name="Text Placeholder 43">
            <a:extLst>
              <a:ext uri="{FF2B5EF4-FFF2-40B4-BE49-F238E27FC236}">
                <a16:creationId xmlns:a16="http://schemas.microsoft.com/office/drawing/2014/main" id="{D17A222D-7D6C-D1FE-68BE-3CF57172C3E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622" y="469899"/>
            <a:ext cx="11255653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</p:spTree>
    <p:extLst>
      <p:ext uri="{BB962C8B-B14F-4D97-AF65-F5344CB8AC3E}">
        <p14:creationId xmlns:p14="http://schemas.microsoft.com/office/powerpoint/2010/main" val="505503190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85142FF-4352-28DD-AB14-9A1543A1912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620175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85142FF-4352-28DD-AB14-9A1543A191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DC81AC0E-91AA-952E-7C9E-E2CBE3CAC3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795" y="1501326"/>
            <a:ext cx="5628480" cy="23249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2700" b="0" i="0">
                <a:solidFill>
                  <a:srgbClr val="99AAB6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3F106DBA-B124-0745-F737-8DC1607232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794" y="1832991"/>
            <a:ext cx="5628480" cy="37619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Texto em até duas linhas</a:t>
            </a:r>
          </a:p>
        </p:txBody>
      </p:sp>
      <p:sp>
        <p:nvSpPr>
          <p:cNvPr id="56" name="Text Placeholder 35">
            <a:extLst>
              <a:ext uri="{FF2B5EF4-FFF2-40B4-BE49-F238E27FC236}">
                <a16:creationId xmlns:a16="http://schemas.microsoft.com/office/drawing/2014/main" id="{AE1E27FE-5E43-A102-18AC-BAE6B2BE3B8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795" y="2417043"/>
            <a:ext cx="5628480" cy="23249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2700" b="0" i="0">
                <a:solidFill>
                  <a:srgbClr val="99AAB6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2</a:t>
            </a:r>
          </a:p>
        </p:txBody>
      </p:sp>
      <p:sp>
        <p:nvSpPr>
          <p:cNvPr id="57" name="Text Placeholder 39">
            <a:extLst>
              <a:ext uri="{FF2B5EF4-FFF2-40B4-BE49-F238E27FC236}">
                <a16:creationId xmlns:a16="http://schemas.microsoft.com/office/drawing/2014/main" id="{1649450C-40F3-A7B7-A8B9-EF471A5B9C7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6794" y="2748708"/>
            <a:ext cx="5628480" cy="37619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Texto em até duas linhas</a:t>
            </a:r>
          </a:p>
        </p:txBody>
      </p:sp>
      <p:sp>
        <p:nvSpPr>
          <p:cNvPr id="58" name="Text Placeholder 35">
            <a:extLst>
              <a:ext uri="{FF2B5EF4-FFF2-40B4-BE49-F238E27FC236}">
                <a16:creationId xmlns:a16="http://schemas.microsoft.com/office/drawing/2014/main" id="{D09B29FF-05BD-62F5-43A6-1CC87DE56D1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6795" y="3332762"/>
            <a:ext cx="5628480" cy="23249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2700" b="0" i="0">
                <a:solidFill>
                  <a:srgbClr val="99AAB6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3</a:t>
            </a:r>
          </a:p>
        </p:txBody>
      </p:sp>
      <p:sp>
        <p:nvSpPr>
          <p:cNvPr id="59" name="Text Placeholder 39">
            <a:extLst>
              <a:ext uri="{FF2B5EF4-FFF2-40B4-BE49-F238E27FC236}">
                <a16:creationId xmlns:a16="http://schemas.microsoft.com/office/drawing/2014/main" id="{E366530F-BACF-55EB-C870-FCC36EF8EBC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6794" y="3664427"/>
            <a:ext cx="5628480" cy="37619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Texto em até duas linhas</a:t>
            </a:r>
          </a:p>
        </p:txBody>
      </p:sp>
      <p:sp>
        <p:nvSpPr>
          <p:cNvPr id="60" name="Text Placeholder 35">
            <a:extLst>
              <a:ext uri="{FF2B5EF4-FFF2-40B4-BE49-F238E27FC236}">
                <a16:creationId xmlns:a16="http://schemas.microsoft.com/office/drawing/2014/main" id="{020E0BFE-1B3F-408E-0092-B3107A84680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96795" y="4248480"/>
            <a:ext cx="5628480" cy="23249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2700" b="0" i="0">
                <a:solidFill>
                  <a:srgbClr val="99AAB6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4</a:t>
            </a:r>
          </a:p>
        </p:txBody>
      </p:sp>
      <p:sp>
        <p:nvSpPr>
          <p:cNvPr id="61" name="Text Placeholder 39">
            <a:extLst>
              <a:ext uri="{FF2B5EF4-FFF2-40B4-BE49-F238E27FC236}">
                <a16:creationId xmlns:a16="http://schemas.microsoft.com/office/drawing/2014/main" id="{83698253-A54A-19D1-D9A8-9F6EAB4B92F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794" y="4580145"/>
            <a:ext cx="5628480" cy="37619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Texto em até duas linhas</a:t>
            </a:r>
          </a:p>
        </p:txBody>
      </p:sp>
      <p:sp>
        <p:nvSpPr>
          <p:cNvPr id="62" name="Text Placeholder 35">
            <a:extLst>
              <a:ext uri="{FF2B5EF4-FFF2-40B4-BE49-F238E27FC236}">
                <a16:creationId xmlns:a16="http://schemas.microsoft.com/office/drawing/2014/main" id="{D229E26A-7AAF-7570-A182-08B378594D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96795" y="5164197"/>
            <a:ext cx="5628480" cy="23249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2700" b="0" i="0">
                <a:solidFill>
                  <a:srgbClr val="99AAB6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5</a:t>
            </a:r>
          </a:p>
        </p:txBody>
      </p:sp>
      <p:sp>
        <p:nvSpPr>
          <p:cNvPr id="63" name="Text Placeholder 39">
            <a:extLst>
              <a:ext uri="{FF2B5EF4-FFF2-40B4-BE49-F238E27FC236}">
                <a16:creationId xmlns:a16="http://schemas.microsoft.com/office/drawing/2014/main" id="{CB6E03FA-60ED-560C-4230-2BE16C0C421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96794" y="5495862"/>
            <a:ext cx="5628480" cy="37619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Texto em até duas linhas</a:t>
            </a:r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id="{8C17220A-996D-8F8D-EA53-9806B5C84C3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68696" y="1501200"/>
            <a:ext cx="4159754" cy="4202768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8" name="Slide Number Placeholder 2">
            <a:extLst>
              <a:ext uri="{FF2B5EF4-FFF2-40B4-BE49-F238E27FC236}">
                <a16:creationId xmlns:a16="http://schemas.microsoft.com/office/drawing/2014/main" id="{B0CEBACC-0FD0-5E17-4051-237EDDDDEF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2800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0" name="Text Placeholder 32">
            <a:extLst>
              <a:ext uri="{FF2B5EF4-FFF2-40B4-BE49-F238E27FC236}">
                <a16:creationId xmlns:a16="http://schemas.microsoft.com/office/drawing/2014/main" id="{1721ACD8-FC97-EAAF-AA42-15B44958F46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DE2943D8-8ED2-C174-FD20-59469DFB964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4" name="Text Placeholder 13">
            <a:extLst>
              <a:ext uri="{FF2B5EF4-FFF2-40B4-BE49-F238E27FC236}">
                <a16:creationId xmlns:a16="http://schemas.microsoft.com/office/drawing/2014/main" id="{20538954-5FDD-BD29-0A7E-E98AE931A82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618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16235A52-F85A-5A37-604C-B1F80A0605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622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</p:spTree>
    <p:extLst>
      <p:ext uri="{BB962C8B-B14F-4D97-AF65-F5344CB8AC3E}">
        <p14:creationId xmlns:p14="http://schemas.microsoft.com/office/powerpoint/2010/main" val="3402774838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DE9914B0-0213-1C1B-39AC-CA304AE17E9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873361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E9914B0-0213-1C1B-39AC-CA304AE17E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Freeform 31">
            <a:extLst>
              <a:ext uri="{FF2B5EF4-FFF2-40B4-BE49-F238E27FC236}">
                <a16:creationId xmlns:a16="http://schemas.microsoft.com/office/drawing/2014/main" id="{394A5B1B-1DB2-0FAB-F01F-7F3C9B484C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0260479" cy="6857999"/>
          </a:xfrm>
          <a:custGeom>
            <a:avLst/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 sz="1000" b="0" i="0">
              <a:latin typeface="Arial Nova Cond" panose="020F0502020204030204" pitchFamily="34" charset="0"/>
              <a:cs typeface="Arial Nova Cond" panose="020F0502020204030204" pitchFamily="34" charset="0"/>
            </a:endParaRPr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1FBCC3E6-F254-1271-02D3-8E7D096D63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724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47" name="Text Placeholder 45">
            <a:extLst>
              <a:ext uri="{FF2B5EF4-FFF2-40B4-BE49-F238E27FC236}">
                <a16:creationId xmlns:a16="http://schemas.microsoft.com/office/drawing/2014/main" id="{2AEEF9D3-747E-0AF9-2735-B1FB0BD19E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6724" y="3338607"/>
            <a:ext cx="1638975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48" name="Text Placeholder 45">
            <a:extLst>
              <a:ext uri="{FF2B5EF4-FFF2-40B4-BE49-F238E27FC236}">
                <a16:creationId xmlns:a16="http://schemas.microsoft.com/office/drawing/2014/main" id="{E88700D0-AF50-0AE3-4914-55445C2AD7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6724" y="3672236"/>
            <a:ext cx="1638975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72" name="Text Placeholder 45">
            <a:extLst>
              <a:ext uri="{FF2B5EF4-FFF2-40B4-BE49-F238E27FC236}">
                <a16:creationId xmlns:a16="http://schemas.microsoft.com/office/drawing/2014/main" id="{D0D91D7B-D576-E0CF-A653-226D2E7780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90639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73" name="Text Placeholder 45">
            <a:extLst>
              <a:ext uri="{FF2B5EF4-FFF2-40B4-BE49-F238E27FC236}">
                <a16:creationId xmlns:a16="http://schemas.microsoft.com/office/drawing/2014/main" id="{59FC3F61-7FB1-3688-D59D-E451A69A2E2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86635" y="3338607"/>
            <a:ext cx="1638975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74" name="Text Placeholder 45">
            <a:extLst>
              <a:ext uri="{FF2B5EF4-FFF2-40B4-BE49-F238E27FC236}">
                <a16:creationId xmlns:a16="http://schemas.microsoft.com/office/drawing/2014/main" id="{642A086A-A6CE-4854-A9C9-6ACC4B9C4F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386635" y="3672236"/>
            <a:ext cx="1638975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76" name="Text Placeholder 45">
            <a:extLst>
              <a:ext uri="{FF2B5EF4-FFF2-40B4-BE49-F238E27FC236}">
                <a16:creationId xmlns:a16="http://schemas.microsoft.com/office/drawing/2014/main" id="{D86A93A7-01C6-7729-2E05-E679D1E9E7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14554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77" name="Text Placeholder 45">
            <a:extLst>
              <a:ext uri="{FF2B5EF4-FFF2-40B4-BE49-F238E27FC236}">
                <a16:creationId xmlns:a16="http://schemas.microsoft.com/office/drawing/2014/main" id="{C7BC30AB-E71A-4818-D6E8-D4E2682D2E1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10751" y="3338607"/>
            <a:ext cx="1638975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78" name="Text Placeholder 45">
            <a:extLst>
              <a:ext uri="{FF2B5EF4-FFF2-40B4-BE49-F238E27FC236}">
                <a16:creationId xmlns:a16="http://schemas.microsoft.com/office/drawing/2014/main" id="{FF0BF134-3C85-87DB-C197-C0CA5CEAA2F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07725" y="3672236"/>
            <a:ext cx="1638975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79" name="Text Placeholder 59">
            <a:extLst>
              <a:ext uri="{FF2B5EF4-FFF2-40B4-BE49-F238E27FC236}">
                <a16:creationId xmlns:a16="http://schemas.microsoft.com/office/drawing/2014/main" id="{46188C8A-C985-78A6-66D4-3832C406C4D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03937" y="1494951"/>
            <a:ext cx="1078201" cy="1077200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accent4"/>
            </a:solidFill>
          </a:ln>
        </p:spPr>
        <p:txBody>
          <a:bodyPr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80" name="Text Placeholder 45">
            <a:extLst>
              <a:ext uri="{FF2B5EF4-FFF2-40B4-BE49-F238E27FC236}">
                <a16:creationId xmlns:a16="http://schemas.microsoft.com/office/drawing/2014/main" id="{D006269E-75A3-226C-ADE1-F41E4096FA5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38469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81" name="Text Placeholder 45">
            <a:extLst>
              <a:ext uri="{FF2B5EF4-FFF2-40B4-BE49-F238E27FC236}">
                <a16:creationId xmlns:a16="http://schemas.microsoft.com/office/drawing/2014/main" id="{EB96BB0D-8BE0-E46F-DA58-EE988F233AA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37930" y="3331874"/>
            <a:ext cx="1638975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82" name="Text Placeholder 45">
            <a:extLst>
              <a:ext uri="{FF2B5EF4-FFF2-40B4-BE49-F238E27FC236}">
                <a16:creationId xmlns:a16="http://schemas.microsoft.com/office/drawing/2014/main" id="{9C641DBF-75C7-1771-2CF8-BC6EAACD333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35722" y="3672236"/>
            <a:ext cx="1638975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84" name="Text Placeholder 45">
            <a:extLst>
              <a:ext uri="{FF2B5EF4-FFF2-40B4-BE49-F238E27FC236}">
                <a16:creationId xmlns:a16="http://schemas.microsoft.com/office/drawing/2014/main" id="{670AF307-9708-4A42-06DC-03BE2A566D1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62384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85" name="Text Placeholder 45">
            <a:extLst>
              <a:ext uri="{FF2B5EF4-FFF2-40B4-BE49-F238E27FC236}">
                <a16:creationId xmlns:a16="http://schemas.microsoft.com/office/drawing/2014/main" id="{A2A07650-485F-4781-9344-52465646623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58303" y="3338607"/>
            <a:ext cx="1638975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86" name="Text Placeholder 45">
            <a:extLst>
              <a:ext uri="{FF2B5EF4-FFF2-40B4-BE49-F238E27FC236}">
                <a16:creationId xmlns:a16="http://schemas.microsoft.com/office/drawing/2014/main" id="{B84D5F0D-8CD2-4364-2E92-0B2BE5EEC47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55902" y="3672236"/>
            <a:ext cx="1638975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88" name="Text Placeholder 45">
            <a:extLst>
              <a:ext uri="{FF2B5EF4-FFF2-40B4-BE49-F238E27FC236}">
                <a16:creationId xmlns:a16="http://schemas.microsoft.com/office/drawing/2014/main" id="{46C78987-82E3-C545-6C09-F2DB1E9C1D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086300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89" name="Text Placeholder 45">
            <a:extLst>
              <a:ext uri="{FF2B5EF4-FFF2-40B4-BE49-F238E27FC236}">
                <a16:creationId xmlns:a16="http://schemas.microsoft.com/office/drawing/2014/main" id="{69844F0D-82D9-2C9A-2CD8-9261D84BBFF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086300" y="3338607"/>
            <a:ext cx="1638975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90" name="Text Placeholder 45">
            <a:extLst>
              <a:ext uri="{FF2B5EF4-FFF2-40B4-BE49-F238E27FC236}">
                <a16:creationId xmlns:a16="http://schemas.microsoft.com/office/drawing/2014/main" id="{71A075F2-D7D5-5B33-37BD-E63A40C84D4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086300" y="3672236"/>
            <a:ext cx="1638975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117" name="Picture Placeholder 112">
            <a:extLst>
              <a:ext uri="{FF2B5EF4-FFF2-40B4-BE49-F238E27FC236}">
                <a16:creationId xmlns:a16="http://schemas.microsoft.com/office/drawing/2014/main" id="{EFC886AE-3FFF-D88F-6F1F-75E4441DC429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66725" y="5759530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18" name="Picture Placeholder 112">
            <a:extLst>
              <a:ext uri="{FF2B5EF4-FFF2-40B4-BE49-F238E27FC236}">
                <a16:creationId xmlns:a16="http://schemas.microsoft.com/office/drawing/2014/main" id="{4464FD34-1C93-7040-81B4-713987BC8E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313112" y="5759530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19" name="Picture Placeholder 112">
            <a:extLst>
              <a:ext uri="{FF2B5EF4-FFF2-40B4-BE49-F238E27FC236}">
                <a16:creationId xmlns:a16="http://schemas.microsoft.com/office/drawing/2014/main" id="{051F496B-741B-E770-D8E1-89B776F3C1D5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466725" y="6076925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20" name="Picture Placeholder 112">
            <a:extLst>
              <a:ext uri="{FF2B5EF4-FFF2-40B4-BE49-F238E27FC236}">
                <a16:creationId xmlns:a16="http://schemas.microsoft.com/office/drawing/2014/main" id="{C4BF5B86-BF55-9B71-F9DD-19479EAA430F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1313112" y="6076925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51" name="Picture Placeholder 112">
            <a:extLst>
              <a:ext uri="{FF2B5EF4-FFF2-40B4-BE49-F238E27FC236}">
                <a16:creationId xmlns:a16="http://schemas.microsoft.com/office/drawing/2014/main" id="{086B2653-5939-A196-AD7B-E9BA87AE1684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2393495" y="5759530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52" name="Picture Placeholder 112">
            <a:extLst>
              <a:ext uri="{FF2B5EF4-FFF2-40B4-BE49-F238E27FC236}">
                <a16:creationId xmlns:a16="http://schemas.microsoft.com/office/drawing/2014/main" id="{95ED886E-C68F-3627-210E-CA7ACFF64733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3239882" y="5759530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53" name="Picture Placeholder 112">
            <a:extLst>
              <a:ext uri="{FF2B5EF4-FFF2-40B4-BE49-F238E27FC236}">
                <a16:creationId xmlns:a16="http://schemas.microsoft.com/office/drawing/2014/main" id="{02C89B8C-F038-BD43-275B-6A310132C32F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2393495" y="6076925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54" name="Picture Placeholder 112">
            <a:extLst>
              <a:ext uri="{FF2B5EF4-FFF2-40B4-BE49-F238E27FC236}">
                <a16:creationId xmlns:a16="http://schemas.microsoft.com/office/drawing/2014/main" id="{3ACA967E-2F7F-BC02-BC67-2E97C5B09DFD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3239882" y="6076925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55" name="Picture Placeholder 112">
            <a:extLst>
              <a:ext uri="{FF2B5EF4-FFF2-40B4-BE49-F238E27FC236}">
                <a16:creationId xmlns:a16="http://schemas.microsoft.com/office/drawing/2014/main" id="{6795F334-AEA2-E9D9-1F73-CB69AA374A01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4305422" y="5759530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56" name="Picture Placeholder 112">
            <a:extLst>
              <a:ext uri="{FF2B5EF4-FFF2-40B4-BE49-F238E27FC236}">
                <a16:creationId xmlns:a16="http://schemas.microsoft.com/office/drawing/2014/main" id="{5B7C59A9-1F7E-7F84-2656-1CBFEF340FAD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5151809" y="5759530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57" name="Picture Placeholder 112">
            <a:extLst>
              <a:ext uri="{FF2B5EF4-FFF2-40B4-BE49-F238E27FC236}">
                <a16:creationId xmlns:a16="http://schemas.microsoft.com/office/drawing/2014/main" id="{BF351E6D-0A32-FE10-87B8-B5CA7368FCD9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4305422" y="6076925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58" name="Picture Placeholder 112">
            <a:extLst>
              <a:ext uri="{FF2B5EF4-FFF2-40B4-BE49-F238E27FC236}">
                <a16:creationId xmlns:a16="http://schemas.microsoft.com/office/drawing/2014/main" id="{EA0ED369-4028-2215-2505-FA6C595573B0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5151809" y="6076925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59" name="Picture Placeholder 112">
            <a:extLst>
              <a:ext uri="{FF2B5EF4-FFF2-40B4-BE49-F238E27FC236}">
                <a16:creationId xmlns:a16="http://schemas.microsoft.com/office/drawing/2014/main" id="{B7BD2977-9780-B538-E033-8FC9EC830434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6238730" y="5759530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60" name="Picture Placeholder 112">
            <a:extLst>
              <a:ext uri="{FF2B5EF4-FFF2-40B4-BE49-F238E27FC236}">
                <a16:creationId xmlns:a16="http://schemas.microsoft.com/office/drawing/2014/main" id="{9950FEFA-7BB0-4CC2-C294-BE01645205CC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7085117" y="5759530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61" name="Picture Placeholder 112">
            <a:extLst>
              <a:ext uri="{FF2B5EF4-FFF2-40B4-BE49-F238E27FC236}">
                <a16:creationId xmlns:a16="http://schemas.microsoft.com/office/drawing/2014/main" id="{01C554D2-147A-0A03-9778-037D4B31307C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6238730" y="6076925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62" name="Picture Placeholder 112">
            <a:extLst>
              <a:ext uri="{FF2B5EF4-FFF2-40B4-BE49-F238E27FC236}">
                <a16:creationId xmlns:a16="http://schemas.microsoft.com/office/drawing/2014/main" id="{3796D47D-50C7-A02C-0E05-5B609B6026ED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7085117" y="6076925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63" name="Picture Placeholder 112">
            <a:extLst>
              <a:ext uri="{FF2B5EF4-FFF2-40B4-BE49-F238E27FC236}">
                <a16:creationId xmlns:a16="http://schemas.microsoft.com/office/drawing/2014/main" id="{FB8CC0EB-F747-1AC5-4A63-20852F73AACC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8150657" y="5759530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64" name="Picture Placeholder 112">
            <a:extLst>
              <a:ext uri="{FF2B5EF4-FFF2-40B4-BE49-F238E27FC236}">
                <a16:creationId xmlns:a16="http://schemas.microsoft.com/office/drawing/2014/main" id="{13316271-9073-FA34-D257-81CFACC2F9A9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8997044" y="5759530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65" name="Picture Placeholder 112">
            <a:extLst>
              <a:ext uri="{FF2B5EF4-FFF2-40B4-BE49-F238E27FC236}">
                <a16:creationId xmlns:a16="http://schemas.microsoft.com/office/drawing/2014/main" id="{2D081C9F-FFDB-5E72-CDC1-08FD1EAA9CEF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8150657" y="6076925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66" name="Picture Placeholder 112">
            <a:extLst>
              <a:ext uri="{FF2B5EF4-FFF2-40B4-BE49-F238E27FC236}">
                <a16:creationId xmlns:a16="http://schemas.microsoft.com/office/drawing/2014/main" id="{FCD0971A-AD15-24CB-AADC-A5A5CD3D3080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8997044" y="6076925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67" name="Picture Placeholder 112">
            <a:extLst>
              <a:ext uri="{FF2B5EF4-FFF2-40B4-BE49-F238E27FC236}">
                <a16:creationId xmlns:a16="http://schemas.microsoft.com/office/drawing/2014/main" id="{1EDAEA0A-1F9E-0266-BFBB-C120CB2AF84F}"/>
              </a:ext>
            </a:extLst>
          </p:cNvPr>
          <p:cNvSpPr>
            <a:spLocks noGrp="1"/>
          </p:cNvSpPr>
          <p:nvPr>
            <p:ph type="pic" sz="quarter" idx="77" hasCustomPrompt="1"/>
          </p:nvPr>
        </p:nvSpPr>
        <p:spPr>
          <a:xfrm>
            <a:off x="10083366" y="5759530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68" name="Picture Placeholder 112">
            <a:extLst>
              <a:ext uri="{FF2B5EF4-FFF2-40B4-BE49-F238E27FC236}">
                <a16:creationId xmlns:a16="http://schemas.microsoft.com/office/drawing/2014/main" id="{2F5FA254-F578-81A3-41F5-C3A4188C9153}"/>
              </a:ext>
            </a:extLst>
          </p:cNvPr>
          <p:cNvSpPr>
            <a:spLocks noGrp="1"/>
          </p:cNvSpPr>
          <p:nvPr>
            <p:ph type="pic" sz="quarter" idx="78" hasCustomPrompt="1"/>
          </p:nvPr>
        </p:nvSpPr>
        <p:spPr>
          <a:xfrm>
            <a:off x="10929753" y="5759530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69" name="Picture Placeholder 112">
            <a:extLst>
              <a:ext uri="{FF2B5EF4-FFF2-40B4-BE49-F238E27FC236}">
                <a16:creationId xmlns:a16="http://schemas.microsoft.com/office/drawing/2014/main" id="{02ADE5EA-819B-4009-A707-05360E76DE58}"/>
              </a:ext>
            </a:extLst>
          </p:cNvPr>
          <p:cNvSpPr>
            <a:spLocks noGrp="1"/>
          </p:cNvSpPr>
          <p:nvPr>
            <p:ph type="pic" sz="quarter" idx="79" hasCustomPrompt="1"/>
          </p:nvPr>
        </p:nvSpPr>
        <p:spPr>
          <a:xfrm>
            <a:off x="10083366" y="6076925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70" name="Picture Placeholder 112">
            <a:extLst>
              <a:ext uri="{FF2B5EF4-FFF2-40B4-BE49-F238E27FC236}">
                <a16:creationId xmlns:a16="http://schemas.microsoft.com/office/drawing/2014/main" id="{C4EA6999-AB5E-2535-979C-4547E9F93104}"/>
              </a:ext>
            </a:extLst>
          </p:cNvPr>
          <p:cNvSpPr>
            <a:spLocks noGrp="1"/>
          </p:cNvSpPr>
          <p:nvPr>
            <p:ph type="pic" sz="quarter" idx="80" hasCustomPrompt="1"/>
          </p:nvPr>
        </p:nvSpPr>
        <p:spPr>
          <a:xfrm>
            <a:off x="10929753" y="6076925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33" name="Slide Number Placeholder 2">
            <a:extLst>
              <a:ext uri="{FF2B5EF4-FFF2-40B4-BE49-F238E27FC236}">
                <a16:creationId xmlns:a16="http://schemas.microsoft.com/office/drawing/2014/main" id="{4CE98C3B-F2FD-4710-D7AF-EC1A816EBB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41490688-2F65-8813-6E96-E782F8AB17E5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0997925-6C1B-75CB-9C47-5312C73D4159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4303937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BB2A9D99-7A40-D467-4341-077D5AC15500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6185782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58B31671-5EE3-00D1-EA29-BBE17921CD02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12613498" y="1494951"/>
            <a:ext cx="3746966" cy="67854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chemeClr val="accent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2" name="Picture Placeholder 3">
            <a:extLst>
              <a:ext uri="{FF2B5EF4-FFF2-40B4-BE49-F238E27FC236}">
                <a16:creationId xmlns:a16="http://schemas.microsoft.com/office/drawing/2014/main" id="{087106C0-D350-5125-E860-B60E2D3276FC}"/>
              </a:ext>
            </a:extLst>
          </p:cNvPr>
          <p:cNvSpPr>
            <a:spLocks noGrp="1"/>
          </p:cNvSpPr>
          <p:nvPr>
            <p:ph type="pic" sz="quarter" idx="88" hasCustomPrompt="1"/>
          </p:nvPr>
        </p:nvSpPr>
        <p:spPr>
          <a:xfrm>
            <a:off x="2393495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43" name="Picture Placeholder 3">
            <a:extLst>
              <a:ext uri="{FF2B5EF4-FFF2-40B4-BE49-F238E27FC236}">
                <a16:creationId xmlns:a16="http://schemas.microsoft.com/office/drawing/2014/main" id="{9E8C993E-EF4E-8727-7C79-6E3D1180AEFF}"/>
              </a:ext>
            </a:extLst>
          </p:cNvPr>
          <p:cNvSpPr>
            <a:spLocks noGrp="1"/>
          </p:cNvSpPr>
          <p:nvPr>
            <p:ph type="pic" sz="quarter" idx="89" hasCustomPrompt="1"/>
          </p:nvPr>
        </p:nvSpPr>
        <p:spPr>
          <a:xfrm>
            <a:off x="8160055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44" name="Picture Placeholder 3">
            <a:extLst>
              <a:ext uri="{FF2B5EF4-FFF2-40B4-BE49-F238E27FC236}">
                <a16:creationId xmlns:a16="http://schemas.microsoft.com/office/drawing/2014/main" id="{FC415ADE-C3F8-91AC-F68C-D5E927FD832E}"/>
              </a:ext>
            </a:extLst>
          </p:cNvPr>
          <p:cNvSpPr>
            <a:spLocks noGrp="1"/>
          </p:cNvSpPr>
          <p:nvPr>
            <p:ph type="pic" sz="quarter" idx="90" hasCustomPrompt="1"/>
          </p:nvPr>
        </p:nvSpPr>
        <p:spPr>
          <a:xfrm>
            <a:off x="10086300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49" name="Picture Placeholder 3">
            <a:extLst>
              <a:ext uri="{FF2B5EF4-FFF2-40B4-BE49-F238E27FC236}">
                <a16:creationId xmlns:a16="http://schemas.microsoft.com/office/drawing/2014/main" id="{B89E0082-032B-70FF-9173-66B12D61DB04}"/>
              </a:ext>
            </a:extLst>
          </p:cNvPr>
          <p:cNvSpPr>
            <a:spLocks noGrp="1"/>
          </p:cNvSpPr>
          <p:nvPr>
            <p:ph type="pic" sz="quarter" idx="91" hasCustomPrompt="1"/>
          </p:nvPr>
        </p:nvSpPr>
        <p:spPr>
          <a:xfrm>
            <a:off x="474709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C8369EF3-1596-2394-03AC-0A91B472CB90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52" name="Text Placeholder 13">
            <a:extLst>
              <a:ext uri="{FF2B5EF4-FFF2-40B4-BE49-F238E27FC236}">
                <a16:creationId xmlns:a16="http://schemas.microsoft.com/office/drawing/2014/main" id="{8693DB5C-7904-70C2-FCEF-ABD2C965D52E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69762" y="822256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53" name="Text Placeholder 43">
            <a:extLst>
              <a:ext uri="{FF2B5EF4-FFF2-40B4-BE49-F238E27FC236}">
                <a16:creationId xmlns:a16="http://schemas.microsoft.com/office/drawing/2014/main" id="{505A0876-127F-1D5E-0992-B049EAAA0F09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</p:spTree>
    <p:extLst>
      <p:ext uri="{BB962C8B-B14F-4D97-AF65-F5344CB8AC3E}">
        <p14:creationId xmlns:p14="http://schemas.microsoft.com/office/powerpoint/2010/main" val="1657491754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BE7AC94A-462C-DF7E-4669-511F7438DB2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780676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E7AC94A-462C-DF7E-4669-511F7438DB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Freeform 31">
            <a:extLst>
              <a:ext uri="{FF2B5EF4-FFF2-40B4-BE49-F238E27FC236}">
                <a16:creationId xmlns:a16="http://schemas.microsoft.com/office/drawing/2014/main" id="{394A5B1B-1DB2-0FAB-F01F-7F3C9B484C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0260479" cy="6857999"/>
          </a:xfrm>
          <a:custGeom>
            <a:avLst/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Text Placeholder 45">
            <a:extLst>
              <a:ext uri="{FF2B5EF4-FFF2-40B4-BE49-F238E27FC236}">
                <a16:creationId xmlns:a16="http://schemas.microsoft.com/office/drawing/2014/main" id="{184BEF38-BA57-9233-BF32-353FC9FCD75A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2781299" y="3672236"/>
            <a:ext cx="1998000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0" name="Text Placeholder 45">
            <a:extLst>
              <a:ext uri="{FF2B5EF4-FFF2-40B4-BE49-F238E27FC236}">
                <a16:creationId xmlns:a16="http://schemas.microsoft.com/office/drawing/2014/main" id="{BE8E19FD-DD8D-5555-7920-3C12693E3EDF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5095874" y="3672236"/>
            <a:ext cx="1998000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4" name="Text Placeholder 45">
            <a:extLst>
              <a:ext uri="{FF2B5EF4-FFF2-40B4-BE49-F238E27FC236}">
                <a16:creationId xmlns:a16="http://schemas.microsoft.com/office/drawing/2014/main" id="{079AD012-955D-AE9B-8117-2C6FA7564B1A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7410449" y="3672236"/>
            <a:ext cx="1998000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5" name="Text Placeholder 45">
            <a:extLst>
              <a:ext uri="{FF2B5EF4-FFF2-40B4-BE49-F238E27FC236}">
                <a16:creationId xmlns:a16="http://schemas.microsoft.com/office/drawing/2014/main" id="{C026705F-51AF-1B05-9BB9-12BC90AFB327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9721742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49" name="Text Placeholder 45">
            <a:extLst>
              <a:ext uri="{FF2B5EF4-FFF2-40B4-BE49-F238E27FC236}">
                <a16:creationId xmlns:a16="http://schemas.microsoft.com/office/drawing/2014/main" id="{C05C7977-0EB4-D1DB-AC0F-A4E6F70944AA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9721742" y="3338607"/>
            <a:ext cx="1998000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50" name="Text Placeholder 45">
            <a:extLst>
              <a:ext uri="{FF2B5EF4-FFF2-40B4-BE49-F238E27FC236}">
                <a16:creationId xmlns:a16="http://schemas.microsoft.com/office/drawing/2014/main" id="{D13853F8-E884-3F6A-37C8-60DE3B863DE7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9725024" y="3672236"/>
            <a:ext cx="1998000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1" name="Text Placeholder 45">
            <a:extLst>
              <a:ext uri="{FF2B5EF4-FFF2-40B4-BE49-F238E27FC236}">
                <a16:creationId xmlns:a16="http://schemas.microsoft.com/office/drawing/2014/main" id="{78F24FCF-0EC8-F34A-D906-F142EE9EE429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7404734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52" name="Text Placeholder 45">
            <a:extLst>
              <a:ext uri="{FF2B5EF4-FFF2-40B4-BE49-F238E27FC236}">
                <a16:creationId xmlns:a16="http://schemas.microsoft.com/office/drawing/2014/main" id="{D4CACC7C-0A4F-9F8D-8E3C-57DEA8E6C0DF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7404734" y="3338607"/>
            <a:ext cx="1998000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53" name="Text Placeholder 45">
            <a:extLst>
              <a:ext uri="{FF2B5EF4-FFF2-40B4-BE49-F238E27FC236}">
                <a16:creationId xmlns:a16="http://schemas.microsoft.com/office/drawing/2014/main" id="{69B840AF-EFC8-FB29-99C1-7C1B78335862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5094233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54" name="Text Placeholder 45">
            <a:extLst>
              <a:ext uri="{FF2B5EF4-FFF2-40B4-BE49-F238E27FC236}">
                <a16:creationId xmlns:a16="http://schemas.microsoft.com/office/drawing/2014/main" id="{87C8AD8F-B1BA-D416-A5DD-13F662AF0E06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5094233" y="3338607"/>
            <a:ext cx="1998000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55" name="Text Placeholder 45">
            <a:extLst>
              <a:ext uri="{FF2B5EF4-FFF2-40B4-BE49-F238E27FC236}">
                <a16:creationId xmlns:a16="http://schemas.microsoft.com/office/drawing/2014/main" id="{F3EEA961-FF4F-9EB2-69E5-E19924923EAA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2777225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56" name="Text Placeholder 45">
            <a:extLst>
              <a:ext uri="{FF2B5EF4-FFF2-40B4-BE49-F238E27FC236}">
                <a16:creationId xmlns:a16="http://schemas.microsoft.com/office/drawing/2014/main" id="{21447B95-70B2-E5FD-E24A-FC67D4385B01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2777225" y="3338607"/>
            <a:ext cx="1998000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38" name="Picture Placeholder 112">
            <a:extLst>
              <a:ext uri="{FF2B5EF4-FFF2-40B4-BE49-F238E27FC236}">
                <a16:creationId xmlns:a16="http://schemas.microsoft.com/office/drawing/2014/main" id="{9725F242-22D1-387E-1CEF-6BFE9A78FA5A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66725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39" name="Picture Placeholder 112">
            <a:extLst>
              <a:ext uri="{FF2B5EF4-FFF2-40B4-BE49-F238E27FC236}">
                <a16:creationId xmlns:a16="http://schemas.microsoft.com/office/drawing/2014/main" id="{E384AB8E-6BD9-FF09-4073-A1FAF4A77E6F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313112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2" name="Picture Placeholder 112">
            <a:extLst>
              <a:ext uri="{FF2B5EF4-FFF2-40B4-BE49-F238E27FC236}">
                <a16:creationId xmlns:a16="http://schemas.microsoft.com/office/drawing/2014/main" id="{D9636A67-51C5-7A83-C35B-88F450504397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466725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3" name="Picture Placeholder 112">
            <a:extLst>
              <a:ext uri="{FF2B5EF4-FFF2-40B4-BE49-F238E27FC236}">
                <a16:creationId xmlns:a16="http://schemas.microsoft.com/office/drawing/2014/main" id="{61E875A4-B648-1039-EF17-648980A0A6D5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1313112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2" name="Picture Placeholder 112">
            <a:extLst>
              <a:ext uri="{FF2B5EF4-FFF2-40B4-BE49-F238E27FC236}">
                <a16:creationId xmlns:a16="http://schemas.microsoft.com/office/drawing/2014/main" id="{CF3E0D15-B00C-6931-2ECA-29D1EAE08352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2783732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3" name="Picture Placeholder 112">
            <a:extLst>
              <a:ext uri="{FF2B5EF4-FFF2-40B4-BE49-F238E27FC236}">
                <a16:creationId xmlns:a16="http://schemas.microsoft.com/office/drawing/2014/main" id="{0536C028-A154-D1F3-1B94-1D6C9CB55701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3630119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4" name="Picture Placeholder 112">
            <a:extLst>
              <a:ext uri="{FF2B5EF4-FFF2-40B4-BE49-F238E27FC236}">
                <a16:creationId xmlns:a16="http://schemas.microsoft.com/office/drawing/2014/main" id="{75EF1F6A-112A-3B2B-6CDF-59BF6EB4BC2C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2783732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5" name="Picture Placeholder 112">
            <a:extLst>
              <a:ext uri="{FF2B5EF4-FFF2-40B4-BE49-F238E27FC236}">
                <a16:creationId xmlns:a16="http://schemas.microsoft.com/office/drawing/2014/main" id="{10BDBBED-1442-5A27-AAFD-AA804B45752B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3630119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6" name="Picture Placeholder 112">
            <a:extLst>
              <a:ext uri="{FF2B5EF4-FFF2-40B4-BE49-F238E27FC236}">
                <a16:creationId xmlns:a16="http://schemas.microsoft.com/office/drawing/2014/main" id="{88AA171C-6D7D-16DD-C625-FD357EF52E9D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5090814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7" name="Picture Placeholder 112">
            <a:extLst>
              <a:ext uri="{FF2B5EF4-FFF2-40B4-BE49-F238E27FC236}">
                <a16:creationId xmlns:a16="http://schemas.microsoft.com/office/drawing/2014/main" id="{6A129352-6C9F-86C0-B95F-3D3E42A9C237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5937201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8" name="Picture Placeholder 112">
            <a:extLst>
              <a:ext uri="{FF2B5EF4-FFF2-40B4-BE49-F238E27FC236}">
                <a16:creationId xmlns:a16="http://schemas.microsoft.com/office/drawing/2014/main" id="{914857E5-53CF-D040-A651-C41C6C01DE7C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5090814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9" name="Picture Placeholder 112">
            <a:extLst>
              <a:ext uri="{FF2B5EF4-FFF2-40B4-BE49-F238E27FC236}">
                <a16:creationId xmlns:a16="http://schemas.microsoft.com/office/drawing/2014/main" id="{46F1550C-FEA2-AEA3-87ED-0707444F1AE0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5937201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0" name="Picture Placeholder 112">
            <a:extLst>
              <a:ext uri="{FF2B5EF4-FFF2-40B4-BE49-F238E27FC236}">
                <a16:creationId xmlns:a16="http://schemas.microsoft.com/office/drawing/2014/main" id="{902AE775-8DB5-9035-189C-7F1A39BC579A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7404735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1" name="Picture Placeholder 112">
            <a:extLst>
              <a:ext uri="{FF2B5EF4-FFF2-40B4-BE49-F238E27FC236}">
                <a16:creationId xmlns:a16="http://schemas.microsoft.com/office/drawing/2014/main" id="{E16E7B59-3B86-42B9-64FC-AD62C3DC6729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8251122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2" name="Picture Placeholder 112">
            <a:extLst>
              <a:ext uri="{FF2B5EF4-FFF2-40B4-BE49-F238E27FC236}">
                <a16:creationId xmlns:a16="http://schemas.microsoft.com/office/drawing/2014/main" id="{83DC49ED-EDA8-E6EB-7A6F-D95390AA8CCD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7404735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3" name="Picture Placeholder 112">
            <a:extLst>
              <a:ext uri="{FF2B5EF4-FFF2-40B4-BE49-F238E27FC236}">
                <a16:creationId xmlns:a16="http://schemas.microsoft.com/office/drawing/2014/main" id="{26F60E47-19D1-BFC3-6C8F-749C4B12AAF6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8251122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4" name="Picture Placeholder 112">
            <a:extLst>
              <a:ext uri="{FF2B5EF4-FFF2-40B4-BE49-F238E27FC236}">
                <a16:creationId xmlns:a16="http://schemas.microsoft.com/office/drawing/2014/main" id="{42275787-A019-11AD-46FE-A7DDC6704D54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9721742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5" name="Picture Placeholder 112">
            <a:extLst>
              <a:ext uri="{FF2B5EF4-FFF2-40B4-BE49-F238E27FC236}">
                <a16:creationId xmlns:a16="http://schemas.microsoft.com/office/drawing/2014/main" id="{5DF57175-AB66-192C-5CB7-93049ECC0CF1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10568129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6" name="Picture Placeholder 112">
            <a:extLst>
              <a:ext uri="{FF2B5EF4-FFF2-40B4-BE49-F238E27FC236}">
                <a16:creationId xmlns:a16="http://schemas.microsoft.com/office/drawing/2014/main" id="{F060C51A-D08F-54FB-FCB0-EAB2C4861B82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9721742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7" name="Picture Placeholder 112">
            <a:extLst>
              <a:ext uri="{FF2B5EF4-FFF2-40B4-BE49-F238E27FC236}">
                <a16:creationId xmlns:a16="http://schemas.microsoft.com/office/drawing/2014/main" id="{E1F4FC93-69A8-3BD1-3329-13A5836424E9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10568129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8" name="Slide Number Placeholder 2">
            <a:extLst>
              <a:ext uri="{FF2B5EF4-FFF2-40B4-BE49-F238E27FC236}">
                <a16:creationId xmlns:a16="http://schemas.microsoft.com/office/drawing/2014/main" id="{13547A98-9145-52DB-0778-F0964B5909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79" name="Text Placeholder 32">
            <a:extLst>
              <a:ext uri="{FF2B5EF4-FFF2-40B4-BE49-F238E27FC236}">
                <a16:creationId xmlns:a16="http://schemas.microsoft.com/office/drawing/2014/main" id="{76CD81D2-BF90-68D8-E1AE-B8E0CF4C5A4A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50374A75-F50D-5070-A973-581B679CC4B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F1624A0F-DB18-4583-6553-B7380C6BCA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2256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3" name="Text Placeholder 43">
            <a:extLst>
              <a:ext uri="{FF2B5EF4-FFF2-40B4-BE49-F238E27FC236}">
                <a16:creationId xmlns:a16="http://schemas.microsoft.com/office/drawing/2014/main" id="{1AE847BA-635A-59E4-30D3-6F045F2092C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sp>
        <p:nvSpPr>
          <p:cNvPr id="34" name="Text Placeholder 45">
            <a:extLst>
              <a:ext uri="{FF2B5EF4-FFF2-40B4-BE49-F238E27FC236}">
                <a16:creationId xmlns:a16="http://schemas.microsoft.com/office/drawing/2014/main" id="{89BC3310-EF60-69C0-3707-2C9B77B411B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724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35" name="Text Placeholder 45">
            <a:extLst>
              <a:ext uri="{FF2B5EF4-FFF2-40B4-BE49-F238E27FC236}">
                <a16:creationId xmlns:a16="http://schemas.microsoft.com/office/drawing/2014/main" id="{8FAFCE19-6536-97A8-08AE-68DC35A66E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6724" y="3338607"/>
            <a:ext cx="1638975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36" name="Text Placeholder 45">
            <a:extLst>
              <a:ext uri="{FF2B5EF4-FFF2-40B4-BE49-F238E27FC236}">
                <a16:creationId xmlns:a16="http://schemas.microsoft.com/office/drawing/2014/main" id="{27DE418C-1E9A-7C24-A28E-C30E5B7365B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6724" y="3672236"/>
            <a:ext cx="1638975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81" name="Picture Placeholder 3">
            <a:extLst>
              <a:ext uri="{FF2B5EF4-FFF2-40B4-BE49-F238E27FC236}">
                <a16:creationId xmlns:a16="http://schemas.microsoft.com/office/drawing/2014/main" id="{C01BEAB5-0771-F15C-BA83-EFF62E182721}"/>
              </a:ext>
            </a:extLst>
          </p:cNvPr>
          <p:cNvSpPr>
            <a:spLocks noGrp="1"/>
          </p:cNvSpPr>
          <p:nvPr>
            <p:ph type="pic" sz="quarter" idx="104" hasCustomPrompt="1"/>
          </p:nvPr>
        </p:nvSpPr>
        <p:spPr>
          <a:xfrm>
            <a:off x="474709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82" name="Picture Placeholder 3">
            <a:extLst>
              <a:ext uri="{FF2B5EF4-FFF2-40B4-BE49-F238E27FC236}">
                <a16:creationId xmlns:a16="http://schemas.microsoft.com/office/drawing/2014/main" id="{B7B2CDD9-20B4-A792-0865-2F1F48726D14}"/>
              </a:ext>
            </a:extLst>
          </p:cNvPr>
          <p:cNvSpPr>
            <a:spLocks noGrp="1"/>
          </p:cNvSpPr>
          <p:nvPr>
            <p:ph type="pic" sz="quarter" idx="105" hasCustomPrompt="1"/>
          </p:nvPr>
        </p:nvSpPr>
        <p:spPr>
          <a:xfrm>
            <a:off x="2781490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83" name="Picture Placeholder 3">
            <a:extLst>
              <a:ext uri="{FF2B5EF4-FFF2-40B4-BE49-F238E27FC236}">
                <a16:creationId xmlns:a16="http://schemas.microsoft.com/office/drawing/2014/main" id="{4A90DFAB-D24E-2600-E000-0F70F5A05CC0}"/>
              </a:ext>
            </a:extLst>
          </p:cNvPr>
          <p:cNvSpPr>
            <a:spLocks noGrp="1"/>
          </p:cNvSpPr>
          <p:nvPr>
            <p:ph type="pic" sz="quarter" idx="106" hasCustomPrompt="1"/>
          </p:nvPr>
        </p:nvSpPr>
        <p:spPr>
          <a:xfrm>
            <a:off x="5098662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84" name="Picture Placeholder 3">
            <a:extLst>
              <a:ext uri="{FF2B5EF4-FFF2-40B4-BE49-F238E27FC236}">
                <a16:creationId xmlns:a16="http://schemas.microsoft.com/office/drawing/2014/main" id="{D227A52C-BD35-961E-2984-AD74E25BC609}"/>
              </a:ext>
            </a:extLst>
          </p:cNvPr>
          <p:cNvSpPr>
            <a:spLocks noGrp="1"/>
          </p:cNvSpPr>
          <p:nvPr>
            <p:ph type="pic" sz="quarter" idx="107" hasCustomPrompt="1"/>
          </p:nvPr>
        </p:nvSpPr>
        <p:spPr>
          <a:xfrm>
            <a:off x="7405444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85" name="Picture Placeholder 3">
            <a:extLst>
              <a:ext uri="{FF2B5EF4-FFF2-40B4-BE49-F238E27FC236}">
                <a16:creationId xmlns:a16="http://schemas.microsoft.com/office/drawing/2014/main" id="{FD4D05F0-1624-0D4B-287B-C5C59F1C3E0F}"/>
              </a:ext>
            </a:extLst>
          </p:cNvPr>
          <p:cNvSpPr>
            <a:spLocks noGrp="1"/>
          </p:cNvSpPr>
          <p:nvPr>
            <p:ph type="pic" sz="quarter" idx="108" hasCustomPrompt="1"/>
          </p:nvPr>
        </p:nvSpPr>
        <p:spPr>
          <a:xfrm>
            <a:off x="9712226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</p:spTree>
    <p:extLst>
      <p:ext uri="{BB962C8B-B14F-4D97-AF65-F5344CB8AC3E}">
        <p14:creationId xmlns:p14="http://schemas.microsoft.com/office/powerpoint/2010/main" val="1943407927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99451DEE-5B2B-5FC5-35E7-3D0ECBACCC7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544915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9451DEE-5B2B-5FC5-35E7-3D0ECBACCC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Freeform 31">
            <a:extLst>
              <a:ext uri="{FF2B5EF4-FFF2-40B4-BE49-F238E27FC236}">
                <a16:creationId xmlns:a16="http://schemas.microsoft.com/office/drawing/2014/main" id="{394A5B1B-1DB2-0FAB-F01F-7F3C9B484C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0260479" cy="6857999"/>
          </a:xfrm>
          <a:custGeom>
            <a:avLst/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Picture Placeholder 112">
            <a:extLst>
              <a:ext uri="{FF2B5EF4-FFF2-40B4-BE49-F238E27FC236}">
                <a16:creationId xmlns:a16="http://schemas.microsoft.com/office/drawing/2014/main" id="{DC65AB71-C922-A189-49ED-4BC9D2BBE859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3408045" y="5754583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3" name="Picture Placeholder 112">
            <a:extLst>
              <a:ext uri="{FF2B5EF4-FFF2-40B4-BE49-F238E27FC236}">
                <a16:creationId xmlns:a16="http://schemas.microsoft.com/office/drawing/2014/main" id="{F9251813-DD1D-2BFF-6D52-6830DDD47DAC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4254432" y="5754583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2" name="Picture Placeholder 112">
            <a:extLst>
              <a:ext uri="{FF2B5EF4-FFF2-40B4-BE49-F238E27FC236}">
                <a16:creationId xmlns:a16="http://schemas.microsoft.com/office/drawing/2014/main" id="{AF5B231E-3349-6127-B3CE-183B91821566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3408045" y="6071978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3" name="Picture Placeholder 112">
            <a:extLst>
              <a:ext uri="{FF2B5EF4-FFF2-40B4-BE49-F238E27FC236}">
                <a16:creationId xmlns:a16="http://schemas.microsoft.com/office/drawing/2014/main" id="{7030EC6E-69BD-46A3-BE79-C8117E139BAC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4254432" y="6071978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8" name="Picture Placeholder 112">
            <a:extLst>
              <a:ext uri="{FF2B5EF4-FFF2-40B4-BE49-F238E27FC236}">
                <a16:creationId xmlns:a16="http://schemas.microsoft.com/office/drawing/2014/main" id="{BC53E746-7367-459A-6188-8E855A260304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334125" y="5754583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9" name="Picture Placeholder 112">
            <a:extLst>
              <a:ext uri="{FF2B5EF4-FFF2-40B4-BE49-F238E27FC236}">
                <a16:creationId xmlns:a16="http://schemas.microsoft.com/office/drawing/2014/main" id="{59914CBB-B775-F30B-9C2D-755D85E37108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7180512" y="5754583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0" name="Picture Placeholder 112">
            <a:extLst>
              <a:ext uri="{FF2B5EF4-FFF2-40B4-BE49-F238E27FC236}">
                <a16:creationId xmlns:a16="http://schemas.microsoft.com/office/drawing/2014/main" id="{2F2C4C2B-C205-0B8A-9CAC-4CE9C9488CD8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6334125" y="6071978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1" name="Picture Placeholder 112">
            <a:extLst>
              <a:ext uri="{FF2B5EF4-FFF2-40B4-BE49-F238E27FC236}">
                <a16:creationId xmlns:a16="http://schemas.microsoft.com/office/drawing/2014/main" id="{940B2693-2B7A-51E1-6A78-E370410795E1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7180512" y="6071978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6" name="Picture Placeholder 112">
            <a:extLst>
              <a:ext uri="{FF2B5EF4-FFF2-40B4-BE49-F238E27FC236}">
                <a16:creationId xmlns:a16="http://schemas.microsoft.com/office/drawing/2014/main" id="{FE53505D-F00A-91F9-EA4B-6EBAABB31912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9264652" y="5754583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7" name="Picture Placeholder 112">
            <a:extLst>
              <a:ext uri="{FF2B5EF4-FFF2-40B4-BE49-F238E27FC236}">
                <a16:creationId xmlns:a16="http://schemas.microsoft.com/office/drawing/2014/main" id="{6502E604-42FB-3F41-8347-55FF4DD22D10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10111039" y="5754583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8" name="Picture Placeholder 112">
            <a:extLst>
              <a:ext uri="{FF2B5EF4-FFF2-40B4-BE49-F238E27FC236}">
                <a16:creationId xmlns:a16="http://schemas.microsoft.com/office/drawing/2014/main" id="{7050719D-2D83-5090-F8F0-5940214BC72D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9264652" y="6071978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9" name="Picture Placeholder 112">
            <a:extLst>
              <a:ext uri="{FF2B5EF4-FFF2-40B4-BE49-F238E27FC236}">
                <a16:creationId xmlns:a16="http://schemas.microsoft.com/office/drawing/2014/main" id="{132EAAD5-5480-8B4F-FF0A-C5501D3B90ED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10111039" y="6071978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4" name="Text Placeholder 45">
            <a:extLst>
              <a:ext uri="{FF2B5EF4-FFF2-40B4-BE49-F238E27FC236}">
                <a16:creationId xmlns:a16="http://schemas.microsoft.com/office/drawing/2014/main" id="{38FD6EB8-FA08-A0A4-D3E2-695547506E25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465592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45" name="Text Placeholder 45">
            <a:extLst>
              <a:ext uri="{FF2B5EF4-FFF2-40B4-BE49-F238E27FC236}">
                <a16:creationId xmlns:a16="http://schemas.microsoft.com/office/drawing/2014/main" id="{AD51EA36-41BD-B941-8FA7-859C36EB4CCC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465592" y="3338607"/>
            <a:ext cx="2462214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49" name="Text Placeholder 45">
            <a:extLst>
              <a:ext uri="{FF2B5EF4-FFF2-40B4-BE49-F238E27FC236}">
                <a16:creationId xmlns:a16="http://schemas.microsoft.com/office/drawing/2014/main" id="{F86F3DB1-87B9-2F52-7DB3-B046A2E72BBC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465592" y="3672236"/>
            <a:ext cx="2462214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0" name="Text Placeholder 45">
            <a:extLst>
              <a:ext uri="{FF2B5EF4-FFF2-40B4-BE49-F238E27FC236}">
                <a16:creationId xmlns:a16="http://schemas.microsoft.com/office/drawing/2014/main" id="{5E65EA7F-2CEE-19E0-B3BC-A3C2F8FBA263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3398835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51" name="Text Placeholder 45">
            <a:extLst>
              <a:ext uri="{FF2B5EF4-FFF2-40B4-BE49-F238E27FC236}">
                <a16:creationId xmlns:a16="http://schemas.microsoft.com/office/drawing/2014/main" id="{8B335C8B-C11C-039E-CA1A-594F6336AEDB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3398835" y="3338607"/>
            <a:ext cx="2462214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52" name="Text Placeholder 45">
            <a:extLst>
              <a:ext uri="{FF2B5EF4-FFF2-40B4-BE49-F238E27FC236}">
                <a16:creationId xmlns:a16="http://schemas.microsoft.com/office/drawing/2014/main" id="{7A60940E-1A8B-585D-7E19-A1BAA4E4DCE0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3398835" y="3672236"/>
            <a:ext cx="2462214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3" name="Text Placeholder 45">
            <a:extLst>
              <a:ext uri="{FF2B5EF4-FFF2-40B4-BE49-F238E27FC236}">
                <a16:creationId xmlns:a16="http://schemas.microsoft.com/office/drawing/2014/main" id="{82899622-523C-9AB1-337B-F8E074B574AB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6332458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54" name="Text Placeholder 45">
            <a:extLst>
              <a:ext uri="{FF2B5EF4-FFF2-40B4-BE49-F238E27FC236}">
                <a16:creationId xmlns:a16="http://schemas.microsoft.com/office/drawing/2014/main" id="{1F384043-12A3-0396-C1EC-A9142BEE14B9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6332458" y="3338607"/>
            <a:ext cx="2462214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55" name="Text Placeholder 45">
            <a:extLst>
              <a:ext uri="{FF2B5EF4-FFF2-40B4-BE49-F238E27FC236}">
                <a16:creationId xmlns:a16="http://schemas.microsoft.com/office/drawing/2014/main" id="{15C72B9A-D508-4C61-FACC-2B9A80CE0807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332458" y="3672236"/>
            <a:ext cx="2462214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6" name="Text Placeholder 45">
            <a:extLst>
              <a:ext uri="{FF2B5EF4-FFF2-40B4-BE49-F238E27FC236}">
                <a16:creationId xmlns:a16="http://schemas.microsoft.com/office/drawing/2014/main" id="{905FB018-5618-752D-8BFF-09903305D44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9268908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57" name="Text Placeholder 45">
            <a:extLst>
              <a:ext uri="{FF2B5EF4-FFF2-40B4-BE49-F238E27FC236}">
                <a16:creationId xmlns:a16="http://schemas.microsoft.com/office/drawing/2014/main" id="{7F361DBF-C125-FCED-FA60-5878757504E2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268908" y="3338607"/>
            <a:ext cx="2462214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58" name="Text Placeholder 45">
            <a:extLst>
              <a:ext uri="{FF2B5EF4-FFF2-40B4-BE49-F238E27FC236}">
                <a16:creationId xmlns:a16="http://schemas.microsoft.com/office/drawing/2014/main" id="{AEF9B4EF-C4C4-2D5A-764F-EFDA5A50F67D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9268908" y="3672236"/>
            <a:ext cx="2462214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9" name="Slide Number Placeholder 2">
            <a:extLst>
              <a:ext uri="{FF2B5EF4-FFF2-40B4-BE49-F238E27FC236}">
                <a16:creationId xmlns:a16="http://schemas.microsoft.com/office/drawing/2014/main" id="{D5B949DC-8E4A-9477-F36F-55499BCF78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0" name="Text Placeholder 32">
            <a:extLst>
              <a:ext uri="{FF2B5EF4-FFF2-40B4-BE49-F238E27FC236}">
                <a16:creationId xmlns:a16="http://schemas.microsoft.com/office/drawing/2014/main" id="{6022A746-CC42-07BB-D855-3C1831AE2CEF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D98D070B-E010-4FEB-6F8B-E1AF05DFA6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361E7177-5D27-5C74-2B13-71583190D77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2256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6" name="Text Placeholder 43">
            <a:extLst>
              <a:ext uri="{FF2B5EF4-FFF2-40B4-BE49-F238E27FC236}">
                <a16:creationId xmlns:a16="http://schemas.microsoft.com/office/drawing/2014/main" id="{0AF116EC-BEF6-0A08-2CAD-8E48415BF48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sp>
        <p:nvSpPr>
          <p:cNvPr id="46" name="Picture Placeholder 112">
            <a:extLst>
              <a:ext uri="{FF2B5EF4-FFF2-40B4-BE49-F238E27FC236}">
                <a16:creationId xmlns:a16="http://schemas.microsoft.com/office/drawing/2014/main" id="{8A5B360B-8334-6CCB-0A54-579E5AB43F5B}"/>
              </a:ext>
            </a:extLst>
          </p:cNvPr>
          <p:cNvSpPr>
            <a:spLocks noGrp="1"/>
          </p:cNvSpPr>
          <p:nvPr>
            <p:ph type="pic" sz="quarter" idx="78" hasCustomPrompt="1"/>
          </p:nvPr>
        </p:nvSpPr>
        <p:spPr>
          <a:xfrm>
            <a:off x="466725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7" name="Picture Placeholder 112">
            <a:extLst>
              <a:ext uri="{FF2B5EF4-FFF2-40B4-BE49-F238E27FC236}">
                <a16:creationId xmlns:a16="http://schemas.microsoft.com/office/drawing/2014/main" id="{A962791C-B85F-C7DA-9FB2-13C30147287A}"/>
              </a:ext>
            </a:extLst>
          </p:cNvPr>
          <p:cNvSpPr>
            <a:spLocks noGrp="1"/>
          </p:cNvSpPr>
          <p:nvPr>
            <p:ph type="pic" sz="quarter" idx="79" hasCustomPrompt="1"/>
          </p:nvPr>
        </p:nvSpPr>
        <p:spPr>
          <a:xfrm>
            <a:off x="1313112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8" name="Picture Placeholder 112">
            <a:extLst>
              <a:ext uri="{FF2B5EF4-FFF2-40B4-BE49-F238E27FC236}">
                <a16:creationId xmlns:a16="http://schemas.microsoft.com/office/drawing/2014/main" id="{4E0516D7-C80C-49F8-B236-D18D99CB20AB}"/>
              </a:ext>
            </a:extLst>
          </p:cNvPr>
          <p:cNvSpPr>
            <a:spLocks noGrp="1"/>
          </p:cNvSpPr>
          <p:nvPr>
            <p:ph type="pic" sz="quarter" idx="80" hasCustomPrompt="1"/>
          </p:nvPr>
        </p:nvSpPr>
        <p:spPr>
          <a:xfrm>
            <a:off x="466725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4" name="Picture Placeholder 112">
            <a:extLst>
              <a:ext uri="{FF2B5EF4-FFF2-40B4-BE49-F238E27FC236}">
                <a16:creationId xmlns:a16="http://schemas.microsoft.com/office/drawing/2014/main" id="{D9650A1B-9E9D-E562-38D9-45BB0ECA5DD9}"/>
              </a:ext>
            </a:extLst>
          </p:cNvPr>
          <p:cNvSpPr>
            <a:spLocks noGrp="1"/>
          </p:cNvSpPr>
          <p:nvPr>
            <p:ph type="pic" sz="quarter" idx="81" hasCustomPrompt="1"/>
          </p:nvPr>
        </p:nvSpPr>
        <p:spPr>
          <a:xfrm>
            <a:off x="1313112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5" name="Picture Placeholder 3">
            <a:extLst>
              <a:ext uri="{FF2B5EF4-FFF2-40B4-BE49-F238E27FC236}">
                <a16:creationId xmlns:a16="http://schemas.microsoft.com/office/drawing/2014/main" id="{FFFB0EF2-31FC-E8E6-33AE-A978ACAFADE7}"/>
              </a:ext>
            </a:extLst>
          </p:cNvPr>
          <p:cNvSpPr>
            <a:spLocks noGrp="1"/>
          </p:cNvSpPr>
          <p:nvPr>
            <p:ph type="pic" sz="quarter" idx="104" hasCustomPrompt="1"/>
          </p:nvPr>
        </p:nvSpPr>
        <p:spPr>
          <a:xfrm>
            <a:off x="474709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66" name="Picture Placeholder 3">
            <a:extLst>
              <a:ext uri="{FF2B5EF4-FFF2-40B4-BE49-F238E27FC236}">
                <a16:creationId xmlns:a16="http://schemas.microsoft.com/office/drawing/2014/main" id="{1EA1AB80-0D8A-7B25-3D69-FB7EED69F625}"/>
              </a:ext>
            </a:extLst>
          </p:cNvPr>
          <p:cNvSpPr>
            <a:spLocks noGrp="1"/>
          </p:cNvSpPr>
          <p:nvPr>
            <p:ph type="pic" sz="quarter" idx="105" hasCustomPrompt="1"/>
          </p:nvPr>
        </p:nvSpPr>
        <p:spPr>
          <a:xfrm>
            <a:off x="3398835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72" name="Picture Placeholder 3">
            <a:extLst>
              <a:ext uri="{FF2B5EF4-FFF2-40B4-BE49-F238E27FC236}">
                <a16:creationId xmlns:a16="http://schemas.microsoft.com/office/drawing/2014/main" id="{4435D54C-D48F-8A80-6A94-A5D7B7ED0F2F}"/>
              </a:ext>
            </a:extLst>
          </p:cNvPr>
          <p:cNvSpPr>
            <a:spLocks noGrp="1"/>
          </p:cNvSpPr>
          <p:nvPr>
            <p:ph type="pic" sz="quarter" idx="106" hasCustomPrompt="1"/>
          </p:nvPr>
        </p:nvSpPr>
        <p:spPr>
          <a:xfrm>
            <a:off x="6332458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73" name="Picture Placeholder 3">
            <a:extLst>
              <a:ext uri="{FF2B5EF4-FFF2-40B4-BE49-F238E27FC236}">
                <a16:creationId xmlns:a16="http://schemas.microsoft.com/office/drawing/2014/main" id="{D4708B90-BFFC-AC2D-E8A6-239E07CB5C38}"/>
              </a:ext>
            </a:extLst>
          </p:cNvPr>
          <p:cNvSpPr>
            <a:spLocks noGrp="1"/>
          </p:cNvSpPr>
          <p:nvPr>
            <p:ph type="pic" sz="quarter" idx="107" hasCustomPrompt="1"/>
          </p:nvPr>
        </p:nvSpPr>
        <p:spPr>
          <a:xfrm>
            <a:off x="9268908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</p:spTree>
    <p:extLst>
      <p:ext uri="{BB962C8B-B14F-4D97-AF65-F5344CB8AC3E}">
        <p14:creationId xmlns:p14="http://schemas.microsoft.com/office/powerpoint/2010/main" val="780135565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C605B49-0071-096C-77E7-20D160B9585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308497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C605B49-0071-096C-77E7-20D160B958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Freeform 31">
            <a:extLst>
              <a:ext uri="{FF2B5EF4-FFF2-40B4-BE49-F238E27FC236}">
                <a16:creationId xmlns:a16="http://schemas.microsoft.com/office/drawing/2014/main" id="{394A5B1B-1DB2-0FAB-F01F-7F3C9B484C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0260479" cy="6857999"/>
          </a:xfrm>
          <a:custGeom>
            <a:avLst/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Text Placeholder 45">
            <a:extLst>
              <a:ext uri="{FF2B5EF4-FFF2-40B4-BE49-F238E27FC236}">
                <a16:creationId xmlns:a16="http://schemas.microsoft.com/office/drawing/2014/main" id="{4FB47104-05AB-F959-CC2B-C55944736CA1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468239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87" name="Text Placeholder 45">
            <a:extLst>
              <a:ext uri="{FF2B5EF4-FFF2-40B4-BE49-F238E27FC236}">
                <a16:creationId xmlns:a16="http://schemas.microsoft.com/office/drawing/2014/main" id="{FD9BDD92-6A6B-6575-FFB2-A083DA24942B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468239" y="3338607"/>
            <a:ext cx="2462214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88" name="Text Placeholder 45">
            <a:extLst>
              <a:ext uri="{FF2B5EF4-FFF2-40B4-BE49-F238E27FC236}">
                <a16:creationId xmlns:a16="http://schemas.microsoft.com/office/drawing/2014/main" id="{A3799709-E02F-EB91-5C64-E86F20212DF8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468238" y="3672236"/>
            <a:ext cx="3400641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89" name="Text Placeholder 45">
            <a:extLst>
              <a:ext uri="{FF2B5EF4-FFF2-40B4-BE49-F238E27FC236}">
                <a16:creationId xmlns:a16="http://schemas.microsoft.com/office/drawing/2014/main" id="{8F8CF298-DF97-ED45-B093-56367D0C2AA9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4398065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90" name="Text Placeholder 45">
            <a:extLst>
              <a:ext uri="{FF2B5EF4-FFF2-40B4-BE49-F238E27FC236}">
                <a16:creationId xmlns:a16="http://schemas.microsoft.com/office/drawing/2014/main" id="{A0C6D49E-8B2E-11B4-DC60-2B4E3A9763E9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4398065" y="3338607"/>
            <a:ext cx="2462214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91" name="Text Placeholder 45">
            <a:extLst>
              <a:ext uri="{FF2B5EF4-FFF2-40B4-BE49-F238E27FC236}">
                <a16:creationId xmlns:a16="http://schemas.microsoft.com/office/drawing/2014/main" id="{895A063C-E7F9-1644-609D-CD895FAB3867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4398064" y="3672236"/>
            <a:ext cx="3400641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92" name="Text Placeholder 45">
            <a:extLst>
              <a:ext uri="{FF2B5EF4-FFF2-40B4-BE49-F238E27FC236}">
                <a16:creationId xmlns:a16="http://schemas.microsoft.com/office/drawing/2014/main" id="{737A549F-309E-E290-D495-3091A1CCDBB1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8327891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93" name="Text Placeholder 45">
            <a:extLst>
              <a:ext uri="{FF2B5EF4-FFF2-40B4-BE49-F238E27FC236}">
                <a16:creationId xmlns:a16="http://schemas.microsoft.com/office/drawing/2014/main" id="{517C5E15-6C1C-4465-2D55-385978071443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8327891" y="3338607"/>
            <a:ext cx="2462214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94" name="Text Placeholder 45">
            <a:extLst>
              <a:ext uri="{FF2B5EF4-FFF2-40B4-BE49-F238E27FC236}">
                <a16:creationId xmlns:a16="http://schemas.microsoft.com/office/drawing/2014/main" id="{691C9150-7ECF-93A2-6868-E1D1BC6EC186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8327890" y="3672236"/>
            <a:ext cx="3400641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95" name="Slide Number Placeholder 2">
            <a:extLst>
              <a:ext uri="{FF2B5EF4-FFF2-40B4-BE49-F238E27FC236}">
                <a16:creationId xmlns:a16="http://schemas.microsoft.com/office/drawing/2014/main" id="{117322D5-038E-2FA7-9F29-EC97D89553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96" name="Text Placeholder 32">
            <a:extLst>
              <a:ext uri="{FF2B5EF4-FFF2-40B4-BE49-F238E27FC236}">
                <a16:creationId xmlns:a16="http://schemas.microsoft.com/office/drawing/2014/main" id="{B7A6DF6F-63E1-D210-CE01-59B350B9365A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234FC260-27B4-BBEC-33CB-B747888472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5C62E8DE-62BC-4B0F-802B-96F211FC098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2256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3" name="Text Placeholder 43">
            <a:extLst>
              <a:ext uri="{FF2B5EF4-FFF2-40B4-BE49-F238E27FC236}">
                <a16:creationId xmlns:a16="http://schemas.microsoft.com/office/drawing/2014/main" id="{E295935C-3475-1D0A-6612-639B74DBEF3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sp>
        <p:nvSpPr>
          <p:cNvPr id="42" name="Picture Placeholder 112">
            <a:extLst>
              <a:ext uri="{FF2B5EF4-FFF2-40B4-BE49-F238E27FC236}">
                <a16:creationId xmlns:a16="http://schemas.microsoft.com/office/drawing/2014/main" id="{9A56846C-3944-27A1-FB3E-2E39071B885E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66725" y="57642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3" name="Picture Placeholder 112">
            <a:extLst>
              <a:ext uri="{FF2B5EF4-FFF2-40B4-BE49-F238E27FC236}">
                <a16:creationId xmlns:a16="http://schemas.microsoft.com/office/drawing/2014/main" id="{E0B43B2E-D350-8DA8-B494-38CAF3B0CEBB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313112" y="57642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4" name="Picture Placeholder 112">
            <a:extLst>
              <a:ext uri="{FF2B5EF4-FFF2-40B4-BE49-F238E27FC236}">
                <a16:creationId xmlns:a16="http://schemas.microsoft.com/office/drawing/2014/main" id="{E06D1F11-1B6A-63F8-D776-0CC786BC82DF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466725" y="608161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6" name="Picture Placeholder 112">
            <a:extLst>
              <a:ext uri="{FF2B5EF4-FFF2-40B4-BE49-F238E27FC236}">
                <a16:creationId xmlns:a16="http://schemas.microsoft.com/office/drawing/2014/main" id="{48B2F433-F7C5-077F-E8E3-6A78FB8A32B3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1313112" y="608161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7" name="Picture Placeholder 112">
            <a:extLst>
              <a:ext uri="{FF2B5EF4-FFF2-40B4-BE49-F238E27FC236}">
                <a16:creationId xmlns:a16="http://schemas.microsoft.com/office/drawing/2014/main" id="{24D368B3-06EE-320F-A632-E201AC667073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4398645" y="57642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8" name="Picture Placeholder 112">
            <a:extLst>
              <a:ext uri="{FF2B5EF4-FFF2-40B4-BE49-F238E27FC236}">
                <a16:creationId xmlns:a16="http://schemas.microsoft.com/office/drawing/2014/main" id="{CD644C02-AC36-F309-FBBE-25CBD3406D8A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5245032" y="57642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9" name="Picture Placeholder 112">
            <a:extLst>
              <a:ext uri="{FF2B5EF4-FFF2-40B4-BE49-F238E27FC236}">
                <a16:creationId xmlns:a16="http://schemas.microsoft.com/office/drawing/2014/main" id="{358FC273-3BAB-3B7F-BFDA-58B0C2447F37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4398645" y="608161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0" name="Picture Placeholder 112">
            <a:extLst>
              <a:ext uri="{FF2B5EF4-FFF2-40B4-BE49-F238E27FC236}">
                <a16:creationId xmlns:a16="http://schemas.microsoft.com/office/drawing/2014/main" id="{387999AB-EA53-7A44-25FF-C161955524AC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5245032" y="608161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1" name="Picture Placeholder 112">
            <a:extLst>
              <a:ext uri="{FF2B5EF4-FFF2-40B4-BE49-F238E27FC236}">
                <a16:creationId xmlns:a16="http://schemas.microsoft.com/office/drawing/2014/main" id="{7D8118F4-491B-DB48-BF4E-05CEF3F970D0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8321421" y="57642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2" name="Picture Placeholder 112">
            <a:extLst>
              <a:ext uri="{FF2B5EF4-FFF2-40B4-BE49-F238E27FC236}">
                <a16:creationId xmlns:a16="http://schemas.microsoft.com/office/drawing/2014/main" id="{16EE0C90-2BA6-0C41-48E3-265438620598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9167808" y="57642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3" name="Picture Placeholder 112">
            <a:extLst>
              <a:ext uri="{FF2B5EF4-FFF2-40B4-BE49-F238E27FC236}">
                <a16:creationId xmlns:a16="http://schemas.microsoft.com/office/drawing/2014/main" id="{C222AFDC-D942-D82C-A35D-EE2CAC98BEC7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8321421" y="608161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4" name="Picture Placeholder 112">
            <a:extLst>
              <a:ext uri="{FF2B5EF4-FFF2-40B4-BE49-F238E27FC236}">
                <a16:creationId xmlns:a16="http://schemas.microsoft.com/office/drawing/2014/main" id="{C2F6A864-0DC7-D96C-350D-57A24353F64A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9167808" y="608161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5" name="Picture Placeholder 3">
            <a:extLst>
              <a:ext uri="{FF2B5EF4-FFF2-40B4-BE49-F238E27FC236}">
                <a16:creationId xmlns:a16="http://schemas.microsoft.com/office/drawing/2014/main" id="{A498B515-6E8A-7B62-FA93-36A2AE935AD1}"/>
              </a:ext>
            </a:extLst>
          </p:cNvPr>
          <p:cNvSpPr>
            <a:spLocks noGrp="1"/>
          </p:cNvSpPr>
          <p:nvPr>
            <p:ph type="pic" sz="quarter" idx="104" hasCustomPrompt="1"/>
          </p:nvPr>
        </p:nvSpPr>
        <p:spPr>
          <a:xfrm>
            <a:off x="474709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57" name="Picture Placeholder 3">
            <a:extLst>
              <a:ext uri="{FF2B5EF4-FFF2-40B4-BE49-F238E27FC236}">
                <a16:creationId xmlns:a16="http://schemas.microsoft.com/office/drawing/2014/main" id="{BCD1BCE2-0464-ED5E-8BED-DBBBBE4A9338}"/>
              </a:ext>
            </a:extLst>
          </p:cNvPr>
          <p:cNvSpPr>
            <a:spLocks noGrp="1"/>
          </p:cNvSpPr>
          <p:nvPr>
            <p:ph type="pic" sz="quarter" idx="105" hasCustomPrompt="1"/>
          </p:nvPr>
        </p:nvSpPr>
        <p:spPr>
          <a:xfrm>
            <a:off x="4402473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58" name="Picture Placeholder 3">
            <a:extLst>
              <a:ext uri="{FF2B5EF4-FFF2-40B4-BE49-F238E27FC236}">
                <a16:creationId xmlns:a16="http://schemas.microsoft.com/office/drawing/2014/main" id="{36261CC2-6FA1-BEAD-AD50-1E8BF5149ECD}"/>
              </a:ext>
            </a:extLst>
          </p:cNvPr>
          <p:cNvSpPr>
            <a:spLocks noGrp="1"/>
          </p:cNvSpPr>
          <p:nvPr>
            <p:ph type="pic" sz="quarter" idx="106" hasCustomPrompt="1"/>
          </p:nvPr>
        </p:nvSpPr>
        <p:spPr>
          <a:xfrm>
            <a:off x="8319845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</p:spTree>
    <p:extLst>
      <p:ext uri="{BB962C8B-B14F-4D97-AF65-F5344CB8AC3E}">
        <p14:creationId xmlns:p14="http://schemas.microsoft.com/office/powerpoint/2010/main" val="2173452348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9CC92078-BE92-1124-6BDD-A4E8B107FF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94406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CC92078-BE92-1124-6BDD-A4E8B107FF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" name="Freeform 80">
            <a:extLst>
              <a:ext uri="{FF2B5EF4-FFF2-40B4-BE49-F238E27FC236}">
                <a16:creationId xmlns:a16="http://schemas.microsoft.com/office/drawing/2014/main" id="{CAC1AD48-42E9-F9A8-69CF-369C6A88307D}"/>
              </a:ext>
            </a:extLst>
          </p:cNvPr>
          <p:cNvSpPr/>
          <p:nvPr userDrawn="1"/>
        </p:nvSpPr>
        <p:spPr>
          <a:xfrm>
            <a:off x="0" y="0"/>
            <a:ext cx="10260479" cy="6857999"/>
          </a:xfrm>
          <a:custGeom>
            <a:avLst/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Picture Placeholder 112">
            <a:extLst>
              <a:ext uri="{FF2B5EF4-FFF2-40B4-BE49-F238E27FC236}">
                <a16:creationId xmlns:a16="http://schemas.microsoft.com/office/drawing/2014/main" id="{97AA01CA-292A-F8BE-32EB-FF5E7C064B59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66725" y="575358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5" name="Picture Placeholder 112">
            <a:extLst>
              <a:ext uri="{FF2B5EF4-FFF2-40B4-BE49-F238E27FC236}">
                <a16:creationId xmlns:a16="http://schemas.microsoft.com/office/drawing/2014/main" id="{1B696CCB-40AF-F338-6FD7-59BDD5AEB600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313112" y="575358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6" name="Picture Placeholder 112">
            <a:extLst>
              <a:ext uri="{FF2B5EF4-FFF2-40B4-BE49-F238E27FC236}">
                <a16:creationId xmlns:a16="http://schemas.microsoft.com/office/drawing/2014/main" id="{F3841364-4E1B-24E4-BA35-7DBA4224680F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466725" y="607097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7" name="Picture Placeholder 112">
            <a:extLst>
              <a:ext uri="{FF2B5EF4-FFF2-40B4-BE49-F238E27FC236}">
                <a16:creationId xmlns:a16="http://schemas.microsoft.com/office/drawing/2014/main" id="{866F270C-D053-5181-935F-A9219FE6D39C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1313112" y="607097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5" name="Picture Placeholder 112">
            <a:extLst>
              <a:ext uri="{FF2B5EF4-FFF2-40B4-BE49-F238E27FC236}">
                <a16:creationId xmlns:a16="http://schemas.microsoft.com/office/drawing/2014/main" id="{9B2BE02F-B85D-5DB2-5797-EF405921DCED}"/>
              </a:ext>
            </a:extLst>
          </p:cNvPr>
          <p:cNvSpPr>
            <a:spLocks noGrp="1"/>
          </p:cNvSpPr>
          <p:nvPr>
            <p:ph type="pic" sz="quarter" idx="86" hasCustomPrompt="1"/>
          </p:nvPr>
        </p:nvSpPr>
        <p:spPr>
          <a:xfrm>
            <a:off x="6336584" y="575358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6" name="Picture Placeholder 112">
            <a:extLst>
              <a:ext uri="{FF2B5EF4-FFF2-40B4-BE49-F238E27FC236}">
                <a16:creationId xmlns:a16="http://schemas.microsoft.com/office/drawing/2014/main" id="{5B991AB5-B14A-8BB5-C049-259CF161535D}"/>
              </a:ext>
            </a:extLst>
          </p:cNvPr>
          <p:cNvSpPr>
            <a:spLocks noGrp="1"/>
          </p:cNvSpPr>
          <p:nvPr>
            <p:ph type="pic" sz="quarter" idx="87" hasCustomPrompt="1"/>
          </p:nvPr>
        </p:nvSpPr>
        <p:spPr>
          <a:xfrm>
            <a:off x="7182971" y="575358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7" name="Picture Placeholder 112">
            <a:extLst>
              <a:ext uri="{FF2B5EF4-FFF2-40B4-BE49-F238E27FC236}">
                <a16:creationId xmlns:a16="http://schemas.microsoft.com/office/drawing/2014/main" id="{688F9D75-124C-EA17-DD50-B381E97653CD}"/>
              </a:ext>
            </a:extLst>
          </p:cNvPr>
          <p:cNvSpPr>
            <a:spLocks noGrp="1"/>
          </p:cNvSpPr>
          <p:nvPr>
            <p:ph type="pic" sz="quarter" idx="88" hasCustomPrompt="1"/>
          </p:nvPr>
        </p:nvSpPr>
        <p:spPr>
          <a:xfrm>
            <a:off x="6336584" y="607097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8" name="Picture Placeholder 112">
            <a:extLst>
              <a:ext uri="{FF2B5EF4-FFF2-40B4-BE49-F238E27FC236}">
                <a16:creationId xmlns:a16="http://schemas.microsoft.com/office/drawing/2014/main" id="{DBF140F7-2D02-2629-9675-8E8C8BD47CCA}"/>
              </a:ext>
            </a:extLst>
          </p:cNvPr>
          <p:cNvSpPr>
            <a:spLocks noGrp="1"/>
          </p:cNvSpPr>
          <p:nvPr>
            <p:ph type="pic" sz="quarter" idx="89" hasCustomPrompt="1"/>
          </p:nvPr>
        </p:nvSpPr>
        <p:spPr>
          <a:xfrm>
            <a:off x="7182971" y="607097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3" name="Text Placeholder 45">
            <a:extLst>
              <a:ext uri="{FF2B5EF4-FFF2-40B4-BE49-F238E27FC236}">
                <a16:creationId xmlns:a16="http://schemas.microsoft.com/office/drawing/2014/main" id="{6539CBD3-1DA4-A720-4494-A76BB8CA50AD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468239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74" name="Text Placeholder 45">
            <a:extLst>
              <a:ext uri="{FF2B5EF4-FFF2-40B4-BE49-F238E27FC236}">
                <a16:creationId xmlns:a16="http://schemas.microsoft.com/office/drawing/2014/main" id="{B9BEAAE2-AD37-E17E-377E-7BA811ACE377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468239" y="3338607"/>
            <a:ext cx="2462214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75" name="Text Placeholder 45">
            <a:extLst>
              <a:ext uri="{FF2B5EF4-FFF2-40B4-BE49-F238E27FC236}">
                <a16:creationId xmlns:a16="http://schemas.microsoft.com/office/drawing/2014/main" id="{1541C547-93D3-858D-BC61-538939400DDB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468238" y="3672236"/>
            <a:ext cx="4924499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78" name="Text Placeholder 45">
            <a:extLst>
              <a:ext uri="{FF2B5EF4-FFF2-40B4-BE49-F238E27FC236}">
                <a16:creationId xmlns:a16="http://schemas.microsoft.com/office/drawing/2014/main" id="{20D77299-9F37-393B-0E25-FF4E0DA5634F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6333772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79" name="Text Placeholder 45">
            <a:extLst>
              <a:ext uri="{FF2B5EF4-FFF2-40B4-BE49-F238E27FC236}">
                <a16:creationId xmlns:a16="http://schemas.microsoft.com/office/drawing/2014/main" id="{4796DE47-8C8F-F47D-F769-C8BB036265F1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6333772" y="3338607"/>
            <a:ext cx="2462214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80" name="Text Placeholder 45">
            <a:extLst>
              <a:ext uri="{FF2B5EF4-FFF2-40B4-BE49-F238E27FC236}">
                <a16:creationId xmlns:a16="http://schemas.microsoft.com/office/drawing/2014/main" id="{9CE2676F-B739-440B-1A04-53A860B709E3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6333771" y="3672236"/>
            <a:ext cx="4924499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83" name="Slide Number Placeholder 2">
            <a:extLst>
              <a:ext uri="{FF2B5EF4-FFF2-40B4-BE49-F238E27FC236}">
                <a16:creationId xmlns:a16="http://schemas.microsoft.com/office/drawing/2014/main" id="{C69A28D3-DD60-D554-AC12-917AEA74F2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4" name="Text Placeholder 32">
            <a:extLst>
              <a:ext uri="{FF2B5EF4-FFF2-40B4-BE49-F238E27FC236}">
                <a16:creationId xmlns:a16="http://schemas.microsoft.com/office/drawing/2014/main" id="{E0F88562-F96B-8609-4E1D-C001B3E7A371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8EC9C4EB-3828-05C5-2EE8-D791600CFC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FB7FCF10-2CF5-B0BB-A321-AF91D56BA2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2256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2" name="Text Placeholder 43">
            <a:extLst>
              <a:ext uri="{FF2B5EF4-FFF2-40B4-BE49-F238E27FC236}">
                <a16:creationId xmlns:a16="http://schemas.microsoft.com/office/drawing/2014/main" id="{6CF63297-CAFC-A0CF-12CC-8C078F34D4A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BA06D9F4-9E5A-4CE3-5516-40CA7044D02F}"/>
              </a:ext>
            </a:extLst>
          </p:cNvPr>
          <p:cNvSpPr>
            <a:spLocks noGrp="1"/>
          </p:cNvSpPr>
          <p:nvPr>
            <p:ph type="pic" sz="quarter" idx="104" hasCustomPrompt="1"/>
          </p:nvPr>
        </p:nvSpPr>
        <p:spPr>
          <a:xfrm>
            <a:off x="474709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83413F62-B916-6013-4BE5-5A54E9929835}"/>
              </a:ext>
            </a:extLst>
          </p:cNvPr>
          <p:cNvSpPr>
            <a:spLocks noGrp="1"/>
          </p:cNvSpPr>
          <p:nvPr>
            <p:ph type="pic" sz="quarter" idx="108" hasCustomPrompt="1"/>
          </p:nvPr>
        </p:nvSpPr>
        <p:spPr>
          <a:xfrm>
            <a:off x="6335182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</p:spTree>
    <p:extLst>
      <p:ext uri="{BB962C8B-B14F-4D97-AF65-F5344CB8AC3E}">
        <p14:creationId xmlns:p14="http://schemas.microsoft.com/office/powerpoint/2010/main" val="2018211411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455677F0-2283-D826-9AE9-AEA4CE0D434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164570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55677F0-2283-D826-9AE9-AEA4CE0D43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Freeform 52">
            <a:extLst>
              <a:ext uri="{FF2B5EF4-FFF2-40B4-BE49-F238E27FC236}">
                <a16:creationId xmlns:a16="http://schemas.microsoft.com/office/drawing/2014/main" id="{EDBE913B-C502-F40B-9169-EE6267C41860}"/>
              </a:ext>
            </a:extLst>
          </p:cNvPr>
          <p:cNvSpPr/>
          <p:nvPr userDrawn="1"/>
        </p:nvSpPr>
        <p:spPr>
          <a:xfrm>
            <a:off x="0" y="0"/>
            <a:ext cx="10260479" cy="6857999"/>
          </a:xfrm>
          <a:custGeom>
            <a:avLst/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Text Placeholder 45">
            <a:extLst>
              <a:ext uri="{FF2B5EF4-FFF2-40B4-BE49-F238E27FC236}">
                <a16:creationId xmlns:a16="http://schemas.microsoft.com/office/drawing/2014/main" id="{9CE2676F-B739-440B-1A04-53A860B709E3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571398" y="2543075"/>
            <a:ext cx="5864225" cy="296677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1600" b="0" i="0">
                <a:latin typeface="Arial Nova Cond" panose="020B0506020202020204" pitchFamily="34" charset="0"/>
                <a:cs typeface="Arial Nova Cond" panose="020B050602020202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83" name="Slide Number Placeholder 2">
            <a:extLst>
              <a:ext uri="{FF2B5EF4-FFF2-40B4-BE49-F238E27FC236}">
                <a16:creationId xmlns:a16="http://schemas.microsoft.com/office/drawing/2014/main" id="{C69A28D3-DD60-D554-AC12-917AEA74F2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4" name="Text Placeholder 32">
            <a:extLst>
              <a:ext uri="{FF2B5EF4-FFF2-40B4-BE49-F238E27FC236}">
                <a16:creationId xmlns:a16="http://schemas.microsoft.com/office/drawing/2014/main" id="{E0F88562-F96B-8609-4E1D-C001B3E7A371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8EC9C4EB-3828-05C5-2EE8-D791600CFC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FB7FCF10-2CF5-B0BB-A321-AF91D56BA2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2256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2" name="Text Placeholder 43">
            <a:extLst>
              <a:ext uri="{FF2B5EF4-FFF2-40B4-BE49-F238E27FC236}">
                <a16:creationId xmlns:a16="http://schemas.microsoft.com/office/drawing/2014/main" id="{6CF63297-CAFC-A0CF-12CC-8C078F34D4A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cxnSp>
        <p:nvCxnSpPr>
          <p:cNvPr id="45" name="Google Shape;3493;p411">
            <a:extLst>
              <a:ext uri="{FF2B5EF4-FFF2-40B4-BE49-F238E27FC236}">
                <a16:creationId xmlns:a16="http://schemas.microsoft.com/office/drawing/2014/main" id="{140DD431-E78B-5725-42B7-6F4CE2CDD3C7}"/>
              </a:ext>
            </a:extLst>
          </p:cNvPr>
          <p:cNvCxnSpPr>
            <a:cxnSpLocks noChangeAspect="1"/>
          </p:cNvCxnSpPr>
          <p:nvPr userDrawn="1"/>
        </p:nvCxnSpPr>
        <p:spPr>
          <a:xfrm flipV="1">
            <a:off x="10589634" y="3984689"/>
            <a:ext cx="1660973" cy="2966770"/>
          </a:xfrm>
          <a:prstGeom prst="straightConnector1">
            <a:avLst/>
          </a:prstGeom>
          <a:noFill/>
          <a:ln w="3810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9" name="Text Placeholder 45">
            <a:extLst>
              <a:ext uri="{FF2B5EF4-FFF2-40B4-BE49-F238E27FC236}">
                <a16:creationId xmlns:a16="http://schemas.microsoft.com/office/drawing/2014/main" id="{0F784DCA-9360-1C78-DC88-51D07E5BA468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4588152" y="1630843"/>
            <a:ext cx="4907745" cy="29162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27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50" name="Text Placeholder 45">
            <a:extLst>
              <a:ext uri="{FF2B5EF4-FFF2-40B4-BE49-F238E27FC236}">
                <a16:creationId xmlns:a16="http://schemas.microsoft.com/office/drawing/2014/main" id="{8B7C5652-0FC9-0AD4-5F6F-E2CA450601AE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4588152" y="2066574"/>
            <a:ext cx="4907744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6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52" name="Picture Placeholder 3">
            <a:extLst>
              <a:ext uri="{FF2B5EF4-FFF2-40B4-BE49-F238E27FC236}">
                <a16:creationId xmlns:a16="http://schemas.microsoft.com/office/drawing/2014/main" id="{324BDB89-018E-698E-CBD4-CFAD6FDB6EA3}"/>
              </a:ext>
            </a:extLst>
          </p:cNvPr>
          <p:cNvSpPr>
            <a:spLocks noGrp="1"/>
          </p:cNvSpPr>
          <p:nvPr>
            <p:ph type="pic" sz="quarter" idx="104" hasCustomPrompt="1"/>
          </p:nvPr>
        </p:nvSpPr>
        <p:spPr>
          <a:xfrm>
            <a:off x="466724" y="2311633"/>
            <a:ext cx="2930526" cy="2930526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58" name="Picture Placeholder 112">
            <a:extLst>
              <a:ext uri="{FF2B5EF4-FFF2-40B4-BE49-F238E27FC236}">
                <a16:creationId xmlns:a16="http://schemas.microsoft.com/office/drawing/2014/main" id="{17219938-892C-015F-D864-74BEF4A6B268}"/>
              </a:ext>
            </a:extLst>
          </p:cNvPr>
          <p:cNvSpPr>
            <a:spLocks noGrp="1"/>
          </p:cNvSpPr>
          <p:nvPr>
            <p:ph type="pic" sz="quarter" idx="86" hasCustomPrompt="1"/>
          </p:nvPr>
        </p:nvSpPr>
        <p:spPr>
          <a:xfrm>
            <a:off x="4567782" y="566728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9" name="Picture Placeholder 112">
            <a:extLst>
              <a:ext uri="{FF2B5EF4-FFF2-40B4-BE49-F238E27FC236}">
                <a16:creationId xmlns:a16="http://schemas.microsoft.com/office/drawing/2014/main" id="{48773842-1770-4EA8-9525-C012110030B5}"/>
              </a:ext>
            </a:extLst>
          </p:cNvPr>
          <p:cNvSpPr>
            <a:spLocks noGrp="1"/>
          </p:cNvSpPr>
          <p:nvPr>
            <p:ph type="pic" sz="quarter" idx="87" hasCustomPrompt="1"/>
          </p:nvPr>
        </p:nvSpPr>
        <p:spPr>
          <a:xfrm>
            <a:off x="5414169" y="566728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0" name="Picture Placeholder 112">
            <a:extLst>
              <a:ext uri="{FF2B5EF4-FFF2-40B4-BE49-F238E27FC236}">
                <a16:creationId xmlns:a16="http://schemas.microsoft.com/office/drawing/2014/main" id="{8FB49647-C55A-2FE2-6AD7-DDE189395316}"/>
              </a:ext>
            </a:extLst>
          </p:cNvPr>
          <p:cNvSpPr>
            <a:spLocks noGrp="1"/>
          </p:cNvSpPr>
          <p:nvPr>
            <p:ph type="pic" sz="quarter" idx="107" hasCustomPrompt="1"/>
          </p:nvPr>
        </p:nvSpPr>
        <p:spPr>
          <a:xfrm>
            <a:off x="6260556" y="566728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1" name="Picture Placeholder 112">
            <a:extLst>
              <a:ext uri="{FF2B5EF4-FFF2-40B4-BE49-F238E27FC236}">
                <a16:creationId xmlns:a16="http://schemas.microsoft.com/office/drawing/2014/main" id="{50B99053-DE49-32A9-D3CB-5A194CD43C84}"/>
              </a:ext>
            </a:extLst>
          </p:cNvPr>
          <p:cNvSpPr>
            <a:spLocks noGrp="1"/>
          </p:cNvSpPr>
          <p:nvPr>
            <p:ph type="pic" sz="quarter" idx="108" hasCustomPrompt="1"/>
          </p:nvPr>
        </p:nvSpPr>
        <p:spPr>
          <a:xfrm>
            <a:off x="7106943" y="566728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2400837916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3660AB8-2A3D-EB92-0159-4A3313D5BE1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492501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3660AB8-2A3D-EB92-0159-4A3313D5BE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0190CD48-43C1-3122-5EB1-AF7BF51557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30588" y="3453157"/>
            <a:ext cx="3746966" cy="1332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3" name="Text Placeholder 43">
            <a:extLst>
              <a:ext uri="{FF2B5EF4-FFF2-40B4-BE49-F238E27FC236}">
                <a16:creationId xmlns:a16="http://schemas.microsoft.com/office/drawing/2014/main" id="{D17A222D-7D6C-D1FE-68BE-3CF57172C3E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29362" y="2510756"/>
            <a:ext cx="3746967" cy="678546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700" b="0" i="0">
                <a:solidFill>
                  <a:schemeClr val="bg2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Mensagem de despedida com até duas linhas</a:t>
            </a:r>
          </a:p>
        </p:txBody>
      </p:sp>
      <p:pic>
        <p:nvPicPr>
          <p:cNvPr id="35" name="Google Shape;4895;p463" descr="Image">
            <a:extLst>
              <a:ext uri="{FF2B5EF4-FFF2-40B4-BE49-F238E27FC236}">
                <a16:creationId xmlns:a16="http://schemas.microsoft.com/office/drawing/2014/main" id="{FB2A2C54-C0B5-CC83-2D1A-4308D61B1F1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r="4906" b="3809"/>
          <a:stretch/>
        </p:blipFill>
        <p:spPr>
          <a:xfrm>
            <a:off x="-1328529" y="-965731"/>
            <a:ext cx="7037531" cy="7894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2192;p71">
            <a:extLst>
              <a:ext uri="{FF2B5EF4-FFF2-40B4-BE49-F238E27FC236}">
                <a16:creationId xmlns:a16="http://schemas.microsoft.com/office/drawing/2014/main" id="{8398FCF1-61E4-B37C-044F-27AB18FD45B8}"/>
              </a:ext>
            </a:extLst>
          </p:cNvPr>
          <p:cNvPicPr preferRelativeResize="0">
            <a:picLocks noChangeAspect="1"/>
          </p:cNvPicPr>
          <p:nvPr userDrawn="1"/>
        </p:nvPicPr>
        <p:blipFill rotWithShape="1">
          <a:blip r:embed="rId6">
            <a:alphaModFix/>
          </a:blip>
          <a:srcRect/>
          <a:stretch/>
        </p:blipFill>
        <p:spPr>
          <a:xfrm>
            <a:off x="6154240" y="1671305"/>
            <a:ext cx="2773825" cy="502326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6875BC9F-40E8-ECC5-D4AC-9C8CE7C69D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30588" y="5830645"/>
            <a:ext cx="2464162" cy="536568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1707302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4 1">
  <p:cSld name="Blank 4 1">
    <p:spTree>
      <p:nvGrpSpPr>
        <p:cNvPr id="1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05DCF4E-1C28-8D33-28D0-66AD0F43AB2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385721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05DCF4E-1C28-8D33-28D0-66AD0F43AB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28" name="Google Shape;1328;p352"/>
          <p:cNvSpPr txBox="1">
            <a:spLocks noGrp="1"/>
          </p:cNvSpPr>
          <p:nvPr>
            <p:ph type="sldNum" idx="12"/>
          </p:nvPr>
        </p:nvSpPr>
        <p:spPr>
          <a:xfrm>
            <a:off x="6007056" y="6405254"/>
            <a:ext cx="1728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b" anchorCtr="0">
            <a:sp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Work Sans"/>
              <a:buNone/>
              <a:defRPr sz="900">
                <a:solidFill>
                  <a:srgbClr val="000000"/>
                </a:solidFill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Work Sans"/>
              <a:buNone/>
              <a:defRPr sz="900">
                <a:solidFill>
                  <a:srgbClr val="000000"/>
                </a:solidFill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Work Sans"/>
              <a:buNone/>
              <a:defRPr sz="900">
                <a:solidFill>
                  <a:srgbClr val="000000"/>
                </a:solidFill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Work Sans"/>
              <a:buNone/>
              <a:defRPr sz="900">
                <a:solidFill>
                  <a:srgbClr val="000000"/>
                </a:solidFill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Work Sans"/>
              <a:buNone/>
              <a:defRPr sz="900">
                <a:solidFill>
                  <a:srgbClr val="000000"/>
                </a:solidFill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Work Sans"/>
              <a:buNone/>
              <a:defRPr sz="900">
                <a:solidFill>
                  <a:srgbClr val="000000"/>
                </a:solidFill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Work Sans"/>
              <a:buNone/>
              <a:defRPr sz="900">
                <a:solidFill>
                  <a:srgbClr val="000000"/>
                </a:solidFill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Work Sans"/>
              <a:buNone/>
              <a:defRPr sz="900">
                <a:solidFill>
                  <a:srgbClr val="000000"/>
                </a:solidFill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Work Sans"/>
              <a:buNone/>
              <a:defRPr sz="900">
                <a:solidFill>
                  <a:srgbClr val="000000"/>
                </a:solidFill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 sz="130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3159653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Diagonal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9E598B16-B752-72F9-1298-1503EDEF871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796534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E598B16-B752-72F9-1298-1503EDEF87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Freeform 33">
            <a:extLst>
              <a:ext uri="{FF2B5EF4-FFF2-40B4-BE49-F238E27FC236}">
                <a16:creationId xmlns:a16="http://schemas.microsoft.com/office/drawing/2014/main" id="{58663207-A50E-489B-C7CA-CB035C21D0C7}"/>
              </a:ext>
            </a:extLst>
          </p:cNvPr>
          <p:cNvSpPr/>
          <p:nvPr userDrawn="1"/>
        </p:nvSpPr>
        <p:spPr>
          <a:xfrm>
            <a:off x="-1" y="0"/>
            <a:ext cx="8794750" cy="6857999"/>
          </a:xfrm>
          <a:custGeom>
            <a:avLst/>
            <a:gdLst>
              <a:gd name="connsiteX0" fmla="*/ 0 w 8794750"/>
              <a:gd name="connsiteY0" fmla="*/ 0 h 6857999"/>
              <a:gd name="connsiteX1" fmla="*/ 4167094 w 8794750"/>
              <a:gd name="connsiteY1" fmla="*/ 0 h 6857999"/>
              <a:gd name="connsiteX2" fmla="*/ 4631859 w 8794750"/>
              <a:gd name="connsiteY2" fmla="*/ 0 h 6857999"/>
              <a:gd name="connsiteX3" fmla="*/ 8794750 w 8794750"/>
              <a:gd name="connsiteY3" fmla="*/ 0 h 6857999"/>
              <a:gd name="connsiteX4" fmla="*/ 4910363 w 8794750"/>
              <a:gd name="connsiteY4" fmla="*/ 6857999 h 6857999"/>
              <a:gd name="connsiteX5" fmla="*/ 4631859 w 8794750"/>
              <a:gd name="connsiteY5" fmla="*/ 6857999 h 6857999"/>
              <a:gd name="connsiteX6" fmla="*/ 4167094 w 8794750"/>
              <a:gd name="connsiteY6" fmla="*/ 6857999 h 6857999"/>
              <a:gd name="connsiteX7" fmla="*/ 0 w 8794750"/>
              <a:gd name="connsiteY7" fmla="*/ 6857999 h 6857999"/>
              <a:gd name="connsiteX8" fmla="*/ 0 w 8794750"/>
              <a:gd name="connsiteY8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794750" h="6857999">
                <a:moveTo>
                  <a:pt x="0" y="0"/>
                </a:moveTo>
                <a:lnTo>
                  <a:pt x="4167094" y="0"/>
                </a:lnTo>
                <a:lnTo>
                  <a:pt x="4631859" y="0"/>
                </a:lnTo>
                <a:lnTo>
                  <a:pt x="8794750" y="0"/>
                </a:lnTo>
                <a:lnTo>
                  <a:pt x="4910363" y="6857999"/>
                </a:lnTo>
                <a:lnTo>
                  <a:pt x="4631859" y="6857999"/>
                </a:lnTo>
                <a:lnTo>
                  <a:pt x="4167094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C05A2F3D-49CE-59CA-4C58-2FADDF1CF9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848" y="1501200"/>
            <a:ext cx="3746966" cy="67854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chemeClr val="accent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189E06BC-E95B-3DFB-697A-A20F60BE84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2503813"/>
            <a:ext cx="3746966" cy="1332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9" name="Slide Number Placeholder 2">
            <a:extLst>
              <a:ext uri="{FF2B5EF4-FFF2-40B4-BE49-F238E27FC236}">
                <a16:creationId xmlns:a16="http://schemas.microsoft.com/office/drawing/2014/main" id="{38C5B79B-2514-1079-AB26-5F47208D6C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0" name="Text Placeholder 32">
            <a:extLst>
              <a:ext uri="{FF2B5EF4-FFF2-40B4-BE49-F238E27FC236}">
                <a16:creationId xmlns:a16="http://schemas.microsoft.com/office/drawing/2014/main" id="{05FA630A-4466-4C77-2218-F4FB71365B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CADDA99-3244-BCC6-A70A-F9C2FB148A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4" y="165544"/>
            <a:ext cx="10117976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184F7633-8106-02A1-DF08-4669C15AE42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1" y="824400"/>
            <a:ext cx="11255513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2" name="Text Placeholder 43">
            <a:extLst>
              <a:ext uri="{FF2B5EF4-FFF2-40B4-BE49-F238E27FC236}">
                <a16:creationId xmlns:a16="http://schemas.microsoft.com/office/drawing/2014/main" id="{46FB589A-7554-89A4-B2FB-2D9E4648178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</p:spTree>
    <p:extLst>
      <p:ext uri="{BB962C8B-B14F-4D97-AF65-F5344CB8AC3E}">
        <p14:creationId xmlns:p14="http://schemas.microsoft.com/office/powerpoint/2010/main" val="2602970261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exto 1 Coluna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95A28F55-C085-3676-C7E9-2FFD73896F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861572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A28F55-C085-3676-C7E9-2FFD73896F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AE4C55B8-75B6-EEA2-A229-2197FB26F3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494951"/>
            <a:ext cx="11254426" cy="816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484F545C-CBBE-FB10-AD13-E61E2A5B0F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7" y="2584875"/>
            <a:ext cx="11254427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2000" b="0" i="0">
                <a:solidFill>
                  <a:schemeClr val="accent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12F88417-41F8-BFDC-0692-5BBDD5ED91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3" name="Text Placeholder 13">
            <a:extLst>
              <a:ext uri="{FF2B5EF4-FFF2-40B4-BE49-F238E27FC236}">
                <a16:creationId xmlns:a16="http://schemas.microsoft.com/office/drawing/2014/main" id="{464B71BA-B0BD-5F6D-357A-F699BA5BDB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CC2BF34B-1149-0C76-544C-C2AAC57066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sp>
        <p:nvSpPr>
          <p:cNvPr id="4" name="Text Placeholder 32">
            <a:extLst>
              <a:ext uri="{FF2B5EF4-FFF2-40B4-BE49-F238E27FC236}">
                <a16:creationId xmlns:a16="http://schemas.microsoft.com/office/drawing/2014/main" id="{92145FC3-824F-A0C4-DDBC-ACBC6E82A7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5495853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Equi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CF57F3A-C8BD-0FAB-5350-F98A8D8083D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557409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CF57F3A-C8BD-0FAB-5350-F98A8D8083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Freeform 31">
            <a:extLst>
              <a:ext uri="{FF2B5EF4-FFF2-40B4-BE49-F238E27FC236}">
                <a16:creationId xmlns:a16="http://schemas.microsoft.com/office/drawing/2014/main" id="{394A5B1B-1DB2-0FAB-F01F-7F3C9B484C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0260479" cy="6857999"/>
          </a:xfrm>
          <a:custGeom>
            <a:avLst/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Picture Placeholder 112">
            <a:extLst>
              <a:ext uri="{FF2B5EF4-FFF2-40B4-BE49-F238E27FC236}">
                <a16:creationId xmlns:a16="http://schemas.microsoft.com/office/drawing/2014/main" id="{DC65AB71-C922-A189-49ED-4BC9D2BBE859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3408045" y="5754583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3" name="Picture Placeholder 112">
            <a:extLst>
              <a:ext uri="{FF2B5EF4-FFF2-40B4-BE49-F238E27FC236}">
                <a16:creationId xmlns:a16="http://schemas.microsoft.com/office/drawing/2014/main" id="{F9251813-DD1D-2BFF-6D52-6830DDD47DAC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4254432" y="5754583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2" name="Picture Placeholder 112">
            <a:extLst>
              <a:ext uri="{FF2B5EF4-FFF2-40B4-BE49-F238E27FC236}">
                <a16:creationId xmlns:a16="http://schemas.microsoft.com/office/drawing/2014/main" id="{AF5B231E-3349-6127-B3CE-183B91821566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3408045" y="6071978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3" name="Picture Placeholder 112">
            <a:extLst>
              <a:ext uri="{FF2B5EF4-FFF2-40B4-BE49-F238E27FC236}">
                <a16:creationId xmlns:a16="http://schemas.microsoft.com/office/drawing/2014/main" id="{7030EC6E-69BD-46A3-BE79-C8117E139BAC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4254432" y="6071978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8" name="Picture Placeholder 112">
            <a:extLst>
              <a:ext uri="{FF2B5EF4-FFF2-40B4-BE49-F238E27FC236}">
                <a16:creationId xmlns:a16="http://schemas.microsoft.com/office/drawing/2014/main" id="{BC53E746-7367-459A-6188-8E855A260304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334125" y="5754583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9" name="Picture Placeholder 112">
            <a:extLst>
              <a:ext uri="{FF2B5EF4-FFF2-40B4-BE49-F238E27FC236}">
                <a16:creationId xmlns:a16="http://schemas.microsoft.com/office/drawing/2014/main" id="{59914CBB-B775-F30B-9C2D-755D85E37108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7180512" y="5754583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0" name="Picture Placeholder 112">
            <a:extLst>
              <a:ext uri="{FF2B5EF4-FFF2-40B4-BE49-F238E27FC236}">
                <a16:creationId xmlns:a16="http://schemas.microsoft.com/office/drawing/2014/main" id="{2F2C4C2B-C205-0B8A-9CAC-4CE9C9488CD8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6334125" y="6071978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1" name="Picture Placeholder 112">
            <a:extLst>
              <a:ext uri="{FF2B5EF4-FFF2-40B4-BE49-F238E27FC236}">
                <a16:creationId xmlns:a16="http://schemas.microsoft.com/office/drawing/2014/main" id="{940B2693-2B7A-51E1-6A78-E370410795E1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7180512" y="6071978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6" name="Picture Placeholder 112">
            <a:extLst>
              <a:ext uri="{FF2B5EF4-FFF2-40B4-BE49-F238E27FC236}">
                <a16:creationId xmlns:a16="http://schemas.microsoft.com/office/drawing/2014/main" id="{FE53505D-F00A-91F9-EA4B-6EBAABB31912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9264652" y="5754583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7" name="Picture Placeholder 112">
            <a:extLst>
              <a:ext uri="{FF2B5EF4-FFF2-40B4-BE49-F238E27FC236}">
                <a16:creationId xmlns:a16="http://schemas.microsoft.com/office/drawing/2014/main" id="{6502E604-42FB-3F41-8347-55FF4DD22D10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10111039" y="5754583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8" name="Picture Placeholder 112">
            <a:extLst>
              <a:ext uri="{FF2B5EF4-FFF2-40B4-BE49-F238E27FC236}">
                <a16:creationId xmlns:a16="http://schemas.microsoft.com/office/drawing/2014/main" id="{7050719D-2D83-5090-F8F0-5940214BC72D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9264652" y="6071978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9" name="Picture Placeholder 112">
            <a:extLst>
              <a:ext uri="{FF2B5EF4-FFF2-40B4-BE49-F238E27FC236}">
                <a16:creationId xmlns:a16="http://schemas.microsoft.com/office/drawing/2014/main" id="{132EAAD5-5480-8B4F-FF0A-C5501D3B90ED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10111039" y="6071978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4" name="Text Placeholder 45">
            <a:extLst>
              <a:ext uri="{FF2B5EF4-FFF2-40B4-BE49-F238E27FC236}">
                <a16:creationId xmlns:a16="http://schemas.microsoft.com/office/drawing/2014/main" id="{38FD6EB8-FA08-A0A4-D3E2-695547506E25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465592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45" name="Text Placeholder 45">
            <a:extLst>
              <a:ext uri="{FF2B5EF4-FFF2-40B4-BE49-F238E27FC236}">
                <a16:creationId xmlns:a16="http://schemas.microsoft.com/office/drawing/2014/main" id="{AD51EA36-41BD-B941-8FA7-859C36EB4CCC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465592" y="3338607"/>
            <a:ext cx="2462214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49" name="Text Placeholder 45">
            <a:extLst>
              <a:ext uri="{FF2B5EF4-FFF2-40B4-BE49-F238E27FC236}">
                <a16:creationId xmlns:a16="http://schemas.microsoft.com/office/drawing/2014/main" id="{F86F3DB1-87B9-2F52-7DB3-B046A2E72BBC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465592" y="3672236"/>
            <a:ext cx="2462214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0" name="Text Placeholder 45">
            <a:extLst>
              <a:ext uri="{FF2B5EF4-FFF2-40B4-BE49-F238E27FC236}">
                <a16:creationId xmlns:a16="http://schemas.microsoft.com/office/drawing/2014/main" id="{5E65EA7F-2CEE-19E0-B3BC-A3C2F8FBA263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3398835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51" name="Text Placeholder 45">
            <a:extLst>
              <a:ext uri="{FF2B5EF4-FFF2-40B4-BE49-F238E27FC236}">
                <a16:creationId xmlns:a16="http://schemas.microsoft.com/office/drawing/2014/main" id="{8B335C8B-C11C-039E-CA1A-594F6336AEDB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3398835" y="3338607"/>
            <a:ext cx="2462214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52" name="Text Placeholder 45">
            <a:extLst>
              <a:ext uri="{FF2B5EF4-FFF2-40B4-BE49-F238E27FC236}">
                <a16:creationId xmlns:a16="http://schemas.microsoft.com/office/drawing/2014/main" id="{7A60940E-1A8B-585D-7E19-A1BAA4E4DCE0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3398835" y="3672236"/>
            <a:ext cx="2462214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3" name="Text Placeholder 45">
            <a:extLst>
              <a:ext uri="{FF2B5EF4-FFF2-40B4-BE49-F238E27FC236}">
                <a16:creationId xmlns:a16="http://schemas.microsoft.com/office/drawing/2014/main" id="{82899622-523C-9AB1-337B-F8E074B574AB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6332458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54" name="Text Placeholder 45">
            <a:extLst>
              <a:ext uri="{FF2B5EF4-FFF2-40B4-BE49-F238E27FC236}">
                <a16:creationId xmlns:a16="http://schemas.microsoft.com/office/drawing/2014/main" id="{1F384043-12A3-0396-C1EC-A9142BEE14B9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6332458" y="3338607"/>
            <a:ext cx="2462214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55" name="Text Placeholder 45">
            <a:extLst>
              <a:ext uri="{FF2B5EF4-FFF2-40B4-BE49-F238E27FC236}">
                <a16:creationId xmlns:a16="http://schemas.microsoft.com/office/drawing/2014/main" id="{15C72B9A-D508-4C61-FACC-2B9A80CE0807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332458" y="3672236"/>
            <a:ext cx="2462214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6" name="Text Placeholder 45">
            <a:extLst>
              <a:ext uri="{FF2B5EF4-FFF2-40B4-BE49-F238E27FC236}">
                <a16:creationId xmlns:a16="http://schemas.microsoft.com/office/drawing/2014/main" id="{905FB018-5618-752D-8BFF-09903305D44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9268908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57" name="Text Placeholder 45">
            <a:extLst>
              <a:ext uri="{FF2B5EF4-FFF2-40B4-BE49-F238E27FC236}">
                <a16:creationId xmlns:a16="http://schemas.microsoft.com/office/drawing/2014/main" id="{7F361DBF-C125-FCED-FA60-5878757504E2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268908" y="3338607"/>
            <a:ext cx="2462214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58" name="Text Placeholder 45">
            <a:extLst>
              <a:ext uri="{FF2B5EF4-FFF2-40B4-BE49-F238E27FC236}">
                <a16:creationId xmlns:a16="http://schemas.microsoft.com/office/drawing/2014/main" id="{AEF9B4EF-C4C4-2D5A-764F-EFDA5A50F67D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9268908" y="3672236"/>
            <a:ext cx="2462214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9" name="Slide Number Placeholder 2">
            <a:extLst>
              <a:ext uri="{FF2B5EF4-FFF2-40B4-BE49-F238E27FC236}">
                <a16:creationId xmlns:a16="http://schemas.microsoft.com/office/drawing/2014/main" id="{D5B949DC-8E4A-9477-F36F-55499BCF78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0" name="Text Placeholder 32">
            <a:extLst>
              <a:ext uri="{FF2B5EF4-FFF2-40B4-BE49-F238E27FC236}">
                <a16:creationId xmlns:a16="http://schemas.microsoft.com/office/drawing/2014/main" id="{6022A746-CC42-07BB-D855-3C1831AE2CEF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D98D070B-E010-4FEB-6F8B-E1AF05DFA6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361E7177-5D27-5C74-2B13-71583190D77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2256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6" name="Text Placeholder 43">
            <a:extLst>
              <a:ext uri="{FF2B5EF4-FFF2-40B4-BE49-F238E27FC236}">
                <a16:creationId xmlns:a16="http://schemas.microsoft.com/office/drawing/2014/main" id="{0AF116EC-BEF6-0A08-2CAD-8E48415BF48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sp>
        <p:nvSpPr>
          <p:cNvPr id="46" name="Picture Placeholder 112">
            <a:extLst>
              <a:ext uri="{FF2B5EF4-FFF2-40B4-BE49-F238E27FC236}">
                <a16:creationId xmlns:a16="http://schemas.microsoft.com/office/drawing/2014/main" id="{8A5B360B-8334-6CCB-0A54-579E5AB43F5B}"/>
              </a:ext>
            </a:extLst>
          </p:cNvPr>
          <p:cNvSpPr>
            <a:spLocks noGrp="1"/>
          </p:cNvSpPr>
          <p:nvPr>
            <p:ph type="pic" sz="quarter" idx="78" hasCustomPrompt="1"/>
          </p:nvPr>
        </p:nvSpPr>
        <p:spPr>
          <a:xfrm>
            <a:off x="466725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7" name="Picture Placeholder 112">
            <a:extLst>
              <a:ext uri="{FF2B5EF4-FFF2-40B4-BE49-F238E27FC236}">
                <a16:creationId xmlns:a16="http://schemas.microsoft.com/office/drawing/2014/main" id="{A962791C-B85F-C7DA-9FB2-13C30147287A}"/>
              </a:ext>
            </a:extLst>
          </p:cNvPr>
          <p:cNvSpPr>
            <a:spLocks noGrp="1"/>
          </p:cNvSpPr>
          <p:nvPr>
            <p:ph type="pic" sz="quarter" idx="79" hasCustomPrompt="1"/>
          </p:nvPr>
        </p:nvSpPr>
        <p:spPr>
          <a:xfrm>
            <a:off x="1313112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8" name="Picture Placeholder 112">
            <a:extLst>
              <a:ext uri="{FF2B5EF4-FFF2-40B4-BE49-F238E27FC236}">
                <a16:creationId xmlns:a16="http://schemas.microsoft.com/office/drawing/2014/main" id="{4E0516D7-C80C-49F8-B236-D18D99CB20AB}"/>
              </a:ext>
            </a:extLst>
          </p:cNvPr>
          <p:cNvSpPr>
            <a:spLocks noGrp="1"/>
          </p:cNvSpPr>
          <p:nvPr>
            <p:ph type="pic" sz="quarter" idx="80" hasCustomPrompt="1"/>
          </p:nvPr>
        </p:nvSpPr>
        <p:spPr>
          <a:xfrm>
            <a:off x="466725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4" name="Picture Placeholder 112">
            <a:extLst>
              <a:ext uri="{FF2B5EF4-FFF2-40B4-BE49-F238E27FC236}">
                <a16:creationId xmlns:a16="http://schemas.microsoft.com/office/drawing/2014/main" id="{D9650A1B-9E9D-E562-38D9-45BB0ECA5DD9}"/>
              </a:ext>
            </a:extLst>
          </p:cNvPr>
          <p:cNvSpPr>
            <a:spLocks noGrp="1"/>
          </p:cNvSpPr>
          <p:nvPr>
            <p:ph type="pic" sz="quarter" idx="81" hasCustomPrompt="1"/>
          </p:nvPr>
        </p:nvSpPr>
        <p:spPr>
          <a:xfrm>
            <a:off x="1313112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5" name="Picture Placeholder 3">
            <a:extLst>
              <a:ext uri="{FF2B5EF4-FFF2-40B4-BE49-F238E27FC236}">
                <a16:creationId xmlns:a16="http://schemas.microsoft.com/office/drawing/2014/main" id="{FFFB0EF2-31FC-E8E6-33AE-A978ACAFADE7}"/>
              </a:ext>
            </a:extLst>
          </p:cNvPr>
          <p:cNvSpPr>
            <a:spLocks noGrp="1"/>
          </p:cNvSpPr>
          <p:nvPr>
            <p:ph type="pic" sz="quarter" idx="104" hasCustomPrompt="1"/>
          </p:nvPr>
        </p:nvSpPr>
        <p:spPr>
          <a:xfrm>
            <a:off x="474709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66" name="Picture Placeholder 3">
            <a:extLst>
              <a:ext uri="{FF2B5EF4-FFF2-40B4-BE49-F238E27FC236}">
                <a16:creationId xmlns:a16="http://schemas.microsoft.com/office/drawing/2014/main" id="{1EA1AB80-0D8A-7B25-3D69-FB7EED69F625}"/>
              </a:ext>
            </a:extLst>
          </p:cNvPr>
          <p:cNvSpPr>
            <a:spLocks noGrp="1"/>
          </p:cNvSpPr>
          <p:nvPr>
            <p:ph type="pic" sz="quarter" idx="105" hasCustomPrompt="1"/>
          </p:nvPr>
        </p:nvSpPr>
        <p:spPr>
          <a:xfrm>
            <a:off x="3398835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72" name="Picture Placeholder 3">
            <a:extLst>
              <a:ext uri="{FF2B5EF4-FFF2-40B4-BE49-F238E27FC236}">
                <a16:creationId xmlns:a16="http://schemas.microsoft.com/office/drawing/2014/main" id="{4435D54C-D48F-8A80-6A94-A5D7B7ED0F2F}"/>
              </a:ext>
            </a:extLst>
          </p:cNvPr>
          <p:cNvSpPr>
            <a:spLocks noGrp="1"/>
          </p:cNvSpPr>
          <p:nvPr>
            <p:ph type="pic" sz="quarter" idx="106" hasCustomPrompt="1"/>
          </p:nvPr>
        </p:nvSpPr>
        <p:spPr>
          <a:xfrm>
            <a:off x="6332458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73" name="Picture Placeholder 3">
            <a:extLst>
              <a:ext uri="{FF2B5EF4-FFF2-40B4-BE49-F238E27FC236}">
                <a16:creationId xmlns:a16="http://schemas.microsoft.com/office/drawing/2014/main" id="{D4708B90-BFFC-AC2D-E8A6-239E07CB5C38}"/>
              </a:ext>
            </a:extLst>
          </p:cNvPr>
          <p:cNvSpPr>
            <a:spLocks noGrp="1"/>
          </p:cNvSpPr>
          <p:nvPr>
            <p:ph type="pic" sz="quarter" idx="107" hasCustomPrompt="1"/>
          </p:nvPr>
        </p:nvSpPr>
        <p:spPr>
          <a:xfrm>
            <a:off x="9268908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</p:spTree>
    <p:extLst>
      <p:ext uri="{BB962C8B-B14F-4D97-AF65-F5344CB8AC3E}">
        <p14:creationId xmlns:p14="http://schemas.microsoft.com/office/powerpoint/2010/main" val="1960532149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5_Capa Grafismo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9C3855F-5414-2B85-CB35-86BE41C8712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705836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9C3855F-5414-2B85-CB35-86BE41C871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0" name="Google Shape;2192;p71">
            <a:extLst>
              <a:ext uri="{FF2B5EF4-FFF2-40B4-BE49-F238E27FC236}">
                <a16:creationId xmlns:a16="http://schemas.microsoft.com/office/drawing/2014/main" id="{ADF6551C-FC8C-26FF-7D62-0464A07E0096}"/>
              </a:ext>
            </a:extLst>
          </p:cNvPr>
          <p:cNvPicPr preferRelativeResize="0"/>
          <p:nvPr userDrawn="1"/>
        </p:nvPicPr>
        <p:blipFill>
          <a:blip r:embed="rId5"/>
          <a:srcRect/>
          <a:stretch/>
        </p:blipFill>
        <p:spPr>
          <a:xfrm>
            <a:off x="243085" y="379284"/>
            <a:ext cx="3397213" cy="615401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3BB825E7-E693-CE59-F74B-7F92BD1587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3673678"/>
            <a:ext cx="5859740" cy="16244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spcBef>
                <a:spcPts val="0"/>
              </a:spcBef>
              <a:buNone/>
              <a:defRPr sz="55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endParaRPr lang="pt-BR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9470320-04B6-E012-821E-C5810C6A60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623" y="5836630"/>
            <a:ext cx="5873109" cy="298577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2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Nome do Cliente</a:t>
            </a:r>
          </a:p>
        </p:txBody>
      </p:sp>
      <p:sp>
        <p:nvSpPr>
          <p:cNvPr id="53" name="Text Placeholder 51">
            <a:extLst>
              <a:ext uri="{FF2B5EF4-FFF2-40B4-BE49-F238E27FC236}">
                <a16:creationId xmlns:a16="http://schemas.microsoft.com/office/drawing/2014/main" id="{DB69DF21-0C32-BB89-2274-B336F285045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623" y="6222044"/>
            <a:ext cx="2459315" cy="202267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14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Mês . Ano</a:t>
            </a:r>
          </a:p>
        </p:txBody>
      </p:sp>
      <p:pic>
        <p:nvPicPr>
          <p:cNvPr id="56" name="Google Shape;2191;p71" descr="Image">
            <a:extLst>
              <a:ext uri="{FF2B5EF4-FFF2-40B4-BE49-F238E27FC236}">
                <a16:creationId xmlns:a16="http://schemas.microsoft.com/office/drawing/2014/main" id="{607A6A54-8A59-8A76-D901-0041F97638F9}"/>
              </a:ext>
            </a:extLst>
          </p:cNvPr>
          <p:cNvPicPr preferRelativeResize="0"/>
          <p:nvPr userDrawn="1"/>
        </p:nvPicPr>
        <p:blipFill rotWithShape="1">
          <a:blip r:embed="rId6">
            <a:alphaModFix/>
          </a:blip>
          <a:srcRect t="9998" r="12703" b="4392"/>
          <a:stretch/>
        </p:blipFill>
        <p:spPr>
          <a:xfrm>
            <a:off x="5887945" y="1"/>
            <a:ext cx="6305644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3358744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exto 3 Colunas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6FF68F2-58BA-F622-B1F3-D869A562113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272785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FF68F2-58BA-F622-B1F3-D869A56211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494000"/>
            <a:ext cx="3398031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328973" y="1494000"/>
            <a:ext cx="3398031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C16B06D1-13A3-EEEE-F8C3-B25A12A96028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4404673" y="1494000"/>
            <a:ext cx="3398031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86A6F23C-8E19-3086-EBB9-A5EA6CDD96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595600"/>
            <a:ext cx="339803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2FFDAFB5-21EF-81DD-17BB-7AD3B4B64922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328973" y="2595600"/>
            <a:ext cx="339803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F5D8BFF-CE58-E040-A693-E8341619B4E6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404673" y="2595600"/>
            <a:ext cx="339803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2C59B969-5D32-483B-211C-9505FBF5E3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F2ABBC01-3FE4-8278-D771-4237BC20143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3F7CA5AA-280B-F3E8-AB86-6EC091E8FB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</p:spTree>
    <p:extLst>
      <p:ext uri="{BB962C8B-B14F-4D97-AF65-F5344CB8AC3E}">
        <p14:creationId xmlns:p14="http://schemas.microsoft.com/office/powerpoint/2010/main" val="147912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oleObject" Target="../embeddings/oleObject1.bin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9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91" Type="http://schemas.openxmlformats.org/officeDocument/2006/relationships/slideLayout" Target="../slideLayouts/slideLayout91.xml"/><Relationship Id="rId9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94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10.xml"/><Relationship Id="rId26" Type="http://schemas.openxmlformats.org/officeDocument/2006/relationships/slideLayout" Target="../slideLayouts/slideLayout118.xml"/><Relationship Id="rId39" Type="http://schemas.openxmlformats.org/officeDocument/2006/relationships/slideLayout" Target="../slideLayouts/slideLayout131.xml"/><Relationship Id="rId21" Type="http://schemas.openxmlformats.org/officeDocument/2006/relationships/slideLayout" Target="../slideLayouts/slideLayout113.xml"/><Relationship Id="rId34" Type="http://schemas.openxmlformats.org/officeDocument/2006/relationships/slideLayout" Target="../slideLayouts/slideLayout126.xml"/><Relationship Id="rId42" Type="http://schemas.openxmlformats.org/officeDocument/2006/relationships/slideLayout" Target="../slideLayouts/slideLayout134.xml"/><Relationship Id="rId47" Type="http://schemas.openxmlformats.org/officeDocument/2006/relationships/slideLayout" Target="../slideLayouts/slideLayout139.xml"/><Relationship Id="rId50" Type="http://schemas.openxmlformats.org/officeDocument/2006/relationships/slideLayout" Target="../slideLayouts/slideLayout142.xml"/><Relationship Id="rId55" Type="http://schemas.openxmlformats.org/officeDocument/2006/relationships/slideLayout" Target="../slideLayouts/slideLayout147.xml"/><Relationship Id="rId63" Type="http://schemas.openxmlformats.org/officeDocument/2006/relationships/oleObject" Target="../embeddings/oleObject85.bin"/><Relationship Id="rId7" Type="http://schemas.openxmlformats.org/officeDocument/2006/relationships/slideLayout" Target="../slideLayouts/slideLayout99.xml"/><Relationship Id="rId2" Type="http://schemas.openxmlformats.org/officeDocument/2006/relationships/slideLayout" Target="../slideLayouts/slideLayout94.xml"/><Relationship Id="rId16" Type="http://schemas.openxmlformats.org/officeDocument/2006/relationships/slideLayout" Target="../slideLayouts/slideLayout108.xml"/><Relationship Id="rId29" Type="http://schemas.openxmlformats.org/officeDocument/2006/relationships/slideLayout" Target="../slideLayouts/slideLayout121.xml"/><Relationship Id="rId11" Type="http://schemas.openxmlformats.org/officeDocument/2006/relationships/slideLayout" Target="../slideLayouts/slideLayout103.xml"/><Relationship Id="rId24" Type="http://schemas.openxmlformats.org/officeDocument/2006/relationships/slideLayout" Target="../slideLayouts/slideLayout116.xml"/><Relationship Id="rId32" Type="http://schemas.openxmlformats.org/officeDocument/2006/relationships/slideLayout" Target="../slideLayouts/slideLayout124.xml"/><Relationship Id="rId37" Type="http://schemas.openxmlformats.org/officeDocument/2006/relationships/slideLayout" Target="../slideLayouts/slideLayout129.xml"/><Relationship Id="rId40" Type="http://schemas.openxmlformats.org/officeDocument/2006/relationships/slideLayout" Target="../slideLayouts/slideLayout132.xml"/><Relationship Id="rId45" Type="http://schemas.openxmlformats.org/officeDocument/2006/relationships/slideLayout" Target="../slideLayouts/slideLayout137.xml"/><Relationship Id="rId53" Type="http://schemas.openxmlformats.org/officeDocument/2006/relationships/slideLayout" Target="../slideLayouts/slideLayout145.xml"/><Relationship Id="rId58" Type="http://schemas.openxmlformats.org/officeDocument/2006/relationships/slideLayout" Target="../slideLayouts/slideLayout150.xml"/><Relationship Id="rId5" Type="http://schemas.openxmlformats.org/officeDocument/2006/relationships/slideLayout" Target="../slideLayouts/slideLayout97.xml"/><Relationship Id="rId61" Type="http://schemas.openxmlformats.org/officeDocument/2006/relationships/theme" Target="../theme/theme2.xml"/><Relationship Id="rId19" Type="http://schemas.openxmlformats.org/officeDocument/2006/relationships/slideLayout" Target="../slideLayouts/slideLayout111.xml"/><Relationship Id="rId14" Type="http://schemas.openxmlformats.org/officeDocument/2006/relationships/slideLayout" Target="../slideLayouts/slideLayout106.xml"/><Relationship Id="rId22" Type="http://schemas.openxmlformats.org/officeDocument/2006/relationships/slideLayout" Target="../slideLayouts/slideLayout114.xml"/><Relationship Id="rId27" Type="http://schemas.openxmlformats.org/officeDocument/2006/relationships/slideLayout" Target="../slideLayouts/slideLayout119.xml"/><Relationship Id="rId30" Type="http://schemas.openxmlformats.org/officeDocument/2006/relationships/slideLayout" Target="../slideLayouts/slideLayout122.xml"/><Relationship Id="rId35" Type="http://schemas.openxmlformats.org/officeDocument/2006/relationships/slideLayout" Target="../slideLayouts/slideLayout127.xml"/><Relationship Id="rId43" Type="http://schemas.openxmlformats.org/officeDocument/2006/relationships/slideLayout" Target="../slideLayouts/slideLayout135.xml"/><Relationship Id="rId48" Type="http://schemas.openxmlformats.org/officeDocument/2006/relationships/slideLayout" Target="../slideLayouts/slideLayout140.xml"/><Relationship Id="rId56" Type="http://schemas.openxmlformats.org/officeDocument/2006/relationships/slideLayout" Target="../slideLayouts/slideLayout148.xml"/><Relationship Id="rId64" Type="http://schemas.openxmlformats.org/officeDocument/2006/relationships/image" Target="../media/image11.emf"/><Relationship Id="rId8" Type="http://schemas.openxmlformats.org/officeDocument/2006/relationships/slideLayout" Target="../slideLayouts/slideLayout100.xml"/><Relationship Id="rId51" Type="http://schemas.openxmlformats.org/officeDocument/2006/relationships/slideLayout" Target="../slideLayouts/slideLayout143.xml"/><Relationship Id="rId3" Type="http://schemas.openxmlformats.org/officeDocument/2006/relationships/slideLayout" Target="../slideLayouts/slideLayout95.xml"/><Relationship Id="rId12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9.xml"/><Relationship Id="rId25" Type="http://schemas.openxmlformats.org/officeDocument/2006/relationships/slideLayout" Target="../slideLayouts/slideLayout117.xml"/><Relationship Id="rId33" Type="http://schemas.openxmlformats.org/officeDocument/2006/relationships/slideLayout" Target="../slideLayouts/slideLayout125.xml"/><Relationship Id="rId38" Type="http://schemas.openxmlformats.org/officeDocument/2006/relationships/slideLayout" Target="../slideLayouts/slideLayout130.xml"/><Relationship Id="rId46" Type="http://schemas.openxmlformats.org/officeDocument/2006/relationships/slideLayout" Target="../slideLayouts/slideLayout138.xml"/><Relationship Id="rId59" Type="http://schemas.openxmlformats.org/officeDocument/2006/relationships/slideLayout" Target="../slideLayouts/slideLayout151.xml"/><Relationship Id="rId20" Type="http://schemas.openxmlformats.org/officeDocument/2006/relationships/slideLayout" Target="../slideLayouts/slideLayout112.xml"/><Relationship Id="rId41" Type="http://schemas.openxmlformats.org/officeDocument/2006/relationships/slideLayout" Target="../slideLayouts/slideLayout133.xml"/><Relationship Id="rId54" Type="http://schemas.openxmlformats.org/officeDocument/2006/relationships/slideLayout" Target="../slideLayouts/slideLayout146.xml"/><Relationship Id="rId62" Type="http://schemas.openxmlformats.org/officeDocument/2006/relationships/tags" Target="../tags/tag97.xml"/><Relationship Id="rId1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8.xml"/><Relationship Id="rId15" Type="http://schemas.openxmlformats.org/officeDocument/2006/relationships/slideLayout" Target="../slideLayouts/slideLayout107.xml"/><Relationship Id="rId23" Type="http://schemas.openxmlformats.org/officeDocument/2006/relationships/slideLayout" Target="../slideLayouts/slideLayout115.xml"/><Relationship Id="rId28" Type="http://schemas.openxmlformats.org/officeDocument/2006/relationships/slideLayout" Target="../slideLayouts/slideLayout120.xml"/><Relationship Id="rId36" Type="http://schemas.openxmlformats.org/officeDocument/2006/relationships/slideLayout" Target="../slideLayouts/slideLayout128.xml"/><Relationship Id="rId49" Type="http://schemas.openxmlformats.org/officeDocument/2006/relationships/slideLayout" Target="../slideLayouts/slideLayout141.xml"/><Relationship Id="rId57" Type="http://schemas.openxmlformats.org/officeDocument/2006/relationships/slideLayout" Target="../slideLayouts/slideLayout149.xml"/><Relationship Id="rId10" Type="http://schemas.openxmlformats.org/officeDocument/2006/relationships/slideLayout" Target="../slideLayouts/slideLayout102.xml"/><Relationship Id="rId31" Type="http://schemas.openxmlformats.org/officeDocument/2006/relationships/slideLayout" Target="../slideLayouts/slideLayout123.xml"/><Relationship Id="rId44" Type="http://schemas.openxmlformats.org/officeDocument/2006/relationships/slideLayout" Target="../slideLayouts/slideLayout136.xml"/><Relationship Id="rId52" Type="http://schemas.openxmlformats.org/officeDocument/2006/relationships/slideLayout" Target="../slideLayouts/slideLayout144.xml"/><Relationship Id="rId60" Type="http://schemas.openxmlformats.org/officeDocument/2006/relationships/slideLayout" Target="../slideLayouts/slideLayout152.xml"/><Relationship Id="rId4" Type="http://schemas.openxmlformats.org/officeDocument/2006/relationships/slideLayout" Target="../slideLayouts/slideLayout96.xml"/><Relationship Id="rId9" Type="http://schemas.openxmlformats.org/officeDocument/2006/relationships/slideLayout" Target="../slideLayouts/slideLayout10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6F9D061-FC48-0DC7-14C0-9B81C8F5532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94"/>
            </p:custDataLst>
            <p:extLst>
              <p:ext uri="{D42A27DB-BD31-4B8C-83A1-F6EECF244321}">
                <p14:modId xmlns:p14="http://schemas.microsoft.com/office/powerpoint/2010/main" val="21722855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95" imgW="486" imgH="486" progId="TCLayout.ActiveDocument.1">
                  <p:embed/>
                </p:oleObj>
              </mc:Choice>
              <mc:Fallback>
                <p:oleObj name="Slide do think-cell" r:id="rId95" imgW="486" imgH="48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6F9D061-FC48-0DC7-14C0-9B81C8F553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7AA66E-9575-1F2A-1A9F-648AD126A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 rtl="0">
              <a:defRPr sz="8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" name="Google Shape;4367;p121">
            <a:extLst>
              <a:ext uri="{FF2B5EF4-FFF2-40B4-BE49-F238E27FC236}">
                <a16:creationId xmlns:a16="http://schemas.microsoft.com/office/drawing/2014/main" id="{FE810585-07FC-BE92-3AF2-AD0631107C94}"/>
              </a:ext>
            </a:extLst>
          </p:cNvPr>
          <p:cNvSpPr/>
          <p:nvPr userDrawn="1"/>
        </p:nvSpPr>
        <p:spPr>
          <a:xfrm>
            <a:off x="-1434499" y="169682"/>
            <a:ext cx="299827" cy="249624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33" name="Google Shape;4368;p121">
            <a:extLst>
              <a:ext uri="{FF2B5EF4-FFF2-40B4-BE49-F238E27FC236}">
                <a16:creationId xmlns:a16="http://schemas.microsoft.com/office/drawing/2014/main" id="{854743A6-45A7-9448-8AC6-7BEA3AF2182A}"/>
              </a:ext>
            </a:extLst>
          </p:cNvPr>
          <p:cNvSpPr/>
          <p:nvPr userDrawn="1"/>
        </p:nvSpPr>
        <p:spPr>
          <a:xfrm>
            <a:off x="-1134657" y="169682"/>
            <a:ext cx="299827" cy="249624"/>
          </a:xfrm>
          <a:prstGeom prst="rect">
            <a:avLst/>
          </a:prstGeom>
          <a:solidFill>
            <a:srgbClr val="F78C1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34" name="Google Shape;4369;p121">
            <a:extLst>
              <a:ext uri="{FF2B5EF4-FFF2-40B4-BE49-F238E27FC236}">
                <a16:creationId xmlns:a16="http://schemas.microsoft.com/office/drawing/2014/main" id="{EFB01E3E-752D-5652-902F-B73252BAFAD0}"/>
              </a:ext>
            </a:extLst>
          </p:cNvPr>
          <p:cNvSpPr/>
          <p:nvPr userDrawn="1"/>
        </p:nvSpPr>
        <p:spPr>
          <a:xfrm>
            <a:off x="-834818" y="169682"/>
            <a:ext cx="299827" cy="249624"/>
          </a:xfrm>
          <a:prstGeom prst="rect">
            <a:avLst/>
          </a:prstGeom>
          <a:solidFill>
            <a:srgbClr val="CDD5D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35" name="Google Shape;4370;p121">
            <a:extLst>
              <a:ext uri="{FF2B5EF4-FFF2-40B4-BE49-F238E27FC236}">
                <a16:creationId xmlns:a16="http://schemas.microsoft.com/office/drawing/2014/main" id="{92FC9490-856F-D91C-4E68-08BCACA2BEE5}"/>
              </a:ext>
            </a:extLst>
          </p:cNvPr>
          <p:cNvSpPr/>
          <p:nvPr userDrawn="1"/>
        </p:nvSpPr>
        <p:spPr>
          <a:xfrm>
            <a:off x="-534983" y="169682"/>
            <a:ext cx="299827" cy="249624"/>
          </a:xfrm>
          <a:prstGeom prst="rect">
            <a:avLst/>
          </a:prstGeom>
          <a:solidFill>
            <a:srgbClr val="5E8A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36" name="Google Shape;4371;p121">
            <a:extLst>
              <a:ext uri="{FF2B5EF4-FFF2-40B4-BE49-F238E27FC236}">
                <a16:creationId xmlns:a16="http://schemas.microsoft.com/office/drawing/2014/main" id="{BA7396C0-A750-D353-4B07-0542D6F2D9B0}"/>
              </a:ext>
            </a:extLst>
          </p:cNvPr>
          <p:cNvSpPr txBox="1"/>
          <p:nvPr userDrawn="1"/>
        </p:nvSpPr>
        <p:spPr>
          <a:xfrm>
            <a:off x="-1434499" y="0"/>
            <a:ext cx="489312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>
              <a:lnSpc>
                <a:spcPct val="120000"/>
              </a:lnSpc>
            </a:pPr>
            <a:r>
              <a:rPr lang="pt-BR" sz="800" b="1" i="0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Principais</a:t>
            </a:r>
          </a:p>
        </p:txBody>
      </p:sp>
      <p:sp>
        <p:nvSpPr>
          <p:cNvPr id="44" name="Google Shape;4372;p121">
            <a:extLst>
              <a:ext uri="{FF2B5EF4-FFF2-40B4-BE49-F238E27FC236}">
                <a16:creationId xmlns:a16="http://schemas.microsoft.com/office/drawing/2014/main" id="{9C76A9F2-B02C-3E56-C41D-29AC1A391DD8}"/>
              </a:ext>
            </a:extLst>
          </p:cNvPr>
          <p:cNvSpPr txBox="1"/>
          <p:nvPr userDrawn="1"/>
        </p:nvSpPr>
        <p:spPr>
          <a:xfrm>
            <a:off x="-1434499" y="446172"/>
            <a:ext cx="594122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>
              <a:lnSpc>
                <a:spcPct val="120000"/>
              </a:lnSpc>
            </a:pPr>
            <a:r>
              <a:rPr lang="pt-BR" sz="800" b="1" i="0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Proporções</a:t>
            </a:r>
          </a:p>
        </p:txBody>
      </p:sp>
      <p:sp>
        <p:nvSpPr>
          <p:cNvPr id="45" name="Google Shape;4373;p121">
            <a:extLst>
              <a:ext uri="{FF2B5EF4-FFF2-40B4-BE49-F238E27FC236}">
                <a16:creationId xmlns:a16="http://schemas.microsoft.com/office/drawing/2014/main" id="{7F452239-FE36-4A03-144C-936A6CCE095F}"/>
              </a:ext>
            </a:extLst>
          </p:cNvPr>
          <p:cNvSpPr/>
          <p:nvPr userDrawn="1"/>
        </p:nvSpPr>
        <p:spPr>
          <a:xfrm>
            <a:off x="-945187" y="620410"/>
            <a:ext cx="489434" cy="2496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58" name="Google Shape;4374;p121">
            <a:extLst>
              <a:ext uri="{FF2B5EF4-FFF2-40B4-BE49-F238E27FC236}">
                <a16:creationId xmlns:a16="http://schemas.microsoft.com/office/drawing/2014/main" id="{1EF79436-5367-6CBF-107A-0EE0A06A33AD}"/>
              </a:ext>
            </a:extLst>
          </p:cNvPr>
          <p:cNvSpPr/>
          <p:nvPr userDrawn="1"/>
        </p:nvSpPr>
        <p:spPr>
          <a:xfrm>
            <a:off x="-345512" y="620410"/>
            <a:ext cx="110356" cy="249624"/>
          </a:xfrm>
          <a:prstGeom prst="rect">
            <a:avLst/>
          </a:prstGeom>
          <a:solidFill>
            <a:srgbClr val="F78C1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59" name="Google Shape;4375;p121">
            <a:extLst>
              <a:ext uri="{FF2B5EF4-FFF2-40B4-BE49-F238E27FC236}">
                <a16:creationId xmlns:a16="http://schemas.microsoft.com/office/drawing/2014/main" id="{168917C0-50B8-9811-E0DD-13995F38E5CB}"/>
              </a:ext>
            </a:extLst>
          </p:cNvPr>
          <p:cNvSpPr/>
          <p:nvPr userDrawn="1"/>
        </p:nvSpPr>
        <p:spPr>
          <a:xfrm>
            <a:off x="-1434499" y="620410"/>
            <a:ext cx="489434" cy="2496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60" name="Google Shape;4376;p121">
            <a:extLst>
              <a:ext uri="{FF2B5EF4-FFF2-40B4-BE49-F238E27FC236}">
                <a16:creationId xmlns:a16="http://schemas.microsoft.com/office/drawing/2014/main" id="{3AFFA7AA-471B-9C77-D9AA-9E48CFD5CB49}"/>
              </a:ext>
            </a:extLst>
          </p:cNvPr>
          <p:cNvSpPr/>
          <p:nvPr userDrawn="1"/>
        </p:nvSpPr>
        <p:spPr>
          <a:xfrm>
            <a:off x="-455867" y="620410"/>
            <a:ext cx="110356" cy="249624"/>
          </a:xfrm>
          <a:prstGeom prst="rect">
            <a:avLst/>
          </a:prstGeom>
          <a:solidFill>
            <a:srgbClr val="5E8A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61" name="Google Shape;4377;p121">
            <a:extLst>
              <a:ext uri="{FF2B5EF4-FFF2-40B4-BE49-F238E27FC236}">
                <a16:creationId xmlns:a16="http://schemas.microsoft.com/office/drawing/2014/main" id="{5841B82D-DBEE-DBF3-1F36-13CBD46FCDA1}"/>
              </a:ext>
            </a:extLst>
          </p:cNvPr>
          <p:cNvSpPr txBox="1"/>
          <p:nvPr userDrawn="1"/>
        </p:nvSpPr>
        <p:spPr>
          <a:xfrm>
            <a:off x="-1440046" y="1088229"/>
            <a:ext cx="413964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>
              <a:lnSpc>
                <a:spcPct val="120000"/>
              </a:lnSpc>
            </a:pPr>
            <a:r>
              <a:rPr lang="pt-BR" sz="800" b="1" i="0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Variações</a:t>
            </a:r>
          </a:p>
        </p:txBody>
      </p:sp>
      <p:sp>
        <p:nvSpPr>
          <p:cNvPr id="62" name="Google Shape;4378;p121">
            <a:extLst>
              <a:ext uri="{FF2B5EF4-FFF2-40B4-BE49-F238E27FC236}">
                <a16:creationId xmlns:a16="http://schemas.microsoft.com/office/drawing/2014/main" id="{1A70D242-FFAF-8431-5312-EAFE0C4283BD}"/>
              </a:ext>
            </a:extLst>
          </p:cNvPr>
          <p:cNvSpPr/>
          <p:nvPr userDrawn="1"/>
        </p:nvSpPr>
        <p:spPr>
          <a:xfrm>
            <a:off x="-1440046" y="1264247"/>
            <a:ext cx="299827" cy="249624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64" name="Google Shape;4379;p121">
            <a:extLst>
              <a:ext uri="{FF2B5EF4-FFF2-40B4-BE49-F238E27FC236}">
                <a16:creationId xmlns:a16="http://schemas.microsoft.com/office/drawing/2014/main" id="{A75AA34B-5065-2830-268C-36813808B0A5}"/>
              </a:ext>
            </a:extLst>
          </p:cNvPr>
          <p:cNvSpPr/>
          <p:nvPr userDrawn="1"/>
        </p:nvSpPr>
        <p:spPr>
          <a:xfrm>
            <a:off x="-1140204" y="1264247"/>
            <a:ext cx="299827" cy="249624"/>
          </a:xfrm>
          <a:prstGeom prst="rect">
            <a:avLst/>
          </a:prstGeom>
          <a:solidFill>
            <a:srgbClr val="F78C1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65" name="Google Shape;4380;p121">
            <a:extLst>
              <a:ext uri="{FF2B5EF4-FFF2-40B4-BE49-F238E27FC236}">
                <a16:creationId xmlns:a16="http://schemas.microsoft.com/office/drawing/2014/main" id="{CCCC5D51-7F0E-C90E-5F8F-61D1D0FF847B}"/>
              </a:ext>
            </a:extLst>
          </p:cNvPr>
          <p:cNvSpPr/>
          <p:nvPr userDrawn="1"/>
        </p:nvSpPr>
        <p:spPr>
          <a:xfrm>
            <a:off x="-840365" y="1264247"/>
            <a:ext cx="299827" cy="249624"/>
          </a:xfrm>
          <a:prstGeom prst="rect">
            <a:avLst/>
          </a:prstGeom>
          <a:solidFill>
            <a:srgbClr val="CDD5D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66" name="Google Shape;4381;p121">
            <a:extLst>
              <a:ext uri="{FF2B5EF4-FFF2-40B4-BE49-F238E27FC236}">
                <a16:creationId xmlns:a16="http://schemas.microsoft.com/office/drawing/2014/main" id="{682B05DA-CFE2-CA72-15A8-9D23227C4A48}"/>
              </a:ext>
            </a:extLst>
          </p:cNvPr>
          <p:cNvSpPr/>
          <p:nvPr userDrawn="1"/>
        </p:nvSpPr>
        <p:spPr>
          <a:xfrm>
            <a:off x="-540530" y="1264247"/>
            <a:ext cx="299827" cy="249624"/>
          </a:xfrm>
          <a:prstGeom prst="rect">
            <a:avLst/>
          </a:prstGeom>
          <a:solidFill>
            <a:srgbClr val="5E8A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67" name="Google Shape;4382;p121">
            <a:extLst>
              <a:ext uri="{FF2B5EF4-FFF2-40B4-BE49-F238E27FC236}">
                <a16:creationId xmlns:a16="http://schemas.microsoft.com/office/drawing/2014/main" id="{269E5A4B-4987-87D6-F3C7-09A4D13E5F82}"/>
              </a:ext>
            </a:extLst>
          </p:cNvPr>
          <p:cNvSpPr/>
          <p:nvPr userDrawn="1"/>
        </p:nvSpPr>
        <p:spPr>
          <a:xfrm>
            <a:off x="-1440046" y="1513870"/>
            <a:ext cx="299827" cy="249624"/>
          </a:xfrm>
          <a:prstGeom prst="rect">
            <a:avLst/>
          </a:prstGeom>
          <a:solidFill>
            <a:srgbClr val="33556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68" name="Google Shape;4383;p121">
            <a:extLst>
              <a:ext uri="{FF2B5EF4-FFF2-40B4-BE49-F238E27FC236}">
                <a16:creationId xmlns:a16="http://schemas.microsoft.com/office/drawing/2014/main" id="{C4A46A8F-6D46-293C-2668-96AC3622C0FD}"/>
              </a:ext>
            </a:extLst>
          </p:cNvPr>
          <p:cNvSpPr/>
          <p:nvPr userDrawn="1"/>
        </p:nvSpPr>
        <p:spPr>
          <a:xfrm>
            <a:off x="-1140204" y="1513870"/>
            <a:ext cx="299827" cy="249624"/>
          </a:xfrm>
          <a:prstGeom prst="rect">
            <a:avLst/>
          </a:prstGeom>
          <a:solidFill>
            <a:srgbClr val="F9A34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69" name="Google Shape;4384;p121">
            <a:extLst>
              <a:ext uri="{FF2B5EF4-FFF2-40B4-BE49-F238E27FC236}">
                <a16:creationId xmlns:a16="http://schemas.microsoft.com/office/drawing/2014/main" id="{C7BA8B61-C87E-67B0-2BEF-3ADF9253D023}"/>
              </a:ext>
            </a:extLst>
          </p:cNvPr>
          <p:cNvSpPr/>
          <p:nvPr userDrawn="1"/>
        </p:nvSpPr>
        <p:spPr>
          <a:xfrm>
            <a:off x="-840365" y="1513870"/>
            <a:ext cx="299827" cy="249624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70" name="Google Shape;4385;p121">
            <a:extLst>
              <a:ext uri="{FF2B5EF4-FFF2-40B4-BE49-F238E27FC236}">
                <a16:creationId xmlns:a16="http://schemas.microsoft.com/office/drawing/2014/main" id="{7911BC70-8779-BD36-DBD4-DE20EF566EB1}"/>
              </a:ext>
            </a:extLst>
          </p:cNvPr>
          <p:cNvSpPr/>
          <p:nvPr userDrawn="1"/>
        </p:nvSpPr>
        <p:spPr>
          <a:xfrm>
            <a:off x="-540530" y="1513870"/>
            <a:ext cx="299827" cy="249624"/>
          </a:xfrm>
          <a:prstGeom prst="rect">
            <a:avLst/>
          </a:prstGeom>
          <a:solidFill>
            <a:srgbClr val="7EA1C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71" name="Google Shape;4386;p121">
            <a:extLst>
              <a:ext uri="{FF2B5EF4-FFF2-40B4-BE49-F238E27FC236}">
                <a16:creationId xmlns:a16="http://schemas.microsoft.com/office/drawing/2014/main" id="{BAF59EAE-D911-E743-3794-80C4F0006ACB}"/>
              </a:ext>
            </a:extLst>
          </p:cNvPr>
          <p:cNvSpPr/>
          <p:nvPr userDrawn="1"/>
        </p:nvSpPr>
        <p:spPr>
          <a:xfrm>
            <a:off x="-1440046" y="1763494"/>
            <a:ext cx="299827" cy="249624"/>
          </a:xfrm>
          <a:prstGeom prst="rect">
            <a:avLst/>
          </a:prstGeom>
          <a:solidFill>
            <a:srgbClr val="99AAB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72" name="Google Shape;4387;p121">
            <a:extLst>
              <a:ext uri="{FF2B5EF4-FFF2-40B4-BE49-F238E27FC236}">
                <a16:creationId xmlns:a16="http://schemas.microsoft.com/office/drawing/2014/main" id="{E8C00F2D-3D93-EE4A-4E2A-F4D1D89A2A8F}"/>
              </a:ext>
            </a:extLst>
          </p:cNvPr>
          <p:cNvSpPr/>
          <p:nvPr userDrawn="1"/>
        </p:nvSpPr>
        <p:spPr>
          <a:xfrm>
            <a:off x="-1140204" y="1763494"/>
            <a:ext cx="299827" cy="249624"/>
          </a:xfrm>
          <a:prstGeom prst="rect">
            <a:avLst/>
          </a:prstGeom>
          <a:solidFill>
            <a:srgbClr val="FCD1A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73" name="Google Shape;4388;p121">
            <a:extLst>
              <a:ext uri="{FF2B5EF4-FFF2-40B4-BE49-F238E27FC236}">
                <a16:creationId xmlns:a16="http://schemas.microsoft.com/office/drawing/2014/main" id="{347D4EF6-95A7-FEAD-0498-BC60C3F50976}"/>
              </a:ext>
            </a:extLst>
          </p:cNvPr>
          <p:cNvSpPr/>
          <p:nvPr userDrawn="1"/>
        </p:nvSpPr>
        <p:spPr>
          <a:xfrm>
            <a:off x="-840365" y="1763494"/>
            <a:ext cx="299827" cy="249624"/>
          </a:xfrm>
          <a:prstGeom prst="rect">
            <a:avLst/>
          </a:prstGeom>
          <a:solidFill>
            <a:srgbClr val="EBEEF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75" name="Google Shape;4389;p121">
            <a:extLst>
              <a:ext uri="{FF2B5EF4-FFF2-40B4-BE49-F238E27FC236}">
                <a16:creationId xmlns:a16="http://schemas.microsoft.com/office/drawing/2014/main" id="{20AF84BE-A3F3-CB35-7298-FE23F0B45FF7}"/>
              </a:ext>
            </a:extLst>
          </p:cNvPr>
          <p:cNvSpPr/>
          <p:nvPr userDrawn="1"/>
        </p:nvSpPr>
        <p:spPr>
          <a:xfrm>
            <a:off x="-540530" y="1763494"/>
            <a:ext cx="299827" cy="249624"/>
          </a:xfrm>
          <a:prstGeom prst="rect">
            <a:avLst/>
          </a:prstGeom>
          <a:solidFill>
            <a:srgbClr val="BFD0E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10" name="Google Shape;4390;p121">
            <a:extLst>
              <a:ext uri="{FF2B5EF4-FFF2-40B4-BE49-F238E27FC236}">
                <a16:creationId xmlns:a16="http://schemas.microsoft.com/office/drawing/2014/main" id="{B937DDB2-ACFF-ADDD-00E8-3F1AD9DDF82D}"/>
              </a:ext>
            </a:extLst>
          </p:cNvPr>
          <p:cNvSpPr/>
          <p:nvPr userDrawn="1"/>
        </p:nvSpPr>
        <p:spPr>
          <a:xfrm>
            <a:off x="-1440046" y="2013117"/>
            <a:ext cx="299827" cy="249624"/>
          </a:xfrm>
          <a:prstGeom prst="rect">
            <a:avLst/>
          </a:prstGeom>
          <a:solidFill>
            <a:srgbClr val="CCD5D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11" name="Google Shape;4391;p121">
            <a:extLst>
              <a:ext uri="{FF2B5EF4-FFF2-40B4-BE49-F238E27FC236}">
                <a16:creationId xmlns:a16="http://schemas.microsoft.com/office/drawing/2014/main" id="{69950CF1-ABBA-A5A5-780D-DD1D145DC0BD}"/>
              </a:ext>
            </a:extLst>
          </p:cNvPr>
          <p:cNvSpPr/>
          <p:nvPr userDrawn="1"/>
        </p:nvSpPr>
        <p:spPr>
          <a:xfrm>
            <a:off x="-1140204" y="2013117"/>
            <a:ext cx="299827" cy="249624"/>
          </a:xfrm>
          <a:prstGeom prst="rect">
            <a:avLst/>
          </a:prstGeom>
          <a:solidFill>
            <a:srgbClr val="FDE8D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12" name="Google Shape;4392;p121">
            <a:extLst>
              <a:ext uri="{FF2B5EF4-FFF2-40B4-BE49-F238E27FC236}">
                <a16:creationId xmlns:a16="http://schemas.microsoft.com/office/drawing/2014/main" id="{61D5226B-30EC-1360-429D-5428ACD8C482}"/>
              </a:ext>
            </a:extLst>
          </p:cNvPr>
          <p:cNvSpPr/>
          <p:nvPr userDrawn="1"/>
        </p:nvSpPr>
        <p:spPr>
          <a:xfrm>
            <a:off x="-840365" y="2013117"/>
            <a:ext cx="299827" cy="249624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14" name="Google Shape;4393;p121">
            <a:extLst>
              <a:ext uri="{FF2B5EF4-FFF2-40B4-BE49-F238E27FC236}">
                <a16:creationId xmlns:a16="http://schemas.microsoft.com/office/drawing/2014/main" id="{F6C16A75-EB5D-1F55-43FE-DBB82E1C8089}"/>
              </a:ext>
            </a:extLst>
          </p:cNvPr>
          <p:cNvSpPr/>
          <p:nvPr userDrawn="1"/>
        </p:nvSpPr>
        <p:spPr>
          <a:xfrm>
            <a:off x="-540530" y="2013117"/>
            <a:ext cx="299827" cy="249624"/>
          </a:xfrm>
          <a:prstGeom prst="rect">
            <a:avLst/>
          </a:prstGeom>
          <a:solidFill>
            <a:srgbClr val="DFE8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15" name="Google Shape;2062;p65">
            <a:extLst>
              <a:ext uri="{FF2B5EF4-FFF2-40B4-BE49-F238E27FC236}">
                <a16:creationId xmlns:a16="http://schemas.microsoft.com/office/drawing/2014/main" id="{39D42F55-4466-D7C7-282A-CB51BC30FD14}"/>
              </a:ext>
            </a:extLst>
          </p:cNvPr>
          <p:cNvSpPr txBox="1"/>
          <p:nvPr userDrawn="1"/>
        </p:nvSpPr>
        <p:spPr>
          <a:xfrm>
            <a:off x="12405127" y="150422"/>
            <a:ext cx="5176316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3500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 Arial Nova Light </a:t>
            </a:r>
            <a:r>
              <a:rPr lang="pt-BR" sz="3333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35pt</a:t>
            </a:r>
          </a:p>
        </p:txBody>
      </p:sp>
      <p:sp>
        <p:nvSpPr>
          <p:cNvPr id="116" name="Google Shape;2068;p65">
            <a:extLst>
              <a:ext uri="{FF2B5EF4-FFF2-40B4-BE49-F238E27FC236}">
                <a16:creationId xmlns:a16="http://schemas.microsoft.com/office/drawing/2014/main" id="{28A1DBAB-BA08-F098-A239-60F872A81BB8}"/>
              </a:ext>
            </a:extLst>
          </p:cNvPr>
          <p:cNvSpPr txBox="1"/>
          <p:nvPr userDrawn="1"/>
        </p:nvSpPr>
        <p:spPr>
          <a:xfrm>
            <a:off x="12405128" y="1064893"/>
            <a:ext cx="435630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20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20pt</a:t>
            </a:r>
          </a:p>
        </p:txBody>
      </p:sp>
      <p:sp>
        <p:nvSpPr>
          <p:cNvPr id="117" name="Google Shape;2068;p65">
            <a:extLst>
              <a:ext uri="{FF2B5EF4-FFF2-40B4-BE49-F238E27FC236}">
                <a16:creationId xmlns:a16="http://schemas.microsoft.com/office/drawing/2014/main" id="{A6EFA59F-C44C-8BBC-BEA4-A129146396F8}"/>
              </a:ext>
            </a:extLst>
          </p:cNvPr>
          <p:cNvSpPr txBox="1"/>
          <p:nvPr userDrawn="1"/>
        </p:nvSpPr>
        <p:spPr>
          <a:xfrm>
            <a:off x="12405128" y="715222"/>
            <a:ext cx="441634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20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 Arial Nova Condensed Bold 20pt</a:t>
            </a:r>
          </a:p>
        </p:txBody>
      </p:sp>
      <p:sp>
        <p:nvSpPr>
          <p:cNvPr id="118" name="Google Shape;2062;p65">
            <a:extLst>
              <a:ext uri="{FF2B5EF4-FFF2-40B4-BE49-F238E27FC236}">
                <a16:creationId xmlns:a16="http://schemas.microsoft.com/office/drawing/2014/main" id="{9B6C5713-5253-4045-6E11-A3143E96C780}"/>
              </a:ext>
            </a:extLst>
          </p:cNvPr>
          <p:cNvSpPr txBox="1"/>
          <p:nvPr userDrawn="1"/>
        </p:nvSpPr>
        <p:spPr>
          <a:xfrm>
            <a:off x="12405127" y="1514819"/>
            <a:ext cx="5176316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2700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 Arial Nova Light 27pt</a:t>
            </a:r>
          </a:p>
        </p:txBody>
      </p:sp>
      <p:sp>
        <p:nvSpPr>
          <p:cNvPr id="119" name="Google Shape;2068;p65">
            <a:extLst>
              <a:ext uri="{FF2B5EF4-FFF2-40B4-BE49-F238E27FC236}">
                <a16:creationId xmlns:a16="http://schemas.microsoft.com/office/drawing/2014/main" id="{2C6AA656-6276-D39D-4551-B4231F6A7AC4}"/>
              </a:ext>
            </a:extLst>
          </p:cNvPr>
          <p:cNvSpPr txBox="1"/>
          <p:nvPr userDrawn="1"/>
        </p:nvSpPr>
        <p:spPr>
          <a:xfrm>
            <a:off x="12405128" y="2252207"/>
            <a:ext cx="435630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1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16pt</a:t>
            </a:r>
          </a:p>
        </p:txBody>
      </p:sp>
      <p:sp>
        <p:nvSpPr>
          <p:cNvPr id="120" name="Google Shape;2068;p65">
            <a:extLst>
              <a:ext uri="{FF2B5EF4-FFF2-40B4-BE49-F238E27FC236}">
                <a16:creationId xmlns:a16="http://schemas.microsoft.com/office/drawing/2014/main" id="{B8730A42-B106-9932-4F2D-BBD55C9C016A}"/>
              </a:ext>
            </a:extLst>
          </p:cNvPr>
          <p:cNvSpPr txBox="1"/>
          <p:nvPr userDrawn="1"/>
        </p:nvSpPr>
        <p:spPr>
          <a:xfrm>
            <a:off x="12405128" y="1961151"/>
            <a:ext cx="441634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16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 Arial Nova Condensed Bold 16pt</a:t>
            </a:r>
          </a:p>
        </p:txBody>
      </p:sp>
      <p:sp>
        <p:nvSpPr>
          <p:cNvPr id="121" name="Google Shape;2062;p65">
            <a:extLst>
              <a:ext uri="{FF2B5EF4-FFF2-40B4-BE49-F238E27FC236}">
                <a16:creationId xmlns:a16="http://schemas.microsoft.com/office/drawing/2014/main" id="{E76C5E89-4A29-1376-0BD9-4C31CEDF3064}"/>
              </a:ext>
            </a:extLst>
          </p:cNvPr>
          <p:cNvSpPr txBox="1"/>
          <p:nvPr userDrawn="1"/>
        </p:nvSpPr>
        <p:spPr>
          <a:xfrm>
            <a:off x="12405127" y="2646370"/>
            <a:ext cx="517631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2200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 Arial Nova Light 22pt</a:t>
            </a:r>
          </a:p>
        </p:txBody>
      </p:sp>
      <p:sp>
        <p:nvSpPr>
          <p:cNvPr id="122" name="Google Shape;2068;p65">
            <a:extLst>
              <a:ext uri="{FF2B5EF4-FFF2-40B4-BE49-F238E27FC236}">
                <a16:creationId xmlns:a16="http://schemas.microsoft.com/office/drawing/2014/main" id="{DB27386A-1FEB-8A30-5E84-242AC3735680}"/>
              </a:ext>
            </a:extLst>
          </p:cNvPr>
          <p:cNvSpPr txBox="1"/>
          <p:nvPr userDrawn="1"/>
        </p:nvSpPr>
        <p:spPr>
          <a:xfrm>
            <a:off x="12405128" y="3326800"/>
            <a:ext cx="435630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14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16pt</a:t>
            </a:r>
          </a:p>
        </p:txBody>
      </p:sp>
      <p:sp>
        <p:nvSpPr>
          <p:cNvPr id="123" name="Google Shape;2068;p65">
            <a:extLst>
              <a:ext uri="{FF2B5EF4-FFF2-40B4-BE49-F238E27FC236}">
                <a16:creationId xmlns:a16="http://schemas.microsoft.com/office/drawing/2014/main" id="{957ED22D-1758-B780-D473-EF03930FA042}"/>
              </a:ext>
            </a:extLst>
          </p:cNvPr>
          <p:cNvSpPr txBox="1"/>
          <p:nvPr userDrawn="1"/>
        </p:nvSpPr>
        <p:spPr>
          <a:xfrm>
            <a:off x="12405128" y="3035744"/>
            <a:ext cx="441634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14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 Arial Nova Condensed Bold 16pt</a:t>
            </a:r>
          </a:p>
        </p:txBody>
      </p:sp>
      <p:sp>
        <p:nvSpPr>
          <p:cNvPr id="124" name="Google Shape;2062;p65">
            <a:extLst>
              <a:ext uri="{FF2B5EF4-FFF2-40B4-BE49-F238E27FC236}">
                <a16:creationId xmlns:a16="http://schemas.microsoft.com/office/drawing/2014/main" id="{21A875F6-7246-6F95-7FFE-CB71EEE7A64B}"/>
              </a:ext>
            </a:extLst>
          </p:cNvPr>
          <p:cNvSpPr txBox="1"/>
          <p:nvPr userDrawn="1"/>
        </p:nvSpPr>
        <p:spPr>
          <a:xfrm>
            <a:off x="12405127" y="3736961"/>
            <a:ext cx="517631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1600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 Arial Nova Light 16pt</a:t>
            </a:r>
          </a:p>
        </p:txBody>
      </p:sp>
      <p:sp>
        <p:nvSpPr>
          <p:cNvPr id="125" name="Google Shape;2068;p65">
            <a:extLst>
              <a:ext uri="{FF2B5EF4-FFF2-40B4-BE49-F238E27FC236}">
                <a16:creationId xmlns:a16="http://schemas.microsoft.com/office/drawing/2014/main" id="{ED140737-905D-E4B6-4288-2847AB66FCC4}"/>
              </a:ext>
            </a:extLst>
          </p:cNvPr>
          <p:cNvSpPr txBox="1"/>
          <p:nvPr userDrawn="1"/>
        </p:nvSpPr>
        <p:spPr>
          <a:xfrm>
            <a:off x="12405128" y="4251503"/>
            <a:ext cx="435630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12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12pt</a:t>
            </a:r>
          </a:p>
        </p:txBody>
      </p:sp>
      <p:sp>
        <p:nvSpPr>
          <p:cNvPr id="126" name="Google Shape;2068;p65">
            <a:extLst>
              <a:ext uri="{FF2B5EF4-FFF2-40B4-BE49-F238E27FC236}">
                <a16:creationId xmlns:a16="http://schemas.microsoft.com/office/drawing/2014/main" id="{DC621893-8680-358B-3673-1C909F0C0295}"/>
              </a:ext>
            </a:extLst>
          </p:cNvPr>
          <p:cNvSpPr txBox="1"/>
          <p:nvPr userDrawn="1"/>
        </p:nvSpPr>
        <p:spPr>
          <a:xfrm>
            <a:off x="12405128" y="4020248"/>
            <a:ext cx="4416344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12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 Arial Nova Condensed Bold 12pt</a:t>
            </a:r>
          </a:p>
        </p:txBody>
      </p:sp>
      <p:sp>
        <p:nvSpPr>
          <p:cNvPr id="127" name="Google Shape;2062;p65">
            <a:extLst>
              <a:ext uri="{FF2B5EF4-FFF2-40B4-BE49-F238E27FC236}">
                <a16:creationId xmlns:a16="http://schemas.microsoft.com/office/drawing/2014/main" id="{BC6670A3-07F4-2829-F07C-F6E301B390AF}"/>
              </a:ext>
            </a:extLst>
          </p:cNvPr>
          <p:cNvSpPr txBox="1"/>
          <p:nvPr userDrawn="1"/>
        </p:nvSpPr>
        <p:spPr>
          <a:xfrm>
            <a:off x="12405127" y="4642886"/>
            <a:ext cx="517631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1200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 Arial Nova Light 12pt</a:t>
            </a:r>
          </a:p>
        </p:txBody>
      </p:sp>
      <p:sp>
        <p:nvSpPr>
          <p:cNvPr id="128" name="Google Shape;2068;p65">
            <a:extLst>
              <a:ext uri="{FF2B5EF4-FFF2-40B4-BE49-F238E27FC236}">
                <a16:creationId xmlns:a16="http://schemas.microsoft.com/office/drawing/2014/main" id="{6FE56504-C1BF-7D39-FA96-09749FD3479B}"/>
              </a:ext>
            </a:extLst>
          </p:cNvPr>
          <p:cNvSpPr txBox="1"/>
          <p:nvPr userDrawn="1"/>
        </p:nvSpPr>
        <p:spPr>
          <a:xfrm>
            <a:off x="12405128" y="5085064"/>
            <a:ext cx="435630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9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9pt</a:t>
            </a:r>
          </a:p>
        </p:txBody>
      </p:sp>
      <p:sp>
        <p:nvSpPr>
          <p:cNvPr id="129" name="Google Shape;2068;p65">
            <a:extLst>
              <a:ext uri="{FF2B5EF4-FFF2-40B4-BE49-F238E27FC236}">
                <a16:creationId xmlns:a16="http://schemas.microsoft.com/office/drawing/2014/main" id="{A6D90263-FBBE-EB49-475E-F0A25181EA61}"/>
              </a:ext>
            </a:extLst>
          </p:cNvPr>
          <p:cNvSpPr txBox="1"/>
          <p:nvPr userDrawn="1"/>
        </p:nvSpPr>
        <p:spPr>
          <a:xfrm>
            <a:off x="12405128" y="4901851"/>
            <a:ext cx="441634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9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 Arial Nova Condensed Bold 9pt</a:t>
            </a:r>
          </a:p>
        </p:txBody>
      </p:sp>
      <p:sp>
        <p:nvSpPr>
          <p:cNvPr id="130" name="Google Shape;2079;p65">
            <a:extLst>
              <a:ext uri="{FF2B5EF4-FFF2-40B4-BE49-F238E27FC236}">
                <a16:creationId xmlns:a16="http://schemas.microsoft.com/office/drawing/2014/main" id="{311FBA4B-64D9-949E-C84E-05357B4C52CF}"/>
              </a:ext>
            </a:extLst>
          </p:cNvPr>
          <p:cNvSpPr txBox="1"/>
          <p:nvPr userDrawn="1"/>
        </p:nvSpPr>
        <p:spPr>
          <a:xfrm>
            <a:off x="-1444789" y="2687498"/>
            <a:ext cx="39978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Mensagem positiva</a:t>
            </a:r>
          </a:p>
        </p:txBody>
      </p:sp>
      <p:sp>
        <p:nvSpPr>
          <p:cNvPr id="131" name="Google Shape;2080;p65">
            <a:extLst>
              <a:ext uri="{FF2B5EF4-FFF2-40B4-BE49-F238E27FC236}">
                <a16:creationId xmlns:a16="http://schemas.microsoft.com/office/drawing/2014/main" id="{13C8AD58-4788-D3BE-65D7-6F9E5395836F}"/>
              </a:ext>
            </a:extLst>
          </p:cNvPr>
          <p:cNvSpPr txBox="1"/>
          <p:nvPr userDrawn="1"/>
        </p:nvSpPr>
        <p:spPr>
          <a:xfrm>
            <a:off x="-631008" y="2687498"/>
            <a:ext cx="39978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Mensagem</a:t>
            </a:r>
            <a:br>
              <a:rPr lang="pt-BR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</a:br>
            <a:r>
              <a:rPr lang="pt-BR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negativa</a:t>
            </a:r>
            <a:endParaRPr lang="pt-BR" sz="6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B7BE2326-221B-5378-9255-0AAA6E586BC8}"/>
              </a:ext>
            </a:extLst>
          </p:cNvPr>
          <p:cNvGrpSpPr/>
          <p:nvPr userDrawn="1"/>
        </p:nvGrpSpPr>
        <p:grpSpPr>
          <a:xfrm>
            <a:off x="-1440047" y="2398327"/>
            <a:ext cx="1199343" cy="245918"/>
            <a:chOff x="-2710109" y="2381849"/>
            <a:chExt cx="2469406" cy="317600"/>
          </a:xfrm>
        </p:grpSpPr>
        <p:sp>
          <p:nvSpPr>
            <p:cNvPr id="133" name="Google Shape;2077;p65">
              <a:extLst>
                <a:ext uri="{FF2B5EF4-FFF2-40B4-BE49-F238E27FC236}">
                  <a16:creationId xmlns:a16="http://schemas.microsoft.com/office/drawing/2014/main" id="{58ADFA13-969F-48B7-5DDF-8EBD97A6664B}"/>
                </a:ext>
              </a:extLst>
            </p:cNvPr>
            <p:cNvSpPr/>
            <p:nvPr userDrawn="1"/>
          </p:nvSpPr>
          <p:spPr>
            <a:xfrm>
              <a:off x="-2710109" y="2381849"/>
              <a:ext cx="823135" cy="317600"/>
            </a:xfrm>
            <a:prstGeom prst="rect">
              <a:avLst/>
            </a:prstGeom>
            <a:solidFill>
              <a:srgbClr val="9ACC3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" name="Google Shape;2078;p65">
              <a:extLst>
                <a:ext uri="{FF2B5EF4-FFF2-40B4-BE49-F238E27FC236}">
                  <a16:creationId xmlns:a16="http://schemas.microsoft.com/office/drawing/2014/main" id="{0D7EC73A-274B-02A6-74D5-ED794C567839}"/>
                </a:ext>
              </a:extLst>
            </p:cNvPr>
            <p:cNvSpPr/>
            <p:nvPr userDrawn="1"/>
          </p:nvSpPr>
          <p:spPr>
            <a:xfrm>
              <a:off x="-1063838" y="2381849"/>
              <a:ext cx="823135" cy="317600"/>
            </a:xfrm>
            <a:prstGeom prst="rect">
              <a:avLst/>
            </a:prstGeom>
            <a:solidFill>
              <a:srgbClr val="CF3D3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solidFill>
                  <a:srgbClr val="CF3D3D"/>
                </a:solidFill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" name="Google Shape;2078;p65">
              <a:extLst>
                <a:ext uri="{FF2B5EF4-FFF2-40B4-BE49-F238E27FC236}">
                  <a16:creationId xmlns:a16="http://schemas.microsoft.com/office/drawing/2014/main" id="{2E346C85-EB7E-0E05-BD64-2CF60AA7B02C}"/>
                </a:ext>
              </a:extLst>
            </p:cNvPr>
            <p:cNvSpPr/>
            <p:nvPr userDrawn="1"/>
          </p:nvSpPr>
          <p:spPr>
            <a:xfrm>
              <a:off x="-1886974" y="2381849"/>
              <a:ext cx="823135" cy="317600"/>
            </a:xfrm>
            <a:prstGeom prst="rect">
              <a:avLst/>
            </a:prstGeom>
            <a:solidFill>
              <a:srgbClr val="F9C20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solidFill>
                  <a:srgbClr val="CF3D3D"/>
                </a:solidFill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36" name="Google Shape;2080;p65">
            <a:extLst>
              <a:ext uri="{FF2B5EF4-FFF2-40B4-BE49-F238E27FC236}">
                <a16:creationId xmlns:a16="http://schemas.microsoft.com/office/drawing/2014/main" id="{4294608B-1C43-6119-3039-9903D5800B6C}"/>
              </a:ext>
            </a:extLst>
          </p:cNvPr>
          <p:cNvSpPr txBox="1"/>
          <p:nvPr userDrawn="1"/>
        </p:nvSpPr>
        <p:spPr>
          <a:xfrm>
            <a:off x="-1040268" y="2687498"/>
            <a:ext cx="39978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Mensagem</a:t>
            </a:r>
            <a:br>
              <a:rPr lang="pt-BR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</a:br>
            <a:r>
              <a:rPr lang="pt-BR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de atenção</a:t>
            </a:r>
            <a:endParaRPr lang="pt-BR" sz="6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37" name="Google Shape;2079;p65">
            <a:extLst>
              <a:ext uri="{FF2B5EF4-FFF2-40B4-BE49-F238E27FC236}">
                <a16:creationId xmlns:a16="http://schemas.microsoft.com/office/drawing/2014/main" id="{52093951-F01B-6C82-AE31-35A91C513E93}"/>
              </a:ext>
            </a:extLst>
          </p:cNvPr>
          <p:cNvSpPr txBox="1"/>
          <p:nvPr userDrawn="1"/>
        </p:nvSpPr>
        <p:spPr>
          <a:xfrm>
            <a:off x="-1440046" y="921489"/>
            <a:ext cx="1281917" cy="95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Laranja é usado apenas para os detalhes.</a:t>
            </a:r>
            <a:endParaRPr lang="pt-BR" sz="6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D685AF82-57B5-8D84-F2AE-D7E1FA9EF387}"/>
              </a:ext>
            </a:extLst>
          </p:cNvPr>
          <p:cNvGrpSpPr/>
          <p:nvPr userDrawn="1"/>
        </p:nvGrpSpPr>
        <p:grpSpPr>
          <a:xfrm>
            <a:off x="-1444784" y="3206791"/>
            <a:ext cx="1213558" cy="1751766"/>
            <a:chOff x="-1444785" y="2466243"/>
            <a:chExt cx="1259273" cy="1751766"/>
          </a:xfrm>
        </p:grpSpPr>
        <p:sp>
          <p:nvSpPr>
            <p:cNvPr id="139" name="Google Shape;2044;p65">
              <a:extLst>
                <a:ext uri="{FF2B5EF4-FFF2-40B4-BE49-F238E27FC236}">
                  <a16:creationId xmlns:a16="http://schemas.microsoft.com/office/drawing/2014/main" id="{61BA2172-E0BC-E8F7-D981-96D6486F3314}"/>
                </a:ext>
              </a:extLst>
            </p:cNvPr>
            <p:cNvSpPr/>
            <p:nvPr userDrawn="1"/>
          </p:nvSpPr>
          <p:spPr>
            <a:xfrm>
              <a:off x="-1444785" y="2643765"/>
              <a:ext cx="288176" cy="178002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" name="Google Shape;2046;p65">
              <a:extLst>
                <a:ext uri="{FF2B5EF4-FFF2-40B4-BE49-F238E27FC236}">
                  <a16:creationId xmlns:a16="http://schemas.microsoft.com/office/drawing/2014/main" id="{2851AD25-31B9-8510-0E47-4B7FB99C4EC1}"/>
                </a:ext>
              </a:extLst>
            </p:cNvPr>
            <p:cNvSpPr/>
            <p:nvPr userDrawn="1"/>
          </p:nvSpPr>
          <p:spPr>
            <a:xfrm>
              <a:off x="-1158117" y="2643765"/>
              <a:ext cx="283847" cy="178002"/>
            </a:xfrm>
            <a:prstGeom prst="rect">
              <a:avLst/>
            </a:prstGeom>
            <a:solidFill>
              <a:srgbClr val="DFE8F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" name="Google Shape;2044;p65">
              <a:extLst>
                <a:ext uri="{FF2B5EF4-FFF2-40B4-BE49-F238E27FC236}">
                  <a16:creationId xmlns:a16="http://schemas.microsoft.com/office/drawing/2014/main" id="{C7B2946F-1D70-A896-0AFF-FB293D5ACB24}"/>
                </a:ext>
              </a:extLst>
            </p:cNvPr>
            <p:cNvSpPr/>
            <p:nvPr userDrawn="1"/>
          </p:nvSpPr>
          <p:spPr>
            <a:xfrm>
              <a:off x="-1444785" y="2466243"/>
              <a:ext cx="288176" cy="178002"/>
            </a:xfrm>
            <a:prstGeom prst="rect">
              <a:avLst/>
            </a:prstGeom>
            <a:solidFill>
              <a:srgbClr val="002B4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" name="Google Shape;2046;p65">
              <a:extLst>
                <a:ext uri="{FF2B5EF4-FFF2-40B4-BE49-F238E27FC236}">
                  <a16:creationId xmlns:a16="http://schemas.microsoft.com/office/drawing/2014/main" id="{F9621CF3-0D94-5A57-97C3-1C9E5B7B3C44}"/>
                </a:ext>
              </a:extLst>
            </p:cNvPr>
            <p:cNvSpPr/>
            <p:nvPr userDrawn="1"/>
          </p:nvSpPr>
          <p:spPr>
            <a:xfrm>
              <a:off x="-1158117" y="2466243"/>
              <a:ext cx="283847" cy="178002"/>
            </a:xfrm>
            <a:prstGeom prst="rect">
              <a:avLst/>
            </a:prstGeom>
            <a:solidFill>
              <a:srgbClr val="CDD5D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" name="Google Shape;2044;p65">
              <a:extLst>
                <a:ext uri="{FF2B5EF4-FFF2-40B4-BE49-F238E27FC236}">
                  <a16:creationId xmlns:a16="http://schemas.microsoft.com/office/drawing/2014/main" id="{B2E0E65B-21FC-6DFA-676B-1305060856A9}"/>
                </a:ext>
              </a:extLst>
            </p:cNvPr>
            <p:cNvSpPr/>
            <p:nvPr userDrawn="1"/>
          </p:nvSpPr>
          <p:spPr>
            <a:xfrm>
              <a:off x="-766670" y="2643765"/>
              <a:ext cx="288176" cy="178002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" name="Google Shape;2046;p65">
              <a:extLst>
                <a:ext uri="{FF2B5EF4-FFF2-40B4-BE49-F238E27FC236}">
                  <a16:creationId xmlns:a16="http://schemas.microsoft.com/office/drawing/2014/main" id="{43B42479-24C1-FF3E-D6DD-24C97FEC8596}"/>
                </a:ext>
              </a:extLst>
            </p:cNvPr>
            <p:cNvSpPr/>
            <p:nvPr userDrawn="1"/>
          </p:nvSpPr>
          <p:spPr>
            <a:xfrm>
              <a:off x="-480002" y="2643765"/>
              <a:ext cx="283847" cy="178002"/>
            </a:xfrm>
            <a:prstGeom prst="rect">
              <a:avLst/>
            </a:prstGeom>
            <a:solidFill>
              <a:srgbClr val="FCD1A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" name="Google Shape;2044;p65">
              <a:extLst>
                <a:ext uri="{FF2B5EF4-FFF2-40B4-BE49-F238E27FC236}">
                  <a16:creationId xmlns:a16="http://schemas.microsoft.com/office/drawing/2014/main" id="{F91FF434-C34F-A97B-71D6-7DB206C7B070}"/>
                </a:ext>
              </a:extLst>
            </p:cNvPr>
            <p:cNvSpPr/>
            <p:nvPr userDrawn="1"/>
          </p:nvSpPr>
          <p:spPr>
            <a:xfrm>
              <a:off x="-766670" y="2466243"/>
              <a:ext cx="288176" cy="178002"/>
            </a:xfrm>
            <a:prstGeom prst="rect">
              <a:avLst/>
            </a:prstGeom>
            <a:solidFill>
              <a:srgbClr val="002B4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" name="Google Shape;2046;p65">
              <a:extLst>
                <a:ext uri="{FF2B5EF4-FFF2-40B4-BE49-F238E27FC236}">
                  <a16:creationId xmlns:a16="http://schemas.microsoft.com/office/drawing/2014/main" id="{CEFB54E8-01BA-475E-6616-ADC8422D1333}"/>
                </a:ext>
              </a:extLst>
            </p:cNvPr>
            <p:cNvSpPr/>
            <p:nvPr userDrawn="1"/>
          </p:nvSpPr>
          <p:spPr>
            <a:xfrm>
              <a:off x="-480002" y="2466243"/>
              <a:ext cx="283847" cy="178002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Google Shape;2044;p65">
              <a:extLst>
                <a:ext uri="{FF2B5EF4-FFF2-40B4-BE49-F238E27FC236}">
                  <a16:creationId xmlns:a16="http://schemas.microsoft.com/office/drawing/2014/main" id="{9E8947A3-CD33-08E6-551F-DBABC6EC775B}"/>
                </a:ext>
              </a:extLst>
            </p:cNvPr>
            <p:cNvSpPr/>
            <p:nvPr userDrawn="1"/>
          </p:nvSpPr>
          <p:spPr>
            <a:xfrm>
              <a:off x="-1434711" y="3574913"/>
              <a:ext cx="288176" cy="178002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" name="Google Shape;2046;p65">
              <a:extLst>
                <a:ext uri="{FF2B5EF4-FFF2-40B4-BE49-F238E27FC236}">
                  <a16:creationId xmlns:a16="http://schemas.microsoft.com/office/drawing/2014/main" id="{031CE37B-8FC4-FCA1-E4E6-4969AE26EF50}"/>
                </a:ext>
              </a:extLst>
            </p:cNvPr>
            <p:cNvSpPr/>
            <p:nvPr userDrawn="1"/>
          </p:nvSpPr>
          <p:spPr>
            <a:xfrm>
              <a:off x="-1148043" y="3574913"/>
              <a:ext cx="283847" cy="178002"/>
            </a:xfrm>
            <a:prstGeom prst="rect">
              <a:avLst/>
            </a:prstGeom>
            <a:solidFill>
              <a:srgbClr val="BFD0E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" name="Google Shape;2044;p65">
              <a:extLst>
                <a:ext uri="{FF2B5EF4-FFF2-40B4-BE49-F238E27FC236}">
                  <a16:creationId xmlns:a16="http://schemas.microsoft.com/office/drawing/2014/main" id="{3E5993F7-47F6-8956-74EE-31397D322DBC}"/>
                </a:ext>
              </a:extLst>
            </p:cNvPr>
            <p:cNvSpPr/>
            <p:nvPr userDrawn="1"/>
          </p:nvSpPr>
          <p:spPr>
            <a:xfrm>
              <a:off x="-1434711" y="3397391"/>
              <a:ext cx="288176" cy="178002"/>
            </a:xfrm>
            <a:prstGeom prst="rect">
              <a:avLst/>
            </a:prstGeom>
            <a:solidFill>
              <a:srgbClr val="33556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" name="Google Shape;2046;p65">
              <a:extLst>
                <a:ext uri="{FF2B5EF4-FFF2-40B4-BE49-F238E27FC236}">
                  <a16:creationId xmlns:a16="http://schemas.microsoft.com/office/drawing/2014/main" id="{E2B38AE2-89B5-585C-05E6-8B36F97C2C27}"/>
                </a:ext>
              </a:extLst>
            </p:cNvPr>
            <p:cNvSpPr/>
            <p:nvPr userDrawn="1"/>
          </p:nvSpPr>
          <p:spPr>
            <a:xfrm>
              <a:off x="-1148043" y="3397391"/>
              <a:ext cx="283847" cy="178002"/>
            </a:xfrm>
            <a:prstGeom prst="rect">
              <a:avLst/>
            </a:prstGeom>
            <a:solidFill>
              <a:srgbClr val="99AAB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" name="Google Shape;2044;p65">
              <a:extLst>
                <a:ext uri="{FF2B5EF4-FFF2-40B4-BE49-F238E27FC236}">
                  <a16:creationId xmlns:a16="http://schemas.microsoft.com/office/drawing/2014/main" id="{5E3BA80B-1F79-A0E5-99B3-CD3483B541F1}"/>
                </a:ext>
              </a:extLst>
            </p:cNvPr>
            <p:cNvSpPr/>
            <p:nvPr userDrawn="1"/>
          </p:nvSpPr>
          <p:spPr>
            <a:xfrm>
              <a:off x="-757276" y="3574913"/>
              <a:ext cx="288176" cy="178002"/>
            </a:xfrm>
            <a:prstGeom prst="rect">
              <a:avLst/>
            </a:prstGeom>
            <a:solidFill>
              <a:srgbClr val="DFE8F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" name="Google Shape;2046;p65">
              <a:extLst>
                <a:ext uri="{FF2B5EF4-FFF2-40B4-BE49-F238E27FC236}">
                  <a16:creationId xmlns:a16="http://schemas.microsoft.com/office/drawing/2014/main" id="{27E3083C-8BAD-A9E4-ABC8-B172A4D11BDE}"/>
                </a:ext>
              </a:extLst>
            </p:cNvPr>
            <p:cNvSpPr/>
            <p:nvPr userDrawn="1"/>
          </p:nvSpPr>
          <p:spPr>
            <a:xfrm>
              <a:off x="-470608" y="3574913"/>
              <a:ext cx="283847" cy="178002"/>
            </a:xfrm>
            <a:prstGeom prst="rect">
              <a:avLst/>
            </a:prstGeom>
            <a:solidFill>
              <a:srgbClr val="33556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" name="Google Shape;2044;p65">
              <a:extLst>
                <a:ext uri="{FF2B5EF4-FFF2-40B4-BE49-F238E27FC236}">
                  <a16:creationId xmlns:a16="http://schemas.microsoft.com/office/drawing/2014/main" id="{6EE9E18F-C701-B314-854D-3C3E43F04FC4}"/>
                </a:ext>
              </a:extLst>
            </p:cNvPr>
            <p:cNvSpPr/>
            <p:nvPr userDrawn="1"/>
          </p:nvSpPr>
          <p:spPr>
            <a:xfrm>
              <a:off x="-757276" y="3397391"/>
              <a:ext cx="288176" cy="178002"/>
            </a:xfrm>
            <a:prstGeom prst="rect">
              <a:avLst/>
            </a:prstGeom>
            <a:solidFill>
              <a:srgbClr val="FCD1A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" name="Google Shape;2046;p65">
              <a:extLst>
                <a:ext uri="{FF2B5EF4-FFF2-40B4-BE49-F238E27FC236}">
                  <a16:creationId xmlns:a16="http://schemas.microsoft.com/office/drawing/2014/main" id="{4597C2A6-F09A-1CC4-21BC-9BEA35CFB4BE}"/>
                </a:ext>
              </a:extLst>
            </p:cNvPr>
            <p:cNvSpPr/>
            <p:nvPr userDrawn="1"/>
          </p:nvSpPr>
          <p:spPr>
            <a:xfrm>
              <a:off x="-470608" y="3397391"/>
              <a:ext cx="283847" cy="178002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" name="Google Shape;2044;p65">
              <a:extLst>
                <a:ext uri="{FF2B5EF4-FFF2-40B4-BE49-F238E27FC236}">
                  <a16:creationId xmlns:a16="http://schemas.microsoft.com/office/drawing/2014/main" id="{0F6DFE9B-DBB4-E3E7-CCDF-935A9FF28336}"/>
                </a:ext>
              </a:extLst>
            </p:cNvPr>
            <p:cNvSpPr/>
            <p:nvPr userDrawn="1"/>
          </p:nvSpPr>
          <p:spPr>
            <a:xfrm>
              <a:off x="-1444785" y="3108859"/>
              <a:ext cx="288176" cy="178002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" name="Google Shape;2046;p65">
              <a:extLst>
                <a:ext uri="{FF2B5EF4-FFF2-40B4-BE49-F238E27FC236}">
                  <a16:creationId xmlns:a16="http://schemas.microsoft.com/office/drawing/2014/main" id="{DA0D66D5-1E52-D2DE-C3D7-04133A587CFA}"/>
                </a:ext>
              </a:extLst>
            </p:cNvPr>
            <p:cNvSpPr/>
            <p:nvPr userDrawn="1"/>
          </p:nvSpPr>
          <p:spPr>
            <a:xfrm>
              <a:off x="-1158117" y="3108859"/>
              <a:ext cx="283847" cy="17800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" name="Google Shape;2044;p65">
              <a:extLst>
                <a:ext uri="{FF2B5EF4-FFF2-40B4-BE49-F238E27FC236}">
                  <a16:creationId xmlns:a16="http://schemas.microsoft.com/office/drawing/2014/main" id="{43396D54-FA55-2839-2C5B-75C418920C2D}"/>
                </a:ext>
              </a:extLst>
            </p:cNvPr>
            <p:cNvSpPr/>
            <p:nvPr userDrawn="1"/>
          </p:nvSpPr>
          <p:spPr>
            <a:xfrm>
              <a:off x="-1444785" y="2931337"/>
              <a:ext cx="288176" cy="178002"/>
            </a:xfrm>
            <a:prstGeom prst="rect">
              <a:avLst/>
            </a:prstGeom>
            <a:solidFill>
              <a:srgbClr val="002B4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" name="Google Shape;2046;p65">
              <a:extLst>
                <a:ext uri="{FF2B5EF4-FFF2-40B4-BE49-F238E27FC236}">
                  <a16:creationId xmlns:a16="http://schemas.microsoft.com/office/drawing/2014/main" id="{FA627806-B77D-326A-E1B7-1C2BE4991142}"/>
                </a:ext>
              </a:extLst>
            </p:cNvPr>
            <p:cNvSpPr/>
            <p:nvPr userDrawn="1"/>
          </p:nvSpPr>
          <p:spPr>
            <a:xfrm>
              <a:off x="-1158117" y="2931337"/>
              <a:ext cx="283847" cy="178002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" name="Google Shape;2044;p65">
              <a:extLst>
                <a:ext uri="{FF2B5EF4-FFF2-40B4-BE49-F238E27FC236}">
                  <a16:creationId xmlns:a16="http://schemas.microsoft.com/office/drawing/2014/main" id="{D5B279CD-8810-F776-840C-06A366CBE950}"/>
                </a:ext>
              </a:extLst>
            </p:cNvPr>
            <p:cNvSpPr/>
            <p:nvPr userDrawn="1"/>
          </p:nvSpPr>
          <p:spPr>
            <a:xfrm>
              <a:off x="-763261" y="3108859"/>
              <a:ext cx="288176" cy="17800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" name="Google Shape;2046;p65">
              <a:extLst>
                <a:ext uri="{FF2B5EF4-FFF2-40B4-BE49-F238E27FC236}">
                  <a16:creationId xmlns:a16="http://schemas.microsoft.com/office/drawing/2014/main" id="{BDBA4FCA-0466-1A8E-8F04-F30441809382}"/>
                </a:ext>
              </a:extLst>
            </p:cNvPr>
            <p:cNvSpPr/>
            <p:nvPr userDrawn="1"/>
          </p:nvSpPr>
          <p:spPr>
            <a:xfrm>
              <a:off x="-476593" y="3108859"/>
              <a:ext cx="283847" cy="178002"/>
            </a:xfrm>
            <a:prstGeom prst="rect">
              <a:avLst/>
            </a:prstGeom>
            <a:solidFill>
              <a:srgbClr val="FCD1A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" name="Google Shape;2044;p65">
              <a:extLst>
                <a:ext uri="{FF2B5EF4-FFF2-40B4-BE49-F238E27FC236}">
                  <a16:creationId xmlns:a16="http://schemas.microsoft.com/office/drawing/2014/main" id="{DEAAF9F3-AF0F-73E6-B3C4-AF4B33D9D6A9}"/>
                </a:ext>
              </a:extLst>
            </p:cNvPr>
            <p:cNvSpPr/>
            <p:nvPr userDrawn="1"/>
          </p:nvSpPr>
          <p:spPr>
            <a:xfrm>
              <a:off x="-763261" y="2931337"/>
              <a:ext cx="288176" cy="178002"/>
            </a:xfrm>
            <a:prstGeom prst="rect">
              <a:avLst/>
            </a:prstGeom>
            <a:solidFill>
              <a:srgbClr val="FDE8D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" name="Google Shape;2046;p65">
              <a:extLst>
                <a:ext uri="{FF2B5EF4-FFF2-40B4-BE49-F238E27FC236}">
                  <a16:creationId xmlns:a16="http://schemas.microsoft.com/office/drawing/2014/main" id="{83FA1228-403F-038F-31EF-4EBB214C54BD}"/>
                </a:ext>
              </a:extLst>
            </p:cNvPr>
            <p:cNvSpPr/>
            <p:nvPr userDrawn="1"/>
          </p:nvSpPr>
          <p:spPr>
            <a:xfrm>
              <a:off x="-476593" y="2931337"/>
              <a:ext cx="283847" cy="178002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" name="Google Shape;2044;p65">
              <a:extLst>
                <a:ext uri="{FF2B5EF4-FFF2-40B4-BE49-F238E27FC236}">
                  <a16:creationId xmlns:a16="http://schemas.microsoft.com/office/drawing/2014/main" id="{B6C961CD-0B0B-0251-2502-95693D13EDB5}"/>
                </a:ext>
              </a:extLst>
            </p:cNvPr>
            <p:cNvSpPr/>
            <p:nvPr userDrawn="1"/>
          </p:nvSpPr>
          <p:spPr>
            <a:xfrm>
              <a:off x="-1432947" y="4040007"/>
              <a:ext cx="288176" cy="178002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4" name="Google Shape;2046;p65">
              <a:extLst>
                <a:ext uri="{FF2B5EF4-FFF2-40B4-BE49-F238E27FC236}">
                  <a16:creationId xmlns:a16="http://schemas.microsoft.com/office/drawing/2014/main" id="{477B1E57-8694-E576-0DC9-698A1559CFD6}"/>
                </a:ext>
              </a:extLst>
            </p:cNvPr>
            <p:cNvSpPr/>
            <p:nvPr userDrawn="1"/>
          </p:nvSpPr>
          <p:spPr>
            <a:xfrm>
              <a:off x="-1146278" y="4040007"/>
              <a:ext cx="283847" cy="178002"/>
            </a:xfrm>
            <a:prstGeom prst="rect">
              <a:avLst/>
            </a:prstGeom>
            <a:solidFill>
              <a:srgbClr val="7EA1C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" name="Google Shape;2044;p65">
              <a:extLst>
                <a:ext uri="{FF2B5EF4-FFF2-40B4-BE49-F238E27FC236}">
                  <a16:creationId xmlns:a16="http://schemas.microsoft.com/office/drawing/2014/main" id="{FA1957F1-8B6C-F3C5-728F-722B33DAEB50}"/>
                </a:ext>
              </a:extLst>
            </p:cNvPr>
            <p:cNvSpPr/>
            <p:nvPr userDrawn="1"/>
          </p:nvSpPr>
          <p:spPr>
            <a:xfrm>
              <a:off x="-1432947" y="3862485"/>
              <a:ext cx="288176" cy="178002"/>
            </a:xfrm>
            <a:prstGeom prst="rect">
              <a:avLst/>
            </a:prstGeom>
            <a:solidFill>
              <a:srgbClr val="D7DD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" name="Google Shape;2046;p65">
              <a:extLst>
                <a:ext uri="{FF2B5EF4-FFF2-40B4-BE49-F238E27FC236}">
                  <a16:creationId xmlns:a16="http://schemas.microsoft.com/office/drawing/2014/main" id="{DB7A707D-2BA5-1F9D-9B5A-9351EBBEC44F}"/>
                </a:ext>
              </a:extLst>
            </p:cNvPr>
            <p:cNvSpPr/>
            <p:nvPr userDrawn="1"/>
          </p:nvSpPr>
          <p:spPr>
            <a:xfrm>
              <a:off x="-1146278" y="3862485"/>
              <a:ext cx="283847" cy="17800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" name="Google Shape;2044;p65">
              <a:extLst>
                <a:ext uri="{FF2B5EF4-FFF2-40B4-BE49-F238E27FC236}">
                  <a16:creationId xmlns:a16="http://schemas.microsoft.com/office/drawing/2014/main" id="{3253B3C4-D520-A0A3-18C1-81AC802AF831}"/>
                </a:ext>
              </a:extLst>
            </p:cNvPr>
            <p:cNvSpPr/>
            <p:nvPr userDrawn="1"/>
          </p:nvSpPr>
          <p:spPr>
            <a:xfrm>
              <a:off x="-756028" y="4040007"/>
              <a:ext cx="288176" cy="178002"/>
            </a:xfrm>
            <a:prstGeom prst="rect">
              <a:avLst/>
            </a:prstGeom>
            <a:solidFill>
              <a:srgbClr val="DFE8F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8" name="Google Shape;2046;p65">
              <a:extLst>
                <a:ext uri="{FF2B5EF4-FFF2-40B4-BE49-F238E27FC236}">
                  <a16:creationId xmlns:a16="http://schemas.microsoft.com/office/drawing/2014/main" id="{F0CF77E9-D22B-DE68-B07B-BD01079E50C7}"/>
                </a:ext>
              </a:extLst>
            </p:cNvPr>
            <p:cNvSpPr/>
            <p:nvPr userDrawn="1"/>
          </p:nvSpPr>
          <p:spPr>
            <a:xfrm>
              <a:off x="-469359" y="4040007"/>
              <a:ext cx="283847" cy="178002"/>
            </a:xfrm>
            <a:prstGeom prst="rect">
              <a:avLst/>
            </a:prstGeom>
            <a:solidFill>
              <a:srgbClr val="D7DD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9" name="Google Shape;2044;p65">
              <a:extLst>
                <a:ext uri="{FF2B5EF4-FFF2-40B4-BE49-F238E27FC236}">
                  <a16:creationId xmlns:a16="http://schemas.microsoft.com/office/drawing/2014/main" id="{A95FD43C-A7FF-6F21-6AAA-F801C2023470}"/>
                </a:ext>
              </a:extLst>
            </p:cNvPr>
            <p:cNvSpPr/>
            <p:nvPr userDrawn="1"/>
          </p:nvSpPr>
          <p:spPr>
            <a:xfrm>
              <a:off x="-756028" y="3862485"/>
              <a:ext cx="288176" cy="178002"/>
            </a:xfrm>
            <a:prstGeom prst="rect">
              <a:avLst/>
            </a:prstGeom>
            <a:solidFill>
              <a:srgbClr val="BFD0E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0" name="Google Shape;2046;p65">
              <a:extLst>
                <a:ext uri="{FF2B5EF4-FFF2-40B4-BE49-F238E27FC236}">
                  <a16:creationId xmlns:a16="http://schemas.microsoft.com/office/drawing/2014/main" id="{9B5E832F-E96B-9209-82E4-97327B4B8198}"/>
                </a:ext>
              </a:extLst>
            </p:cNvPr>
            <p:cNvSpPr/>
            <p:nvPr userDrawn="1"/>
          </p:nvSpPr>
          <p:spPr>
            <a:xfrm>
              <a:off x="-469359" y="3862485"/>
              <a:ext cx="283847" cy="17800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71" name="Google Shape;4377;p121">
            <a:extLst>
              <a:ext uri="{FF2B5EF4-FFF2-40B4-BE49-F238E27FC236}">
                <a16:creationId xmlns:a16="http://schemas.microsoft.com/office/drawing/2014/main" id="{279768DA-882A-D823-C1B8-21856075E79C}"/>
              </a:ext>
            </a:extLst>
          </p:cNvPr>
          <p:cNvSpPr txBox="1"/>
          <p:nvPr userDrawn="1"/>
        </p:nvSpPr>
        <p:spPr>
          <a:xfrm>
            <a:off x="-1440046" y="3006239"/>
            <a:ext cx="1094534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>
              <a:lnSpc>
                <a:spcPct val="120000"/>
              </a:lnSpc>
            </a:pPr>
            <a:r>
              <a:rPr lang="pt-BR" sz="800" b="1" i="0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Combinações de cores</a:t>
            </a:r>
          </a:p>
        </p:txBody>
      </p:sp>
      <p:sp>
        <p:nvSpPr>
          <p:cNvPr id="172" name="Google Shape;4371;p121">
            <a:extLst>
              <a:ext uri="{FF2B5EF4-FFF2-40B4-BE49-F238E27FC236}">
                <a16:creationId xmlns:a16="http://schemas.microsoft.com/office/drawing/2014/main" id="{E1C751E9-E367-B7A2-DA93-24D620B2CFE4}"/>
              </a:ext>
            </a:extLst>
          </p:cNvPr>
          <p:cNvSpPr txBox="1"/>
          <p:nvPr userDrawn="1"/>
        </p:nvSpPr>
        <p:spPr>
          <a:xfrm>
            <a:off x="12405135" y="0"/>
            <a:ext cx="489312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>
              <a:lnSpc>
                <a:spcPct val="120000"/>
              </a:lnSpc>
            </a:pPr>
            <a:r>
              <a:rPr lang="pt-BR" sz="800" b="1" i="0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Tipografia</a:t>
            </a:r>
          </a:p>
        </p:txBody>
      </p:sp>
    </p:spTree>
    <p:extLst>
      <p:ext uri="{BB962C8B-B14F-4D97-AF65-F5344CB8AC3E}">
        <p14:creationId xmlns:p14="http://schemas.microsoft.com/office/powerpoint/2010/main" val="2002818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850" r:id="rId2"/>
    <p:sldLayoutId id="2147483890" r:id="rId3"/>
    <p:sldLayoutId id="2147483860" r:id="rId4"/>
    <p:sldLayoutId id="2147483855" r:id="rId5"/>
    <p:sldLayoutId id="2147483854" r:id="rId6"/>
    <p:sldLayoutId id="2147483853" r:id="rId7"/>
    <p:sldLayoutId id="2147483749" r:id="rId8"/>
    <p:sldLayoutId id="2147483751" r:id="rId9"/>
    <p:sldLayoutId id="2147483754" r:id="rId10"/>
    <p:sldLayoutId id="2147483846" r:id="rId11"/>
    <p:sldLayoutId id="2147483750" r:id="rId12"/>
    <p:sldLayoutId id="2147483863" r:id="rId13"/>
    <p:sldLayoutId id="2147483864" r:id="rId14"/>
    <p:sldLayoutId id="2147483865" r:id="rId15"/>
    <p:sldLayoutId id="2147483866" r:id="rId16"/>
    <p:sldLayoutId id="2147483868" r:id="rId17"/>
    <p:sldLayoutId id="2147483867" r:id="rId18"/>
    <p:sldLayoutId id="2147483848" r:id="rId19"/>
    <p:sldLayoutId id="2147483847" r:id="rId20"/>
    <p:sldLayoutId id="2147483870" r:id="rId21"/>
    <p:sldLayoutId id="2147483869" r:id="rId22"/>
    <p:sldLayoutId id="2147483871" r:id="rId23"/>
    <p:sldLayoutId id="2147483763" r:id="rId24"/>
    <p:sldLayoutId id="2147483762" r:id="rId25"/>
    <p:sldLayoutId id="2147483874" r:id="rId26"/>
    <p:sldLayoutId id="2147483843" r:id="rId27"/>
    <p:sldLayoutId id="2147483856" r:id="rId28"/>
    <p:sldLayoutId id="2147483875" r:id="rId29"/>
    <p:sldLayoutId id="2147483873" r:id="rId30"/>
    <p:sldLayoutId id="2147483872" r:id="rId31"/>
    <p:sldLayoutId id="2147483845" r:id="rId32"/>
    <p:sldLayoutId id="2147483764" r:id="rId33"/>
    <p:sldLayoutId id="2147483844" r:id="rId34"/>
    <p:sldLayoutId id="2147483851" r:id="rId35"/>
    <p:sldLayoutId id="2147483852" r:id="rId36"/>
    <p:sldLayoutId id="2147483756" r:id="rId37"/>
    <p:sldLayoutId id="2147483757" r:id="rId38"/>
    <p:sldLayoutId id="2147483758" r:id="rId39"/>
    <p:sldLayoutId id="2147483759" r:id="rId40"/>
    <p:sldLayoutId id="2147483767" r:id="rId41"/>
    <p:sldLayoutId id="2147483876" r:id="rId42"/>
    <p:sldLayoutId id="2147483877" r:id="rId43"/>
    <p:sldLayoutId id="2147483878" r:id="rId44"/>
    <p:sldLayoutId id="2147483800" r:id="rId45"/>
    <p:sldLayoutId id="2147483886" r:id="rId46"/>
    <p:sldLayoutId id="2147483755" r:id="rId47"/>
    <p:sldLayoutId id="2147483883" r:id="rId48"/>
    <p:sldLayoutId id="2147483802" r:id="rId49"/>
    <p:sldLayoutId id="2147483887" r:id="rId50"/>
    <p:sldLayoutId id="2147483801" r:id="rId51"/>
    <p:sldLayoutId id="2147483882" r:id="rId52"/>
    <p:sldLayoutId id="2147483798" r:id="rId53"/>
    <p:sldLayoutId id="2147483880" r:id="rId54"/>
    <p:sldLayoutId id="2147483799" r:id="rId55"/>
    <p:sldLayoutId id="2147483881" r:id="rId56"/>
    <p:sldLayoutId id="2147483891" r:id="rId57"/>
    <p:sldLayoutId id="2147483892" r:id="rId58"/>
    <p:sldLayoutId id="2147483893" r:id="rId59"/>
    <p:sldLayoutId id="2147483894" r:id="rId60"/>
    <p:sldLayoutId id="2147483795" r:id="rId61"/>
    <p:sldLayoutId id="2147483888" r:id="rId62"/>
    <p:sldLayoutId id="2147483796" r:id="rId63"/>
    <p:sldLayoutId id="2147483884" r:id="rId64"/>
    <p:sldLayoutId id="2147483858" r:id="rId65"/>
    <p:sldLayoutId id="2147483889" r:id="rId66"/>
    <p:sldLayoutId id="2147483859" r:id="rId67"/>
    <p:sldLayoutId id="2147483885" r:id="rId68"/>
    <p:sldLayoutId id="2147483752" r:id="rId69"/>
    <p:sldLayoutId id="2147483753" r:id="rId70"/>
    <p:sldLayoutId id="2147483797" r:id="rId71"/>
    <p:sldLayoutId id="2147483768" r:id="rId72"/>
    <p:sldLayoutId id="2147483769" r:id="rId73"/>
    <p:sldLayoutId id="2147483770" r:id="rId74"/>
    <p:sldLayoutId id="2147483771" r:id="rId75"/>
    <p:sldLayoutId id="2147483879" r:id="rId76"/>
    <p:sldLayoutId id="2147483772" r:id="rId77"/>
    <p:sldLayoutId id="2147483773" r:id="rId78"/>
    <p:sldLayoutId id="2147483774" r:id="rId79"/>
    <p:sldLayoutId id="2147483775" r:id="rId80"/>
    <p:sldLayoutId id="2147483776" r:id="rId81"/>
    <p:sldLayoutId id="2147483777" r:id="rId82"/>
    <p:sldLayoutId id="2147483857" r:id="rId83"/>
    <p:sldLayoutId id="2147483861" r:id="rId84"/>
    <p:sldLayoutId id="2147483862" r:id="rId85"/>
    <p:sldLayoutId id="2147483895" r:id="rId86"/>
    <p:sldLayoutId id="2147483901" r:id="rId87"/>
    <p:sldLayoutId id="2147483902" r:id="rId88"/>
    <p:sldLayoutId id="2147483903" r:id="rId89"/>
    <p:sldLayoutId id="2147483904" r:id="rId90"/>
    <p:sldLayoutId id="2147483905" r:id="rId91"/>
    <p:sldLayoutId id="2147483975" r:id="rId9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836" userDrawn="1">
          <p15:clr>
            <a:srgbClr val="F26B43"/>
          </p15:clr>
        </p15:guide>
        <p15:guide id="2" pos="294" userDrawn="1">
          <p15:clr>
            <a:srgbClr val="F26B43"/>
          </p15:clr>
        </p15:guide>
        <p15:guide id="3" userDrawn="1">
          <p15:clr>
            <a:srgbClr val="F26B43"/>
          </p15:clr>
        </p15:guide>
        <p15:guide id="4" orient="horz" pos="4020" userDrawn="1">
          <p15:clr>
            <a:srgbClr val="F26B43"/>
          </p15:clr>
        </p15:guide>
        <p15:guide id="6" orient="horz" pos="4320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orient="horz" pos="2024" userDrawn="1">
          <p15:clr>
            <a:srgbClr val="F26B43"/>
          </p15:clr>
        </p15:guide>
        <p15:guide id="9" pos="7386" userDrawn="1">
          <p15:clr>
            <a:srgbClr val="F26B43"/>
          </p15:clr>
        </p15:guide>
        <p15:guide id="11" pos="3987" userDrawn="1">
          <p15:clr>
            <a:srgbClr val="F26B43"/>
          </p15:clr>
        </p15:guide>
        <p15:guide id="12" pos="5540" userDrawn="1">
          <p15:clr>
            <a:srgbClr val="F26B43"/>
          </p15:clr>
        </p15:guide>
        <p15:guide id="13" orient="horz" userDrawn="1">
          <p15:clr>
            <a:srgbClr val="F26B43"/>
          </p15:clr>
        </p15:guide>
        <p15:guide id="14" pos="3692" userDrawn="1">
          <p15:clr>
            <a:srgbClr val="F26B43"/>
          </p15:clr>
        </p15:guide>
        <p15:guide id="15" pos="5688" userDrawn="1">
          <p15:clr>
            <a:srgbClr val="F26B43"/>
          </p15:clr>
        </p15:guide>
        <p15:guide id="17" pos="2140" userDrawn="1">
          <p15:clr>
            <a:srgbClr val="F26B43"/>
          </p15:clr>
        </p15:guide>
        <p15:guide id="19" pos="1845" userDrawn="1">
          <p15:clr>
            <a:srgbClr val="F26B43"/>
          </p15:clr>
        </p15:guide>
        <p15:guide id="20" pos="1992" userDrawn="1">
          <p15:clr>
            <a:srgbClr val="F26B43"/>
          </p15:clr>
        </p15:guide>
        <p15:guide id="21" pos="3840" userDrawn="1">
          <p15:clr>
            <a:srgbClr val="F26B43"/>
          </p15:clr>
        </p15:guide>
        <p15:guide id="22" orient="horz" pos="2296" userDrawn="1">
          <p15:clr>
            <a:srgbClr val="F26B43"/>
          </p15:clr>
        </p15:guide>
        <p15:guide id="23" orient="horz" pos="1071" userDrawn="1">
          <p15:clr>
            <a:srgbClr val="F26B43"/>
          </p15:clr>
        </p15:guide>
        <p15:guide id="24" orient="horz" pos="29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65AF4F4-9DAA-CAD5-DF5F-160B9305FDE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2"/>
            </p:custDataLst>
            <p:extLst>
              <p:ext uri="{D42A27DB-BD31-4B8C-83A1-F6EECF244321}">
                <p14:modId xmlns:p14="http://schemas.microsoft.com/office/powerpoint/2010/main" val="26652835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63" imgW="395" imgH="396" progId="TCLayout.ActiveDocument.1">
                  <p:embed/>
                </p:oleObj>
              </mc:Choice>
              <mc:Fallback>
                <p:oleObj name="Slide do think-cell" r:id="rId63" imgW="395" imgH="39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65AF4F4-9DAA-CAD5-DF5F-160B9305FD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7AA66E-9575-1F2A-1A9F-648AD126A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 rtl="0">
              <a:defRPr sz="8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31" name="Google Shape;4367;p121">
            <a:extLst>
              <a:ext uri="{FF2B5EF4-FFF2-40B4-BE49-F238E27FC236}">
                <a16:creationId xmlns:a16="http://schemas.microsoft.com/office/drawing/2014/main" id="{FBEE4B16-6E38-0E1C-CB7B-EA3191860EFC}"/>
              </a:ext>
            </a:extLst>
          </p:cNvPr>
          <p:cNvSpPr/>
          <p:nvPr userDrawn="1"/>
        </p:nvSpPr>
        <p:spPr>
          <a:xfrm>
            <a:off x="-1434499" y="169682"/>
            <a:ext cx="299827" cy="249624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32" name="Google Shape;4368;p121">
            <a:extLst>
              <a:ext uri="{FF2B5EF4-FFF2-40B4-BE49-F238E27FC236}">
                <a16:creationId xmlns:a16="http://schemas.microsoft.com/office/drawing/2014/main" id="{035D3C02-4465-E95C-F72E-C130065EA550}"/>
              </a:ext>
            </a:extLst>
          </p:cNvPr>
          <p:cNvSpPr/>
          <p:nvPr userDrawn="1"/>
        </p:nvSpPr>
        <p:spPr>
          <a:xfrm>
            <a:off x="-1134657" y="169682"/>
            <a:ext cx="299827" cy="249624"/>
          </a:xfrm>
          <a:prstGeom prst="rect">
            <a:avLst/>
          </a:prstGeom>
          <a:solidFill>
            <a:srgbClr val="F78C1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33" name="Google Shape;4369;p121">
            <a:extLst>
              <a:ext uri="{FF2B5EF4-FFF2-40B4-BE49-F238E27FC236}">
                <a16:creationId xmlns:a16="http://schemas.microsoft.com/office/drawing/2014/main" id="{0093816B-D82D-EBDF-FE2E-69B7AD4A784C}"/>
              </a:ext>
            </a:extLst>
          </p:cNvPr>
          <p:cNvSpPr/>
          <p:nvPr userDrawn="1"/>
        </p:nvSpPr>
        <p:spPr>
          <a:xfrm>
            <a:off x="-834818" y="169682"/>
            <a:ext cx="299827" cy="249624"/>
          </a:xfrm>
          <a:prstGeom prst="rect">
            <a:avLst/>
          </a:prstGeom>
          <a:solidFill>
            <a:srgbClr val="CDD5D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34" name="Google Shape;4370;p121">
            <a:extLst>
              <a:ext uri="{FF2B5EF4-FFF2-40B4-BE49-F238E27FC236}">
                <a16:creationId xmlns:a16="http://schemas.microsoft.com/office/drawing/2014/main" id="{154C1933-3857-0F93-FE6B-5A51B250F34E}"/>
              </a:ext>
            </a:extLst>
          </p:cNvPr>
          <p:cNvSpPr/>
          <p:nvPr userDrawn="1"/>
        </p:nvSpPr>
        <p:spPr>
          <a:xfrm>
            <a:off x="-534983" y="169682"/>
            <a:ext cx="299827" cy="249624"/>
          </a:xfrm>
          <a:prstGeom prst="rect">
            <a:avLst/>
          </a:prstGeom>
          <a:solidFill>
            <a:srgbClr val="5E8A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35" name="Google Shape;4371;p121">
            <a:extLst>
              <a:ext uri="{FF2B5EF4-FFF2-40B4-BE49-F238E27FC236}">
                <a16:creationId xmlns:a16="http://schemas.microsoft.com/office/drawing/2014/main" id="{05462A90-40EE-F041-C7B5-A7087D53CCE3}"/>
              </a:ext>
            </a:extLst>
          </p:cNvPr>
          <p:cNvSpPr txBox="1"/>
          <p:nvPr userDrawn="1"/>
        </p:nvSpPr>
        <p:spPr>
          <a:xfrm>
            <a:off x="-1434499" y="0"/>
            <a:ext cx="489312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>
              <a:lnSpc>
                <a:spcPct val="120000"/>
              </a:lnSpc>
            </a:pPr>
            <a:r>
              <a:rPr lang="pt-BR" sz="800" b="1" i="0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Principais</a:t>
            </a:r>
          </a:p>
        </p:txBody>
      </p:sp>
      <p:sp>
        <p:nvSpPr>
          <p:cNvPr id="136" name="Google Shape;4372;p121">
            <a:extLst>
              <a:ext uri="{FF2B5EF4-FFF2-40B4-BE49-F238E27FC236}">
                <a16:creationId xmlns:a16="http://schemas.microsoft.com/office/drawing/2014/main" id="{DC95121B-37C9-B7F7-7B86-FBD054A1A875}"/>
              </a:ext>
            </a:extLst>
          </p:cNvPr>
          <p:cNvSpPr txBox="1"/>
          <p:nvPr userDrawn="1"/>
        </p:nvSpPr>
        <p:spPr>
          <a:xfrm>
            <a:off x="-1434499" y="446172"/>
            <a:ext cx="594122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>
              <a:lnSpc>
                <a:spcPct val="120000"/>
              </a:lnSpc>
            </a:pPr>
            <a:r>
              <a:rPr lang="pt-BR" sz="800" b="1" i="0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Proporções</a:t>
            </a:r>
          </a:p>
        </p:txBody>
      </p:sp>
      <p:sp>
        <p:nvSpPr>
          <p:cNvPr id="137" name="Google Shape;4373;p121">
            <a:extLst>
              <a:ext uri="{FF2B5EF4-FFF2-40B4-BE49-F238E27FC236}">
                <a16:creationId xmlns:a16="http://schemas.microsoft.com/office/drawing/2014/main" id="{BF44784C-7C90-99B3-6CC8-717EBB94D131}"/>
              </a:ext>
            </a:extLst>
          </p:cNvPr>
          <p:cNvSpPr/>
          <p:nvPr userDrawn="1"/>
        </p:nvSpPr>
        <p:spPr>
          <a:xfrm>
            <a:off x="-945187" y="620410"/>
            <a:ext cx="489434" cy="2496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38" name="Google Shape;4374;p121">
            <a:extLst>
              <a:ext uri="{FF2B5EF4-FFF2-40B4-BE49-F238E27FC236}">
                <a16:creationId xmlns:a16="http://schemas.microsoft.com/office/drawing/2014/main" id="{DB2B1A32-A143-37A6-923D-FE98CCA85AF0}"/>
              </a:ext>
            </a:extLst>
          </p:cNvPr>
          <p:cNvSpPr/>
          <p:nvPr userDrawn="1"/>
        </p:nvSpPr>
        <p:spPr>
          <a:xfrm>
            <a:off x="-345512" y="620410"/>
            <a:ext cx="110356" cy="249624"/>
          </a:xfrm>
          <a:prstGeom prst="rect">
            <a:avLst/>
          </a:prstGeom>
          <a:solidFill>
            <a:srgbClr val="F78C1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39" name="Google Shape;4375;p121">
            <a:extLst>
              <a:ext uri="{FF2B5EF4-FFF2-40B4-BE49-F238E27FC236}">
                <a16:creationId xmlns:a16="http://schemas.microsoft.com/office/drawing/2014/main" id="{3FAD9FFD-5340-A0FE-B9B0-3DE144754586}"/>
              </a:ext>
            </a:extLst>
          </p:cNvPr>
          <p:cNvSpPr/>
          <p:nvPr userDrawn="1"/>
        </p:nvSpPr>
        <p:spPr>
          <a:xfrm>
            <a:off x="-1434499" y="620410"/>
            <a:ext cx="489434" cy="2496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40" name="Google Shape;4376;p121">
            <a:extLst>
              <a:ext uri="{FF2B5EF4-FFF2-40B4-BE49-F238E27FC236}">
                <a16:creationId xmlns:a16="http://schemas.microsoft.com/office/drawing/2014/main" id="{8A8C7B32-F70E-F987-9188-1B2A7049AC7D}"/>
              </a:ext>
            </a:extLst>
          </p:cNvPr>
          <p:cNvSpPr/>
          <p:nvPr userDrawn="1"/>
        </p:nvSpPr>
        <p:spPr>
          <a:xfrm>
            <a:off x="-455867" y="620410"/>
            <a:ext cx="110356" cy="249624"/>
          </a:xfrm>
          <a:prstGeom prst="rect">
            <a:avLst/>
          </a:prstGeom>
          <a:solidFill>
            <a:srgbClr val="5E8A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41" name="Google Shape;4377;p121">
            <a:extLst>
              <a:ext uri="{FF2B5EF4-FFF2-40B4-BE49-F238E27FC236}">
                <a16:creationId xmlns:a16="http://schemas.microsoft.com/office/drawing/2014/main" id="{1F8A0813-C064-6174-545E-9D60B7D35496}"/>
              </a:ext>
            </a:extLst>
          </p:cNvPr>
          <p:cNvSpPr txBox="1"/>
          <p:nvPr userDrawn="1"/>
        </p:nvSpPr>
        <p:spPr>
          <a:xfrm>
            <a:off x="-1440046" y="1088229"/>
            <a:ext cx="413964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>
              <a:lnSpc>
                <a:spcPct val="120000"/>
              </a:lnSpc>
            </a:pPr>
            <a:r>
              <a:rPr lang="pt-BR" sz="800" b="1" i="0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Variações</a:t>
            </a:r>
          </a:p>
        </p:txBody>
      </p:sp>
      <p:sp>
        <p:nvSpPr>
          <p:cNvPr id="142" name="Google Shape;4378;p121">
            <a:extLst>
              <a:ext uri="{FF2B5EF4-FFF2-40B4-BE49-F238E27FC236}">
                <a16:creationId xmlns:a16="http://schemas.microsoft.com/office/drawing/2014/main" id="{578E90A3-D00B-1B56-FB0A-03D359F23014}"/>
              </a:ext>
            </a:extLst>
          </p:cNvPr>
          <p:cNvSpPr/>
          <p:nvPr userDrawn="1"/>
        </p:nvSpPr>
        <p:spPr>
          <a:xfrm>
            <a:off x="-1440046" y="1264247"/>
            <a:ext cx="299827" cy="249624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43" name="Google Shape;4379;p121">
            <a:extLst>
              <a:ext uri="{FF2B5EF4-FFF2-40B4-BE49-F238E27FC236}">
                <a16:creationId xmlns:a16="http://schemas.microsoft.com/office/drawing/2014/main" id="{074F072F-EFD4-0D17-6990-29B048AF2749}"/>
              </a:ext>
            </a:extLst>
          </p:cNvPr>
          <p:cNvSpPr/>
          <p:nvPr userDrawn="1"/>
        </p:nvSpPr>
        <p:spPr>
          <a:xfrm>
            <a:off x="-1140204" y="1264247"/>
            <a:ext cx="299827" cy="249624"/>
          </a:xfrm>
          <a:prstGeom prst="rect">
            <a:avLst/>
          </a:prstGeom>
          <a:solidFill>
            <a:srgbClr val="F78C1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44" name="Google Shape;4380;p121">
            <a:extLst>
              <a:ext uri="{FF2B5EF4-FFF2-40B4-BE49-F238E27FC236}">
                <a16:creationId xmlns:a16="http://schemas.microsoft.com/office/drawing/2014/main" id="{80C3D767-11DD-34D1-E6C7-3FF6AB9BB4AB}"/>
              </a:ext>
            </a:extLst>
          </p:cNvPr>
          <p:cNvSpPr/>
          <p:nvPr userDrawn="1"/>
        </p:nvSpPr>
        <p:spPr>
          <a:xfrm>
            <a:off x="-840365" y="1264247"/>
            <a:ext cx="299827" cy="249624"/>
          </a:xfrm>
          <a:prstGeom prst="rect">
            <a:avLst/>
          </a:prstGeom>
          <a:solidFill>
            <a:srgbClr val="CDD5D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45" name="Google Shape;4381;p121">
            <a:extLst>
              <a:ext uri="{FF2B5EF4-FFF2-40B4-BE49-F238E27FC236}">
                <a16:creationId xmlns:a16="http://schemas.microsoft.com/office/drawing/2014/main" id="{0F076841-BACB-7566-43DD-8D0B623E5103}"/>
              </a:ext>
            </a:extLst>
          </p:cNvPr>
          <p:cNvSpPr/>
          <p:nvPr userDrawn="1"/>
        </p:nvSpPr>
        <p:spPr>
          <a:xfrm>
            <a:off x="-540530" y="1264247"/>
            <a:ext cx="299827" cy="249624"/>
          </a:xfrm>
          <a:prstGeom prst="rect">
            <a:avLst/>
          </a:prstGeom>
          <a:solidFill>
            <a:srgbClr val="5E8A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46" name="Google Shape;4382;p121">
            <a:extLst>
              <a:ext uri="{FF2B5EF4-FFF2-40B4-BE49-F238E27FC236}">
                <a16:creationId xmlns:a16="http://schemas.microsoft.com/office/drawing/2014/main" id="{FCEE22BA-2AFD-5A71-59E3-3134FF1229B5}"/>
              </a:ext>
            </a:extLst>
          </p:cNvPr>
          <p:cNvSpPr/>
          <p:nvPr userDrawn="1"/>
        </p:nvSpPr>
        <p:spPr>
          <a:xfrm>
            <a:off x="-1440046" y="1513870"/>
            <a:ext cx="299827" cy="249624"/>
          </a:xfrm>
          <a:prstGeom prst="rect">
            <a:avLst/>
          </a:prstGeom>
          <a:solidFill>
            <a:srgbClr val="33556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47" name="Google Shape;4383;p121">
            <a:extLst>
              <a:ext uri="{FF2B5EF4-FFF2-40B4-BE49-F238E27FC236}">
                <a16:creationId xmlns:a16="http://schemas.microsoft.com/office/drawing/2014/main" id="{F39079FA-6A8B-CFBF-A739-2915896567DF}"/>
              </a:ext>
            </a:extLst>
          </p:cNvPr>
          <p:cNvSpPr/>
          <p:nvPr userDrawn="1"/>
        </p:nvSpPr>
        <p:spPr>
          <a:xfrm>
            <a:off x="-1140204" y="1513870"/>
            <a:ext cx="299827" cy="249624"/>
          </a:xfrm>
          <a:prstGeom prst="rect">
            <a:avLst/>
          </a:prstGeom>
          <a:solidFill>
            <a:srgbClr val="F9A34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48" name="Google Shape;4384;p121">
            <a:extLst>
              <a:ext uri="{FF2B5EF4-FFF2-40B4-BE49-F238E27FC236}">
                <a16:creationId xmlns:a16="http://schemas.microsoft.com/office/drawing/2014/main" id="{F9EEAB6D-4045-BDE7-25D6-A754B01EF0AC}"/>
              </a:ext>
            </a:extLst>
          </p:cNvPr>
          <p:cNvSpPr/>
          <p:nvPr userDrawn="1"/>
        </p:nvSpPr>
        <p:spPr>
          <a:xfrm>
            <a:off x="-840365" y="1513870"/>
            <a:ext cx="299827" cy="249624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49" name="Google Shape;4385;p121">
            <a:extLst>
              <a:ext uri="{FF2B5EF4-FFF2-40B4-BE49-F238E27FC236}">
                <a16:creationId xmlns:a16="http://schemas.microsoft.com/office/drawing/2014/main" id="{9EF802D6-7FE2-FA10-B8CC-365F09807793}"/>
              </a:ext>
            </a:extLst>
          </p:cNvPr>
          <p:cNvSpPr/>
          <p:nvPr userDrawn="1"/>
        </p:nvSpPr>
        <p:spPr>
          <a:xfrm>
            <a:off x="-540530" y="1513870"/>
            <a:ext cx="299827" cy="249624"/>
          </a:xfrm>
          <a:prstGeom prst="rect">
            <a:avLst/>
          </a:prstGeom>
          <a:solidFill>
            <a:srgbClr val="7EA1C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50" name="Google Shape;4386;p121">
            <a:extLst>
              <a:ext uri="{FF2B5EF4-FFF2-40B4-BE49-F238E27FC236}">
                <a16:creationId xmlns:a16="http://schemas.microsoft.com/office/drawing/2014/main" id="{3982156F-C51C-A4EA-07CA-3B39F2C8E623}"/>
              </a:ext>
            </a:extLst>
          </p:cNvPr>
          <p:cNvSpPr/>
          <p:nvPr userDrawn="1"/>
        </p:nvSpPr>
        <p:spPr>
          <a:xfrm>
            <a:off x="-1440046" y="1763494"/>
            <a:ext cx="299827" cy="249624"/>
          </a:xfrm>
          <a:prstGeom prst="rect">
            <a:avLst/>
          </a:prstGeom>
          <a:solidFill>
            <a:srgbClr val="99AAB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51" name="Google Shape;4387;p121">
            <a:extLst>
              <a:ext uri="{FF2B5EF4-FFF2-40B4-BE49-F238E27FC236}">
                <a16:creationId xmlns:a16="http://schemas.microsoft.com/office/drawing/2014/main" id="{4154F778-73BA-75DE-9BE9-994808626CB2}"/>
              </a:ext>
            </a:extLst>
          </p:cNvPr>
          <p:cNvSpPr/>
          <p:nvPr userDrawn="1"/>
        </p:nvSpPr>
        <p:spPr>
          <a:xfrm>
            <a:off x="-1140204" y="1763494"/>
            <a:ext cx="299827" cy="249624"/>
          </a:xfrm>
          <a:prstGeom prst="rect">
            <a:avLst/>
          </a:prstGeom>
          <a:solidFill>
            <a:srgbClr val="FCD1A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52" name="Google Shape;4388;p121">
            <a:extLst>
              <a:ext uri="{FF2B5EF4-FFF2-40B4-BE49-F238E27FC236}">
                <a16:creationId xmlns:a16="http://schemas.microsoft.com/office/drawing/2014/main" id="{A33C529B-D272-E7A9-9375-C28A78BEB21C}"/>
              </a:ext>
            </a:extLst>
          </p:cNvPr>
          <p:cNvSpPr/>
          <p:nvPr userDrawn="1"/>
        </p:nvSpPr>
        <p:spPr>
          <a:xfrm>
            <a:off x="-840365" y="1763494"/>
            <a:ext cx="299827" cy="249624"/>
          </a:xfrm>
          <a:prstGeom prst="rect">
            <a:avLst/>
          </a:prstGeom>
          <a:solidFill>
            <a:srgbClr val="EBEEF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53" name="Google Shape;4389;p121">
            <a:extLst>
              <a:ext uri="{FF2B5EF4-FFF2-40B4-BE49-F238E27FC236}">
                <a16:creationId xmlns:a16="http://schemas.microsoft.com/office/drawing/2014/main" id="{DFD068A6-F1F8-94EB-7828-DAD7799C1455}"/>
              </a:ext>
            </a:extLst>
          </p:cNvPr>
          <p:cNvSpPr/>
          <p:nvPr userDrawn="1"/>
        </p:nvSpPr>
        <p:spPr>
          <a:xfrm>
            <a:off x="-540530" y="1763494"/>
            <a:ext cx="299827" cy="249624"/>
          </a:xfrm>
          <a:prstGeom prst="rect">
            <a:avLst/>
          </a:prstGeom>
          <a:solidFill>
            <a:srgbClr val="BFD0E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54" name="Google Shape;4390;p121">
            <a:extLst>
              <a:ext uri="{FF2B5EF4-FFF2-40B4-BE49-F238E27FC236}">
                <a16:creationId xmlns:a16="http://schemas.microsoft.com/office/drawing/2014/main" id="{3B6F2D0D-1BEC-4493-8ECF-B111B20CED80}"/>
              </a:ext>
            </a:extLst>
          </p:cNvPr>
          <p:cNvSpPr/>
          <p:nvPr userDrawn="1"/>
        </p:nvSpPr>
        <p:spPr>
          <a:xfrm>
            <a:off x="-1440046" y="2013117"/>
            <a:ext cx="299827" cy="249624"/>
          </a:xfrm>
          <a:prstGeom prst="rect">
            <a:avLst/>
          </a:prstGeom>
          <a:solidFill>
            <a:srgbClr val="CCD5D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55" name="Google Shape;4391;p121">
            <a:extLst>
              <a:ext uri="{FF2B5EF4-FFF2-40B4-BE49-F238E27FC236}">
                <a16:creationId xmlns:a16="http://schemas.microsoft.com/office/drawing/2014/main" id="{D291BEC1-6EE5-620A-B6C8-8B8428979E48}"/>
              </a:ext>
            </a:extLst>
          </p:cNvPr>
          <p:cNvSpPr/>
          <p:nvPr userDrawn="1"/>
        </p:nvSpPr>
        <p:spPr>
          <a:xfrm>
            <a:off x="-1140204" y="2013117"/>
            <a:ext cx="299827" cy="249624"/>
          </a:xfrm>
          <a:prstGeom prst="rect">
            <a:avLst/>
          </a:prstGeom>
          <a:solidFill>
            <a:srgbClr val="FDE8D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56" name="Google Shape;4392;p121">
            <a:extLst>
              <a:ext uri="{FF2B5EF4-FFF2-40B4-BE49-F238E27FC236}">
                <a16:creationId xmlns:a16="http://schemas.microsoft.com/office/drawing/2014/main" id="{EE935045-E8DF-E28C-5CC3-014582981D04}"/>
              </a:ext>
            </a:extLst>
          </p:cNvPr>
          <p:cNvSpPr/>
          <p:nvPr userDrawn="1"/>
        </p:nvSpPr>
        <p:spPr>
          <a:xfrm>
            <a:off x="-840365" y="2013117"/>
            <a:ext cx="299827" cy="249624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57" name="Google Shape;4393;p121">
            <a:extLst>
              <a:ext uri="{FF2B5EF4-FFF2-40B4-BE49-F238E27FC236}">
                <a16:creationId xmlns:a16="http://schemas.microsoft.com/office/drawing/2014/main" id="{8E31BB69-9869-6AAC-6CFA-433B0BC1A4F1}"/>
              </a:ext>
            </a:extLst>
          </p:cNvPr>
          <p:cNvSpPr/>
          <p:nvPr userDrawn="1"/>
        </p:nvSpPr>
        <p:spPr>
          <a:xfrm>
            <a:off x="-540530" y="2013117"/>
            <a:ext cx="299827" cy="249624"/>
          </a:xfrm>
          <a:prstGeom prst="rect">
            <a:avLst/>
          </a:prstGeom>
          <a:solidFill>
            <a:srgbClr val="DFE8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58" name="Google Shape;2062;p65">
            <a:extLst>
              <a:ext uri="{FF2B5EF4-FFF2-40B4-BE49-F238E27FC236}">
                <a16:creationId xmlns:a16="http://schemas.microsoft.com/office/drawing/2014/main" id="{4E703894-088B-7E19-F8DF-CF46E4BD95EA}"/>
              </a:ext>
            </a:extLst>
          </p:cNvPr>
          <p:cNvSpPr txBox="1"/>
          <p:nvPr userDrawn="1"/>
        </p:nvSpPr>
        <p:spPr>
          <a:xfrm>
            <a:off x="12405127" y="150422"/>
            <a:ext cx="5176316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3500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 Arial Nova Light </a:t>
            </a:r>
            <a:r>
              <a:rPr lang="pt-BR" sz="3333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35pt</a:t>
            </a:r>
          </a:p>
        </p:txBody>
      </p:sp>
      <p:sp>
        <p:nvSpPr>
          <p:cNvPr id="159" name="Google Shape;2068;p65">
            <a:extLst>
              <a:ext uri="{FF2B5EF4-FFF2-40B4-BE49-F238E27FC236}">
                <a16:creationId xmlns:a16="http://schemas.microsoft.com/office/drawing/2014/main" id="{0BBD316E-EA6E-6533-2855-B72FB255FFEF}"/>
              </a:ext>
            </a:extLst>
          </p:cNvPr>
          <p:cNvSpPr txBox="1"/>
          <p:nvPr userDrawn="1"/>
        </p:nvSpPr>
        <p:spPr>
          <a:xfrm>
            <a:off x="12405128" y="1064893"/>
            <a:ext cx="435630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20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20pt</a:t>
            </a:r>
          </a:p>
        </p:txBody>
      </p:sp>
      <p:sp>
        <p:nvSpPr>
          <p:cNvPr id="160" name="Google Shape;2068;p65">
            <a:extLst>
              <a:ext uri="{FF2B5EF4-FFF2-40B4-BE49-F238E27FC236}">
                <a16:creationId xmlns:a16="http://schemas.microsoft.com/office/drawing/2014/main" id="{038CF146-7839-8D59-8648-0B8CDF29D3E5}"/>
              </a:ext>
            </a:extLst>
          </p:cNvPr>
          <p:cNvSpPr txBox="1"/>
          <p:nvPr userDrawn="1"/>
        </p:nvSpPr>
        <p:spPr>
          <a:xfrm>
            <a:off x="12405128" y="715222"/>
            <a:ext cx="441634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20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 Arial Nova Condensed Bold 20pt</a:t>
            </a:r>
          </a:p>
        </p:txBody>
      </p:sp>
      <p:sp>
        <p:nvSpPr>
          <p:cNvPr id="161" name="Google Shape;2062;p65">
            <a:extLst>
              <a:ext uri="{FF2B5EF4-FFF2-40B4-BE49-F238E27FC236}">
                <a16:creationId xmlns:a16="http://schemas.microsoft.com/office/drawing/2014/main" id="{ED62D566-10BF-BCAB-C9EF-07DC90A1C690}"/>
              </a:ext>
            </a:extLst>
          </p:cNvPr>
          <p:cNvSpPr txBox="1"/>
          <p:nvPr userDrawn="1"/>
        </p:nvSpPr>
        <p:spPr>
          <a:xfrm>
            <a:off x="12405127" y="1514819"/>
            <a:ext cx="5176316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2700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 Arial Nova Light 27pt</a:t>
            </a:r>
          </a:p>
        </p:txBody>
      </p:sp>
      <p:sp>
        <p:nvSpPr>
          <p:cNvPr id="162" name="Google Shape;2068;p65">
            <a:extLst>
              <a:ext uri="{FF2B5EF4-FFF2-40B4-BE49-F238E27FC236}">
                <a16:creationId xmlns:a16="http://schemas.microsoft.com/office/drawing/2014/main" id="{B5F14EA2-3811-DB7B-FE59-7B550CB8FF8C}"/>
              </a:ext>
            </a:extLst>
          </p:cNvPr>
          <p:cNvSpPr txBox="1"/>
          <p:nvPr userDrawn="1"/>
        </p:nvSpPr>
        <p:spPr>
          <a:xfrm>
            <a:off x="12405128" y="2252207"/>
            <a:ext cx="435630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1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16pt</a:t>
            </a:r>
          </a:p>
        </p:txBody>
      </p:sp>
      <p:sp>
        <p:nvSpPr>
          <p:cNvPr id="163" name="Google Shape;2068;p65">
            <a:extLst>
              <a:ext uri="{FF2B5EF4-FFF2-40B4-BE49-F238E27FC236}">
                <a16:creationId xmlns:a16="http://schemas.microsoft.com/office/drawing/2014/main" id="{49061A48-7984-EC5B-CC56-51377888CED1}"/>
              </a:ext>
            </a:extLst>
          </p:cNvPr>
          <p:cNvSpPr txBox="1"/>
          <p:nvPr userDrawn="1"/>
        </p:nvSpPr>
        <p:spPr>
          <a:xfrm>
            <a:off x="12405128" y="1961151"/>
            <a:ext cx="441634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16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 Arial Nova Condensed Bold 16pt</a:t>
            </a:r>
          </a:p>
        </p:txBody>
      </p:sp>
      <p:sp>
        <p:nvSpPr>
          <p:cNvPr id="164" name="Google Shape;2062;p65">
            <a:extLst>
              <a:ext uri="{FF2B5EF4-FFF2-40B4-BE49-F238E27FC236}">
                <a16:creationId xmlns:a16="http://schemas.microsoft.com/office/drawing/2014/main" id="{920F7153-7A80-C823-41DB-26B21A4EAF33}"/>
              </a:ext>
            </a:extLst>
          </p:cNvPr>
          <p:cNvSpPr txBox="1"/>
          <p:nvPr userDrawn="1"/>
        </p:nvSpPr>
        <p:spPr>
          <a:xfrm>
            <a:off x="12405127" y="2646370"/>
            <a:ext cx="517631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2200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 Arial Nova Light 22pt</a:t>
            </a:r>
          </a:p>
        </p:txBody>
      </p:sp>
      <p:sp>
        <p:nvSpPr>
          <p:cNvPr id="165" name="Google Shape;2068;p65">
            <a:extLst>
              <a:ext uri="{FF2B5EF4-FFF2-40B4-BE49-F238E27FC236}">
                <a16:creationId xmlns:a16="http://schemas.microsoft.com/office/drawing/2014/main" id="{FAECCA7D-86CE-E329-E376-AD38F2BB39EC}"/>
              </a:ext>
            </a:extLst>
          </p:cNvPr>
          <p:cNvSpPr txBox="1"/>
          <p:nvPr userDrawn="1"/>
        </p:nvSpPr>
        <p:spPr>
          <a:xfrm>
            <a:off x="12405128" y="3326800"/>
            <a:ext cx="435630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14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16pt</a:t>
            </a:r>
          </a:p>
        </p:txBody>
      </p:sp>
      <p:sp>
        <p:nvSpPr>
          <p:cNvPr id="166" name="Google Shape;2068;p65">
            <a:extLst>
              <a:ext uri="{FF2B5EF4-FFF2-40B4-BE49-F238E27FC236}">
                <a16:creationId xmlns:a16="http://schemas.microsoft.com/office/drawing/2014/main" id="{ADE11058-FBB1-ADE9-B53F-F060141422AE}"/>
              </a:ext>
            </a:extLst>
          </p:cNvPr>
          <p:cNvSpPr txBox="1"/>
          <p:nvPr userDrawn="1"/>
        </p:nvSpPr>
        <p:spPr>
          <a:xfrm>
            <a:off x="12405128" y="3035744"/>
            <a:ext cx="441634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14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 Arial Nova Condensed Bold 16pt</a:t>
            </a:r>
          </a:p>
        </p:txBody>
      </p:sp>
      <p:sp>
        <p:nvSpPr>
          <p:cNvPr id="167" name="Google Shape;2062;p65">
            <a:extLst>
              <a:ext uri="{FF2B5EF4-FFF2-40B4-BE49-F238E27FC236}">
                <a16:creationId xmlns:a16="http://schemas.microsoft.com/office/drawing/2014/main" id="{85A02C5E-44F8-7586-1632-C41105D65A69}"/>
              </a:ext>
            </a:extLst>
          </p:cNvPr>
          <p:cNvSpPr txBox="1"/>
          <p:nvPr userDrawn="1"/>
        </p:nvSpPr>
        <p:spPr>
          <a:xfrm>
            <a:off x="12405127" y="3736961"/>
            <a:ext cx="517631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1600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 Arial Nova Light 16pt</a:t>
            </a:r>
          </a:p>
        </p:txBody>
      </p:sp>
      <p:sp>
        <p:nvSpPr>
          <p:cNvPr id="168" name="Google Shape;2068;p65">
            <a:extLst>
              <a:ext uri="{FF2B5EF4-FFF2-40B4-BE49-F238E27FC236}">
                <a16:creationId xmlns:a16="http://schemas.microsoft.com/office/drawing/2014/main" id="{68C05078-A71D-DF0C-EAE8-4A7CDAC52029}"/>
              </a:ext>
            </a:extLst>
          </p:cNvPr>
          <p:cNvSpPr txBox="1"/>
          <p:nvPr userDrawn="1"/>
        </p:nvSpPr>
        <p:spPr>
          <a:xfrm>
            <a:off x="12405128" y="4251503"/>
            <a:ext cx="435630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12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12pt</a:t>
            </a:r>
          </a:p>
        </p:txBody>
      </p:sp>
      <p:sp>
        <p:nvSpPr>
          <p:cNvPr id="169" name="Google Shape;2068;p65">
            <a:extLst>
              <a:ext uri="{FF2B5EF4-FFF2-40B4-BE49-F238E27FC236}">
                <a16:creationId xmlns:a16="http://schemas.microsoft.com/office/drawing/2014/main" id="{56BE847A-68DA-D8BC-6417-E961AD3FCF0B}"/>
              </a:ext>
            </a:extLst>
          </p:cNvPr>
          <p:cNvSpPr txBox="1"/>
          <p:nvPr userDrawn="1"/>
        </p:nvSpPr>
        <p:spPr>
          <a:xfrm>
            <a:off x="12405128" y="4020248"/>
            <a:ext cx="4416344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12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 Arial Nova Condensed Bold 12pt</a:t>
            </a:r>
          </a:p>
        </p:txBody>
      </p:sp>
      <p:sp>
        <p:nvSpPr>
          <p:cNvPr id="170" name="Google Shape;2062;p65">
            <a:extLst>
              <a:ext uri="{FF2B5EF4-FFF2-40B4-BE49-F238E27FC236}">
                <a16:creationId xmlns:a16="http://schemas.microsoft.com/office/drawing/2014/main" id="{B8D680A6-3BEF-8B5A-EFCD-93E34BBD598D}"/>
              </a:ext>
            </a:extLst>
          </p:cNvPr>
          <p:cNvSpPr txBox="1"/>
          <p:nvPr userDrawn="1"/>
        </p:nvSpPr>
        <p:spPr>
          <a:xfrm>
            <a:off x="12405127" y="4642886"/>
            <a:ext cx="517631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1200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 Arial Nova Light 12pt</a:t>
            </a:r>
          </a:p>
        </p:txBody>
      </p:sp>
      <p:sp>
        <p:nvSpPr>
          <p:cNvPr id="171" name="Google Shape;2068;p65">
            <a:extLst>
              <a:ext uri="{FF2B5EF4-FFF2-40B4-BE49-F238E27FC236}">
                <a16:creationId xmlns:a16="http://schemas.microsoft.com/office/drawing/2014/main" id="{2CA0E3FB-8F8A-9066-853C-B75775F14CBF}"/>
              </a:ext>
            </a:extLst>
          </p:cNvPr>
          <p:cNvSpPr txBox="1"/>
          <p:nvPr userDrawn="1"/>
        </p:nvSpPr>
        <p:spPr>
          <a:xfrm>
            <a:off x="12405128" y="5085064"/>
            <a:ext cx="435630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9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9pt</a:t>
            </a:r>
          </a:p>
        </p:txBody>
      </p:sp>
      <p:sp>
        <p:nvSpPr>
          <p:cNvPr id="172" name="Google Shape;2068;p65">
            <a:extLst>
              <a:ext uri="{FF2B5EF4-FFF2-40B4-BE49-F238E27FC236}">
                <a16:creationId xmlns:a16="http://schemas.microsoft.com/office/drawing/2014/main" id="{2CEA1EB8-7962-4C77-1A66-12A21869F5D0}"/>
              </a:ext>
            </a:extLst>
          </p:cNvPr>
          <p:cNvSpPr txBox="1"/>
          <p:nvPr userDrawn="1"/>
        </p:nvSpPr>
        <p:spPr>
          <a:xfrm>
            <a:off x="12405128" y="4901851"/>
            <a:ext cx="441634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9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 Arial Nova Condensed Bold 9pt</a:t>
            </a:r>
          </a:p>
        </p:txBody>
      </p:sp>
      <p:sp>
        <p:nvSpPr>
          <p:cNvPr id="173" name="Google Shape;2079;p65">
            <a:extLst>
              <a:ext uri="{FF2B5EF4-FFF2-40B4-BE49-F238E27FC236}">
                <a16:creationId xmlns:a16="http://schemas.microsoft.com/office/drawing/2014/main" id="{C8F3F3AF-B4A5-56E1-E0A7-1DEE24D88A1C}"/>
              </a:ext>
            </a:extLst>
          </p:cNvPr>
          <p:cNvSpPr txBox="1"/>
          <p:nvPr userDrawn="1"/>
        </p:nvSpPr>
        <p:spPr>
          <a:xfrm>
            <a:off x="-1444789" y="2687498"/>
            <a:ext cx="39978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Mensagem positiva</a:t>
            </a:r>
          </a:p>
        </p:txBody>
      </p:sp>
      <p:sp>
        <p:nvSpPr>
          <p:cNvPr id="174" name="Google Shape;2080;p65">
            <a:extLst>
              <a:ext uri="{FF2B5EF4-FFF2-40B4-BE49-F238E27FC236}">
                <a16:creationId xmlns:a16="http://schemas.microsoft.com/office/drawing/2014/main" id="{B8625E32-B368-B3E7-8A22-87FAE20DC9F4}"/>
              </a:ext>
            </a:extLst>
          </p:cNvPr>
          <p:cNvSpPr txBox="1"/>
          <p:nvPr userDrawn="1"/>
        </p:nvSpPr>
        <p:spPr>
          <a:xfrm>
            <a:off x="-631008" y="2687498"/>
            <a:ext cx="39978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Mensagem</a:t>
            </a:r>
            <a:br>
              <a:rPr lang="pt-BR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</a:br>
            <a:r>
              <a:rPr lang="pt-BR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negativa</a:t>
            </a:r>
            <a:endParaRPr lang="pt-BR" sz="6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3030CE10-39BC-BE5D-FE58-08C90132901B}"/>
              </a:ext>
            </a:extLst>
          </p:cNvPr>
          <p:cNvGrpSpPr/>
          <p:nvPr userDrawn="1"/>
        </p:nvGrpSpPr>
        <p:grpSpPr>
          <a:xfrm>
            <a:off x="-1440047" y="2398327"/>
            <a:ext cx="1199343" cy="245918"/>
            <a:chOff x="-2710109" y="2381849"/>
            <a:chExt cx="2469406" cy="317600"/>
          </a:xfrm>
        </p:grpSpPr>
        <p:sp>
          <p:nvSpPr>
            <p:cNvPr id="176" name="Google Shape;2077;p65">
              <a:extLst>
                <a:ext uri="{FF2B5EF4-FFF2-40B4-BE49-F238E27FC236}">
                  <a16:creationId xmlns:a16="http://schemas.microsoft.com/office/drawing/2014/main" id="{CE1E0FC0-5623-0806-F163-3FC6E4E0DB98}"/>
                </a:ext>
              </a:extLst>
            </p:cNvPr>
            <p:cNvSpPr/>
            <p:nvPr userDrawn="1"/>
          </p:nvSpPr>
          <p:spPr>
            <a:xfrm>
              <a:off x="-2710109" y="2381849"/>
              <a:ext cx="823135" cy="317600"/>
            </a:xfrm>
            <a:prstGeom prst="rect">
              <a:avLst/>
            </a:prstGeom>
            <a:solidFill>
              <a:srgbClr val="9ACC3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7" name="Google Shape;2078;p65">
              <a:extLst>
                <a:ext uri="{FF2B5EF4-FFF2-40B4-BE49-F238E27FC236}">
                  <a16:creationId xmlns:a16="http://schemas.microsoft.com/office/drawing/2014/main" id="{B3530A5F-03B8-AED1-AAEA-4E1157E3970C}"/>
                </a:ext>
              </a:extLst>
            </p:cNvPr>
            <p:cNvSpPr/>
            <p:nvPr userDrawn="1"/>
          </p:nvSpPr>
          <p:spPr>
            <a:xfrm>
              <a:off x="-1063838" y="2381849"/>
              <a:ext cx="823135" cy="317600"/>
            </a:xfrm>
            <a:prstGeom prst="rect">
              <a:avLst/>
            </a:prstGeom>
            <a:solidFill>
              <a:srgbClr val="CF3D3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solidFill>
                  <a:srgbClr val="CF3D3D"/>
                </a:solidFill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8" name="Google Shape;2078;p65">
              <a:extLst>
                <a:ext uri="{FF2B5EF4-FFF2-40B4-BE49-F238E27FC236}">
                  <a16:creationId xmlns:a16="http://schemas.microsoft.com/office/drawing/2014/main" id="{A40BF5C2-05BA-6630-AD7D-5F59BC12CD2E}"/>
                </a:ext>
              </a:extLst>
            </p:cNvPr>
            <p:cNvSpPr/>
            <p:nvPr userDrawn="1"/>
          </p:nvSpPr>
          <p:spPr>
            <a:xfrm>
              <a:off x="-1886974" y="2381849"/>
              <a:ext cx="823135" cy="317600"/>
            </a:xfrm>
            <a:prstGeom prst="rect">
              <a:avLst/>
            </a:prstGeom>
            <a:solidFill>
              <a:srgbClr val="F9C20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solidFill>
                  <a:srgbClr val="CF3D3D"/>
                </a:solidFill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79" name="Google Shape;2080;p65">
            <a:extLst>
              <a:ext uri="{FF2B5EF4-FFF2-40B4-BE49-F238E27FC236}">
                <a16:creationId xmlns:a16="http://schemas.microsoft.com/office/drawing/2014/main" id="{C851E7B6-9736-5B45-889A-9C7921F4E372}"/>
              </a:ext>
            </a:extLst>
          </p:cNvPr>
          <p:cNvSpPr txBox="1"/>
          <p:nvPr userDrawn="1"/>
        </p:nvSpPr>
        <p:spPr>
          <a:xfrm>
            <a:off x="-1040268" y="2687498"/>
            <a:ext cx="39978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Mensagem</a:t>
            </a:r>
            <a:br>
              <a:rPr lang="pt-BR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</a:br>
            <a:r>
              <a:rPr lang="pt-BR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de atenção</a:t>
            </a:r>
            <a:endParaRPr lang="pt-BR" sz="6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80" name="Google Shape;2079;p65">
            <a:extLst>
              <a:ext uri="{FF2B5EF4-FFF2-40B4-BE49-F238E27FC236}">
                <a16:creationId xmlns:a16="http://schemas.microsoft.com/office/drawing/2014/main" id="{98F1A997-ABEA-04EE-216E-76936CCFD2BD}"/>
              </a:ext>
            </a:extLst>
          </p:cNvPr>
          <p:cNvSpPr txBox="1"/>
          <p:nvPr userDrawn="1"/>
        </p:nvSpPr>
        <p:spPr>
          <a:xfrm>
            <a:off x="-1440046" y="921489"/>
            <a:ext cx="1281917" cy="95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Laranja é usado apenas para os detalhes.</a:t>
            </a:r>
            <a:endParaRPr lang="pt-BR" sz="6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A4CC64EC-6A5B-9E85-C83D-F5CBCD8AFB12}"/>
              </a:ext>
            </a:extLst>
          </p:cNvPr>
          <p:cNvGrpSpPr/>
          <p:nvPr userDrawn="1"/>
        </p:nvGrpSpPr>
        <p:grpSpPr>
          <a:xfrm>
            <a:off x="-1444784" y="3206791"/>
            <a:ext cx="1213558" cy="1751766"/>
            <a:chOff x="-1444785" y="2466243"/>
            <a:chExt cx="1259273" cy="1751766"/>
          </a:xfrm>
        </p:grpSpPr>
        <p:sp>
          <p:nvSpPr>
            <p:cNvPr id="182" name="Google Shape;2044;p65">
              <a:extLst>
                <a:ext uri="{FF2B5EF4-FFF2-40B4-BE49-F238E27FC236}">
                  <a16:creationId xmlns:a16="http://schemas.microsoft.com/office/drawing/2014/main" id="{C1423D59-D6F2-42D9-3048-1D6A4C6405F4}"/>
                </a:ext>
              </a:extLst>
            </p:cNvPr>
            <p:cNvSpPr/>
            <p:nvPr userDrawn="1"/>
          </p:nvSpPr>
          <p:spPr>
            <a:xfrm>
              <a:off x="-1444785" y="2643765"/>
              <a:ext cx="288176" cy="178002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3" name="Google Shape;2046;p65">
              <a:extLst>
                <a:ext uri="{FF2B5EF4-FFF2-40B4-BE49-F238E27FC236}">
                  <a16:creationId xmlns:a16="http://schemas.microsoft.com/office/drawing/2014/main" id="{54CF2C90-BA15-653F-CBD6-D20AB62A0B88}"/>
                </a:ext>
              </a:extLst>
            </p:cNvPr>
            <p:cNvSpPr/>
            <p:nvPr userDrawn="1"/>
          </p:nvSpPr>
          <p:spPr>
            <a:xfrm>
              <a:off x="-1158117" y="2643765"/>
              <a:ext cx="283847" cy="178002"/>
            </a:xfrm>
            <a:prstGeom prst="rect">
              <a:avLst/>
            </a:prstGeom>
            <a:solidFill>
              <a:srgbClr val="DFE8F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4" name="Google Shape;2044;p65">
              <a:extLst>
                <a:ext uri="{FF2B5EF4-FFF2-40B4-BE49-F238E27FC236}">
                  <a16:creationId xmlns:a16="http://schemas.microsoft.com/office/drawing/2014/main" id="{2549E464-93E0-75FB-419D-75744386EB3B}"/>
                </a:ext>
              </a:extLst>
            </p:cNvPr>
            <p:cNvSpPr/>
            <p:nvPr userDrawn="1"/>
          </p:nvSpPr>
          <p:spPr>
            <a:xfrm>
              <a:off x="-1444785" y="2466243"/>
              <a:ext cx="288176" cy="178002"/>
            </a:xfrm>
            <a:prstGeom prst="rect">
              <a:avLst/>
            </a:prstGeom>
            <a:solidFill>
              <a:srgbClr val="002B4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5" name="Google Shape;2046;p65">
              <a:extLst>
                <a:ext uri="{FF2B5EF4-FFF2-40B4-BE49-F238E27FC236}">
                  <a16:creationId xmlns:a16="http://schemas.microsoft.com/office/drawing/2014/main" id="{6398199E-B68C-4226-B98D-FECD1387B60C}"/>
                </a:ext>
              </a:extLst>
            </p:cNvPr>
            <p:cNvSpPr/>
            <p:nvPr userDrawn="1"/>
          </p:nvSpPr>
          <p:spPr>
            <a:xfrm>
              <a:off x="-1158117" y="2466243"/>
              <a:ext cx="283847" cy="178002"/>
            </a:xfrm>
            <a:prstGeom prst="rect">
              <a:avLst/>
            </a:prstGeom>
            <a:solidFill>
              <a:srgbClr val="CDD5D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6" name="Google Shape;2044;p65">
              <a:extLst>
                <a:ext uri="{FF2B5EF4-FFF2-40B4-BE49-F238E27FC236}">
                  <a16:creationId xmlns:a16="http://schemas.microsoft.com/office/drawing/2014/main" id="{C56EAB83-0EFA-EF32-E619-2743CA20C36A}"/>
                </a:ext>
              </a:extLst>
            </p:cNvPr>
            <p:cNvSpPr/>
            <p:nvPr userDrawn="1"/>
          </p:nvSpPr>
          <p:spPr>
            <a:xfrm>
              <a:off x="-766670" y="2643765"/>
              <a:ext cx="288176" cy="178002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7" name="Google Shape;2046;p65">
              <a:extLst>
                <a:ext uri="{FF2B5EF4-FFF2-40B4-BE49-F238E27FC236}">
                  <a16:creationId xmlns:a16="http://schemas.microsoft.com/office/drawing/2014/main" id="{D4A1CD4F-43E2-5DD9-1549-50C21A76DD2D}"/>
                </a:ext>
              </a:extLst>
            </p:cNvPr>
            <p:cNvSpPr/>
            <p:nvPr userDrawn="1"/>
          </p:nvSpPr>
          <p:spPr>
            <a:xfrm>
              <a:off x="-480002" y="2643765"/>
              <a:ext cx="283847" cy="178002"/>
            </a:xfrm>
            <a:prstGeom prst="rect">
              <a:avLst/>
            </a:prstGeom>
            <a:solidFill>
              <a:srgbClr val="FCD1A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8" name="Google Shape;2044;p65">
              <a:extLst>
                <a:ext uri="{FF2B5EF4-FFF2-40B4-BE49-F238E27FC236}">
                  <a16:creationId xmlns:a16="http://schemas.microsoft.com/office/drawing/2014/main" id="{43CEFB10-F8A0-70B6-4723-7D999148B043}"/>
                </a:ext>
              </a:extLst>
            </p:cNvPr>
            <p:cNvSpPr/>
            <p:nvPr userDrawn="1"/>
          </p:nvSpPr>
          <p:spPr>
            <a:xfrm>
              <a:off x="-766670" y="2466243"/>
              <a:ext cx="288176" cy="178002"/>
            </a:xfrm>
            <a:prstGeom prst="rect">
              <a:avLst/>
            </a:prstGeom>
            <a:solidFill>
              <a:srgbClr val="002B4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9" name="Google Shape;2046;p65">
              <a:extLst>
                <a:ext uri="{FF2B5EF4-FFF2-40B4-BE49-F238E27FC236}">
                  <a16:creationId xmlns:a16="http://schemas.microsoft.com/office/drawing/2014/main" id="{A86E54A8-F2B0-7630-3476-9BEA9C82B7A7}"/>
                </a:ext>
              </a:extLst>
            </p:cNvPr>
            <p:cNvSpPr/>
            <p:nvPr userDrawn="1"/>
          </p:nvSpPr>
          <p:spPr>
            <a:xfrm>
              <a:off x="-480002" y="2466243"/>
              <a:ext cx="283847" cy="178002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0" name="Google Shape;2044;p65">
              <a:extLst>
                <a:ext uri="{FF2B5EF4-FFF2-40B4-BE49-F238E27FC236}">
                  <a16:creationId xmlns:a16="http://schemas.microsoft.com/office/drawing/2014/main" id="{B32CD912-ACA2-4FC5-F673-BCF84ACF608B}"/>
                </a:ext>
              </a:extLst>
            </p:cNvPr>
            <p:cNvSpPr/>
            <p:nvPr userDrawn="1"/>
          </p:nvSpPr>
          <p:spPr>
            <a:xfrm>
              <a:off x="-1434711" y="3574913"/>
              <a:ext cx="288176" cy="178002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1" name="Google Shape;2046;p65">
              <a:extLst>
                <a:ext uri="{FF2B5EF4-FFF2-40B4-BE49-F238E27FC236}">
                  <a16:creationId xmlns:a16="http://schemas.microsoft.com/office/drawing/2014/main" id="{F845CA83-6165-A2A8-2F60-B04BA74CEC84}"/>
                </a:ext>
              </a:extLst>
            </p:cNvPr>
            <p:cNvSpPr/>
            <p:nvPr userDrawn="1"/>
          </p:nvSpPr>
          <p:spPr>
            <a:xfrm>
              <a:off x="-1148043" y="3574913"/>
              <a:ext cx="283847" cy="178002"/>
            </a:xfrm>
            <a:prstGeom prst="rect">
              <a:avLst/>
            </a:prstGeom>
            <a:solidFill>
              <a:srgbClr val="BFD0E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Google Shape;2044;p65">
              <a:extLst>
                <a:ext uri="{FF2B5EF4-FFF2-40B4-BE49-F238E27FC236}">
                  <a16:creationId xmlns:a16="http://schemas.microsoft.com/office/drawing/2014/main" id="{04AE18FF-FF37-374F-0C5A-6B017B908426}"/>
                </a:ext>
              </a:extLst>
            </p:cNvPr>
            <p:cNvSpPr/>
            <p:nvPr userDrawn="1"/>
          </p:nvSpPr>
          <p:spPr>
            <a:xfrm>
              <a:off x="-1434711" y="3397391"/>
              <a:ext cx="288176" cy="178002"/>
            </a:xfrm>
            <a:prstGeom prst="rect">
              <a:avLst/>
            </a:prstGeom>
            <a:solidFill>
              <a:srgbClr val="33556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3" name="Google Shape;2046;p65">
              <a:extLst>
                <a:ext uri="{FF2B5EF4-FFF2-40B4-BE49-F238E27FC236}">
                  <a16:creationId xmlns:a16="http://schemas.microsoft.com/office/drawing/2014/main" id="{20696C8C-970B-9C25-3B20-1EF6D7DF1372}"/>
                </a:ext>
              </a:extLst>
            </p:cNvPr>
            <p:cNvSpPr/>
            <p:nvPr userDrawn="1"/>
          </p:nvSpPr>
          <p:spPr>
            <a:xfrm>
              <a:off x="-1148043" y="3397391"/>
              <a:ext cx="283847" cy="178002"/>
            </a:xfrm>
            <a:prstGeom prst="rect">
              <a:avLst/>
            </a:prstGeom>
            <a:solidFill>
              <a:srgbClr val="99AAB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4" name="Google Shape;2044;p65">
              <a:extLst>
                <a:ext uri="{FF2B5EF4-FFF2-40B4-BE49-F238E27FC236}">
                  <a16:creationId xmlns:a16="http://schemas.microsoft.com/office/drawing/2014/main" id="{C88FF8EA-5BED-4B34-295E-A60FC95B04F7}"/>
                </a:ext>
              </a:extLst>
            </p:cNvPr>
            <p:cNvSpPr/>
            <p:nvPr userDrawn="1"/>
          </p:nvSpPr>
          <p:spPr>
            <a:xfrm>
              <a:off x="-757276" y="3574913"/>
              <a:ext cx="288176" cy="178002"/>
            </a:xfrm>
            <a:prstGeom prst="rect">
              <a:avLst/>
            </a:prstGeom>
            <a:solidFill>
              <a:srgbClr val="DFE8F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5" name="Google Shape;2046;p65">
              <a:extLst>
                <a:ext uri="{FF2B5EF4-FFF2-40B4-BE49-F238E27FC236}">
                  <a16:creationId xmlns:a16="http://schemas.microsoft.com/office/drawing/2014/main" id="{E4FD17E5-8061-6ECF-7C7A-979810B458B5}"/>
                </a:ext>
              </a:extLst>
            </p:cNvPr>
            <p:cNvSpPr/>
            <p:nvPr userDrawn="1"/>
          </p:nvSpPr>
          <p:spPr>
            <a:xfrm>
              <a:off x="-470608" y="3574913"/>
              <a:ext cx="283847" cy="178002"/>
            </a:xfrm>
            <a:prstGeom prst="rect">
              <a:avLst/>
            </a:prstGeom>
            <a:solidFill>
              <a:srgbClr val="33556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6" name="Google Shape;2044;p65">
              <a:extLst>
                <a:ext uri="{FF2B5EF4-FFF2-40B4-BE49-F238E27FC236}">
                  <a16:creationId xmlns:a16="http://schemas.microsoft.com/office/drawing/2014/main" id="{25E3440E-6525-DEDA-ACE7-8CC38C04F376}"/>
                </a:ext>
              </a:extLst>
            </p:cNvPr>
            <p:cNvSpPr/>
            <p:nvPr userDrawn="1"/>
          </p:nvSpPr>
          <p:spPr>
            <a:xfrm>
              <a:off x="-757276" y="3397391"/>
              <a:ext cx="288176" cy="178002"/>
            </a:xfrm>
            <a:prstGeom prst="rect">
              <a:avLst/>
            </a:prstGeom>
            <a:solidFill>
              <a:srgbClr val="FCD1A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7" name="Google Shape;2046;p65">
              <a:extLst>
                <a:ext uri="{FF2B5EF4-FFF2-40B4-BE49-F238E27FC236}">
                  <a16:creationId xmlns:a16="http://schemas.microsoft.com/office/drawing/2014/main" id="{A859B22B-DF0F-AF90-6478-CA5453E5CC28}"/>
                </a:ext>
              </a:extLst>
            </p:cNvPr>
            <p:cNvSpPr/>
            <p:nvPr userDrawn="1"/>
          </p:nvSpPr>
          <p:spPr>
            <a:xfrm>
              <a:off x="-470608" y="3397391"/>
              <a:ext cx="283847" cy="178002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8" name="Google Shape;2044;p65">
              <a:extLst>
                <a:ext uri="{FF2B5EF4-FFF2-40B4-BE49-F238E27FC236}">
                  <a16:creationId xmlns:a16="http://schemas.microsoft.com/office/drawing/2014/main" id="{C09DC30A-FA09-C08E-741E-E179DD225ADE}"/>
                </a:ext>
              </a:extLst>
            </p:cNvPr>
            <p:cNvSpPr/>
            <p:nvPr userDrawn="1"/>
          </p:nvSpPr>
          <p:spPr>
            <a:xfrm>
              <a:off x="-1444785" y="3108859"/>
              <a:ext cx="288176" cy="178002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9" name="Google Shape;2046;p65">
              <a:extLst>
                <a:ext uri="{FF2B5EF4-FFF2-40B4-BE49-F238E27FC236}">
                  <a16:creationId xmlns:a16="http://schemas.microsoft.com/office/drawing/2014/main" id="{C297A522-F1DC-0DD0-74D6-0BFF20E9B359}"/>
                </a:ext>
              </a:extLst>
            </p:cNvPr>
            <p:cNvSpPr/>
            <p:nvPr userDrawn="1"/>
          </p:nvSpPr>
          <p:spPr>
            <a:xfrm>
              <a:off x="-1158117" y="3108859"/>
              <a:ext cx="283847" cy="17800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0" name="Google Shape;2044;p65">
              <a:extLst>
                <a:ext uri="{FF2B5EF4-FFF2-40B4-BE49-F238E27FC236}">
                  <a16:creationId xmlns:a16="http://schemas.microsoft.com/office/drawing/2014/main" id="{2A41E048-51EA-097D-C092-9068221C5BD1}"/>
                </a:ext>
              </a:extLst>
            </p:cNvPr>
            <p:cNvSpPr/>
            <p:nvPr userDrawn="1"/>
          </p:nvSpPr>
          <p:spPr>
            <a:xfrm>
              <a:off x="-1444785" y="2931337"/>
              <a:ext cx="288176" cy="178002"/>
            </a:xfrm>
            <a:prstGeom prst="rect">
              <a:avLst/>
            </a:prstGeom>
            <a:solidFill>
              <a:srgbClr val="002B4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1" name="Google Shape;2046;p65">
              <a:extLst>
                <a:ext uri="{FF2B5EF4-FFF2-40B4-BE49-F238E27FC236}">
                  <a16:creationId xmlns:a16="http://schemas.microsoft.com/office/drawing/2014/main" id="{F4F8ACEE-E5C1-2657-BF09-2DBAB949B048}"/>
                </a:ext>
              </a:extLst>
            </p:cNvPr>
            <p:cNvSpPr/>
            <p:nvPr userDrawn="1"/>
          </p:nvSpPr>
          <p:spPr>
            <a:xfrm>
              <a:off x="-1158117" y="2931337"/>
              <a:ext cx="283847" cy="178002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2" name="Google Shape;2044;p65">
              <a:extLst>
                <a:ext uri="{FF2B5EF4-FFF2-40B4-BE49-F238E27FC236}">
                  <a16:creationId xmlns:a16="http://schemas.microsoft.com/office/drawing/2014/main" id="{A0172F36-71D8-33DF-76DB-CEFBA4DE3216}"/>
                </a:ext>
              </a:extLst>
            </p:cNvPr>
            <p:cNvSpPr/>
            <p:nvPr userDrawn="1"/>
          </p:nvSpPr>
          <p:spPr>
            <a:xfrm>
              <a:off x="-763261" y="3108859"/>
              <a:ext cx="288176" cy="17800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3" name="Google Shape;2046;p65">
              <a:extLst>
                <a:ext uri="{FF2B5EF4-FFF2-40B4-BE49-F238E27FC236}">
                  <a16:creationId xmlns:a16="http://schemas.microsoft.com/office/drawing/2014/main" id="{AE9EDE59-83FF-4E90-BE44-A11E0C7E0103}"/>
                </a:ext>
              </a:extLst>
            </p:cNvPr>
            <p:cNvSpPr/>
            <p:nvPr userDrawn="1"/>
          </p:nvSpPr>
          <p:spPr>
            <a:xfrm>
              <a:off x="-476593" y="3108859"/>
              <a:ext cx="283847" cy="178002"/>
            </a:xfrm>
            <a:prstGeom prst="rect">
              <a:avLst/>
            </a:prstGeom>
            <a:solidFill>
              <a:srgbClr val="FCD1A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4" name="Google Shape;2044;p65">
              <a:extLst>
                <a:ext uri="{FF2B5EF4-FFF2-40B4-BE49-F238E27FC236}">
                  <a16:creationId xmlns:a16="http://schemas.microsoft.com/office/drawing/2014/main" id="{A152A5F4-BAFD-76C0-40F4-53C64084062F}"/>
                </a:ext>
              </a:extLst>
            </p:cNvPr>
            <p:cNvSpPr/>
            <p:nvPr userDrawn="1"/>
          </p:nvSpPr>
          <p:spPr>
            <a:xfrm>
              <a:off x="-763261" y="2931337"/>
              <a:ext cx="288176" cy="178002"/>
            </a:xfrm>
            <a:prstGeom prst="rect">
              <a:avLst/>
            </a:prstGeom>
            <a:solidFill>
              <a:srgbClr val="FDE8D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5" name="Google Shape;2046;p65">
              <a:extLst>
                <a:ext uri="{FF2B5EF4-FFF2-40B4-BE49-F238E27FC236}">
                  <a16:creationId xmlns:a16="http://schemas.microsoft.com/office/drawing/2014/main" id="{CF109ED9-212F-3BB3-913E-327B6F26646F}"/>
                </a:ext>
              </a:extLst>
            </p:cNvPr>
            <p:cNvSpPr/>
            <p:nvPr userDrawn="1"/>
          </p:nvSpPr>
          <p:spPr>
            <a:xfrm>
              <a:off x="-476593" y="2931337"/>
              <a:ext cx="283847" cy="178002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6" name="Google Shape;2044;p65">
              <a:extLst>
                <a:ext uri="{FF2B5EF4-FFF2-40B4-BE49-F238E27FC236}">
                  <a16:creationId xmlns:a16="http://schemas.microsoft.com/office/drawing/2014/main" id="{302411DA-9E1C-F74C-E3ED-23C82D95776F}"/>
                </a:ext>
              </a:extLst>
            </p:cNvPr>
            <p:cNvSpPr/>
            <p:nvPr userDrawn="1"/>
          </p:nvSpPr>
          <p:spPr>
            <a:xfrm>
              <a:off x="-1432947" y="4040007"/>
              <a:ext cx="288176" cy="178002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7" name="Google Shape;2046;p65">
              <a:extLst>
                <a:ext uri="{FF2B5EF4-FFF2-40B4-BE49-F238E27FC236}">
                  <a16:creationId xmlns:a16="http://schemas.microsoft.com/office/drawing/2014/main" id="{7E03C002-8B93-A2C1-6C79-99026F5599FF}"/>
                </a:ext>
              </a:extLst>
            </p:cNvPr>
            <p:cNvSpPr/>
            <p:nvPr userDrawn="1"/>
          </p:nvSpPr>
          <p:spPr>
            <a:xfrm>
              <a:off x="-1146278" y="4040007"/>
              <a:ext cx="283847" cy="178002"/>
            </a:xfrm>
            <a:prstGeom prst="rect">
              <a:avLst/>
            </a:prstGeom>
            <a:solidFill>
              <a:srgbClr val="7EA1C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8" name="Google Shape;2044;p65">
              <a:extLst>
                <a:ext uri="{FF2B5EF4-FFF2-40B4-BE49-F238E27FC236}">
                  <a16:creationId xmlns:a16="http://schemas.microsoft.com/office/drawing/2014/main" id="{D0E0C55A-5C6D-AEAB-8821-ADB2742CC938}"/>
                </a:ext>
              </a:extLst>
            </p:cNvPr>
            <p:cNvSpPr/>
            <p:nvPr userDrawn="1"/>
          </p:nvSpPr>
          <p:spPr>
            <a:xfrm>
              <a:off x="-1432947" y="3862485"/>
              <a:ext cx="288176" cy="178002"/>
            </a:xfrm>
            <a:prstGeom prst="rect">
              <a:avLst/>
            </a:prstGeom>
            <a:solidFill>
              <a:srgbClr val="D7DD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9" name="Google Shape;2046;p65">
              <a:extLst>
                <a:ext uri="{FF2B5EF4-FFF2-40B4-BE49-F238E27FC236}">
                  <a16:creationId xmlns:a16="http://schemas.microsoft.com/office/drawing/2014/main" id="{AB98B7E5-7804-C10F-3EB9-F2B68587D536}"/>
                </a:ext>
              </a:extLst>
            </p:cNvPr>
            <p:cNvSpPr/>
            <p:nvPr userDrawn="1"/>
          </p:nvSpPr>
          <p:spPr>
            <a:xfrm>
              <a:off x="-1146278" y="3862485"/>
              <a:ext cx="283847" cy="17800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0" name="Google Shape;2044;p65">
              <a:extLst>
                <a:ext uri="{FF2B5EF4-FFF2-40B4-BE49-F238E27FC236}">
                  <a16:creationId xmlns:a16="http://schemas.microsoft.com/office/drawing/2014/main" id="{F40BB09D-59BD-0A9D-9EB3-E1E0F7F40377}"/>
                </a:ext>
              </a:extLst>
            </p:cNvPr>
            <p:cNvSpPr/>
            <p:nvPr userDrawn="1"/>
          </p:nvSpPr>
          <p:spPr>
            <a:xfrm>
              <a:off x="-756028" y="4040007"/>
              <a:ext cx="288176" cy="178002"/>
            </a:xfrm>
            <a:prstGeom prst="rect">
              <a:avLst/>
            </a:prstGeom>
            <a:solidFill>
              <a:srgbClr val="DFE8F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1" name="Google Shape;2046;p65">
              <a:extLst>
                <a:ext uri="{FF2B5EF4-FFF2-40B4-BE49-F238E27FC236}">
                  <a16:creationId xmlns:a16="http://schemas.microsoft.com/office/drawing/2014/main" id="{65011066-C2A7-A13A-9AD3-5DF93EE4E151}"/>
                </a:ext>
              </a:extLst>
            </p:cNvPr>
            <p:cNvSpPr/>
            <p:nvPr userDrawn="1"/>
          </p:nvSpPr>
          <p:spPr>
            <a:xfrm>
              <a:off x="-469359" y="4040007"/>
              <a:ext cx="283847" cy="178002"/>
            </a:xfrm>
            <a:prstGeom prst="rect">
              <a:avLst/>
            </a:prstGeom>
            <a:solidFill>
              <a:srgbClr val="D7DD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2" name="Google Shape;2044;p65">
              <a:extLst>
                <a:ext uri="{FF2B5EF4-FFF2-40B4-BE49-F238E27FC236}">
                  <a16:creationId xmlns:a16="http://schemas.microsoft.com/office/drawing/2014/main" id="{9EE770A1-EB90-0F14-4C4E-A8A0E1C6C82F}"/>
                </a:ext>
              </a:extLst>
            </p:cNvPr>
            <p:cNvSpPr/>
            <p:nvPr userDrawn="1"/>
          </p:nvSpPr>
          <p:spPr>
            <a:xfrm>
              <a:off x="-756028" y="3862485"/>
              <a:ext cx="288176" cy="178002"/>
            </a:xfrm>
            <a:prstGeom prst="rect">
              <a:avLst/>
            </a:prstGeom>
            <a:solidFill>
              <a:srgbClr val="BFD0E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3" name="Google Shape;2046;p65">
              <a:extLst>
                <a:ext uri="{FF2B5EF4-FFF2-40B4-BE49-F238E27FC236}">
                  <a16:creationId xmlns:a16="http://schemas.microsoft.com/office/drawing/2014/main" id="{FE9FF170-6804-B73C-EA18-FF388C72DCCB}"/>
                </a:ext>
              </a:extLst>
            </p:cNvPr>
            <p:cNvSpPr/>
            <p:nvPr userDrawn="1"/>
          </p:nvSpPr>
          <p:spPr>
            <a:xfrm>
              <a:off x="-469359" y="3862485"/>
              <a:ext cx="283847" cy="17800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14" name="Google Shape;4377;p121">
            <a:extLst>
              <a:ext uri="{FF2B5EF4-FFF2-40B4-BE49-F238E27FC236}">
                <a16:creationId xmlns:a16="http://schemas.microsoft.com/office/drawing/2014/main" id="{813F4CA4-6097-75C3-76A5-3BAF5D4B5A93}"/>
              </a:ext>
            </a:extLst>
          </p:cNvPr>
          <p:cNvSpPr txBox="1"/>
          <p:nvPr userDrawn="1"/>
        </p:nvSpPr>
        <p:spPr>
          <a:xfrm>
            <a:off x="-1440046" y="3006239"/>
            <a:ext cx="1094534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>
              <a:lnSpc>
                <a:spcPct val="120000"/>
              </a:lnSpc>
            </a:pPr>
            <a:r>
              <a:rPr lang="pt-BR" sz="800" b="1" i="0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Combinações de cores</a:t>
            </a:r>
          </a:p>
        </p:txBody>
      </p:sp>
      <p:sp>
        <p:nvSpPr>
          <p:cNvPr id="215" name="Google Shape;4371;p121">
            <a:extLst>
              <a:ext uri="{FF2B5EF4-FFF2-40B4-BE49-F238E27FC236}">
                <a16:creationId xmlns:a16="http://schemas.microsoft.com/office/drawing/2014/main" id="{686EAA63-2314-BF34-52FD-DAD3BDBC8197}"/>
              </a:ext>
            </a:extLst>
          </p:cNvPr>
          <p:cNvSpPr txBox="1"/>
          <p:nvPr userDrawn="1"/>
        </p:nvSpPr>
        <p:spPr>
          <a:xfrm>
            <a:off x="12405135" y="0"/>
            <a:ext cx="489312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>
              <a:lnSpc>
                <a:spcPct val="120000"/>
              </a:lnSpc>
            </a:pPr>
            <a:r>
              <a:rPr lang="pt-BR" sz="800" b="1" i="0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Tipografia</a:t>
            </a:r>
          </a:p>
        </p:txBody>
      </p:sp>
    </p:spTree>
    <p:extLst>
      <p:ext uri="{BB962C8B-B14F-4D97-AF65-F5344CB8AC3E}">
        <p14:creationId xmlns:p14="http://schemas.microsoft.com/office/powerpoint/2010/main" val="3540276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  <p:sldLayoutId id="2147483925" r:id="rId19"/>
    <p:sldLayoutId id="2147483926" r:id="rId20"/>
    <p:sldLayoutId id="2147483927" r:id="rId21"/>
    <p:sldLayoutId id="2147483928" r:id="rId22"/>
    <p:sldLayoutId id="2147483929" r:id="rId23"/>
    <p:sldLayoutId id="2147483930" r:id="rId24"/>
    <p:sldLayoutId id="2147483931" r:id="rId25"/>
    <p:sldLayoutId id="2147483932" r:id="rId26"/>
    <p:sldLayoutId id="2147483933" r:id="rId27"/>
    <p:sldLayoutId id="2147483934" r:id="rId28"/>
    <p:sldLayoutId id="2147483935" r:id="rId29"/>
    <p:sldLayoutId id="2147483936" r:id="rId30"/>
    <p:sldLayoutId id="2147483937" r:id="rId31"/>
    <p:sldLayoutId id="2147483938" r:id="rId32"/>
    <p:sldLayoutId id="2147483939" r:id="rId33"/>
    <p:sldLayoutId id="2147483940" r:id="rId34"/>
    <p:sldLayoutId id="2147483941" r:id="rId35"/>
    <p:sldLayoutId id="2147483942" r:id="rId36"/>
    <p:sldLayoutId id="2147483943" r:id="rId37"/>
    <p:sldLayoutId id="2147483944" r:id="rId38"/>
    <p:sldLayoutId id="2147483945" r:id="rId39"/>
    <p:sldLayoutId id="2147483946" r:id="rId40"/>
    <p:sldLayoutId id="2147483947" r:id="rId41"/>
    <p:sldLayoutId id="2147483948" r:id="rId42"/>
    <p:sldLayoutId id="2147483949" r:id="rId43"/>
    <p:sldLayoutId id="2147483950" r:id="rId44"/>
    <p:sldLayoutId id="2147483951" r:id="rId45"/>
    <p:sldLayoutId id="2147483952" r:id="rId46"/>
    <p:sldLayoutId id="2147483953" r:id="rId47"/>
    <p:sldLayoutId id="2147483954" r:id="rId48"/>
    <p:sldLayoutId id="2147483955" r:id="rId49"/>
    <p:sldLayoutId id="2147483956" r:id="rId50"/>
    <p:sldLayoutId id="2147483957" r:id="rId51"/>
    <p:sldLayoutId id="2147483958" r:id="rId52"/>
    <p:sldLayoutId id="2147483959" r:id="rId53"/>
    <p:sldLayoutId id="2147483960" r:id="rId54"/>
    <p:sldLayoutId id="2147483961" r:id="rId55"/>
    <p:sldLayoutId id="2147483962" r:id="rId56"/>
    <p:sldLayoutId id="2147483963" r:id="rId57"/>
    <p:sldLayoutId id="2147483964" r:id="rId58"/>
    <p:sldLayoutId id="2147483965" r:id="rId59"/>
    <p:sldLayoutId id="2147483966" r:id="rId6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836">
          <p15:clr>
            <a:srgbClr val="F26B43"/>
          </p15:clr>
        </p15:guide>
        <p15:guide id="2" pos="294">
          <p15:clr>
            <a:srgbClr val="F26B43"/>
          </p15:clr>
        </p15:guide>
        <p15:guide id="3">
          <p15:clr>
            <a:srgbClr val="F26B43"/>
          </p15:clr>
        </p15:guide>
        <p15:guide id="4" orient="horz" pos="4020">
          <p15:clr>
            <a:srgbClr val="F26B43"/>
          </p15:clr>
        </p15:guide>
        <p15:guide id="5" orient="horz" pos="292">
          <p15:clr>
            <a:srgbClr val="F26B43"/>
          </p15:clr>
        </p15:guide>
        <p15:guide id="6" orient="horz" pos="4320">
          <p15:clr>
            <a:srgbClr val="F26B43"/>
          </p15:clr>
        </p15:guide>
        <p15:guide id="7" orient="horz" pos="2160">
          <p15:clr>
            <a:srgbClr val="F26B43"/>
          </p15:clr>
        </p15:guide>
        <p15:guide id="8" orient="horz" pos="2012">
          <p15:clr>
            <a:srgbClr val="F26B43"/>
          </p15:clr>
        </p15:guide>
        <p15:guide id="9" pos="7386">
          <p15:clr>
            <a:srgbClr val="F26B43"/>
          </p15:clr>
        </p15:guide>
        <p15:guide id="11" pos="3987">
          <p15:clr>
            <a:srgbClr val="F26B43"/>
          </p15:clr>
        </p15:guide>
        <p15:guide id="12" pos="5540">
          <p15:clr>
            <a:srgbClr val="F26B43"/>
          </p15:clr>
        </p15:guide>
        <p15:guide id="13" orient="horz">
          <p15:clr>
            <a:srgbClr val="F26B43"/>
          </p15:clr>
        </p15:guide>
        <p15:guide id="14" pos="3692">
          <p15:clr>
            <a:srgbClr val="F26B43"/>
          </p15:clr>
        </p15:guide>
        <p15:guide id="15" pos="5688">
          <p15:clr>
            <a:srgbClr val="F26B43"/>
          </p15:clr>
        </p15:guide>
        <p15:guide id="17" pos="2140">
          <p15:clr>
            <a:srgbClr val="F26B43"/>
          </p15:clr>
        </p15:guide>
        <p15:guide id="19" pos="1845">
          <p15:clr>
            <a:srgbClr val="F26B43"/>
          </p15:clr>
        </p15:guide>
        <p15:guide id="20" pos="1992">
          <p15:clr>
            <a:srgbClr val="F26B43"/>
          </p15:clr>
        </p15:guide>
        <p15:guide id="21" pos="3840">
          <p15:clr>
            <a:srgbClr val="F26B43"/>
          </p15:clr>
        </p15:guide>
        <p15:guide id="22" orient="horz" pos="2309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5" Type="http://schemas.openxmlformats.org/officeDocument/2006/relationships/image" Target="../media/image3.emf"/></Relationships>
</file>

<file path=ppt/slides/_rels/slide2.xml.rels><?xml version='1.0' encoding='UTF-8' standalone='yes'?>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56.svg"/><Relationship Id="rId7" Type="http://schemas.openxmlformats.org/officeDocument/2006/relationships/image" Target="../media/image52.emf"/><Relationship Id="rId12" Type="http://schemas.openxmlformats.org/officeDocument/2006/relationships/image" Target="../media/image55.png"/><Relationship Id="rId11" Type="http://schemas.openxmlformats.org/officeDocument/2006/relationships/image" Target="../media/image54.svg"/><Relationship Id="rId10" Type="http://schemas.openxmlformats.org/officeDocument/2006/relationships/image" Target="../media/image53.png"/><Relationship Id="rId4" Type="http://schemas.openxmlformats.org/officeDocument/2006/relationships/slideLayout" Target="../slideLayouts/slideLayout53.xml"/><Relationship Id="rId9" Type="http://schemas.openxmlformats.org/officeDocument/2006/relationships/image" Target="../media/image18.svg"/></Relationships>
</file>

<file path=ppt/slides/_rels/slide3.xml.rels><?xml version='1.0' encoding='UTF-8' standalone='yes'?>
<Relationships xmlns="http://schemas.openxmlformats.org/package/2006/relationships"><Relationship Id="rId5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1" Type="http://schemas.openxmlformats.org/officeDocument/2006/relationships/slideLayout" Target="../slideLayouts/slideLayout86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Relationship Id="rId8" Type="http://schemas.openxmlformats.org/officeDocument/2006/relationships/image" Target="../media/image23_fb.png"/><Relationship Id="rId9" Type="http://schemas.openxmlformats.org/officeDocument/2006/relationships/image" Target="../media/image24_fb.png"/><Relationship Id="rId10" Type="http://schemas.openxmlformats.org/officeDocument/2006/relationships/image" Target="../media/image25_fb.png"/><Relationship Id="rId11" Type="http://schemas.openxmlformats.org/officeDocument/2006/relationships/image" Target="../media/image26_fb.png"/><Relationship Id="rId12" Type="http://schemas.openxmlformats.org/officeDocument/2006/relationships/image" Target="../media/image27_fb.png"/></Relationships>
</file>

<file path=ppt/slides/_rels/slide5.xml.rels><?xml version='1.0' encoding='UTF-8' standalone='yes'?>
<Relationships xmlns="http://schemas.openxmlformats.org/package/2006/relationships"><Relationship Id="rId8" Type="http://schemas.openxmlformats.org/officeDocument/2006/relationships/image" Target="../media/image88.svg"/><Relationship Id="rId7" Type="http://schemas.openxmlformats.org/officeDocument/2006/relationships/image" Target="../media/image87.png"/><Relationship Id="rId2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406A76-B644-C8F6-D798-1CBCCE2421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623" y="3673678"/>
            <a:ext cx="5859740" cy="1624463"/>
          </a:xfrm>
        </p:spPr>
        <p:txBody>
          <a:bodyPr/>
          <a:lstStyle/>
          <a:p>
            <a:r>
              <a:rPr lang="pt-BR" sz="4800" noProof="0"/>
              <a:t>Proposta Técnica</a:t>
            </a:r>
            <a:endParaRPr lang="pt-BR" sz="4800" noProof="0"/>
          </a:p>
          <a:p>
            <a:r>
              <a:rPr lang="pt-BR" sz="3600"/>
              <a:t>Programa AXOL no ONS</a:t>
            </a:r>
            <a:endParaRPr lang="pt-BR" sz="3600"/>
          </a:p>
          <a:p>
            <a:r>
              <a:rPr lang="pt-BR" sz="2000">
                <a:solidFill>
                  <a:schemeClr val="tx2"/>
                </a:solidFill>
              </a:rPr>
              <a:t>TMO com GMO integrado · plano de 6 meses</a:t>
            </a:r>
            <a:endParaRPr lang="pt-BR" sz="2000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BE8F75-3980-C584-6A99-39645CB4E7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623" y="6222044"/>
            <a:ext cx="2459315" cy="202267"/>
          </a:xfrm>
        </p:spPr>
        <p:txBody>
          <a:bodyPr/>
          <a:lstStyle/>
          <a:p>
            <a:r>
              <a:rPr lang="pt-BR" noProof="0"/>
              <a:t>out/2026</a:t>
            </a:r>
            <a:endParaRPr lang="pt-BR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55A315-0CF9-2EC7-20B1-F408920ADA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33FBAF-CC45-994F-83CC-A12951D2A66F}" type="slidenum">
              <a:rPr lang="pt-BR" noProof="0" smtClean="0"/>
              <a:pPr/>
              <a:t>1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658040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0AEE7-E756-5D7B-3718-A84D45538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C744E9FF-7F44-FD13-4870-1AC1FAF0AE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848" y="1371600"/>
            <a:ext cx="4428411" cy="3703320"/>
          </a:xfrm>
        </p:spPr>
        <p:txBody>
          <a:bodyPr/>
          <a:lstStyle/>
          <a:p>
            <a:pPr indent="-180000">
              <a:lnSpc>
                <a:spcPct val="105000"/>
              </a:lnSpc>
              <a:buClr>
                <a:srgbClr val="FFFFFF"/>
              </a:buClr>
              <a:buSzPct val="100000"/>
              <a:buBlip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</a:buBlip>
            </a:pPr>
            <a:r>
              <a:rPr lang="pt-BR" b="1">
                <a:solidFill>
                  <a:srgbClr val="F78C16"/>
                </a:solidFill>
                <a:latin typeface="Arial Nova Cond" panose="020B0506020202020204" pitchFamily="34" charset="0"/>
                <a:cs typeface="Arial" panose="020B0604020202020204" pitchFamily="34" charset="0"/>
              </a:rPr>
              <a:t>Contexto</a:t>
            </a:r>
          </a:p>
          <a:p>
            <a:pPr marL="171450" indent="-171450" algn="just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pt-BR" b="0" sz="1300"/>
              <a:t>O </a:t>
            </a:r>
            <a:r>
              <a:rPr lang="pt-BR" b="1" sz="1300"/>
              <a:t>ONS</a:t>
            </a:r>
            <a:r>
              <a:rPr lang="pt-BR" b="0" sz="1300"/>
              <a:t> adota o </a:t>
            </a:r>
            <a:r>
              <a:rPr lang="pt-BR" b="1" sz="1300"/>
              <a:t>AXOL</a:t>
            </a:r>
            <a:r>
              <a:rPr lang="pt-BR" b="0" sz="1300"/>
              <a:t>, plataforma </a:t>
            </a:r>
            <a:r>
              <a:rPr lang="pt-BR" b="1" sz="1300"/>
              <a:t>low-code</a:t>
            </a:r>
            <a:r>
              <a:rPr lang="pt-BR" b="0" sz="1300"/>
              <a:t> de orquestração visual de rodadas de modelos eletroenergéticos: cada rodada é um </a:t>
            </a:r>
            <a:r>
              <a:rPr lang="pt-BR" b="1" sz="1300"/>
              <a:t>job</a:t>
            </a:r>
            <a:r>
              <a:rPr lang="pt-BR" b="0" sz="1300"/>
              <a:t>, com dados de entrada e parâmetros, organizado em um </a:t>
            </a:r>
            <a:r>
              <a:rPr lang="pt-BR" b="1" sz="1300"/>
              <a:t>fluxo de execução</a:t>
            </a:r>
            <a:r>
              <a:rPr lang="pt-BR" b="0" sz="1300"/>
              <a:t> em cloud com </a:t>
            </a:r>
            <a:r>
              <a:rPr lang="pt-BR" b="1" sz="1300"/>
              <a:t>custo de execução previsível</a:t>
            </a:r>
            <a:r>
              <a:rPr lang="pt-BR" b="0" sz="1300"/>
              <a:t>.</a:t>
            </a:r>
          </a:p>
          <a:p>
            <a:pPr marL="171450" indent="-171450" algn="just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pt-BR" b="0" sz="1300"/>
              <a:t>O AXOL passa a executar a cadeia </a:t>
            </a:r>
            <a:r>
              <a:rPr lang="pt-BR" b="1" sz="1300"/>
              <a:t>NEWAVE → DECOMP → DESSEM</a:t>
            </a:r>
            <a:r>
              <a:rPr lang="pt-BR" b="0" sz="1300"/>
              <a:t>, ligada pelas funções de custo futuro (</a:t>
            </a:r>
            <a:r>
              <a:rPr lang="pt-BR" b="1" sz="1300"/>
              <a:t>FCF</a:t>
            </a:r>
            <a:r>
              <a:rPr lang="pt-BR" b="0" sz="1300"/>
              <a:t>), no lugar de </a:t>
            </a:r>
            <a:r>
              <a:rPr lang="pt-BR" b="1" sz="1300"/>
              <a:t>sistemas legados</a:t>
            </a:r>
            <a:r>
              <a:rPr lang="pt-BR" b="0" sz="1300"/>
              <a:t> atualizados por outras pessoas. O ganho aparece quando quem </a:t>
            </a:r>
            <a:r>
              <a:rPr lang="pt-BR" b="1" sz="1300"/>
              <a:t>prepara, roda e valida</a:t>
            </a:r>
            <a:r>
              <a:rPr lang="pt-BR" b="0" sz="1300"/>
              <a:t> as rodadas troca a execução repetitiva (a mapear no diagnóstico) por validação e decisão.</a:t>
            </a:r>
          </a:p>
          <a:p>
            <a:pPr marL="171450" indent="-171450" algn="just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pt-BR" b="1" sz="1300"/>
              <a:t>Este não é apenas um projeto de plataforma.</a:t>
            </a:r>
            <a:r>
              <a:rPr lang="pt-BR" b="0" sz="1300"/>
              <a:t> O legado mais difícil de migrar costuma ser o </a:t>
            </a:r>
            <a:r>
              <a:rPr lang="pt-BR" b="1" sz="1300"/>
              <a:t>fluxograma que vive nas pessoas</a:t>
            </a:r>
            <a:r>
              <a:rPr lang="pt-BR" b="0" sz="1300"/>
              <a:t>: sem TMO a entrega tende a atrasar e, sem GMO, o legado tende a não desligar.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9BDA9F6-8EB1-9607-BB04-6D30B57DA3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724" y="6381750"/>
            <a:ext cx="10120876" cy="347464"/>
          </a:xfrm>
        </p:spPr>
        <p:txBody>
          <a:bodyPr/>
          <a:lstStyle/>
          <a:p>
            <a:r>
              <a:rPr lang="pt-BR"/>
              <a:t>1. Premissa a validar no diagnóstico: horizonte e cadência dos modelos, legados e rotinas locais, catálogo de modelos, custo por rodada ou por fluxograma e registros de execução do AXOL. A execução técnica da migração é do time da plataforma e das áreas do ONS. TMO não se confunde com o PMO (Programa Mensal de Operação), do setor elétrico. FCF: função de custo futuro; CMO: custo marginal de operação. NÃO EXAUSTIVO.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FFD9773D-2A19-8BC1-68C0-59D6D98913BD}"/>
              </a:ext>
            </a:extLst>
          </p:cNvPr>
          <p:cNvSpPr txBox="1">
            <a:spLocks/>
          </p:cNvSpPr>
          <p:nvPr/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 b="0" i="0" kern="1200">
                <a:solidFill>
                  <a:schemeClr val="tx1"/>
                </a:solidFill>
                <a:latin typeface="Arial Nova Light" panose="020F0302020204030204" pitchFamily="34" charset="0"/>
                <a:ea typeface="+mn-ea"/>
                <a:cs typeface="Arial Nova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</a:pPr>
            <a:r>
              <a:rPr lang="pt-BR">
                <a:latin typeface="Arial Nova Light"/>
              </a:rPr>
              <a:t>O AXOL muda o trabalho de quem prepara, roda e valida a cadeia, não só o sistema</a:t>
            </a:r>
          </a:p>
        </p:txBody>
      </p:sp>
      <p:sp>
        <p:nvSpPr>
          <p:cNvPr id="30" name="Text Placeholder 34"/>
          <p:cNvSpPr txBox="1"/>
          <p:nvPr/>
        </p:nvSpPr>
        <p:spPr>
          <a:xfrm>
            <a:off x="466344" y="822960"/>
            <a:ext cx="11256264" cy="49377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1600" b="0" noProof="0">
                <a:solidFill>
                  <a:schemeClr val="tx2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Trocar sistemas legados por fluxos de execução visuais desloca o trabalho de quem prepara, roda e valida cada rodada. É uma transformação de processos, de papéis e da gestão do custo de execução em cloud.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75D9427-3138-FAAD-132C-FC4BC2C88A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488003"/>
              </p:ext>
            </p:extLst>
          </p:nvPr>
        </p:nvGraphicFramePr>
        <p:xfrm>
          <a:off x="5313145" y="1371600"/>
          <a:ext cx="6412131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2131">
                  <a:extLst>
                    <a:ext uri="{9D8B030D-6E8A-4147-A177-3AD203B41FA5}">
                      <a16:colId xmlns:a16="http://schemas.microsoft.com/office/drawing/2014/main" val="887581671"/>
                    </a:ext>
                  </a:extLst>
                </a:gridCol>
              </a:tblGrid>
              <a:tr h="2487168">
                <a:tc>
                  <a:txBody>
                    <a:bodyPr/>
                    <a:lstStyle/>
                    <a:p>
                      <a:pPr marL="0" indent="0" rtl="0">
                        <a:lnSpc>
                          <a:spcPct val="105000"/>
                        </a:lnSpc>
                        <a:buClr>
                          <a:srgbClr val="FFFFFF"/>
                        </a:buClr>
                        <a:buSzPct val="100000"/>
                        <a:buFontTx/>
                        <a:buNone/>
                      </a:pPr>
                      <a:r>
                        <a:rPr lang="pt-BR" sz="1600" b="0" i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anose="020B0604020202020204" pitchFamily="34" charset="0"/>
                        </a:rPr>
                        <a:t>Principais desafios</a:t>
                      </a:r>
                    </a:p>
                    <a:p>
                      <a:pPr marL="180000" marR="0" lvl="0" indent="-180000" algn="l" defTabSz="914400" rtl="0" eaLnBrk="1" fontAlgn="auto" latinLnBrk="0" hangingPunct="1">
                        <a:lnSpc>
                          <a:spcPct val="10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002B49"/>
                        </a:buClr>
                        <a:buSzPts val="800"/>
                        <a:buFont typeface="Arial"/>
                        <a:buChar char="•"/>
                        <a:tabLst/>
                        <a:defRPr/>
                      </a:pPr>
                      <a:r>
                        <a:rPr lang="pt-BR" sz="1100" b="1">
                          <a:solidFill>
                            <a:srgbClr val="002B49"/>
                          </a:solidFill>
                          <a:latin typeface="Arial Nova Cond" panose="020B0506020202020204" pitchFamily="34" charset="0"/>
                        </a:rPr>
                        <a:t>Cadeia acoplada pela FCF:</a:t>
                      </a:r>
                      <a:r>
                        <a:rPr lang="pt-BR" sz="1100" b="0">
                          <a:solidFill>
                            <a:srgbClr val="002B49"/>
                          </a:solidFill>
                          <a:latin typeface="Arial Nova Cond" panose="020B0506020202020204" pitchFamily="34" charset="0"/>
                        </a:rPr>
                        <a:t> a saída de um modelo alimenta o seguinte; trocar um elo sem reconciliar os demais propaga diferenças.</a:t>
                      </a:r>
                    </a:p>
                    <a:p>
                      <a:pPr marL="180000" marR="0" lvl="0" indent="-180000" algn="l" defTabSz="914400" rtl="0" eaLnBrk="1" fontAlgn="auto" latinLnBrk="0" hangingPunct="1">
                        <a:lnSpc>
                          <a:spcPct val="10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002B49"/>
                        </a:buClr>
                        <a:buSzPts val="800"/>
                        <a:buFont typeface="Arial"/>
                        <a:buChar char="•"/>
                        <a:tabLst/>
                        <a:defRPr/>
                      </a:pPr>
                      <a:r>
                        <a:rPr lang="pt-BR" sz="1100" b="1">
                          <a:solidFill>
                            <a:srgbClr val="002B49"/>
                          </a:solidFill>
                          <a:latin typeface="Arial Nova Cond" panose="020B0506020202020204" pitchFamily="34" charset="0"/>
                        </a:rPr>
                        <a:t>Janelas operativas:</a:t>
                      </a:r>
                      <a:r>
                        <a:rPr lang="pt-BR" sz="1100" b="0">
                          <a:solidFill>
                            <a:srgbClr val="002B49"/>
                          </a:solidFill>
                          <a:latin typeface="Arial Nova Cond" panose="020B0506020202020204" pitchFamily="34" charset="0"/>
                        </a:rPr>
                        <a:t> com ciclos mensais, semanais e diários¹, a virada em bloco tende a ser inviável; cada onda exige paralelo, rollback testado e hypercare.</a:t>
                      </a:r>
                    </a:p>
                    <a:p>
                      <a:pPr marL="180000" marR="0" lvl="0" indent="-180000" algn="l" defTabSz="914400" rtl="0" eaLnBrk="1" fontAlgn="auto" latinLnBrk="0" hangingPunct="1">
                        <a:lnSpc>
                          <a:spcPct val="10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002B49"/>
                        </a:buClr>
                        <a:buSzPts val="800"/>
                        <a:buFont typeface="Arial"/>
                        <a:buChar char="•"/>
                        <a:tabLst/>
                        <a:defRPr/>
                      </a:pPr>
                      <a:r>
                        <a:rPr lang="pt-BR" sz="1100" b="1">
                          <a:solidFill>
                            <a:srgbClr val="002B49"/>
                          </a:solidFill>
                          <a:latin typeface="Arial Nova Cond" panose="020B0506020202020204" pitchFamily="34" charset="0"/>
                        </a:rPr>
                        <a:t>Legados e rotinas locais:</a:t>
                      </a:r>
                      <a:r>
                        <a:rPr lang="pt-BR" sz="1100" b="0">
                          <a:solidFill>
                            <a:srgbClr val="002B49"/>
                          </a:solidFill>
                          <a:latin typeface="Arial Nova Cond" panose="020B0506020202020204" pitchFamily="34" charset="0"/>
                        </a:rPr>
                        <a:t> regras e ajustes podem viver em sistemas legados e nas rotinas de quem os atualiza¹; fora do fluxo de execução, reaparecem após o corte.</a:t>
                      </a:r>
                    </a:p>
                    <a:p>
                      <a:pPr marL="180000" marR="0" lvl="0" indent="-180000" algn="l" defTabSz="914400" rtl="0" eaLnBrk="1" fontAlgn="auto" latinLnBrk="0" hangingPunct="1">
                        <a:lnSpc>
                          <a:spcPct val="10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002B49"/>
                        </a:buClr>
                        <a:buSzPts val="800"/>
                        <a:buFont typeface="Arial"/>
                        <a:buChar char="•"/>
                        <a:tabLst/>
                        <a:defRPr/>
                      </a:pPr>
                      <a:r>
                        <a:rPr lang="pt-BR" sz="1100" b="1">
                          <a:solidFill>
                            <a:srgbClr val="002B49"/>
                          </a:solidFill>
                          <a:latin typeface="Arial Nova Cond" panose="020B0506020202020204" pitchFamily="34" charset="0"/>
                        </a:rPr>
                        <a:t>Papéis em transição:</a:t>
                      </a:r>
                      <a:r>
                        <a:rPr lang="pt-BR" sz="1100" b="0">
                          <a:solidFill>
                            <a:srgbClr val="002B49"/>
                          </a:solidFill>
                          <a:latin typeface="Arial Nova Cond" panose="020B0506020202020204" pitchFamily="34" charset="0"/>
                        </a:rPr>
                        <a:t> quem prepara, dispara e confere rodadas passa a desenhar fluxos de execução, validar e decidir; a habilidade só se prova em rodada real.</a:t>
                      </a:r>
                    </a:p>
                    <a:p>
                      <a:pPr marL="180000" marR="0" lvl="0" indent="-180000" algn="l" defTabSz="914400" rtl="0" eaLnBrk="1" fontAlgn="auto" latinLnBrk="0" hangingPunct="1">
                        <a:lnSpc>
                          <a:spcPct val="10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002B49"/>
                        </a:buClr>
                        <a:buSzPts val="800"/>
                        <a:buFont typeface="Arial"/>
                        <a:buChar char="•"/>
                        <a:tabLst/>
                        <a:defRPr/>
                      </a:pPr>
                      <a:r>
                        <a:rPr lang="pt-BR" sz="1100" b="1">
                          <a:solidFill>
                            <a:srgbClr val="002B49"/>
                          </a:solidFill>
                          <a:latin typeface="Arial Nova Cond" panose="020B0506020202020204" pitchFamily="34" charset="0"/>
                        </a:rPr>
                        <a:t>Custo de execução em cloud:</a:t>
                      </a:r>
                      <a:r>
                        <a:rPr lang="pt-BR" sz="1100" b="0">
                          <a:solidFill>
                            <a:srgbClr val="002B49"/>
                          </a:solidFill>
                          <a:latin typeface="Arial Nova Cond" panose="020B0506020202020204" pitchFamily="34" charset="0"/>
                        </a:rPr>
                        <a:t> tende a ser previsível, mas só vira previsão confiável com governança de uso e estimativa por rodada ou fluxograma¹; não se confunde com o CMO nem com a FCF.</a:t>
                      </a:r>
                    </a:p>
                  </a:txBody>
                  <a:tcPr marL="540000" marR="90000" marT="90000" marB="90000"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2209324"/>
                  </a:ext>
                </a:extLst>
              </a:tr>
              <a:tr h="2404872">
                <a:tc>
                  <a:txBody>
                    <a:bodyPr/>
                    <a:lstStyle/>
                    <a:p>
                      <a:pPr marL="0" indent="0" rtl="0">
                        <a:lnSpc>
                          <a:spcPct val="105000"/>
                        </a:lnSpc>
                        <a:buClr>
                          <a:srgbClr val="FFFFFF"/>
                        </a:buClr>
                        <a:buSzPct val="100000"/>
                        <a:buFontTx/>
                        <a:buNone/>
                      </a:pPr>
                      <a:r>
                        <a:rPr lang="pt-BR" sz="1600" b="0" i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anose="020B0604020202020204" pitchFamily="34" charset="0"/>
                        </a:rPr>
                        <a:t>Solução esperada</a:t>
                      </a:r>
                    </a:p>
                    <a:p>
                      <a:pPr marL="180000" indent="-180000" rtl="0">
                        <a:lnSpc>
                          <a:spcPct val="105000"/>
                        </a:lnSpc>
                        <a:spcBef>
                          <a:spcPts val="500"/>
                        </a:spcBef>
                        <a:buClr>
                          <a:srgbClr val="002B49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pt-BR" sz="1100" b="0" i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A A&amp;M atuará como </a:t>
                      </a:r>
                      <a:r>
                        <a:rPr lang="pt-BR" sz="1100" b="1" i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TMO</a:t>
                      </a:r>
                      <a:r>
                        <a:rPr lang="pt-BR" sz="1100" b="0" i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 (Transformation Management Office, escritório de gestão da transformação) com </a:t>
                      </a:r>
                      <a:r>
                        <a:rPr lang="pt-BR" sz="1100" b="1" i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GMO</a:t>
                      </a:r>
                      <a:r>
                        <a:rPr lang="pt-BR" sz="1100" b="0" i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 (Gestão de Mudança Organizacional) integrado, sob liderança única, para apoiar o ONS a conduzir a migração da cadeia para o AXOL em um plano de </a:t>
                      </a:r>
                      <a:r>
                        <a:rPr lang="pt-BR" sz="1100" b="1" i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6 meses</a:t>
                      </a:r>
                      <a:r>
                        <a:rPr lang="pt-BR" sz="1100" b="0" i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 (cronograma a rebaselinar no primeiro quality gate, QG1):</a:t>
                      </a:r>
                    </a:p>
                    <a:p>
                      <a:pPr marL="285750" indent="-285750" rtl="0">
                        <a:lnSpc>
                          <a:spcPct val="105000"/>
                        </a:lnSpc>
                        <a:spcBef>
                          <a:spcPts val="500"/>
                        </a:spcBef>
                        <a:buClr>
                          <a:srgbClr val="002B49"/>
                        </a:buClr>
                        <a:buSzPts val="800"/>
                        <a:buFont typeface="+mj-lt"/>
                        <a:buAutoNum type="romanLcPeriod"/>
                      </a:pPr>
                      <a:r>
                        <a:rPr lang="pt-BR" sz="1100" b="0" i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Governar ondas, riscos, demandas e custo de execução em uma torre de controle;</a:t>
                      </a:r>
                    </a:p>
                    <a:p>
                      <a:pPr marL="285750" indent="-285750" rtl="0">
                        <a:lnSpc>
                          <a:spcPct val="105000"/>
                        </a:lnSpc>
                        <a:spcBef>
                          <a:spcPts val="500"/>
                        </a:spcBef>
                        <a:buClr>
                          <a:srgbClr val="002B49"/>
                        </a:buClr>
                        <a:buSzPts val="800"/>
                        <a:buFont typeface="+mj-lt"/>
                        <a:buAutoNum type="romanLcPeriod"/>
                      </a:pPr>
                      <a:r>
                        <a:rPr lang="pt-BR" sz="1100" b="0" i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Coordenar a migração na ordem da cadeia, com replay, paralelo e rollback testado;</a:t>
                      </a:r>
                    </a:p>
                    <a:p>
                      <a:pPr marL="285750" indent="-285750" rtl="0">
                        <a:lnSpc>
                          <a:spcPct val="105000"/>
                        </a:lnSpc>
                        <a:spcBef>
                          <a:spcPts val="500"/>
                        </a:spcBef>
                        <a:buClr>
                          <a:srgbClr val="002B49"/>
                        </a:buClr>
                        <a:buSzPts val="800"/>
                        <a:buFont typeface="+mj-lt"/>
                        <a:buAutoNum type="romanLcPeriod"/>
                      </a:pPr>
                      <a:r>
                        <a:rPr lang="pt-BR" sz="1100" b="0" i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Conduzir a mudança de quem prepara, roda e valida, com prática em rodada real;</a:t>
                      </a:r>
                    </a:p>
                    <a:p>
                      <a:pPr marL="285750" indent="-285750" rtl="0">
                        <a:lnSpc>
                          <a:spcPct val="105000"/>
                        </a:lnSpc>
                        <a:spcBef>
                          <a:spcPts val="500"/>
                        </a:spcBef>
                        <a:buClr>
                          <a:srgbClr val="002B49"/>
                        </a:buClr>
                        <a:buSzPts val="800"/>
                        <a:buFont typeface="+mj-lt"/>
                        <a:buAutoNum type="romanLcPeriod"/>
                      </a:pPr>
                      <a:r>
                        <a:rPr lang="pt-BR" sz="1100" b="0" i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Estabilizar com hypercare e definir o critério de saída e a data de desligamento de cada legado;</a:t>
                      </a:r>
                    </a:p>
                    <a:p>
                      <a:pPr marL="285750" indent="-285750" rtl="0">
                        <a:lnSpc>
                          <a:spcPct val="105000"/>
                        </a:lnSpc>
                        <a:spcBef>
                          <a:spcPts val="500"/>
                        </a:spcBef>
                        <a:buClr>
                          <a:srgbClr val="002B49"/>
                        </a:buClr>
                        <a:buSzPts val="800"/>
                        <a:buFont typeface="+mj-lt"/>
                        <a:buAutoNum type="romanLcPeriod"/>
                      </a:pPr>
                      <a:r>
                        <a:rPr lang="pt-BR" sz="1100" b="0" i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Medir adoção e valor pelos registros de execução do próprio AXOL¹.</a:t>
                      </a:r>
                    </a:p>
                  </a:txBody>
                  <a:tcPr marL="540000" marR="90000" marT="90000" marB="90000"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E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2536010"/>
                  </a:ext>
                </a:extLst>
              </a:tr>
            </a:tbl>
          </a:graphicData>
        </a:graphic>
      </p:graphicFrame>
      <p:pic>
        <p:nvPicPr>
          <p:cNvPr id="3" name="A3_Misc_Lightbulb-01">
            <a:extLst>
              <a:ext uri="{FF2B5EF4-FFF2-40B4-BE49-F238E27FC236}">
                <a16:creationId xmlns:a16="http://schemas.microsoft.com/office/drawing/2014/main" id="{65F11E54-0B1B-042E-6DA1-8806169BB8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328039" y="1389888"/>
            <a:ext cx="485775" cy="485775"/>
          </a:xfrm>
          <a:prstGeom prst="rect">
            <a:avLst/>
          </a:prstGeom>
        </p:spPr>
      </p:pic>
      <p:pic>
        <p:nvPicPr>
          <p:cNvPr id="5" name="A8_Gears_Time_Clock_Process_v1-01">
            <a:extLst>
              <a:ext uri="{FF2B5EF4-FFF2-40B4-BE49-F238E27FC236}">
                <a16:creationId xmlns:a16="http://schemas.microsoft.com/office/drawing/2014/main" id="{4508FB96-5123-1D61-A9FC-880F5F19A43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328039" y="3895344"/>
            <a:ext cx="485775" cy="485775"/>
          </a:xfrm>
          <a:prstGeom prst="rect">
            <a:avLst/>
          </a:prstGeom>
        </p:spPr>
      </p:pic>
      <p:sp>
        <p:nvSpPr>
          <p:cNvPr id="31" name="Arrow: Pentagon NEWAVE"/>
          <p:cNvSpPr/>
          <p:nvPr/>
        </p:nvSpPr>
        <p:spPr>
          <a:xfrm>
            <a:off x="466344" y="5138928"/>
            <a:ext cx="1106424" cy="365760"/>
          </a:xfrm>
          <a:prstGeom prst="chevron">
            <a:avLst/>
          </a:prstGeom>
          <a:solidFill>
            <a:srgbClr val="002B49"/>
          </a:solidFill>
          <a:ln>
            <a:noFill/>
          </a:ln>
        </p:spPr>
        <p:txBody>
          <a:bodyPr lIns="0" tIns="0" rIns="0" bIns="0" rtlCol="0" anchor="ctr">
            <a:noAutofit/>
          </a:bodyPr>
          <a:lstStyle/>
          <a:p>
            <a:pPr algn="ctr"/>
            <a:r>
              <a:rPr lang="pt-BR" sz="1000" b="1" noProof="0">
                <a:solidFill>
                  <a:srgbClr val="FFFFFF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NEWAVE</a:t>
            </a:r>
          </a:p>
        </p:txBody>
      </p:sp>
      <p:sp>
        <p:nvSpPr>
          <p:cNvPr id="32" name="Arrow: Pentagon FCF"/>
          <p:cNvSpPr/>
          <p:nvPr/>
        </p:nvSpPr>
        <p:spPr>
          <a:xfrm>
            <a:off x="1481328" y="5138928"/>
            <a:ext cx="731520" cy="365760"/>
          </a:xfrm>
          <a:prstGeom prst="chevron">
            <a:avLst/>
          </a:prstGeom>
          <a:solidFill>
            <a:srgbClr val="F78B15"/>
          </a:solidFill>
          <a:ln>
            <a:noFill/>
          </a:ln>
        </p:spPr>
        <p:txBody>
          <a:bodyPr lIns="0" tIns="0" rIns="0" bIns="0" rtlCol="0" anchor="ctr">
            <a:noAutofit/>
          </a:bodyPr>
          <a:lstStyle/>
          <a:p>
            <a:pPr algn="ctr"/>
            <a:r>
              <a:rPr lang="pt-BR" sz="1000" b="1" noProof="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FCF</a:t>
            </a:r>
          </a:p>
        </p:txBody>
      </p:sp>
      <p:sp>
        <p:nvSpPr>
          <p:cNvPr id="33" name="Arrow: Pentagon DECOMP"/>
          <p:cNvSpPr/>
          <p:nvPr/>
        </p:nvSpPr>
        <p:spPr>
          <a:xfrm>
            <a:off x="2121408" y="5138928"/>
            <a:ext cx="1106424" cy="365760"/>
          </a:xfrm>
          <a:prstGeom prst="chevron">
            <a:avLst/>
          </a:prstGeom>
          <a:solidFill>
            <a:srgbClr val="002B49"/>
          </a:solidFill>
          <a:ln>
            <a:noFill/>
          </a:ln>
        </p:spPr>
        <p:txBody>
          <a:bodyPr lIns="0" tIns="0" rIns="0" bIns="0" rtlCol="0" anchor="ctr">
            <a:noAutofit/>
          </a:bodyPr>
          <a:lstStyle/>
          <a:p>
            <a:pPr algn="ctr"/>
            <a:r>
              <a:rPr lang="pt-BR" sz="1000" b="1" noProof="0">
                <a:solidFill>
                  <a:srgbClr val="FFFFFF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DECOMP</a:t>
            </a:r>
          </a:p>
        </p:txBody>
      </p:sp>
      <p:sp>
        <p:nvSpPr>
          <p:cNvPr id="34" name="Arrow: Pentagon FCF"/>
          <p:cNvSpPr/>
          <p:nvPr/>
        </p:nvSpPr>
        <p:spPr>
          <a:xfrm>
            <a:off x="3136392" y="5138928"/>
            <a:ext cx="731520" cy="365760"/>
          </a:xfrm>
          <a:prstGeom prst="chevron">
            <a:avLst/>
          </a:prstGeom>
          <a:solidFill>
            <a:srgbClr val="F78B15"/>
          </a:solidFill>
          <a:ln>
            <a:noFill/>
          </a:ln>
        </p:spPr>
        <p:txBody>
          <a:bodyPr lIns="0" tIns="0" rIns="0" bIns="0" rtlCol="0" anchor="ctr">
            <a:noAutofit/>
          </a:bodyPr>
          <a:lstStyle/>
          <a:p>
            <a:pPr algn="ctr"/>
            <a:r>
              <a:rPr lang="pt-BR" sz="1000" b="1" noProof="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FCF</a:t>
            </a:r>
          </a:p>
        </p:txBody>
      </p:sp>
      <p:sp>
        <p:nvSpPr>
          <p:cNvPr id="35" name="Arrow: Pentagon DESSEM"/>
          <p:cNvSpPr/>
          <p:nvPr/>
        </p:nvSpPr>
        <p:spPr>
          <a:xfrm>
            <a:off x="3776472" y="5138928"/>
            <a:ext cx="1106424" cy="365760"/>
          </a:xfrm>
          <a:prstGeom prst="chevron">
            <a:avLst/>
          </a:prstGeom>
          <a:solidFill>
            <a:srgbClr val="002B49"/>
          </a:solidFill>
          <a:ln>
            <a:noFill/>
          </a:ln>
        </p:spPr>
        <p:txBody>
          <a:bodyPr lIns="0" tIns="0" rIns="0" bIns="0" rtlCol="0" anchor="ctr">
            <a:noAutofit/>
          </a:bodyPr>
          <a:lstStyle/>
          <a:p>
            <a:pPr algn="ctr"/>
            <a:r>
              <a:rPr lang="pt-BR" sz="1000" b="1" noProof="0">
                <a:solidFill>
                  <a:srgbClr val="FFFFFF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DESSEM</a:t>
            </a:r>
          </a:p>
        </p:txBody>
      </p:sp>
      <p:sp>
        <p:nvSpPr>
          <p:cNvPr id="36" name="Legenda NEWAVE"/>
          <p:cNvSpPr txBox="1"/>
          <p:nvPr/>
        </p:nvSpPr>
        <p:spPr>
          <a:xfrm>
            <a:off x="466344" y="5550408"/>
            <a:ext cx="1106424" cy="173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rtlCol="0" anchor="t">
            <a:noAutofit/>
          </a:bodyPr>
          <a:lstStyle/>
          <a:p>
            <a:pPr algn="ctr"/>
            <a:r>
              <a:rPr lang="pt-BR" sz="900" b="0" noProof="0">
                <a:solidFill>
                  <a:schemeClr val="accent5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médio prazo¹</a:t>
            </a:r>
          </a:p>
        </p:txBody>
      </p:sp>
      <p:sp>
        <p:nvSpPr>
          <p:cNvPr id="37" name="Legenda DECOMP"/>
          <p:cNvSpPr txBox="1"/>
          <p:nvPr/>
        </p:nvSpPr>
        <p:spPr>
          <a:xfrm>
            <a:off x="2121408" y="5550408"/>
            <a:ext cx="1106424" cy="173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rtlCol="0" anchor="t">
            <a:noAutofit/>
          </a:bodyPr>
          <a:lstStyle/>
          <a:p>
            <a:pPr algn="ctr"/>
            <a:r>
              <a:rPr lang="pt-BR" sz="900" b="0" noProof="0">
                <a:solidFill>
                  <a:schemeClr val="accent5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curto prazo¹</a:t>
            </a:r>
          </a:p>
        </p:txBody>
      </p:sp>
      <p:sp>
        <p:nvSpPr>
          <p:cNvPr id="38" name="Legenda DESSEM"/>
          <p:cNvSpPr txBox="1"/>
          <p:nvPr/>
        </p:nvSpPr>
        <p:spPr>
          <a:xfrm>
            <a:off x="3776472" y="5550408"/>
            <a:ext cx="1106424" cy="173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rtlCol="0" anchor="t">
            <a:noAutofit/>
          </a:bodyPr>
          <a:lstStyle/>
          <a:p>
            <a:pPr algn="ctr"/>
            <a:r>
              <a:rPr lang="pt-BR" sz="900" b="0" noProof="0">
                <a:solidFill>
                  <a:schemeClr val="accent5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programação diária¹</a:t>
            </a:r>
          </a:p>
        </p:txBody>
      </p:sp>
      <p:sp>
        <p:nvSpPr>
          <p:cNvPr id="39" name="Barra legenda"/>
          <p:cNvSpPr/>
          <p:nvPr/>
        </p:nvSpPr>
        <p:spPr>
          <a:xfrm>
            <a:off x="466344" y="5952744"/>
            <a:ext cx="36576" cy="310896"/>
          </a:xfrm>
          <a:prstGeom prst="rect">
            <a:avLst/>
          </a:prstGeom>
          <a:solidFill>
            <a:srgbClr val="F78B15"/>
          </a:solidFill>
          <a:ln>
            <a:noFill/>
          </a:ln>
        </p:spPr>
        <p:txBody>
          <a:bodyPr rtlCol="0" anchor="t">
            <a:noAutofit/>
          </a:bodyPr>
          <a:lstStyle/>
          <a:p>
            <a:endParaRPr lang="pt-BR"/>
          </a:p>
        </p:txBody>
      </p:sp>
      <p:sp>
        <p:nvSpPr>
          <p:cNvPr id="40" name="Legenda geral"/>
          <p:cNvSpPr txBox="1"/>
          <p:nvPr/>
        </p:nvSpPr>
        <p:spPr>
          <a:xfrm>
            <a:off x="585216" y="5952744"/>
            <a:ext cx="4306824" cy="3108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pt-BR" sz="900" b="0" noProof="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Cada elo seguinte consome a FCF do anterior: a ordem de execução é dependência real e, por isso, também a ordem da migração.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931C40-50A7-243C-A3F6-EA99D6FDC0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75052D-D27A-7447-8473-BC7C732ED008}" type="slidenum">
              <a:rPr lang="pt-BR" smtClean="0"/>
              <a:pPr/>
              <a:t>2</a:t>
            </a:fld>
            <a:endParaRPr lang="pt-BR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7123D87C-B8F6-9C9D-15FA-C066540FCB4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9623" y="165544"/>
            <a:ext cx="10117977" cy="129071"/>
          </a:xfrm>
        </p:spPr>
        <p:txBody>
          <a:bodyPr/>
          <a:lstStyle/>
          <a:p>
            <a:r>
              <a:rPr lang="pt-BR"/>
              <a:t>Contexto do Programa</a:t>
            </a:r>
          </a:p>
        </p:txBody>
      </p:sp>
    </p:spTree>
    <p:extLst>
      <p:ext uri="{BB962C8B-B14F-4D97-AF65-F5344CB8AC3E}">
        <p14:creationId xmlns:p14="http://schemas.microsoft.com/office/powerpoint/2010/main" val="3831404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9EDEE-88EE-2851-4FA1-1F22F0F54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TextBox 30">
            <a:extLst>
              <a:ext uri="{FF2B5EF4-FFF2-40B4-BE49-F238E27FC236}">
                <a16:creationId xmlns:a16="http://schemas.microsoft.com/office/drawing/2014/main" id="{6EA6C79A-BEDE-1D59-685E-D2617C9A18AD}"/>
              </a:ext>
            </a:extLst>
          </p:cNvPr>
          <p:cNvSpPr txBox="1"/>
          <p:nvPr/>
        </p:nvSpPr>
        <p:spPr>
          <a:xfrm>
            <a:off x="6995160" y="2578608"/>
            <a:ext cx="1371600" cy="420624"/>
          </a:xfrm>
          <a:prstGeom prst="rect">
            <a:avLst/>
          </a:prstGeom>
          <a:solidFill>
            <a:srgbClr val="5E8AB4"/>
          </a:solidFill>
        </p:spPr>
        <p:txBody>
          <a:bodyPr wrap="square" rtlCol="0" tIns="18288" bIns="18288" anchor="ctr"/>
          <a:lstStyle/>
          <a:p>
            <a:pPr algn="ctr"/>
            <a:r>
              <a:rPr lang="pt-BR" sz="1200" b="1">
                <a:solidFill>
                  <a:schemeClr val="bg1"/>
                </a:solidFill>
                <a:latin typeface="Arial Nova Cond" panose="020B0506020202020204" pitchFamily="34" charset="0"/>
              </a:rPr>
              <a:t>Consultores</a:t>
            </a:r>
            <a:endParaRPr lang="pt-BR" sz="1200" b="1">
              <a:solidFill>
                <a:schemeClr val="bg1"/>
              </a:solidFill>
              <a:latin typeface="Arial Nova Cond" panose="020B0506020202020204" pitchFamily="34" charset="0"/>
            </a:endParaRPr>
          </a:p>
          <a:p>
            <a:pPr algn="ctr"/>
            <a:r>
              <a:rPr lang="pt-BR" sz="1200" b="1">
                <a:solidFill>
                  <a:schemeClr val="bg1"/>
                </a:solidFill>
                <a:latin typeface="Arial Nova Cond" panose="020B0506020202020204" pitchFamily="34" charset="0"/>
              </a:rPr>
              <a:t>TMO</a:t>
            </a:r>
            <a:endParaRPr lang="pt-BR" sz="1200" b="1">
              <a:solidFill>
                <a:schemeClr val="bg1"/>
              </a:solidFill>
              <a:latin typeface="Arial Nova Cond" panose="020B0506020202020204" pitchFamily="34" charset="0"/>
            </a:endParaRPr>
          </a:p>
        </p:txBody>
      </p:sp>
      <p:sp>
        <p:nvSpPr>
          <p:cNvPr id="1058" name="TextBox 56">
            <a:extLst>
              <a:ext uri="{FF2B5EF4-FFF2-40B4-BE49-F238E27FC236}">
                <a16:creationId xmlns:a16="http://schemas.microsoft.com/office/drawing/2014/main" id="{BBAD568B-8FD4-1E1F-0559-B09612565140}"/>
              </a:ext>
            </a:extLst>
          </p:cNvPr>
          <p:cNvSpPr txBox="1"/>
          <p:nvPr/>
        </p:nvSpPr>
        <p:spPr>
          <a:xfrm>
            <a:off x="8641080" y="2578608"/>
            <a:ext cx="1371600" cy="420624"/>
          </a:xfrm>
          <a:prstGeom prst="rect">
            <a:avLst/>
          </a:prstGeom>
          <a:solidFill>
            <a:srgbClr val="5E8AB4"/>
          </a:solidFill>
        </p:spPr>
        <p:txBody>
          <a:bodyPr wrap="none" rtlCol="0" tIns="18288" bIns="18288" anchor="ctr"/>
          <a:lstStyle/>
          <a:p>
            <a:pPr algn="ctr"/>
            <a:r>
              <a:rPr lang="pt-BR" sz="1200" b="1">
                <a:solidFill>
                  <a:schemeClr val="bg1"/>
                </a:solidFill>
                <a:latin typeface="Arial Nova Cond" panose="020B0506020202020204" pitchFamily="34" charset="0"/>
              </a:rPr>
              <a:t>Consultores</a:t>
            </a:r>
            <a:endParaRPr lang="pt-BR" sz="1200" b="1">
              <a:solidFill>
                <a:schemeClr val="bg1"/>
              </a:solidFill>
              <a:latin typeface="Arial Nova Cond" panose="020B0506020202020204" pitchFamily="34" charset="0"/>
            </a:endParaRPr>
          </a:p>
          <a:p>
            <a:pPr algn="ctr"/>
            <a:r>
              <a:rPr lang="pt-BR" sz="1200" b="1">
                <a:solidFill>
                  <a:schemeClr val="bg1"/>
                </a:solidFill>
                <a:latin typeface="Arial Nova Cond" panose="020B0506020202020204" pitchFamily="34" charset="0"/>
              </a:rPr>
              <a:t>GMO</a:t>
            </a:r>
            <a:endParaRPr lang="pt-BR" sz="1200" b="1">
              <a:solidFill>
                <a:schemeClr val="bg1"/>
              </a:solidFill>
              <a:latin typeface="Arial Nova Cond" panose="020B0506020202020204" pitchFamily="34" charset="0"/>
            </a:endParaRPr>
          </a:p>
        </p:txBody>
      </p:sp>
      <p:cxnSp>
        <p:nvCxnSpPr>
          <p:cNvPr id="32" name="Conector reto 1068">
            <a:extLst>
              <a:ext uri="{FF2B5EF4-FFF2-40B4-BE49-F238E27FC236}">
                <a16:creationId xmlns:a16="http://schemas.microsoft.com/office/drawing/2014/main" id="{21B33BF8-D589-DEDF-656C-05D8DE7FD222}"/>
              </a:ext>
            </a:extLst>
          </p:cNvPr>
          <p:cNvCxnSpPr>
            <a:stCxn id="25" idx="2"/>
            <a:endCxn id="6" idx="0"/>
          </p:cNvCxnSpPr>
          <p:nvPr/>
        </p:nvCxnSpPr>
        <p:spPr>
          <a:xfrm>
            <a:off x="8503920" y="3904488"/>
            <a:ext cx="0" cy="1097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5" name="Retângulo 1044">
            <a:extLst>
              <a:ext uri="{FF2B5EF4-FFF2-40B4-BE49-F238E27FC236}">
                <a16:creationId xmlns:a16="http://schemas.microsoft.com/office/drawing/2014/main" id="{570556AB-F36D-8B51-3CAB-D95086C9270A}"/>
              </a:ext>
            </a:extLst>
          </p:cNvPr>
          <p:cNvSpPr/>
          <p:nvPr/>
        </p:nvSpPr>
        <p:spPr>
          <a:xfrm>
            <a:off x="466344" y="1344168"/>
            <a:ext cx="5669280" cy="361188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43635F0-1F58-A10A-BE90-8C1A1B9475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75052D-D27A-7447-8473-BC7C732ED008}" type="slidenum">
              <a:rPr lang="pt-BR" noProof="0" smtClean="0"/>
              <a:pPr/>
              <a:t>3</a:t>
            </a:fld>
            <a:endParaRPr lang="pt-BR" noProof="0"/>
          </a:p>
        </p:txBody>
      </p:sp>
      <p:sp>
        <p:nvSpPr>
          <p:cNvPr id="1036" name="Espaço Reservado para Texto 1035">
            <a:extLst>
              <a:ext uri="{FF2B5EF4-FFF2-40B4-BE49-F238E27FC236}">
                <a16:creationId xmlns:a16="http://schemas.microsoft.com/office/drawing/2014/main" id="{7AE5D15E-DF75-C25E-DE28-F19FF3DCA3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/>
              <a:t>Dois cutovers por onda, uma liderança única de TMO e GMO</a:t>
            </a:r>
            <a:endParaRPr lang="pt-BR" sz="200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B9B1F80-12F2-7394-A86C-67CC2C7F963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/>
              <a:t>Em cada onda, dois cutovers (viradas) caem na mesma janela operativa: o do fluxo de execução para o AXOL e o das pessoas para o novo modo de trabalho. Dois líderes tendem a produzir dois cronogramas e um legado que não desliga.</a:t>
            </a:r>
            <a:endParaRPr lang="pt-BR"/>
          </a:p>
        </p:txBody>
      </p:sp>
      <p:sp>
        <p:nvSpPr>
          <p:cNvPr id="91" name="Retângulo 90">
            <a:extLst>
              <a:ext uri="{FF2B5EF4-FFF2-40B4-BE49-F238E27FC236}">
                <a16:creationId xmlns:a16="http://schemas.microsoft.com/office/drawing/2014/main" id="{A4CE4705-CC5F-CBD4-B537-AF0A92A68148}"/>
              </a:ext>
            </a:extLst>
          </p:cNvPr>
          <p:cNvSpPr/>
          <p:nvPr/>
        </p:nvSpPr>
        <p:spPr>
          <a:xfrm>
            <a:off x="3657600" y="2962656"/>
            <a:ext cx="2359152" cy="1792224"/>
          </a:xfrm>
          <a:prstGeom prst="rect">
            <a:avLst/>
          </a:prstGeom>
          <a:noFill/>
          <a:ln>
            <a:solidFill>
              <a:srgbClr val="002B49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02B49"/>
              </a:solidFill>
            </a:endParaRPr>
          </a:p>
        </p:txBody>
      </p:sp>
      <p:sp>
        <p:nvSpPr>
          <p:cNvPr id="96" name="AutoShape 29">
            <a:extLst>
              <a:ext uri="{FF2B5EF4-FFF2-40B4-BE49-F238E27FC236}">
                <a16:creationId xmlns:a16="http://schemas.microsoft.com/office/drawing/2014/main" id="{36346166-8E06-FC05-B472-E8A84B200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8768" y="4297680"/>
            <a:ext cx="640080" cy="365760"/>
          </a:xfrm>
          <a:prstGeom prst="roundRect">
            <a:avLst>
              <a:gd name="adj" fmla="val 16667"/>
            </a:avLst>
          </a:prstGeom>
          <a:solidFill>
            <a:srgbClr val="33556D"/>
          </a:solidFill>
          <a:ln w="28575">
            <a:solidFill>
              <a:srgbClr val="FFFFFF"/>
            </a:solidFill>
            <a:round/>
            <a:headEnd/>
            <a:tailEnd/>
          </a:ln>
        </p:spPr>
        <p:txBody>
          <a:bodyPr anchor="ctr" lIns="27432" tIns="18288" rIns="27432" bIns="18288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buClr>
                <a:srgbClr val="F0AB00"/>
              </a:buClr>
              <a:buSzPct val="80000"/>
              <a:defRPr/>
            </a:pPr>
            <a:r>
              <a:rPr lang="pt-BR" sz="800" b="1">
                <a:solidFill>
                  <a:schemeClr val="bg1"/>
                </a:solidFill>
                <a:latin typeface="Arial Nova Cond" panose="020B0506020202020204" pitchFamily="34" charset="0"/>
                <a:ea typeface="Arial Unicode MS" pitchFamily="34" charset="-128"/>
              </a:rPr>
              <a:t>Equipe de onda</a:t>
            </a:r>
            <a:endParaRPr lang="pt-BR" sz="800" b="1">
              <a:solidFill>
                <a:schemeClr val="bg1"/>
              </a:solidFill>
              <a:latin typeface="Arial Nova Cond" panose="020B0506020202020204" pitchFamily="34" charset="0"/>
              <a:ea typeface="Arial Unicode MS" pitchFamily="34" charset="-128"/>
            </a:endParaRPr>
          </a:p>
        </p:txBody>
      </p:sp>
      <p:sp>
        <p:nvSpPr>
          <p:cNvPr id="97" name="_s832516"/>
          <p:cNvSpPr/>
          <p:nvPr/>
        </p:nvSpPr>
        <p:spPr>
          <a:xfrm>
            <a:off x="4178808" y="3566160"/>
            <a:ext cx="713232" cy="731520"/>
          </a:xfrm>
          <a:custGeom>
            <a:avLst/>
            <a:gdLst/>
            <a:ahLst/>
            <a:cxnLst/>
            <a:rect l="0" t="0" r="r" b="b"/>
            <a:pathLst>
              <a:path w="713232" h="731520" fill="none">
                <a:moveTo>
                  <a:pt x="713232" y="0"/>
                </a:moveTo>
                <a:lnTo>
                  <a:pt x="713232" y="577901"/>
                </a:lnTo>
                <a:lnTo>
                  <a:pt x="0" y="577901"/>
                </a:lnTo>
                <a:lnTo>
                  <a:pt x="0" y="731520"/>
                </a:lnTo>
              </a:path>
            </a:pathLst>
          </a:custGeom>
          <a:noFill/>
          <a:ln w="28575">
            <a:solidFill>
              <a:srgbClr val="000000"/>
            </a:solidFill>
            <a:miter lim="800000"/>
            <a:headEnd/>
            <a:tailEnd/>
          </a:ln>
        </p:spPr>
      </p:sp>
      <p:cxnSp>
        <p:nvCxnSpPr>
          <p:cNvPr id="99" name="_s832520">
            <a:extLst>
              <a:ext uri="{FF2B5EF4-FFF2-40B4-BE49-F238E27FC236}">
                <a16:creationId xmlns:a16="http://schemas.microsoft.com/office/drawing/2014/main" id="{017D5C1D-FE96-5E02-6B16-30C75B7A08B2}"/>
              </a:ext>
            </a:extLst>
          </p:cNvPr>
          <p:cNvCxnSpPr>
            <a:cxnSpLocks noChangeShapeType="1"/>
            <a:stCxn id="100" idx="2"/>
            <a:endCxn id="101" idx="0"/>
          </p:cNvCxnSpPr>
          <p:nvPr/>
        </p:nvCxnSpPr>
        <p:spPr bwMode="auto">
          <a:xfrm>
            <a:off x="4892040" y="2157984"/>
            <a:ext cx="0" cy="219456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</p:spPr>
      </p:cxnSp>
      <p:sp>
        <p:nvSpPr>
          <p:cNvPr id="100" name="_s832521">
            <a:extLst>
              <a:ext uri="{FF2B5EF4-FFF2-40B4-BE49-F238E27FC236}">
                <a16:creationId xmlns:a16="http://schemas.microsoft.com/office/drawing/2014/main" id="{FB41F372-355D-C450-A929-5B80E26CF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9975" y="1773936"/>
            <a:ext cx="1024128" cy="384048"/>
          </a:xfrm>
          <a:prstGeom prst="roundRect">
            <a:avLst>
              <a:gd name="adj" fmla="val 16667"/>
            </a:avLst>
          </a:prstGeom>
          <a:solidFill>
            <a:srgbClr val="33556D"/>
          </a:solidFill>
          <a:ln w="9525">
            <a:noFill/>
            <a:round/>
            <a:headEnd/>
            <a:tailEnd/>
          </a:ln>
        </p:spPr>
        <p:txBody>
          <a:bodyPr wrap="none" lIns="36576" tIns="0" rIns="36576" b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pt-BR" sz="9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ova Cond" panose="020B0506020202020204" pitchFamily="34" charset="0"/>
                <a:ea typeface="Arial Unicode MS" pitchFamily="34" charset="-128"/>
              </a:rPr>
              <a:t>Patrocinador ONS</a:t>
            </a:r>
            <a:endParaRPr kumimoji="0" lang="pt-BR" sz="9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ova Cond" panose="020B0506020202020204" pitchFamily="34" charset="0"/>
              <a:ea typeface="Arial Unicode MS" pitchFamily="34" charset="-128"/>
            </a:endParaRPr>
          </a:p>
        </p:txBody>
      </p:sp>
      <p:sp>
        <p:nvSpPr>
          <p:cNvPr id="101" name="_s832522">
            <a:extLst>
              <a:ext uri="{FF2B5EF4-FFF2-40B4-BE49-F238E27FC236}">
                <a16:creationId xmlns:a16="http://schemas.microsoft.com/office/drawing/2014/main" id="{481D2C8A-1BF0-3955-0316-F3D19E50A8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9975" y="2377440"/>
            <a:ext cx="1024128" cy="384048"/>
          </a:xfrm>
          <a:prstGeom prst="roundRect">
            <a:avLst>
              <a:gd name="adj" fmla="val 16667"/>
            </a:avLst>
          </a:prstGeom>
          <a:solidFill>
            <a:srgbClr val="33556D"/>
          </a:solidFill>
          <a:ln w="9525">
            <a:noFill/>
            <a:round/>
            <a:headEnd/>
            <a:tailEnd/>
          </a:ln>
        </p:spPr>
        <p:txBody>
          <a:bodyPr lIns="36576" tIns="0" rIns="36576" b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pt-BR" sz="9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ova Cond" panose="020B0506020202020204" pitchFamily="34" charset="0"/>
                <a:ea typeface="Arial Unicode MS" pitchFamily="34" charset="-128"/>
              </a:rPr>
              <a:t>Comitê Executivo</a:t>
            </a:r>
            <a:endParaRPr kumimoji="0" lang="pt-BR" sz="9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ova Cond" panose="020B0506020202020204" pitchFamily="34" charset="0"/>
              <a:ea typeface="Arial Unicode MS" pitchFamily="34" charset="-128"/>
            </a:endParaRPr>
          </a:p>
        </p:txBody>
      </p:sp>
      <p:sp>
        <p:nvSpPr>
          <p:cNvPr id="102" name="_s832525">
            <a:extLst>
              <a:ext uri="{FF2B5EF4-FFF2-40B4-BE49-F238E27FC236}">
                <a16:creationId xmlns:a16="http://schemas.microsoft.com/office/drawing/2014/main" id="{12F4B30A-6F6D-44BF-A79B-B669D2407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9039" y="3090672"/>
            <a:ext cx="603504" cy="475488"/>
          </a:xfrm>
          <a:prstGeom prst="roundRect">
            <a:avLst>
              <a:gd name="adj" fmla="val 16667"/>
            </a:avLst>
          </a:prstGeom>
          <a:solidFill>
            <a:srgbClr val="9BB9D0"/>
          </a:solidFill>
          <a:ln w="9525">
            <a:noFill/>
            <a:round/>
            <a:headEnd/>
            <a:tailEnd/>
          </a:ln>
        </p:spPr>
        <p:txBody>
          <a:bodyPr lIns="27432" tIns="18288" rIns="27432" bIns="18288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pt-BR" sz="900" b="1" i="0" u="none" strike="noStrike" kern="0" cap="none" spc="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Arial Nova Cond" panose="020B0506020202020204" pitchFamily="34" charset="0"/>
                <a:ea typeface="Arial Unicode MS" pitchFamily="34" charset="-128"/>
              </a:rPr>
              <a:t>GMO</a:t>
            </a:r>
            <a:endParaRPr kumimoji="0" lang="pt-BR" sz="900" b="1" i="0" u="none" strike="noStrike" kern="0" cap="none" spc="0" normalizeH="0" baseline="0" noProof="0">
              <a:ln>
                <a:noFill/>
              </a:ln>
              <a:solidFill>
                <a:srgbClr val="002B49"/>
              </a:solidFill>
              <a:effectLst/>
              <a:uLnTx/>
              <a:uFillTx/>
              <a:latin typeface="Arial Nova Cond" panose="020B0506020202020204" pitchFamily="34" charset="0"/>
              <a:ea typeface="Arial Unicode MS" pitchFamily="34" charset="-128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Arial Nova Cond" panose="020B0506020202020204" pitchFamily="34" charset="0"/>
                <a:ea typeface="Arial Unicode MS" pitchFamily="34" charset="-128"/>
              </a:rPr>
              <a:t>cutover das pessoas</a:t>
            </a:r>
            <a:endParaRPr kumimoji="0" lang="pt-BR" sz="800" b="0" i="0" u="none" strike="noStrike" kern="0" cap="none" spc="0" normalizeH="0" baseline="0" noProof="0">
              <a:ln>
                <a:noFill/>
              </a:ln>
              <a:solidFill>
                <a:srgbClr val="002B49"/>
              </a:solidFill>
              <a:effectLst/>
              <a:uLnTx/>
              <a:uFillTx/>
              <a:latin typeface="Arial Nova Cond" panose="020B0506020202020204" pitchFamily="34" charset="0"/>
              <a:ea typeface="Arial Unicode MS" pitchFamily="34" charset="-128"/>
            </a:endParaRPr>
          </a:p>
        </p:txBody>
      </p:sp>
      <p:cxnSp>
        <p:nvCxnSpPr>
          <p:cNvPr id="103" name="_s832516">
            <a:extLst>
              <a:ext uri="{FF2B5EF4-FFF2-40B4-BE49-F238E27FC236}">
                <a16:creationId xmlns:a16="http://schemas.microsoft.com/office/drawing/2014/main" id="{2EB3EE9C-15B3-DAFE-4348-EE2F2522D06D}"/>
              </a:ext>
            </a:extLst>
          </p:cNvPr>
          <p:cNvCxnSpPr>
            <a:cxnSpLocks noChangeShapeType="1"/>
            <a:stCxn id="101" idx="2"/>
            <a:endCxn id="1031" idx="0"/>
          </p:cNvCxnSpPr>
          <p:nvPr/>
        </p:nvCxnSpPr>
        <p:spPr bwMode="auto">
          <a:xfrm>
            <a:off x="4892040" y="2761488"/>
            <a:ext cx="0" cy="329184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</p:spPr>
      </p:cxnSp>
      <p:sp>
        <p:nvSpPr>
          <p:cNvPr id="106" name="AutoShape 29">
            <a:extLst>
              <a:ext uri="{FF2B5EF4-FFF2-40B4-BE49-F238E27FC236}">
                <a16:creationId xmlns:a16="http://schemas.microsoft.com/office/drawing/2014/main" id="{861E59DA-2D2C-A13E-C809-4AB4832ED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297680"/>
            <a:ext cx="640080" cy="365760"/>
          </a:xfrm>
          <a:prstGeom prst="roundRect">
            <a:avLst>
              <a:gd name="adj" fmla="val 16667"/>
            </a:avLst>
          </a:prstGeom>
          <a:solidFill>
            <a:srgbClr val="33556D"/>
          </a:solidFill>
          <a:ln w="28575">
            <a:solidFill>
              <a:srgbClr val="FFFFFF"/>
            </a:solidFill>
            <a:round/>
            <a:headEnd/>
            <a:tailEnd/>
          </a:ln>
        </p:spPr>
        <p:txBody>
          <a:bodyPr anchor="ctr" lIns="27432" tIns="18288" rIns="27432" bIns="18288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buClr>
                <a:srgbClr val="F0AB00"/>
              </a:buClr>
              <a:buSzPct val="80000"/>
              <a:defRPr/>
            </a:pPr>
            <a:r>
              <a:rPr lang="pt-BR" sz="800" b="1">
                <a:solidFill>
                  <a:schemeClr val="bg1"/>
                </a:solidFill>
                <a:latin typeface="Arial Nova Cond" panose="020B0506020202020204" pitchFamily="34" charset="0"/>
                <a:ea typeface="Arial Unicode MS" pitchFamily="34" charset="-128"/>
              </a:rPr>
              <a:t>Equipe de onda</a:t>
            </a:r>
            <a:endParaRPr lang="pt-BR" sz="800" b="1">
              <a:solidFill>
                <a:schemeClr val="bg1"/>
              </a:solidFill>
              <a:latin typeface="Arial Nova Cond" panose="020B0506020202020204" pitchFamily="34" charset="0"/>
              <a:ea typeface="Arial Unicode MS" pitchFamily="34" charset="-128"/>
            </a:endParaRPr>
          </a:p>
        </p:txBody>
      </p:sp>
      <p:sp>
        <p:nvSpPr>
          <p:cNvPr id="107" name="_s832516"/>
          <p:cNvSpPr/>
          <p:nvPr/>
        </p:nvSpPr>
        <p:spPr>
          <a:xfrm>
            <a:off x="4892040" y="3566160"/>
            <a:ext cx="914" cy="731520"/>
          </a:xfrm>
          <a:custGeom>
            <a:avLst/>
            <a:gdLst/>
            <a:ahLst/>
            <a:cxnLst/>
            <a:rect l="0" t="0" r="r" b="b"/>
            <a:pathLst>
              <a:path w="914" h="731520" fill="none">
                <a:moveTo>
                  <a:pt x="0" y="0"/>
                </a:moveTo>
                <a:lnTo>
                  <a:pt x="0" y="577901"/>
                </a:lnTo>
                <a:lnTo>
                  <a:pt x="0" y="577901"/>
                </a:lnTo>
                <a:lnTo>
                  <a:pt x="0" y="731520"/>
                </a:lnTo>
              </a:path>
            </a:pathLst>
          </a:custGeom>
          <a:noFill/>
          <a:ln w="2857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8" name="AutoShape 29">
            <a:extLst>
              <a:ext uri="{FF2B5EF4-FFF2-40B4-BE49-F238E27FC236}">
                <a16:creationId xmlns:a16="http://schemas.microsoft.com/office/drawing/2014/main" id="{181B13E8-174E-3157-4A91-CF3A1F2EFD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5232" y="4297680"/>
            <a:ext cx="640080" cy="365760"/>
          </a:xfrm>
          <a:prstGeom prst="roundRect">
            <a:avLst>
              <a:gd name="adj" fmla="val 16667"/>
            </a:avLst>
          </a:prstGeom>
          <a:solidFill>
            <a:srgbClr val="33556D"/>
          </a:solidFill>
          <a:ln w="28575">
            <a:solidFill>
              <a:srgbClr val="FFFFFF"/>
            </a:solidFill>
            <a:round/>
            <a:headEnd/>
            <a:tailEnd/>
          </a:ln>
        </p:spPr>
        <p:txBody>
          <a:bodyPr anchor="ctr" lIns="27432" tIns="18288" rIns="27432" bIns="18288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ova Cond" panose="020B0506020202020204" pitchFamily="34" charset="0"/>
                <a:ea typeface="Arial Unicode MS" pitchFamily="34" charset="-128"/>
              </a:rPr>
              <a:t>Equipe de onda</a:t>
            </a:r>
            <a:endParaRPr kumimoji="0" lang="pt-BR" sz="8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ova Cond" panose="020B0506020202020204" pitchFamily="34" charset="0"/>
              <a:ea typeface="Arial Unicode MS" pitchFamily="34" charset="-128"/>
            </a:endParaRPr>
          </a:p>
        </p:txBody>
      </p:sp>
      <p:sp>
        <p:nvSpPr>
          <p:cNvPr id="109" name="_s832516"/>
          <p:cNvSpPr/>
          <p:nvPr/>
        </p:nvSpPr>
        <p:spPr>
          <a:xfrm>
            <a:off x="4892040" y="3566160"/>
            <a:ext cx="713232" cy="731520"/>
          </a:xfrm>
          <a:custGeom>
            <a:avLst/>
            <a:gdLst/>
            <a:ahLst/>
            <a:cxnLst/>
            <a:rect l="0" t="0" r="r" b="b"/>
            <a:pathLst>
              <a:path w="713232" h="731520" fill="none">
                <a:moveTo>
                  <a:pt x="0" y="0"/>
                </a:moveTo>
                <a:lnTo>
                  <a:pt x="0" y="577901"/>
                </a:lnTo>
                <a:lnTo>
                  <a:pt x="713232" y="577901"/>
                </a:lnTo>
                <a:lnTo>
                  <a:pt x="713232" y="731520"/>
                </a:lnTo>
              </a:path>
            </a:pathLst>
          </a:custGeom>
          <a:noFill/>
          <a:ln w="2857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0" name="AutoShape 29">
            <a:extLst>
              <a:ext uri="{FF2B5EF4-FFF2-40B4-BE49-F238E27FC236}">
                <a16:creationId xmlns:a16="http://schemas.microsoft.com/office/drawing/2014/main" id="{4A7D29FE-A29A-C10E-9DA5-4ACB29BE1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216" y="1810512"/>
            <a:ext cx="1060704" cy="475488"/>
          </a:xfrm>
          <a:prstGeom prst="roundRect">
            <a:avLst>
              <a:gd name="adj" fmla="val 16667"/>
            </a:avLst>
          </a:prstGeom>
          <a:solidFill>
            <a:srgbClr val="99AAB6"/>
          </a:solidFill>
          <a:ln w="28575">
            <a:noFill/>
            <a:round/>
            <a:headEnd/>
            <a:tailEnd/>
          </a:ln>
        </p:spPr>
        <p:txBody>
          <a:bodyPr anchorCtr="1" lIns="27432" tIns="36576" rIns="27432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Arial Nova Cond" panose="020B0506020202020204" pitchFamily="34" charset="0"/>
                <a:ea typeface="Arial Unicode MS" pitchFamily="34" charset="-128"/>
              </a:rPr>
              <a:t>Insumos e</a:t>
            </a:r>
            <a:endParaRPr kumimoji="0" lang="pt-BR" sz="800" b="1" i="0" u="none" strike="noStrike" kern="0" cap="none" spc="0" normalizeH="0" baseline="0" noProof="0">
              <a:ln>
                <a:noFill/>
              </a:ln>
              <a:solidFill>
                <a:srgbClr val="002B49"/>
              </a:solidFill>
              <a:effectLst/>
              <a:uLnTx/>
              <a:uFillTx/>
              <a:latin typeface="Arial Nova Cond" panose="020B0506020202020204" pitchFamily="34" charset="0"/>
              <a:ea typeface="Arial Unicode MS" pitchFamily="34" charset="-128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Arial Nova Cond" panose="020B0506020202020204" pitchFamily="34" charset="0"/>
                <a:ea typeface="Arial Unicode MS" pitchFamily="34" charset="-128"/>
              </a:rPr>
              <a:t>parâmetros</a:t>
            </a:r>
            <a:endParaRPr kumimoji="0" lang="pt-BR" sz="800" b="1" i="0" u="none" strike="noStrike" kern="0" cap="none" spc="0" normalizeH="0" baseline="0" noProof="0">
              <a:ln>
                <a:noFill/>
              </a:ln>
              <a:solidFill>
                <a:srgbClr val="002B49"/>
              </a:solidFill>
              <a:effectLst/>
              <a:uLnTx/>
              <a:uFillTx/>
              <a:latin typeface="Arial Nova Cond" panose="020B0506020202020204" pitchFamily="34" charset="0"/>
              <a:ea typeface="Arial Unicode MS" pitchFamily="34" charset="-128"/>
            </a:endParaRPr>
          </a:p>
        </p:txBody>
      </p:sp>
      <p:sp>
        <p:nvSpPr>
          <p:cNvPr id="111" name="AutoShape 29">
            <a:extLst>
              <a:ext uri="{FF2B5EF4-FFF2-40B4-BE49-F238E27FC236}">
                <a16:creationId xmlns:a16="http://schemas.microsoft.com/office/drawing/2014/main" id="{5375FBB5-4350-B167-78B1-D1299F78F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792" y="2139696"/>
            <a:ext cx="987552" cy="310896"/>
          </a:xfrm>
          <a:prstGeom prst="roundRect">
            <a:avLst>
              <a:gd name="adj" fmla="val 16667"/>
            </a:avLst>
          </a:prstGeom>
          <a:solidFill>
            <a:srgbClr val="33556D"/>
          </a:solidFill>
          <a:ln w="28575">
            <a:noFill/>
            <a:round/>
            <a:headEnd/>
            <a:tailEnd/>
          </a:ln>
        </p:spPr>
        <p:txBody>
          <a:bodyPr anchor="ctr" lIns="27432" rIns="27432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pt-BR" sz="9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ova Cond" panose="020B0506020202020204" pitchFamily="34" charset="0"/>
                <a:ea typeface="Arial Unicode MS" pitchFamily="34" charset="-128"/>
              </a:rPr>
              <a:t>Prepara</a:t>
            </a:r>
            <a:endParaRPr kumimoji="0" lang="pt-BR" sz="9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ova Cond" panose="020B0506020202020204" pitchFamily="34" charset="0"/>
              <a:ea typeface="Arial Unicode MS" pitchFamily="34" charset="-128"/>
            </a:endParaRPr>
          </a:p>
        </p:txBody>
      </p:sp>
      <p:sp>
        <p:nvSpPr>
          <p:cNvPr id="112" name="AutoShape 29">
            <a:extLst>
              <a:ext uri="{FF2B5EF4-FFF2-40B4-BE49-F238E27FC236}">
                <a16:creationId xmlns:a16="http://schemas.microsoft.com/office/drawing/2014/main" id="{12C88A31-C783-F569-7EE4-4C038D83E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216" y="2578608"/>
            <a:ext cx="1060704" cy="475488"/>
          </a:xfrm>
          <a:prstGeom prst="roundRect">
            <a:avLst>
              <a:gd name="adj" fmla="val 16667"/>
            </a:avLst>
          </a:prstGeom>
          <a:solidFill>
            <a:srgbClr val="99AAB6"/>
          </a:solidFill>
          <a:ln w="28575">
            <a:noFill/>
            <a:round/>
            <a:headEnd/>
            <a:tailEnd/>
          </a:ln>
        </p:spPr>
        <p:txBody>
          <a:bodyPr anchorCtr="1" lIns="27432" tIns="36576" rIns="27432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Arial Nova Cond" panose="020B0506020202020204" pitchFamily="34" charset="0"/>
                <a:ea typeface="Arial Unicode MS" pitchFamily="34" charset="-128"/>
              </a:rPr>
              <a:t>Disparo e</a:t>
            </a:r>
            <a:endParaRPr kumimoji="0" lang="pt-BR" sz="800" b="1" i="0" u="none" strike="noStrike" kern="0" cap="none" spc="0" normalizeH="0" baseline="0" noProof="0">
              <a:ln>
                <a:noFill/>
              </a:ln>
              <a:solidFill>
                <a:srgbClr val="002B49"/>
              </a:solidFill>
              <a:effectLst/>
              <a:uLnTx/>
              <a:uFillTx/>
              <a:latin typeface="Arial Nova Cond" panose="020B0506020202020204" pitchFamily="34" charset="0"/>
              <a:ea typeface="Arial Unicode MS" pitchFamily="34" charset="-128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Arial Nova Cond" panose="020B0506020202020204" pitchFamily="34" charset="0"/>
                <a:ea typeface="Arial Unicode MS" pitchFamily="34" charset="-128"/>
              </a:rPr>
              <a:t>acompanhamento</a:t>
            </a:r>
            <a:endParaRPr kumimoji="0" lang="pt-BR" sz="800" b="1" i="0" u="none" strike="noStrike" kern="0" cap="none" spc="0" normalizeH="0" baseline="0" noProof="0">
              <a:ln>
                <a:noFill/>
              </a:ln>
              <a:solidFill>
                <a:srgbClr val="002B49"/>
              </a:solidFill>
              <a:effectLst/>
              <a:uLnTx/>
              <a:uFillTx/>
              <a:latin typeface="Arial Nova Cond" panose="020B0506020202020204" pitchFamily="34" charset="0"/>
              <a:ea typeface="Arial Unicode MS" pitchFamily="34" charset="-128"/>
            </a:endParaRPr>
          </a:p>
        </p:txBody>
      </p:sp>
      <p:sp>
        <p:nvSpPr>
          <p:cNvPr id="113" name="AutoShape 29">
            <a:extLst>
              <a:ext uri="{FF2B5EF4-FFF2-40B4-BE49-F238E27FC236}">
                <a16:creationId xmlns:a16="http://schemas.microsoft.com/office/drawing/2014/main" id="{49863DA5-D2BF-ECAA-7887-8B099E3FE6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792" y="2907791"/>
            <a:ext cx="987552" cy="310896"/>
          </a:xfrm>
          <a:prstGeom prst="roundRect">
            <a:avLst>
              <a:gd name="adj" fmla="val 16667"/>
            </a:avLst>
          </a:prstGeom>
          <a:solidFill>
            <a:srgbClr val="33556D"/>
          </a:solidFill>
          <a:ln w="28575">
            <a:noFill/>
            <a:round/>
            <a:headEnd/>
            <a:tailEnd/>
          </a:ln>
        </p:spPr>
        <p:txBody>
          <a:bodyPr anchor="ctr" lIns="27432" rIns="27432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pt-BR" sz="9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ova Cond" panose="020B0506020202020204" pitchFamily="34" charset="0"/>
                <a:ea typeface="Arial Unicode MS" pitchFamily="34" charset="-128"/>
              </a:rPr>
              <a:t>Roda</a:t>
            </a:r>
            <a:endParaRPr kumimoji="0" lang="pt-BR" sz="9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ova Cond" panose="020B0506020202020204" pitchFamily="34" charset="0"/>
              <a:ea typeface="Arial Unicode MS" pitchFamily="34" charset="-128"/>
            </a:endParaRPr>
          </a:p>
        </p:txBody>
      </p:sp>
      <p:sp>
        <p:nvSpPr>
          <p:cNvPr id="114" name="AutoShape 29">
            <a:extLst>
              <a:ext uri="{FF2B5EF4-FFF2-40B4-BE49-F238E27FC236}">
                <a16:creationId xmlns:a16="http://schemas.microsoft.com/office/drawing/2014/main" id="{4535C77C-20EC-BF63-BBA1-9BD5893446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216" y="3346704"/>
            <a:ext cx="1060704" cy="475488"/>
          </a:xfrm>
          <a:prstGeom prst="roundRect">
            <a:avLst>
              <a:gd name="adj" fmla="val 16667"/>
            </a:avLst>
          </a:prstGeom>
          <a:solidFill>
            <a:srgbClr val="99AAB6"/>
          </a:solidFill>
          <a:ln w="28575">
            <a:noFill/>
            <a:round/>
            <a:headEnd/>
            <a:tailEnd/>
          </a:ln>
        </p:spPr>
        <p:txBody>
          <a:bodyPr anchorCtr="1" lIns="27432" tIns="36576" rIns="27432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buClr>
                <a:srgbClr val="F0AB00"/>
              </a:buClr>
              <a:buSzPct val="80000"/>
              <a:defRPr/>
            </a:pPr>
            <a:r>
              <a:rPr lang="pt-BR" sz="800" b="1">
                <a:solidFill>
                  <a:srgbClr val="002B49"/>
                </a:solidFill>
                <a:latin typeface="Arial Nova Cond" panose="020B0506020202020204" pitchFamily="34" charset="0"/>
                <a:ea typeface="Arial Unicode MS" pitchFamily="34" charset="-128"/>
              </a:rPr>
              <a:t>Conferência dos</a:t>
            </a:r>
            <a:endParaRPr lang="pt-BR" sz="800" b="1">
              <a:solidFill>
                <a:srgbClr val="002B49"/>
              </a:solidFill>
              <a:latin typeface="Arial Nova Cond" panose="020B0506020202020204" pitchFamily="34" charset="0"/>
              <a:ea typeface="Arial Unicode MS" pitchFamily="34" charset="-128"/>
            </a:endParaRPr>
          </a:p>
          <a:p>
            <a:pPr lvl="0" algn="ctr" fontAlgn="base">
              <a:spcBef>
                <a:spcPct val="0"/>
              </a:spcBef>
              <a:spcAft>
                <a:spcPct val="0"/>
              </a:spcAft>
              <a:buClr>
                <a:srgbClr val="F0AB00"/>
              </a:buClr>
              <a:buSzPct val="80000"/>
              <a:defRPr/>
            </a:pPr>
            <a:r>
              <a:rPr lang="pt-BR" sz="800" b="1">
                <a:solidFill>
                  <a:srgbClr val="002B49"/>
                </a:solidFill>
                <a:latin typeface="Arial Nova Cond" panose="020B0506020202020204" pitchFamily="34" charset="0"/>
                <a:ea typeface="Arial Unicode MS" pitchFamily="34" charset="-128"/>
              </a:rPr>
              <a:t>resultados</a:t>
            </a:r>
            <a:endParaRPr lang="pt-BR" sz="800" b="1">
              <a:solidFill>
                <a:srgbClr val="002B49"/>
              </a:solidFill>
              <a:latin typeface="Arial Nova Cond" panose="020B0506020202020204" pitchFamily="34" charset="0"/>
              <a:ea typeface="Arial Unicode MS" pitchFamily="34" charset="-128"/>
            </a:endParaRPr>
          </a:p>
        </p:txBody>
      </p:sp>
      <p:sp>
        <p:nvSpPr>
          <p:cNvPr id="115" name="AutoShape 29">
            <a:extLst>
              <a:ext uri="{FF2B5EF4-FFF2-40B4-BE49-F238E27FC236}">
                <a16:creationId xmlns:a16="http://schemas.microsoft.com/office/drawing/2014/main" id="{CAD71906-8D1E-9E66-0B2F-12B292508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792" y="3675888"/>
            <a:ext cx="987552" cy="310896"/>
          </a:xfrm>
          <a:prstGeom prst="roundRect">
            <a:avLst>
              <a:gd name="adj" fmla="val 16667"/>
            </a:avLst>
          </a:prstGeom>
          <a:solidFill>
            <a:srgbClr val="33556D"/>
          </a:solidFill>
          <a:ln w="28575">
            <a:noFill/>
            <a:round/>
            <a:headEnd/>
            <a:tailEnd/>
          </a:ln>
        </p:spPr>
        <p:txBody>
          <a:bodyPr anchor="ctr" lIns="27432" rIns="27432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buClr>
                <a:srgbClr val="F0AB00"/>
              </a:buClr>
              <a:buSzPct val="80000"/>
              <a:defRPr/>
            </a:pPr>
            <a:r>
              <a:rPr lang="pt-BR" sz="900" b="1">
                <a:solidFill>
                  <a:schemeClr val="bg1"/>
                </a:solidFill>
                <a:latin typeface="Arial Nova Cond" panose="020B0506020202020204" pitchFamily="34" charset="0"/>
                <a:ea typeface="Arial Unicode MS" pitchFamily="34" charset="-128"/>
              </a:rPr>
              <a:t>Valida</a:t>
            </a:r>
            <a:endParaRPr lang="pt-BR" sz="900" b="1">
              <a:solidFill>
                <a:schemeClr val="bg1"/>
              </a:solidFill>
              <a:latin typeface="Arial Nova Cond" panose="020B0506020202020204" pitchFamily="34" charset="0"/>
              <a:ea typeface="Arial Unicode MS" pitchFamily="34" charset="-128"/>
            </a:endParaRPr>
          </a:p>
        </p:txBody>
      </p:sp>
      <p:sp>
        <p:nvSpPr>
          <p:cNvPr id="116" name="AutoShape 29">
            <a:extLst>
              <a:ext uri="{FF2B5EF4-FFF2-40B4-BE49-F238E27FC236}">
                <a16:creationId xmlns:a16="http://schemas.microsoft.com/office/drawing/2014/main" id="{7AC9751A-135E-356C-611D-C78B7C8C2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216" y="4114800"/>
            <a:ext cx="1060704" cy="475488"/>
          </a:xfrm>
          <a:prstGeom prst="roundRect">
            <a:avLst>
              <a:gd name="adj" fmla="val 16667"/>
            </a:avLst>
          </a:prstGeom>
          <a:solidFill>
            <a:srgbClr val="99AAB6"/>
          </a:solidFill>
          <a:ln w="28575">
            <a:noFill/>
            <a:round/>
            <a:headEnd/>
            <a:tailEnd/>
          </a:ln>
        </p:spPr>
        <p:txBody>
          <a:bodyPr anchorCtr="1" lIns="27432" tIns="36576" rIns="27432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buClr>
                <a:srgbClr val="F0AB00"/>
              </a:buClr>
              <a:buSzPct val="80000"/>
              <a:defRPr/>
            </a:pPr>
            <a:r>
              <a:rPr lang="pt-BR" sz="800" b="1">
                <a:solidFill>
                  <a:srgbClr val="002B49"/>
                </a:solidFill>
                <a:latin typeface="Arial Nova Cond" panose="020B0506020202020204" pitchFamily="34" charset="0"/>
                <a:ea typeface="Arial Unicode MS" pitchFamily="34" charset="-128"/>
              </a:rPr>
              <a:t>Sistemas e rotinas</a:t>
            </a:r>
            <a:endParaRPr lang="pt-BR" sz="800" b="1">
              <a:solidFill>
                <a:srgbClr val="002B49"/>
              </a:solidFill>
              <a:latin typeface="Arial Nova Cond" panose="020B0506020202020204" pitchFamily="34" charset="0"/>
              <a:ea typeface="Arial Unicode MS" pitchFamily="34" charset="-128"/>
            </a:endParaRPr>
          </a:p>
          <a:p>
            <a:pPr lvl="0" algn="ctr" fontAlgn="base">
              <a:spcBef>
                <a:spcPct val="0"/>
              </a:spcBef>
              <a:spcAft>
                <a:spcPct val="0"/>
              </a:spcAft>
              <a:buClr>
                <a:srgbClr val="F0AB00"/>
              </a:buClr>
              <a:buSzPct val="80000"/>
              <a:defRPr/>
            </a:pPr>
            <a:r>
              <a:rPr lang="pt-BR" sz="800" b="1">
                <a:solidFill>
                  <a:srgbClr val="002B49"/>
                </a:solidFill>
                <a:latin typeface="Arial Nova Cond" panose="020B0506020202020204" pitchFamily="34" charset="0"/>
                <a:ea typeface="Arial Unicode MS" pitchFamily="34" charset="-128"/>
              </a:rPr>
              <a:t>a retirar</a:t>
            </a:r>
            <a:endParaRPr lang="pt-BR" sz="800" b="1">
              <a:solidFill>
                <a:srgbClr val="002B49"/>
              </a:solidFill>
              <a:latin typeface="Arial Nova Cond" panose="020B0506020202020204" pitchFamily="34" charset="0"/>
              <a:ea typeface="Arial Unicode MS" pitchFamily="34" charset="-128"/>
            </a:endParaRPr>
          </a:p>
        </p:txBody>
      </p:sp>
      <p:sp>
        <p:nvSpPr>
          <p:cNvPr id="117" name="AutoShape 29">
            <a:extLst>
              <a:ext uri="{FF2B5EF4-FFF2-40B4-BE49-F238E27FC236}">
                <a16:creationId xmlns:a16="http://schemas.microsoft.com/office/drawing/2014/main" id="{A86840F9-2811-DCE7-A231-8D9B2051E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792" y="4443984"/>
            <a:ext cx="987552" cy="310896"/>
          </a:xfrm>
          <a:prstGeom prst="roundRect">
            <a:avLst>
              <a:gd name="adj" fmla="val 16667"/>
            </a:avLst>
          </a:prstGeom>
          <a:solidFill>
            <a:srgbClr val="33556D"/>
          </a:solidFill>
          <a:ln w="28575">
            <a:noFill/>
            <a:round/>
            <a:headEnd/>
            <a:tailEnd/>
          </a:ln>
        </p:spPr>
        <p:txBody>
          <a:bodyPr anchor="ctr" lIns="27432" rIns="27432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buClr>
                <a:srgbClr val="F0AB00"/>
              </a:buClr>
              <a:buSzPct val="80000"/>
              <a:defRPr/>
            </a:pPr>
            <a:r>
              <a:rPr lang="pt-BR" sz="900" b="1">
                <a:solidFill>
                  <a:schemeClr val="bg1"/>
                </a:solidFill>
                <a:latin typeface="Arial Nova Cond" panose="020B0506020202020204" pitchFamily="34" charset="0"/>
                <a:ea typeface="Arial Unicode MS" pitchFamily="34" charset="-128"/>
              </a:rPr>
              <a:t>Atualiza legados</a:t>
            </a:r>
            <a:endParaRPr lang="pt-BR" sz="900" b="1">
              <a:solidFill>
                <a:schemeClr val="bg1"/>
              </a:solidFill>
              <a:latin typeface="Arial Nova Cond" panose="020B0506020202020204" pitchFamily="34" charset="0"/>
              <a:ea typeface="Arial Unicode MS" pitchFamily="34" charset="-128"/>
            </a:endParaRPr>
          </a:p>
        </p:txBody>
      </p:sp>
      <p:sp>
        <p:nvSpPr>
          <p:cNvPr id="118" name="Shape 89"/>
          <p:cNvSpPr/>
          <p:nvPr/>
        </p:nvSpPr>
        <p:spPr>
          <a:xfrm>
            <a:off x="4050792" y="1965960"/>
            <a:ext cx="329184" cy="1124712"/>
          </a:xfrm>
          <a:custGeom>
            <a:avLst/>
            <a:gdLst/>
            <a:ahLst/>
            <a:cxnLst/>
            <a:rect l="0" t="0" r="r" b="b"/>
            <a:pathLst>
              <a:path w="329184" h="1124712" fill="none">
                <a:moveTo>
                  <a:pt x="0" y="1124712"/>
                </a:moveTo>
                <a:lnTo>
                  <a:pt x="0" y="182880"/>
                </a:lnTo>
                <a:cubicBezTo>
                  <a:pt x="0" y="81875"/>
                  <a:pt x="81875" y="0"/>
                  <a:pt x="182880" y="0"/>
                </a:cubicBezTo>
                <a:lnTo>
                  <a:pt x="329184" y="0"/>
                </a:lnTo>
              </a:path>
            </a:pathLst>
          </a:custGeom>
          <a:noFill/>
          <a:ln w="19050" algn="ctr">
            <a:solidFill>
              <a:srgbClr val="666666"/>
            </a:solidFill>
            <a:round/>
            <a:headEnd/>
            <a:tailEnd type="arrow" w="med" len="med"/>
          </a:ln>
        </p:spPr>
      </p:sp>
      <p:sp>
        <p:nvSpPr>
          <p:cNvPr id="119" name="Shape 90"/>
          <p:cNvSpPr/>
          <p:nvPr/>
        </p:nvSpPr>
        <p:spPr>
          <a:xfrm>
            <a:off x="4050792" y="2569464"/>
            <a:ext cx="329184" cy="521208"/>
          </a:xfrm>
          <a:custGeom>
            <a:avLst/>
            <a:gdLst/>
            <a:ahLst/>
            <a:cxnLst/>
            <a:rect l="0" t="0" r="r" b="b"/>
            <a:pathLst>
              <a:path w="329184" h="521208" fill="none">
                <a:moveTo>
                  <a:pt x="0" y="521208"/>
                </a:moveTo>
                <a:lnTo>
                  <a:pt x="0" y="182880"/>
                </a:lnTo>
                <a:cubicBezTo>
                  <a:pt x="0" y="81875"/>
                  <a:pt x="81875" y="0"/>
                  <a:pt x="182880" y="0"/>
                </a:cubicBezTo>
                <a:lnTo>
                  <a:pt x="329184" y="0"/>
                </a:lnTo>
              </a:path>
            </a:pathLst>
          </a:custGeom>
          <a:noFill/>
          <a:ln w="19050" algn="ctr">
            <a:solidFill>
              <a:srgbClr val="666666"/>
            </a:solidFill>
            <a:round/>
            <a:headEnd/>
            <a:tailEnd type="arrow" w="med" len="med"/>
          </a:ln>
        </p:spPr>
      </p:sp>
      <p:sp>
        <p:nvSpPr>
          <p:cNvPr id="120" name="Shape 93"/>
          <p:cNvSpPr/>
          <p:nvPr/>
        </p:nvSpPr>
        <p:spPr>
          <a:xfrm>
            <a:off x="1645920" y="2048256"/>
            <a:ext cx="2103120" cy="1280160"/>
          </a:xfrm>
          <a:custGeom>
            <a:avLst/>
            <a:gdLst/>
            <a:ahLst/>
            <a:cxnLst/>
            <a:rect l="0" t="0" r="r" b="b"/>
            <a:pathLst>
              <a:path w="2103120" h="1280160" fill="none">
                <a:moveTo>
                  <a:pt x="2103120" y="1280160"/>
                </a:moveTo>
                <a:lnTo>
                  <a:pt x="2048256" y="1280160"/>
                </a:lnTo>
                <a:cubicBezTo>
                  <a:pt x="1957352" y="1280160"/>
                  <a:pt x="1883664" y="1206472"/>
                  <a:pt x="1883664" y="1115568"/>
                </a:cubicBezTo>
                <a:lnTo>
                  <a:pt x="1883664" y="164592"/>
                </a:lnTo>
                <a:cubicBezTo>
                  <a:pt x="1883664" y="73688"/>
                  <a:pt x="1809976" y="0"/>
                  <a:pt x="1719072" y="0"/>
                </a:cubicBezTo>
                <a:lnTo>
                  <a:pt x="0" y="0"/>
                </a:lnTo>
              </a:path>
            </a:pathLst>
          </a:custGeom>
          <a:noFill/>
          <a:ln w="19050" algn="ctr">
            <a:solidFill>
              <a:srgbClr val="666666"/>
            </a:solidFill>
            <a:round/>
            <a:headEnd/>
            <a:tailEnd type="arrow" w="med" len="med"/>
          </a:ln>
        </p:spPr>
      </p:sp>
      <p:sp>
        <p:nvSpPr>
          <p:cNvPr id="121" name="Shape 93"/>
          <p:cNvSpPr/>
          <p:nvPr/>
        </p:nvSpPr>
        <p:spPr>
          <a:xfrm>
            <a:off x="1645920" y="2816352"/>
            <a:ext cx="2103120" cy="512064"/>
          </a:xfrm>
          <a:custGeom>
            <a:avLst/>
            <a:gdLst/>
            <a:ahLst/>
            <a:cxnLst/>
            <a:rect l="0" t="0" r="r" b="b"/>
            <a:pathLst>
              <a:path w="2103120" h="512064" fill="none">
                <a:moveTo>
                  <a:pt x="2103120" y="512064"/>
                </a:moveTo>
                <a:lnTo>
                  <a:pt x="2048256" y="512064"/>
                </a:lnTo>
                <a:cubicBezTo>
                  <a:pt x="1957352" y="512064"/>
                  <a:pt x="1883664" y="438376"/>
                  <a:pt x="1883664" y="347472"/>
                </a:cubicBezTo>
                <a:lnTo>
                  <a:pt x="1883664" y="164592"/>
                </a:lnTo>
                <a:cubicBezTo>
                  <a:pt x="1883664" y="73688"/>
                  <a:pt x="1809976" y="0"/>
                  <a:pt x="1719072" y="0"/>
                </a:cubicBezTo>
                <a:lnTo>
                  <a:pt x="0" y="0"/>
                </a:lnTo>
              </a:path>
            </a:pathLst>
          </a:custGeom>
          <a:noFill/>
          <a:ln w="19050" algn="ctr">
            <a:solidFill>
              <a:srgbClr val="666666"/>
            </a:solidFill>
            <a:round/>
            <a:headEnd/>
            <a:tailEnd type="arrow" w="med" len="med"/>
          </a:ln>
        </p:spPr>
      </p:sp>
      <p:sp>
        <p:nvSpPr>
          <p:cNvPr id="122" name="Shape 93"/>
          <p:cNvSpPr/>
          <p:nvPr/>
        </p:nvSpPr>
        <p:spPr>
          <a:xfrm>
            <a:off x="1645920" y="3328416"/>
            <a:ext cx="2103120" cy="256032"/>
          </a:xfrm>
          <a:custGeom>
            <a:avLst/>
            <a:gdLst/>
            <a:ahLst/>
            <a:cxnLst/>
            <a:rect l="0" t="0" r="r" b="b"/>
            <a:pathLst>
              <a:path w="2103120" h="256032" fill="none">
                <a:moveTo>
                  <a:pt x="2103120" y="0"/>
                </a:moveTo>
                <a:lnTo>
                  <a:pt x="1993392" y="0"/>
                </a:lnTo>
                <a:cubicBezTo>
                  <a:pt x="1932789" y="0"/>
                  <a:pt x="1883664" y="49125"/>
                  <a:pt x="1883664" y="109728"/>
                </a:cubicBezTo>
                <a:lnTo>
                  <a:pt x="1883664" y="146304"/>
                </a:lnTo>
                <a:cubicBezTo>
                  <a:pt x="1883664" y="206907"/>
                  <a:pt x="1834539" y="256032"/>
                  <a:pt x="1773936" y="256032"/>
                </a:cubicBezTo>
                <a:lnTo>
                  <a:pt x="0" y="256032"/>
                </a:lnTo>
              </a:path>
            </a:pathLst>
          </a:custGeom>
          <a:noFill/>
          <a:ln w="19050" algn="ctr">
            <a:solidFill>
              <a:srgbClr val="666666"/>
            </a:solidFill>
            <a:round/>
            <a:headEnd/>
            <a:tailEnd type="arrow" w="med" len="med"/>
          </a:ln>
        </p:spPr>
      </p:sp>
      <p:sp>
        <p:nvSpPr>
          <p:cNvPr id="123" name="Shape 93"/>
          <p:cNvSpPr/>
          <p:nvPr/>
        </p:nvSpPr>
        <p:spPr>
          <a:xfrm>
            <a:off x="1645920" y="3328416"/>
            <a:ext cx="2103120" cy="1024128"/>
          </a:xfrm>
          <a:custGeom>
            <a:avLst/>
            <a:gdLst/>
            <a:ahLst/>
            <a:cxnLst/>
            <a:rect l="0" t="0" r="r" b="b"/>
            <a:pathLst>
              <a:path w="2103120" h="1024128" fill="none">
                <a:moveTo>
                  <a:pt x="2103120" y="0"/>
                </a:moveTo>
                <a:lnTo>
                  <a:pt x="2048256" y="0"/>
                </a:lnTo>
                <a:cubicBezTo>
                  <a:pt x="1957352" y="0"/>
                  <a:pt x="1883664" y="73688"/>
                  <a:pt x="1883664" y="164592"/>
                </a:cubicBezTo>
                <a:lnTo>
                  <a:pt x="1883664" y="859536"/>
                </a:lnTo>
                <a:cubicBezTo>
                  <a:pt x="1883664" y="950440"/>
                  <a:pt x="1809976" y="1024128"/>
                  <a:pt x="1719072" y="1024128"/>
                </a:cubicBezTo>
                <a:lnTo>
                  <a:pt x="0" y="1024128"/>
                </a:lnTo>
              </a:path>
            </a:pathLst>
          </a:custGeom>
          <a:noFill/>
          <a:ln w="19050" algn="ctr">
            <a:solidFill>
              <a:srgbClr val="666666"/>
            </a:solidFill>
            <a:round/>
            <a:headEnd/>
            <a:tailEnd type="arrow" w="med" len="med"/>
          </a:ln>
        </p:spPr>
      </p:sp>
      <p:sp>
        <p:nvSpPr>
          <p:cNvPr id="124" name="Curved Connector 32"/>
          <p:cNvSpPr/>
          <p:nvPr/>
        </p:nvSpPr>
        <p:spPr>
          <a:xfrm>
            <a:off x="4050792" y="3566160"/>
            <a:ext cx="640080" cy="310896"/>
          </a:xfrm>
          <a:custGeom>
            <a:avLst/>
            <a:gdLst/>
            <a:ahLst/>
            <a:cxnLst/>
            <a:rect l="0" t="0" r="r" b="b"/>
            <a:pathLst>
              <a:path w="640080" h="310896" fill="none">
                <a:moveTo>
                  <a:pt x="0" y="0"/>
                </a:moveTo>
                <a:cubicBezTo>
                  <a:pt x="0" y="310896"/>
                  <a:pt x="640080" y="310896"/>
                  <a:pt x="640080" y="0"/>
                </a:cubicBezTo>
              </a:path>
            </a:pathLst>
          </a:custGeom>
          <a:noFill/>
          <a:ln w="60325" algn="ctr">
            <a:solidFill>
              <a:schemeClr val="accent4"/>
            </a:solidFill>
            <a:round/>
            <a:headEnd type="triangle" w="med" len="med"/>
            <a:tailEnd type="triangle" w="med" len="med"/>
          </a:ln>
        </p:spPr>
      </p:sp>
      <p:sp>
        <p:nvSpPr>
          <p:cNvPr id="125" name="TextBox 34">
            <a:extLst>
              <a:ext uri="{FF2B5EF4-FFF2-40B4-BE49-F238E27FC236}">
                <a16:creationId xmlns:a16="http://schemas.microsoft.com/office/drawing/2014/main" id="{C6AD9205-5365-C0E9-17FB-A300E1BBDCD9}"/>
              </a:ext>
            </a:extLst>
          </p:cNvPr>
          <p:cNvSpPr txBox="1"/>
          <p:nvPr/>
        </p:nvSpPr>
        <p:spPr>
          <a:xfrm>
            <a:off x="1673352" y="1682496"/>
            <a:ext cx="1691639" cy="34747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b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buClr>
                <a:srgbClr val="F0AB00"/>
              </a:buClr>
              <a:buSzPct val="80000"/>
              <a:defRPr/>
            </a:pPr>
            <a:r>
              <a:rPr kumimoji="0" lang="pt-BR" sz="1000" b="0" i="0" u="none" strike="noStrike" kern="0" cap="none" spc="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Arial Nova Cond" panose="020B0506020202020204" pitchFamily="34" charset="0"/>
                <a:ea typeface="Arial Unicode MS" pitchFamily="34" charset="-128"/>
              </a:rPr>
              <a:t>Mapa de impactos por papel e comunicação por onda</a:t>
            </a:r>
            <a:endParaRPr kumimoji="0" lang="pt-BR" sz="1000" b="0" i="0" u="none" strike="noStrike" kern="0" cap="none" spc="0" normalizeH="0" baseline="0" noProof="0">
              <a:ln>
                <a:noFill/>
              </a:ln>
              <a:solidFill>
                <a:srgbClr val="002B49"/>
              </a:solidFill>
              <a:effectLst/>
              <a:uLnTx/>
              <a:uFillTx/>
              <a:latin typeface="Arial Nova Cond" panose="020B0506020202020204" pitchFamily="34" charset="0"/>
              <a:ea typeface="Arial Unicode MS" pitchFamily="34" charset="-128"/>
            </a:endParaRPr>
          </a:p>
        </p:txBody>
      </p:sp>
      <p:sp>
        <p:nvSpPr>
          <p:cNvPr id="126" name="TextBox 35">
            <a:extLst>
              <a:ext uri="{FF2B5EF4-FFF2-40B4-BE49-F238E27FC236}">
                <a16:creationId xmlns:a16="http://schemas.microsoft.com/office/drawing/2014/main" id="{17DD8E9C-3DAF-5144-AC23-D12D1D7BAE37}"/>
              </a:ext>
            </a:extLst>
          </p:cNvPr>
          <p:cNvSpPr txBox="1"/>
          <p:nvPr/>
        </p:nvSpPr>
        <p:spPr>
          <a:xfrm>
            <a:off x="1673352" y="2450592"/>
            <a:ext cx="1691639" cy="347472"/>
          </a:xfrm>
          <a:prstGeom prst="rect">
            <a:avLst/>
          </a:prstGeom>
          <a:noFill/>
          <a:ln>
            <a:noFill/>
          </a:ln>
        </p:spPr>
        <p:txBody>
          <a:bodyPr lIns="18288" tIns="0" rIns="18288" bIns="0" anchor="b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pt-BR" sz="1000" b="0" i="0" u="none" strike="noStrike" kern="0" cap="none" spc="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Arial Nova Cond" panose="020B0506020202020204" pitchFamily="34" charset="0"/>
                <a:ea typeface="Arial Unicode MS" pitchFamily="34" charset="-128"/>
              </a:rPr>
              <a:t>Rodada assistida em paralelo ao processo atual</a:t>
            </a:r>
            <a:endParaRPr kumimoji="0" lang="pt-BR" sz="1000" b="0" i="0" u="none" strike="noStrike" kern="0" cap="none" spc="0" normalizeH="0" baseline="0" noProof="0">
              <a:ln>
                <a:noFill/>
              </a:ln>
              <a:solidFill>
                <a:srgbClr val="002B49"/>
              </a:solidFill>
              <a:effectLst/>
              <a:uLnTx/>
              <a:uFillTx/>
              <a:latin typeface="Arial Nova Cond" panose="020B0506020202020204" pitchFamily="34" charset="0"/>
              <a:ea typeface="Arial Unicode MS" pitchFamily="34" charset="-128"/>
            </a:endParaRPr>
          </a:p>
        </p:txBody>
      </p:sp>
      <p:sp>
        <p:nvSpPr>
          <p:cNvPr id="127" name="TextBox 36">
            <a:extLst>
              <a:ext uri="{FF2B5EF4-FFF2-40B4-BE49-F238E27FC236}">
                <a16:creationId xmlns:a16="http://schemas.microsoft.com/office/drawing/2014/main" id="{FFCB0E74-3534-B961-8AFF-984C8BE9E017}"/>
              </a:ext>
            </a:extLst>
          </p:cNvPr>
          <p:cNvSpPr txBox="1"/>
          <p:nvPr/>
        </p:nvSpPr>
        <p:spPr>
          <a:xfrm>
            <a:off x="1673352" y="3986784"/>
            <a:ext cx="1691639" cy="347472"/>
          </a:xfrm>
          <a:prstGeom prst="rect">
            <a:avLst/>
          </a:prstGeom>
          <a:noFill/>
          <a:ln>
            <a:noFill/>
          </a:ln>
        </p:spPr>
        <p:txBody>
          <a:bodyPr lIns="18288" tIns="0" rIns="18288" bIns="0" anchor="b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pt-BR" sz="1000" b="0" i="0" u="none" strike="noStrike" kern="0" cap="none" spc="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Arial Nova Cond" panose="020B0506020202020204" pitchFamily="34" charset="0"/>
                <a:ea typeface="Arial Unicode MS" pitchFamily="34" charset="-128"/>
              </a:rPr>
              <a:t>Desligamento do legado com data e dono</a:t>
            </a:r>
            <a:endParaRPr kumimoji="0" lang="pt-BR" sz="1000" b="0" i="0" u="none" strike="noStrike" kern="0" cap="none" spc="0" normalizeH="0" baseline="0" noProof="0">
              <a:ln>
                <a:noFill/>
              </a:ln>
              <a:solidFill>
                <a:srgbClr val="002B49"/>
              </a:solidFill>
              <a:effectLst/>
              <a:uLnTx/>
              <a:uFillTx/>
              <a:latin typeface="Arial Nova Cond" panose="020B0506020202020204" pitchFamily="34" charset="0"/>
              <a:ea typeface="Arial Unicode MS" pitchFamily="34" charset="-128"/>
            </a:endParaRPr>
          </a:p>
        </p:txBody>
      </p:sp>
      <p:sp>
        <p:nvSpPr>
          <p:cNvPr id="1024" name="TextBox 37">
            <a:extLst>
              <a:ext uri="{FF2B5EF4-FFF2-40B4-BE49-F238E27FC236}">
                <a16:creationId xmlns:a16="http://schemas.microsoft.com/office/drawing/2014/main" id="{D281E20E-CE86-E588-743B-537DD26F36F0}"/>
              </a:ext>
            </a:extLst>
          </p:cNvPr>
          <p:cNvSpPr txBox="1"/>
          <p:nvPr/>
        </p:nvSpPr>
        <p:spPr>
          <a:xfrm>
            <a:off x="1673352" y="3218688"/>
            <a:ext cx="1691639" cy="34747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b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pt-BR" sz="1000" b="0" i="0" u="none" strike="noStrike" kern="0" cap="none" spc="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Arial Nova Cond" panose="020B0506020202020204" pitchFamily="34" charset="0"/>
                <a:ea typeface="Arial Unicode MS" pitchFamily="34" charset="-128"/>
              </a:rPr>
              <a:t>Tolerâncias co-definidas com quem valida</a:t>
            </a:r>
            <a:endParaRPr kumimoji="0" lang="pt-BR" sz="1000" b="0" i="0" u="none" strike="noStrike" kern="0" cap="none" spc="0" normalizeH="0" baseline="0" noProof="0">
              <a:ln>
                <a:noFill/>
              </a:ln>
              <a:solidFill>
                <a:srgbClr val="002B49"/>
              </a:solidFill>
              <a:effectLst/>
              <a:uLnTx/>
              <a:uFillTx/>
              <a:latin typeface="Arial Nova Cond" panose="020B0506020202020204" pitchFamily="34" charset="0"/>
              <a:ea typeface="Arial Unicode MS" pitchFamily="34" charset="-128"/>
            </a:endParaRPr>
          </a:p>
        </p:txBody>
      </p:sp>
      <p:sp>
        <p:nvSpPr>
          <p:cNvPr id="1027" name="TextBox 39">
            <a:extLst>
              <a:ext uri="{FF2B5EF4-FFF2-40B4-BE49-F238E27FC236}">
                <a16:creationId xmlns:a16="http://schemas.microsoft.com/office/drawing/2014/main" id="{B103A70E-D98E-056C-2E19-7E34080E73DF}"/>
              </a:ext>
            </a:extLst>
          </p:cNvPr>
          <p:cNvSpPr txBox="1"/>
          <p:nvPr/>
        </p:nvSpPr>
        <p:spPr>
          <a:xfrm>
            <a:off x="3968496" y="3867911"/>
            <a:ext cx="841248" cy="192024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Arial Nova Cond" panose="020B0506020202020204" pitchFamily="34" charset="0"/>
                <a:ea typeface="Arial Unicode MS" pitchFamily="34" charset="-128"/>
              </a:rPr>
              <a:t>Liderança única</a:t>
            </a:r>
            <a:endParaRPr kumimoji="0" lang="pt-BR" sz="900" b="0" i="0" u="none" strike="noStrike" kern="0" cap="none" spc="0" normalizeH="0" baseline="0" noProof="0">
              <a:ln>
                <a:noFill/>
              </a:ln>
              <a:solidFill>
                <a:srgbClr val="002B49"/>
              </a:solidFill>
              <a:effectLst/>
              <a:uLnTx/>
              <a:uFillTx/>
              <a:latin typeface="Arial Nova Cond" panose="020B0506020202020204" pitchFamily="34" charset="0"/>
              <a:ea typeface="Arial Unicode MS" pitchFamily="34" charset="-128"/>
            </a:endParaRPr>
          </a:p>
        </p:txBody>
      </p:sp>
      <p:sp>
        <p:nvSpPr>
          <p:cNvPr id="1077" name="Rotulo janela operativa"/>
          <p:cNvSpPr txBox="1"/>
          <p:nvPr/>
        </p:nvSpPr>
        <p:spPr>
          <a:xfrm>
            <a:off x="4992624" y="2889504"/>
            <a:ext cx="1024128" cy="155448"/>
          </a:xfrm>
          <a:prstGeom prst="rect">
            <a:avLst/>
          </a:prstGeom>
          <a:solidFill>
            <a:srgbClr val="F5F7F8"/>
          </a:solidFill>
        </p:spPr>
        <p:txBody>
          <a:bodyPr wrap="square" lIns="18288" tIns="0" rIns="18288" bIns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pt-BR" sz="800" b="0" i="1" u="none" strike="noStrike" kern="0" cap="none" spc="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Arial Nova Cond" panose="020B0506020202020204" pitchFamily="34" charset="0"/>
                <a:ea typeface="Arial Unicode MS" pitchFamily="34" charset="-128"/>
              </a:rPr>
              <a:t>Mesma janela operativa</a:t>
            </a:r>
            <a:endParaRPr kumimoji="0" lang="pt-BR" sz="800" b="0" i="0" u="none" strike="noStrike" kern="0" cap="none" spc="0" normalizeH="0" baseline="0" noProof="0">
              <a:ln>
                <a:noFill/>
              </a:ln>
              <a:solidFill>
                <a:srgbClr val="002B49"/>
              </a:solidFill>
              <a:effectLst/>
              <a:uLnTx/>
              <a:uFillTx/>
              <a:latin typeface="Arial Nova Cond" panose="020B0506020202020204" pitchFamily="34" charset="0"/>
              <a:ea typeface="Arial Unicode MS" pitchFamily="34" charset="-128"/>
            </a:endParaRPr>
          </a:p>
        </p:txBody>
      </p:sp>
      <p:sp>
        <p:nvSpPr>
          <p:cNvPr id="1029" name="Text Box 29">
            <a:extLst>
              <a:ext uri="{FF2B5EF4-FFF2-40B4-BE49-F238E27FC236}">
                <a16:creationId xmlns:a16="http://schemas.microsoft.com/office/drawing/2014/main" id="{8CFB5E22-58F1-2018-410D-24328BC86286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94360" y="1408176"/>
            <a:ext cx="5404104" cy="219456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15888" indent="-1588" algn="ctr" defTabSz="914400" fontAlgn="base">
              <a:spcBef>
                <a:spcPct val="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Wingdings" pitchFamily="2" charset="2"/>
              <a:buNone/>
            </a:pPr>
            <a:r>
              <a:rPr lang="pt-BR" sz="1400" b="1" i="1">
                <a:solidFill>
                  <a:srgbClr val="002B49"/>
                </a:solidFill>
                <a:latin typeface="Arial Nova Cond" panose="020B0506020202020204" pitchFamily="34" charset="0"/>
                <a:ea typeface="Arial Unicode MS" pitchFamily="34" charset="-128"/>
              </a:rPr>
              <a:t>Coordenação do Programa AXOL</a:t>
            </a:r>
            <a:endParaRPr lang="pt-BR" sz="1400" b="1" i="1">
              <a:solidFill>
                <a:srgbClr val="002B49"/>
              </a:solidFill>
              <a:latin typeface="Arial Nova Cond" panose="020B0506020202020204" pitchFamily="34" charset="0"/>
              <a:ea typeface="Arial Unicode MS" pitchFamily="34" charset="-128"/>
            </a:endParaRPr>
          </a:p>
        </p:txBody>
      </p:sp>
      <p:sp>
        <p:nvSpPr>
          <p:cNvPr id="1031" name="AutoShape 35">
            <a:extLst>
              <a:ext uri="{FF2B5EF4-FFF2-40B4-BE49-F238E27FC236}">
                <a16:creationId xmlns:a16="http://schemas.microsoft.com/office/drawing/2014/main" id="{392E4DCB-7AEB-C194-7EB2-2CFC735E9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4840" y="3090672"/>
            <a:ext cx="914400" cy="475488"/>
          </a:xfrm>
          <a:prstGeom prst="roundRect">
            <a:avLst>
              <a:gd name="adj" fmla="val 16667"/>
            </a:avLst>
          </a:prstGeom>
          <a:solidFill>
            <a:srgbClr val="9BB9D0"/>
          </a:solidFill>
          <a:ln w="28575" algn="ctr">
            <a:noFill/>
            <a:round/>
            <a:headEnd/>
            <a:tailEnd/>
          </a:ln>
        </p:spPr>
        <p:txBody>
          <a:bodyPr wrap="none" anchor="ctr" lIns="27432" tIns="18288" rIns="27432" bIns="18288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Arial Nova Cond" panose="020B0506020202020204" pitchFamily="34" charset="0"/>
                <a:ea typeface="Arial Unicode MS" pitchFamily="34" charset="-128"/>
              </a:rPr>
              <a:t>TMO</a:t>
            </a:r>
            <a:endParaRPr kumimoji="0" lang="pt-BR" sz="1000" b="1" i="0" u="none" strike="noStrike" kern="0" cap="none" spc="0" normalizeH="0" baseline="0" noProof="0">
              <a:ln>
                <a:noFill/>
              </a:ln>
              <a:solidFill>
                <a:srgbClr val="002B49"/>
              </a:solidFill>
              <a:effectLst/>
              <a:uLnTx/>
              <a:uFillTx/>
              <a:latin typeface="Arial Nova Cond" panose="020B0506020202020204" pitchFamily="34" charset="0"/>
              <a:ea typeface="Arial Unicode MS" pitchFamily="34" charset="-128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Arial Nova Cond" panose="020B0506020202020204" pitchFamily="34" charset="0"/>
                <a:ea typeface="Arial Unicode MS" pitchFamily="34" charset="-128"/>
              </a:rPr>
              <a:t>cutover do fluxo</a:t>
            </a:r>
            <a:endParaRPr kumimoji="0" lang="pt-BR" sz="800" b="0" i="0" u="none" strike="noStrike" kern="0" cap="none" spc="0" normalizeH="0" baseline="0" noProof="0">
              <a:ln>
                <a:noFill/>
              </a:ln>
              <a:solidFill>
                <a:srgbClr val="002B49"/>
              </a:solidFill>
              <a:effectLst/>
              <a:uLnTx/>
              <a:uFillTx/>
              <a:latin typeface="Arial Nova Cond" panose="020B0506020202020204" pitchFamily="34" charset="0"/>
              <a:ea typeface="Arial Unicode MS" pitchFamily="34" charset="-128"/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54A21681-A4A3-60E1-89E6-F770981EB6F6}"/>
              </a:ext>
            </a:extLst>
          </p:cNvPr>
          <p:cNvSpPr>
            <a:spLocks noChangeArrowheads="1"/>
          </p:cNvSpPr>
          <p:nvPr/>
        </p:nvSpPr>
        <p:spPr bwMode="gray">
          <a:xfrm>
            <a:off x="7242048" y="4014215"/>
            <a:ext cx="2523744" cy="347472"/>
          </a:xfrm>
          <a:prstGeom prst="rect">
            <a:avLst/>
          </a:prstGeom>
          <a:solidFill>
            <a:srgbClr val="0085CA">
              <a:lumMod val="50000"/>
            </a:srgbClr>
          </a:solidFill>
          <a:ln w="28575">
            <a:noFill/>
            <a:miter lim="800000"/>
            <a:headEnd/>
            <a:tailEnd/>
          </a:ln>
          <a:effectLst/>
        </p:spPr>
        <p:txBody>
          <a:bodyPr anchor="ctr" lIns="27432" tIns="18288" rIns="27432" bIns="18288"/>
          <a:lstStyle/>
          <a:p>
            <a:pPr algn="ctr" defTabSz="945997">
              <a:buClr>
                <a:srgbClr val="767171"/>
              </a:buClr>
              <a:defRPr/>
            </a:pPr>
            <a:r>
              <a:rPr lang="pt-BR" sz="1100" b="1" noProof="0">
                <a:solidFill>
                  <a:prstClr val="white"/>
                </a:solidFill>
                <a:latin typeface="Arial Nova Cond" panose="020B0506020202020204" pitchFamily="34" charset="0"/>
                <a:cs typeface="Calibri" panose="020F0502020204030204" pitchFamily="34" charset="0"/>
              </a:rPr>
              <a:t>Líder TMO e GMO</a:t>
            </a:r>
            <a:endParaRPr lang="pt-BR" sz="1100" b="1" noProof="0">
              <a:solidFill>
                <a:prstClr val="white"/>
              </a:solidFill>
              <a:latin typeface="Arial Nova Cond" panose="020B0506020202020204" pitchFamily="34" charset="0"/>
              <a:cs typeface="Calibri" panose="020F0502020204030204" pitchFamily="34" charset="0"/>
            </a:endParaRPr>
          </a:p>
          <a:p>
            <a:pPr algn="ctr" defTabSz="945997">
              <a:buClr>
                <a:srgbClr val="767171"/>
              </a:buClr>
              <a:defRPr/>
            </a:pPr>
            <a:r>
              <a:rPr lang="pt-BR" sz="800" b="0" noProof="0">
                <a:solidFill>
                  <a:prstClr val="white"/>
                </a:solidFill>
                <a:latin typeface="Arial Nova Cond" panose="020B0506020202020204" pitchFamily="34" charset="0"/>
                <a:cs typeface="Calibri" panose="020F0502020204030204" pitchFamily="34" charset="0"/>
              </a:rPr>
              <a:t>Interface: Time AXOL e Áreas usuárias</a:t>
            </a:r>
            <a:endParaRPr lang="pt-BR" sz="800" b="0" noProof="0">
              <a:solidFill>
                <a:prstClr val="white"/>
              </a:solidFill>
              <a:latin typeface="Arial Nova Cond" panose="020B0506020202020204" pitchFamily="34" charset="0"/>
              <a:cs typeface="Calibri" panose="020F0502020204030204" pitchFamily="34" charset="0"/>
            </a:endParaRPr>
          </a:p>
        </p:txBody>
      </p:sp>
      <p:sp>
        <p:nvSpPr>
          <p:cNvPr id="1044" name="Espaço Reservado para Texto 1043">
            <a:extLst>
              <a:ext uri="{FF2B5EF4-FFF2-40B4-BE49-F238E27FC236}">
                <a16:creationId xmlns:a16="http://schemas.microsoft.com/office/drawing/2014/main" id="{C84070E5-1479-C93B-568E-005B098C3D7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/>
              <a:t>Modelo integrado TMO + GMO</a:t>
            </a:r>
          </a:p>
        </p:txBody>
      </p:sp>
      <p:sp>
        <p:nvSpPr>
          <p:cNvPr id="1047" name="Triângulo isósceles 1046">
            <a:extLst>
              <a:ext uri="{FF2B5EF4-FFF2-40B4-BE49-F238E27FC236}">
                <a16:creationId xmlns:a16="http://schemas.microsoft.com/office/drawing/2014/main" id="{FFF4CC43-32F1-C02C-FA3D-FDAC301E5F44}"/>
              </a:ext>
            </a:extLst>
          </p:cNvPr>
          <p:cNvSpPr/>
          <p:nvPr/>
        </p:nvSpPr>
        <p:spPr>
          <a:xfrm rot="5400000">
            <a:off x="5286317" y="3026997"/>
            <a:ext cx="2306451" cy="246221"/>
          </a:xfrm>
          <a:prstGeom prst="triangle">
            <a:avLst/>
          </a:prstGeom>
          <a:solidFill>
            <a:srgbClr val="BFD0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48" name="Text Box 29">
            <a:extLst>
              <a:ext uri="{FF2B5EF4-FFF2-40B4-BE49-F238E27FC236}">
                <a16:creationId xmlns:a16="http://schemas.microsoft.com/office/drawing/2014/main" id="{9AFC13BC-A98B-52C9-28C8-38268A6CF963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801868" y="1353312"/>
            <a:ext cx="5404104" cy="219456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15888" indent="-1588" algn="ctr" defTabSz="914400" fontAlgn="base">
              <a:spcBef>
                <a:spcPct val="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Wingdings" pitchFamily="2" charset="2"/>
              <a:buNone/>
            </a:pPr>
            <a:r>
              <a:rPr lang="pt-BR" sz="1400" b="1" i="1">
                <a:solidFill>
                  <a:srgbClr val="002B49"/>
                </a:solidFill>
                <a:latin typeface="Arial Nova Cond" panose="020B0506020202020204" pitchFamily="34" charset="0"/>
                <a:ea typeface="Arial Unicode MS" pitchFamily="34" charset="-128"/>
              </a:rPr>
              <a:t>Liderança do Programa</a:t>
            </a:r>
            <a:endParaRPr lang="pt-BR" sz="1400" b="1" i="1">
              <a:solidFill>
                <a:srgbClr val="002B49"/>
              </a:solidFill>
              <a:latin typeface="Arial Nova Cond" panose="020B0506020202020204" pitchFamily="34" charset="0"/>
              <a:ea typeface="Arial Unicode MS" pitchFamily="34" charset="-128"/>
            </a:endParaRPr>
          </a:p>
        </p:txBody>
      </p:sp>
      <p:sp>
        <p:nvSpPr>
          <p:cNvPr id="1059" name="Rectangle 10">
            <a:extLst>
              <a:ext uri="{FF2B5EF4-FFF2-40B4-BE49-F238E27FC236}">
                <a16:creationId xmlns:a16="http://schemas.microsoft.com/office/drawing/2014/main" id="{2D30C7D9-26F1-3824-8EB9-D81A0E0CE15D}"/>
              </a:ext>
            </a:extLst>
          </p:cNvPr>
          <p:cNvSpPr>
            <a:spLocks noChangeArrowheads="1"/>
          </p:cNvSpPr>
          <p:nvPr/>
        </p:nvSpPr>
        <p:spPr bwMode="gray">
          <a:xfrm>
            <a:off x="6972300" y="2148840"/>
            <a:ext cx="1417320" cy="347472"/>
          </a:xfrm>
          <a:prstGeom prst="rect">
            <a:avLst/>
          </a:prstGeom>
          <a:solidFill>
            <a:srgbClr val="0085CA">
              <a:lumMod val="50000"/>
            </a:srgbClr>
          </a:solidFill>
          <a:ln w="28575">
            <a:noFill/>
            <a:miter lim="800000"/>
            <a:headEnd/>
            <a:tailEnd/>
          </a:ln>
          <a:effectLst/>
        </p:spPr>
        <p:txBody>
          <a:bodyPr anchor="ctr" lIns="27432" tIns="18288" rIns="27432" bIns="18288"/>
          <a:lstStyle/>
          <a:p>
            <a:pPr algn="ctr" defTabSz="945997">
              <a:buClr>
                <a:srgbClr val="767171"/>
              </a:buClr>
              <a:defRPr/>
            </a:pPr>
            <a:r>
              <a:rPr lang="pt-BR" sz="1100" b="1" noProof="0">
                <a:solidFill>
                  <a:prstClr val="white"/>
                </a:solidFill>
                <a:latin typeface="Arial Nova Cond" panose="020B0506020202020204" pitchFamily="34" charset="0"/>
                <a:cs typeface="Calibri" panose="020F0502020204030204" pitchFamily="34" charset="0"/>
              </a:rPr>
              <a:t>Líder TMO</a:t>
            </a:r>
            <a:endParaRPr lang="pt-BR" sz="1100" b="1" noProof="0">
              <a:solidFill>
                <a:prstClr val="white"/>
              </a:solidFill>
              <a:latin typeface="Arial Nova Cond" panose="020B0506020202020204" pitchFamily="34" charset="0"/>
              <a:cs typeface="Calibri" panose="020F0502020204030204" pitchFamily="34" charset="0"/>
            </a:endParaRPr>
          </a:p>
          <a:p>
            <a:pPr algn="ctr" defTabSz="945997">
              <a:buClr>
                <a:srgbClr val="767171"/>
              </a:buClr>
              <a:defRPr/>
            </a:pPr>
            <a:r>
              <a:rPr lang="pt-BR" sz="800" b="0" noProof="0">
                <a:solidFill>
                  <a:prstClr val="white"/>
                </a:solidFill>
                <a:latin typeface="Arial Nova Cond" panose="020B0506020202020204" pitchFamily="34" charset="0"/>
                <a:cs typeface="Calibri" panose="020F0502020204030204" pitchFamily="34" charset="0"/>
              </a:rPr>
              <a:t>Interface: Time AXOL</a:t>
            </a:r>
            <a:endParaRPr lang="pt-BR" sz="800" b="0" noProof="0">
              <a:solidFill>
                <a:prstClr val="white"/>
              </a:solidFill>
              <a:latin typeface="Arial Nova Cond" panose="020B0506020202020204" pitchFamily="34" charset="0"/>
              <a:cs typeface="Calibri" panose="020F0502020204030204" pitchFamily="34" charset="0"/>
            </a:endParaRPr>
          </a:p>
        </p:txBody>
      </p:sp>
      <p:sp>
        <p:nvSpPr>
          <p:cNvPr id="1065" name="Rectangle 10">
            <a:extLst>
              <a:ext uri="{FF2B5EF4-FFF2-40B4-BE49-F238E27FC236}">
                <a16:creationId xmlns:a16="http://schemas.microsoft.com/office/drawing/2014/main" id="{DC46577F-FA47-E33E-8FC4-F9DE9E6ED49B}"/>
              </a:ext>
            </a:extLst>
          </p:cNvPr>
          <p:cNvSpPr>
            <a:spLocks noChangeArrowheads="1"/>
          </p:cNvSpPr>
          <p:nvPr/>
        </p:nvSpPr>
        <p:spPr bwMode="gray">
          <a:xfrm>
            <a:off x="8618220" y="2148840"/>
            <a:ext cx="1417320" cy="347472"/>
          </a:xfrm>
          <a:prstGeom prst="rect">
            <a:avLst/>
          </a:prstGeom>
          <a:solidFill>
            <a:srgbClr val="0085CA">
              <a:lumMod val="50000"/>
            </a:srgbClr>
          </a:solidFill>
          <a:ln w="28575">
            <a:noFill/>
            <a:miter lim="800000"/>
            <a:headEnd/>
            <a:tailEnd/>
          </a:ln>
          <a:effectLst/>
        </p:spPr>
        <p:txBody>
          <a:bodyPr anchor="ctr" lIns="27432" tIns="18288" rIns="27432" bIns="18288"/>
          <a:lstStyle/>
          <a:p>
            <a:pPr algn="ctr" defTabSz="945997">
              <a:buClr>
                <a:srgbClr val="767171"/>
              </a:buClr>
              <a:defRPr/>
            </a:pPr>
            <a:r>
              <a:rPr lang="pt-BR" sz="1100" b="1" noProof="0">
                <a:solidFill>
                  <a:prstClr val="white"/>
                </a:solidFill>
                <a:latin typeface="Arial Nova Cond" panose="020B0506020202020204" pitchFamily="34" charset="0"/>
                <a:cs typeface="Calibri" panose="020F0502020204030204" pitchFamily="34" charset="0"/>
              </a:rPr>
              <a:t>Líder GMO</a:t>
            </a:r>
            <a:endParaRPr lang="pt-BR" sz="1100" b="1" noProof="0">
              <a:solidFill>
                <a:prstClr val="white"/>
              </a:solidFill>
              <a:latin typeface="Arial Nova Cond" panose="020B0506020202020204" pitchFamily="34" charset="0"/>
              <a:cs typeface="Calibri" panose="020F0502020204030204" pitchFamily="34" charset="0"/>
            </a:endParaRPr>
          </a:p>
          <a:p>
            <a:pPr algn="ctr" defTabSz="945997">
              <a:buClr>
                <a:srgbClr val="767171"/>
              </a:buClr>
              <a:defRPr/>
            </a:pPr>
            <a:r>
              <a:rPr lang="pt-BR" sz="800" b="0" noProof="0">
                <a:solidFill>
                  <a:prstClr val="white"/>
                </a:solidFill>
                <a:latin typeface="Arial Nova Cond" panose="020B0506020202020204" pitchFamily="34" charset="0"/>
                <a:cs typeface="Calibri" panose="020F0502020204030204" pitchFamily="34" charset="0"/>
              </a:rPr>
              <a:t>Interface: Áreas usuárias</a:t>
            </a:r>
            <a:endParaRPr lang="pt-BR" sz="800" b="0" noProof="0">
              <a:solidFill>
                <a:prstClr val="white"/>
              </a:solidFill>
              <a:latin typeface="Arial Nova Cond" panose="020B0506020202020204" pitchFamily="34" charset="0"/>
              <a:cs typeface="Calibri" panose="020F0502020204030204" pitchFamily="34" charset="0"/>
            </a:endParaRPr>
          </a:p>
        </p:txBody>
      </p:sp>
      <p:cxnSp>
        <p:nvCxnSpPr>
          <p:cNvPr id="1069" name="Conector reto 1068">
            <a:extLst>
              <a:ext uri="{FF2B5EF4-FFF2-40B4-BE49-F238E27FC236}">
                <a16:creationId xmlns:a16="http://schemas.microsoft.com/office/drawing/2014/main" id="{41B283C5-607A-28DF-526A-BF4AA8CD81A6}"/>
              </a:ext>
            </a:extLst>
          </p:cNvPr>
          <p:cNvCxnSpPr>
            <a:stCxn id="1059" idx="2"/>
            <a:endCxn id="1052" idx="0"/>
          </p:cNvCxnSpPr>
          <p:nvPr/>
        </p:nvCxnSpPr>
        <p:spPr>
          <a:xfrm>
            <a:off x="7680960" y="2496312"/>
            <a:ext cx="0" cy="822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4" name="Seta: para a Direita 1073">
            <a:extLst>
              <a:ext uri="{FF2B5EF4-FFF2-40B4-BE49-F238E27FC236}">
                <a16:creationId xmlns:a16="http://schemas.microsoft.com/office/drawing/2014/main" id="{740E102D-883C-1851-19D9-6A391C60C0D5}"/>
              </a:ext>
            </a:extLst>
          </p:cNvPr>
          <p:cNvSpPr/>
          <p:nvPr/>
        </p:nvSpPr>
        <p:spPr>
          <a:xfrm rot="5400000">
            <a:off x="8339328" y="2999232"/>
            <a:ext cx="329184" cy="457200"/>
          </a:xfrm>
          <a:prstGeom prst="rightArrow">
            <a:avLst/>
          </a:prstGeom>
          <a:solidFill>
            <a:srgbClr val="BFD0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6" name="Espaço Reservado para Texto 1075">
            <a:extLst>
              <a:ext uri="{FF2B5EF4-FFF2-40B4-BE49-F238E27FC236}">
                <a16:creationId xmlns:a16="http://schemas.microsoft.com/office/drawing/2014/main" id="{E396A6F1-6257-6868-BBEA-92911EC26CD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6344" y="6437376"/>
            <a:ext cx="10607040" cy="292608"/>
          </a:xfrm>
        </p:spPr>
        <p:txBody>
          <a:bodyPr/>
          <a:lstStyle/>
          <a:p>
            <a:r>
              <a:rPr lang="pt-BR" sz="700"/>
              <a:t>TMO: Transformation Management Office, sem relação com o Programa Mensal da Operação. GMO: Gestão de Mudança Organizacional. Premissa a validar: composição da liderança no ONS e interfaces com o time AXOL e as áreas usuárias. Modelo ilustrativo, ajustável à governança do ONS; o cenário de dois líderes é uma alternativa de comparação, não a organização atual do ONS.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D75C5E-A7B3-2635-CD09-160995DE3468}"/>
              </a:ext>
            </a:extLst>
          </p:cNvPr>
          <p:cNvSpPr txBox="1"/>
          <p:nvPr/>
        </p:nvSpPr>
        <p:spPr>
          <a:xfrm>
            <a:off x="466344" y="5029200"/>
            <a:ext cx="11128248" cy="14081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pt-BR" sz="1200" b="0">
                <a:solidFill>
                  <a:schemeClr val="tx1"/>
                </a:solidFill>
                <a:latin typeface="Arial Nova Cond" panose="020B0506020202020204" pitchFamily="34" charset="0"/>
              </a:rPr>
              <a:t xml:space="preserve">Centralizamos </a:t>
            </a:r>
            <a:r>
              <a:rPr lang="pt-BR" sz="1200" b="1">
                <a:solidFill>
                  <a:schemeClr val="tx1"/>
                </a:solidFill>
                <a:latin typeface="Arial Nova Cond" panose="020B0506020202020204" pitchFamily="34" charset="0"/>
              </a:rPr>
              <a:t>TMO e GMO</a:t>
            </a:r>
            <a:r>
              <a:rPr lang="pt-BR" sz="1200" b="0">
                <a:solidFill>
                  <a:schemeClr val="tx1"/>
                </a:solidFill>
                <a:latin typeface="Arial Nova Cond" panose="020B0506020202020204" pitchFamily="34" charset="0"/>
              </a:rPr>
              <a:t xml:space="preserve"> sob um líder porque toda onda tem </a:t>
            </a:r>
            <a:r>
              <a:rPr lang="pt-BR" sz="1200" b="1">
                <a:solidFill>
                  <a:schemeClr val="tx1"/>
                </a:solidFill>
                <a:latin typeface="Arial Nova Cond" panose="020B0506020202020204" pitchFamily="34" charset="0"/>
              </a:rPr>
              <a:t>dois cutovers na mesma janela operativa</a:t>
            </a:r>
            <a:r>
              <a:rPr lang="pt-BR" sz="1200" b="0">
                <a:solidFill>
                  <a:schemeClr val="tx1"/>
                </a:solidFill>
                <a:latin typeface="Arial Nova Cond" panose="020B0506020202020204" pitchFamily="34" charset="0"/>
              </a:rPr>
              <a:t xml:space="preserve">: a virada do </a:t>
            </a:r>
            <a:r>
              <a:rPr lang="pt-BR" sz="1200" b="1">
                <a:solidFill>
                  <a:schemeClr val="tx1"/>
                </a:solidFill>
                <a:latin typeface="Arial Nova Cond" panose="020B0506020202020204" pitchFamily="34" charset="0"/>
              </a:rPr>
              <a:t>fluxo de execução</a:t>
            </a:r>
            <a:r>
              <a:rPr lang="pt-BR" sz="1200" b="0">
                <a:solidFill>
                  <a:schemeClr val="tx1"/>
                </a:solidFill>
                <a:latin typeface="Arial Nova Cond" panose="020B0506020202020204" pitchFamily="34" charset="0"/>
              </a:rPr>
              <a:t xml:space="preserve"> para o AXOL e a das </a:t>
            </a:r>
            <a:r>
              <a:rPr lang="pt-BR" sz="1200" b="1">
                <a:solidFill>
                  <a:schemeClr val="tx1"/>
                </a:solidFill>
                <a:latin typeface="Arial Nova Cond" panose="020B0506020202020204" pitchFamily="34" charset="0"/>
              </a:rPr>
              <a:t>pessoas</a:t>
            </a:r>
            <a:r>
              <a:rPr lang="pt-BR" sz="1200" b="0">
                <a:solidFill>
                  <a:schemeClr val="tx1"/>
                </a:solidFill>
                <a:latin typeface="Arial Nova Cond" panose="020B0506020202020204" pitchFamily="34" charset="0"/>
              </a:rPr>
              <a:t xml:space="preserve"> para o novo modo de trabalho. Ele leva ao Comitê Executivo </a:t>
            </a:r>
            <a:r>
              <a:rPr lang="pt-BR" sz="1200" b="1">
                <a:solidFill>
                  <a:schemeClr val="tx1"/>
                </a:solidFill>
                <a:latin typeface="Arial Nova Cond" panose="020B0506020202020204" pitchFamily="34" charset="0"/>
              </a:rPr>
              <a:t>um só Go/No-Go por onda</a:t>
            </a:r>
            <a:r>
              <a:rPr lang="pt-BR" sz="1200" b="0">
                <a:solidFill>
                  <a:schemeClr val="tx1"/>
                </a:solidFill>
                <a:latin typeface="Arial Nova Cond" panose="020B0506020202020204" pitchFamily="34" charset="0"/>
              </a:rPr>
              <a:t>:</a:t>
            </a:r>
            <a:endParaRPr lang="pt-BR" sz="1200" b="0">
              <a:solidFill>
                <a:schemeClr val="tx1"/>
              </a:solidFill>
              <a:latin typeface="Arial Nova Cond" panose="020B0506020202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BR" sz="1200" b="1">
                <a:solidFill>
                  <a:schemeClr val="tx1"/>
                </a:solidFill>
                <a:latin typeface="Arial Nova Cond" panose="020B0506020202020204" pitchFamily="34" charset="0"/>
              </a:rPr>
              <a:t>Um cronograma, não dois:</a:t>
            </a:r>
            <a:r>
              <a:rPr lang="pt-BR" sz="1200" b="0">
                <a:solidFill>
                  <a:schemeClr val="tx1"/>
                </a:solidFill>
                <a:latin typeface="Arial Nova Cond" panose="020B0506020202020204" pitchFamily="34" charset="0"/>
              </a:rPr>
              <a:t xml:space="preserve"> dependências dos fluxos de execução e prontidão das pessoas na mesma torre de controle</a:t>
            </a:r>
            <a:endParaRPr lang="pt-BR" sz="1200" b="0">
              <a:solidFill>
                <a:schemeClr val="tx1"/>
              </a:solidFill>
              <a:latin typeface="Arial Nova Cond" panose="020B0506020202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BR" sz="1200" b="1">
                <a:solidFill>
                  <a:schemeClr val="tx1"/>
                </a:solidFill>
                <a:latin typeface="Arial Nova Cond" panose="020B0506020202020204" pitchFamily="34" charset="0"/>
              </a:rPr>
              <a:t>Um gate triplo:</a:t>
            </a:r>
            <a:r>
              <a:rPr lang="pt-BR" sz="1200" b="0">
                <a:solidFill>
                  <a:schemeClr val="tx1"/>
                </a:solidFill>
                <a:latin typeface="Arial Nova Cond" panose="020B0506020202020204" pitchFamily="34" charset="0"/>
              </a:rPr>
              <a:t xml:space="preserve"> equivalência dos resultados, prontidão das pessoas e custo de execução em cloud decididos juntos</a:t>
            </a:r>
            <a:endParaRPr lang="pt-BR" sz="1200" b="0">
              <a:solidFill>
                <a:schemeClr val="tx1"/>
              </a:solidFill>
              <a:latin typeface="Arial Nova Cond" panose="020B0506020202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BR" sz="1200" b="1">
                <a:solidFill>
                  <a:schemeClr val="tx1"/>
                </a:solidFill>
                <a:latin typeface="Arial Nova Cond" panose="020B0506020202020204" pitchFamily="34" charset="0"/>
              </a:rPr>
              <a:t>Legado com data e dono:</a:t>
            </a:r>
            <a:r>
              <a:rPr lang="pt-BR" sz="1200" b="0">
                <a:solidFill>
                  <a:schemeClr val="tx1"/>
                </a:solidFill>
                <a:latin typeface="Arial Nova Cond" panose="020B0506020202020204" pitchFamily="34" charset="0"/>
              </a:rPr>
              <a:t xml:space="preserve"> o corte técnico só vale se a rotina local também for retirada</a:t>
            </a:r>
            <a:endParaRPr lang="pt-BR" sz="1200" b="0">
              <a:solidFill>
                <a:schemeClr val="tx1"/>
              </a:solidFill>
              <a:latin typeface="Arial Nova Cond" panose="020B0506020202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BR" sz="1200" b="1">
                <a:solidFill>
                  <a:schemeClr val="tx1"/>
                </a:solidFill>
                <a:latin typeface="Arial Nova Cond" panose="020B0506020202020204" pitchFamily="34" charset="0"/>
              </a:rPr>
              <a:t>Uma voz</a:t>
            </a:r>
            <a:r>
              <a:rPr lang="pt-BR" sz="1200" b="0">
                <a:solidFill>
                  <a:schemeClr val="tx1"/>
                </a:solidFill>
                <a:latin typeface="Arial Nova Cond" panose="020B0506020202020204" pitchFamily="34" charset="0"/>
              </a:rPr>
              <a:t xml:space="preserve"> para quem prepara, roda e valida cada rodada, transmitida pelo gestor direto</a:t>
            </a:r>
            <a:endParaRPr lang="pt-BR" sz="1200" b="0">
              <a:solidFill>
                <a:schemeClr val="tx1"/>
              </a:solidFill>
              <a:latin typeface="Arial Nova Cond" panose="020B0506020202020204" pitchFamily="34" charset="0"/>
            </a:endParaRPr>
          </a:p>
          <a:p>
            <a:r>
              <a:rPr lang="pt-BR" sz="1200" b="1">
                <a:solidFill>
                  <a:schemeClr val="tx1"/>
                </a:solidFill>
                <a:latin typeface="Arial Nova Cond" panose="020B0506020202020204" pitchFamily="34" charset="0"/>
              </a:rPr>
              <a:t xml:space="preserve">O ritmo de cada onda é o do </a:t>
            </a:r>
            <a:r>
              <a:rPr lang="pt-BR" sz="1200" b="1">
                <a:solidFill>
                  <a:schemeClr val="tx1"/>
                </a:solidFill>
                <a:latin typeface="Arial Nova Cond" panose="020B0506020202020204" pitchFamily="34" charset="0"/>
              </a:rPr>
              <a:t>critério mais lento</a:t>
            </a:r>
            <a:r>
              <a:rPr lang="pt-BR" sz="1200" b="1">
                <a:solidFill>
                  <a:schemeClr val="tx1"/>
                </a:solidFill>
                <a:latin typeface="Arial Nova Cond" panose="020B0506020202020204" pitchFamily="34" charset="0"/>
              </a:rPr>
              <a:t xml:space="preserve"> do gate triplo: a data é meta, o gate é regra. O valor é medido pelo </a:t>
            </a:r>
            <a:r>
              <a:rPr lang="pt-BR" sz="1200" b="1">
                <a:solidFill>
                  <a:schemeClr val="tx1"/>
                </a:solidFill>
                <a:latin typeface="Arial Nova Cond" panose="020B0506020202020204" pitchFamily="34" charset="0"/>
              </a:rPr>
              <a:t>uso real do AXOL</a:t>
            </a:r>
            <a:r>
              <a:rPr lang="pt-BR" sz="1200" b="1">
                <a:solidFill>
                  <a:schemeClr val="tx1"/>
                </a:solidFill>
                <a:latin typeface="Arial Nova Cond" panose="020B0506020202020204" pitchFamily="34" charset="0"/>
              </a:rPr>
              <a:t>, não por declaração.</a:t>
            </a:r>
            <a:endParaRPr lang="pt-BR" sz="1200" b="1">
              <a:solidFill>
                <a:schemeClr val="tx1"/>
              </a:solidFill>
              <a:latin typeface="Arial Nova Cond" panose="020B0506020202020204" pitchFamily="34" charset="0"/>
            </a:endParaRPr>
          </a:p>
        </p:txBody>
      </p:sp>
      <p:cxnSp>
        <p:nvCxnSpPr>
          <p:cNvPr id="2" name="Conector reto 1068">
            <a:extLst>
              <a:ext uri="{FF2B5EF4-FFF2-40B4-BE49-F238E27FC236}">
                <a16:creationId xmlns:a16="http://schemas.microsoft.com/office/drawing/2014/main" id="{06AD9D67-1838-87FA-9BE2-4F5093D18021}"/>
              </a:ext>
            </a:extLst>
          </p:cNvPr>
          <p:cNvCxnSpPr>
            <a:cxnSpLocks/>
            <a:stCxn id="1065" idx="2"/>
            <a:endCxn id="1058" idx="0"/>
          </p:cNvCxnSpPr>
          <p:nvPr/>
        </p:nvCxnSpPr>
        <p:spPr>
          <a:xfrm>
            <a:off x="9326880" y="2496312"/>
            <a:ext cx="0" cy="822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AutoShape 29">
            <a:extLst>
              <a:ext uri="{FF2B5EF4-FFF2-40B4-BE49-F238E27FC236}">
                <a16:creationId xmlns:a16="http://schemas.microsoft.com/office/drawing/2014/main" id="{59E7080F-4778-1E82-9017-334BC7C68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4364" y="1801368"/>
            <a:ext cx="2039112" cy="237744"/>
          </a:xfrm>
          <a:prstGeom prst="roundRect">
            <a:avLst>
              <a:gd name="adj" fmla="val 16667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noFill/>
            <a:round/>
            <a:headEnd/>
            <a:tailEnd/>
          </a:ln>
        </p:spPr>
        <p:txBody>
          <a:bodyPr anchorCtr="1" tIns="18288" bIns="18288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Arial Nova Cond" panose="020B0506020202020204" pitchFamily="34" charset="0"/>
                <a:ea typeface="Arial Unicode MS" pitchFamily="34" charset="-128"/>
              </a:rPr>
              <a:t>Programa AXOL (ONS)</a:t>
            </a:r>
            <a:endParaRPr kumimoji="0" lang="pt-BR" sz="1000" b="1" i="0" u="none" strike="noStrike" kern="0" cap="none" spc="0" normalizeH="0" baseline="0" noProof="0">
              <a:ln>
                <a:noFill/>
              </a:ln>
              <a:solidFill>
                <a:srgbClr val="002B49"/>
              </a:solidFill>
              <a:effectLst/>
              <a:uLnTx/>
              <a:uFillTx/>
              <a:latin typeface="Arial Nova Cond" panose="020B0506020202020204" pitchFamily="34" charset="0"/>
              <a:ea typeface="Arial Unicode MS" pitchFamily="34" charset="-128"/>
            </a:endParaRPr>
          </a:p>
        </p:txBody>
      </p:sp>
      <p:sp>
        <p:nvSpPr>
          <p:cNvPr id="16" name="Connector: Elbow 15"/>
          <p:cNvSpPr/>
          <p:nvPr/>
        </p:nvSpPr>
        <p:spPr>
          <a:xfrm>
            <a:off x="7680960" y="2039112"/>
            <a:ext cx="822960" cy="109728"/>
          </a:xfrm>
          <a:custGeom>
            <a:avLst/>
            <a:gdLst/>
            <a:ahLst/>
            <a:cxnLst/>
            <a:rect l="0" t="0" r="r" b="b"/>
            <a:pathLst>
              <a:path w="822960" h="109728" fill="none">
                <a:moveTo>
                  <a:pt x="822960" y="0"/>
                </a:moveTo>
                <a:lnTo>
                  <a:pt x="822960" y="54864"/>
                </a:lnTo>
                <a:lnTo>
                  <a:pt x="0" y="54864"/>
                </a:lnTo>
                <a:lnTo>
                  <a:pt x="0" y="109728"/>
                </a:lnTo>
              </a:path>
            </a:pathLst>
          </a:custGeom>
          <a:noFill/>
          <a:ln w="19050">
            <a:solidFill>
              <a:schemeClr val="accent1"/>
            </a:solidFill>
            <a:miter lim="800000"/>
          </a:ln>
        </p:spPr>
      </p:sp>
      <p:sp>
        <p:nvSpPr>
          <p:cNvPr id="17" name="Connector: Elbow 16"/>
          <p:cNvSpPr/>
          <p:nvPr/>
        </p:nvSpPr>
        <p:spPr>
          <a:xfrm>
            <a:off x="8503920" y="2039112"/>
            <a:ext cx="822960" cy="109728"/>
          </a:xfrm>
          <a:custGeom>
            <a:avLst/>
            <a:gdLst/>
            <a:ahLst/>
            <a:cxnLst/>
            <a:rect l="0" t="0" r="r" b="b"/>
            <a:pathLst>
              <a:path w="822960" h="109728" fill="none">
                <a:moveTo>
                  <a:pt x="0" y="0"/>
                </a:moveTo>
                <a:lnTo>
                  <a:pt x="0" y="54864"/>
                </a:lnTo>
                <a:lnTo>
                  <a:pt x="822960" y="54864"/>
                </a:lnTo>
                <a:lnTo>
                  <a:pt x="822960" y="109728"/>
                </a:lnTo>
              </a:path>
            </a:pathLst>
          </a:custGeom>
          <a:noFill/>
          <a:ln w="19050">
            <a:solidFill>
              <a:schemeClr val="accent1"/>
            </a:solidFill>
            <a:miter lim="800000"/>
          </a:ln>
        </p:spPr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38B54F-BC4B-F29B-37D3-EE0F1C5BABD2}"/>
              </a:ext>
            </a:extLst>
          </p:cNvPr>
          <p:cNvSpPr txBox="1"/>
          <p:nvPr/>
        </p:nvSpPr>
        <p:spPr>
          <a:xfrm>
            <a:off x="7223760" y="1591056"/>
            <a:ext cx="2560320" cy="182880"/>
          </a:xfrm>
          <a:prstGeom prst="rect">
            <a:avLst/>
          </a:prstGeom>
          <a:noFill/>
        </p:spPr>
        <p:txBody>
          <a:bodyPr wrap="square" rtlCol="0" anchor="ctr" lIns="0" tIns="0" rIns="0" bIns="0"/>
          <a:lstStyle/>
          <a:p>
            <a:pPr algn="ctr"/>
            <a:r>
              <a:rPr lang="pt-BR" sz="1000" i="0" b="1">
                <a:solidFill>
                  <a:schemeClr val="accent5"/>
                </a:solidFill>
                <a:latin typeface="Arial Nova Cond" panose="020B0506020202020204" pitchFamily="34" charset="0"/>
              </a:rPr>
              <a:t>Dois líderes, dois cronogramas</a:t>
            </a:r>
            <a:endParaRPr lang="pt-BR" sz="1000" i="0" b="1">
              <a:solidFill>
                <a:schemeClr val="accent5"/>
              </a:solidFill>
              <a:latin typeface="Arial Nova Cond" panose="020B0506020202020204" pitchFamily="34" charset="0"/>
            </a:endParaRPr>
          </a:p>
        </p:txBody>
      </p:sp>
      <p:sp>
        <p:nvSpPr>
          <p:cNvPr id="23" name="TextBox 30">
            <a:extLst>
              <a:ext uri="{FF2B5EF4-FFF2-40B4-BE49-F238E27FC236}">
                <a16:creationId xmlns:a16="http://schemas.microsoft.com/office/drawing/2014/main" id="{D4C0B7A7-3423-16DC-5424-D0B5A94C9BE6}"/>
              </a:ext>
            </a:extLst>
          </p:cNvPr>
          <p:cNvSpPr txBox="1"/>
          <p:nvPr/>
        </p:nvSpPr>
        <p:spPr>
          <a:xfrm>
            <a:off x="6995160" y="4443984"/>
            <a:ext cx="1371600" cy="420624"/>
          </a:xfrm>
          <a:prstGeom prst="rect">
            <a:avLst/>
          </a:prstGeom>
          <a:solidFill>
            <a:srgbClr val="5E8AB4"/>
          </a:solidFill>
        </p:spPr>
        <p:txBody>
          <a:bodyPr wrap="square" rtlCol="0" tIns="18288" bIns="18288" anchor="ctr"/>
          <a:lstStyle/>
          <a:p>
            <a:pPr algn="ctr"/>
            <a:r>
              <a:rPr lang="pt-BR" sz="1200" b="1">
                <a:solidFill>
                  <a:schemeClr val="bg1"/>
                </a:solidFill>
                <a:latin typeface="Arial Nova Cond" panose="020B0506020202020204" pitchFamily="34" charset="0"/>
              </a:rPr>
              <a:t>Consultores</a:t>
            </a:r>
            <a:endParaRPr lang="pt-BR" sz="1200" b="1">
              <a:solidFill>
                <a:schemeClr val="bg1"/>
              </a:solidFill>
              <a:latin typeface="Arial Nova Cond" panose="020B0506020202020204" pitchFamily="34" charset="0"/>
            </a:endParaRPr>
          </a:p>
          <a:p>
            <a:pPr algn="ctr"/>
            <a:r>
              <a:rPr lang="pt-BR" sz="1200" b="1">
                <a:solidFill>
                  <a:schemeClr val="bg1"/>
                </a:solidFill>
                <a:latin typeface="Arial Nova Cond" panose="020B0506020202020204" pitchFamily="34" charset="0"/>
              </a:rPr>
              <a:t>TMO</a:t>
            </a:r>
            <a:endParaRPr lang="pt-BR" sz="1200" b="1">
              <a:solidFill>
                <a:schemeClr val="bg1"/>
              </a:solidFill>
              <a:latin typeface="Arial Nova Cond" panose="020B0506020202020204" pitchFamily="34" charset="0"/>
            </a:endParaRPr>
          </a:p>
        </p:txBody>
      </p:sp>
      <p:sp>
        <p:nvSpPr>
          <p:cNvPr id="24" name="TextBox 56">
            <a:extLst>
              <a:ext uri="{FF2B5EF4-FFF2-40B4-BE49-F238E27FC236}">
                <a16:creationId xmlns:a16="http://schemas.microsoft.com/office/drawing/2014/main" id="{EF3482AD-2431-0606-17F8-4DD6C6DB1D0A}"/>
              </a:ext>
            </a:extLst>
          </p:cNvPr>
          <p:cNvSpPr txBox="1"/>
          <p:nvPr/>
        </p:nvSpPr>
        <p:spPr>
          <a:xfrm>
            <a:off x="8641080" y="4443984"/>
            <a:ext cx="1371600" cy="420624"/>
          </a:xfrm>
          <a:prstGeom prst="rect">
            <a:avLst/>
          </a:prstGeom>
          <a:solidFill>
            <a:srgbClr val="5E8AB4"/>
          </a:solidFill>
        </p:spPr>
        <p:txBody>
          <a:bodyPr wrap="none" rtlCol="0" tIns="18288" bIns="18288" anchor="ctr"/>
          <a:lstStyle/>
          <a:p>
            <a:pPr algn="ctr"/>
            <a:r>
              <a:rPr lang="pt-BR" sz="1200" b="1">
                <a:solidFill>
                  <a:schemeClr val="bg1"/>
                </a:solidFill>
                <a:latin typeface="Arial Nova Cond" panose="020B0506020202020204" pitchFamily="34" charset="0"/>
              </a:rPr>
              <a:t>Consultores</a:t>
            </a:r>
            <a:endParaRPr lang="pt-BR" sz="1200" b="1">
              <a:solidFill>
                <a:schemeClr val="bg1"/>
              </a:solidFill>
              <a:latin typeface="Arial Nova Cond" panose="020B0506020202020204" pitchFamily="34" charset="0"/>
            </a:endParaRPr>
          </a:p>
          <a:p>
            <a:pPr algn="ctr"/>
            <a:r>
              <a:rPr lang="pt-BR" sz="1200" b="1">
                <a:solidFill>
                  <a:schemeClr val="bg1"/>
                </a:solidFill>
                <a:latin typeface="Arial Nova Cond" panose="020B0506020202020204" pitchFamily="34" charset="0"/>
              </a:rPr>
              <a:t>GMO</a:t>
            </a:r>
            <a:endParaRPr lang="pt-BR" sz="1200" b="1">
              <a:solidFill>
                <a:schemeClr val="bg1"/>
              </a:solidFill>
              <a:latin typeface="Arial Nova Cond" panose="020B0506020202020204" pitchFamily="34" charset="0"/>
            </a:endParaRPr>
          </a:p>
        </p:txBody>
      </p:sp>
      <p:sp>
        <p:nvSpPr>
          <p:cNvPr id="25" name="AutoShape 29">
            <a:extLst>
              <a:ext uri="{FF2B5EF4-FFF2-40B4-BE49-F238E27FC236}">
                <a16:creationId xmlns:a16="http://schemas.microsoft.com/office/drawing/2014/main" id="{B179E5B3-1C4A-D78D-3A6A-0568FDF586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4364" y="3666744"/>
            <a:ext cx="2039112" cy="237744"/>
          </a:xfrm>
          <a:prstGeom prst="roundRect">
            <a:avLst>
              <a:gd name="adj" fmla="val 16667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noFill/>
            <a:round/>
            <a:headEnd/>
            <a:tailEnd/>
          </a:ln>
        </p:spPr>
        <p:txBody>
          <a:bodyPr anchorCtr="1" tIns="18288" bIns="18288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Arial Nova Cond" panose="020B0506020202020204" pitchFamily="34" charset="0"/>
                <a:ea typeface="Arial Unicode MS" pitchFamily="34" charset="-128"/>
              </a:rPr>
              <a:t>Programa AXOL (ONS)</a:t>
            </a:r>
            <a:endParaRPr kumimoji="0" lang="pt-BR" sz="1000" b="1" i="0" u="none" strike="noStrike" kern="0" cap="none" spc="0" normalizeH="0" baseline="0" noProof="0">
              <a:ln>
                <a:noFill/>
              </a:ln>
              <a:solidFill>
                <a:srgbClr val="002B49"/>
              </a:solidFill>
              <a:effectLst/>
              <a:uLnTx/>
              <a:uFillTx/>
              <a:latin typeface="Arial Nova Cond" panose="020B0506020202020204" pitchFamily="34" charset="0"/>
              <a:ea typeface="Arial Unicode MS" pitchFamily="34" charset="-128"/>
            </a:endParaRPr>
          </a:p>
        </p:txBody>
      </p:sp>
      <p:sp>
        <p:nvSpPr>
          <p:cNvPr id="26" name="Arrow: Notched Right 25">
            <a:extLst>
              <a:ext uri="{FF2B5EF4-FFF2-40B4-BE49-F238E27FC236}">
                <a16:creationId xmlns:a16="http://schemas.microsoft.com/office/drawing/2014/main" id="{60FA8AE1-9E69-58DD-9886-C6D0D1CB097D}"/>
              </a:ext>
            </a:extLst>
          </p:cNvPr>
          <p:cNvSpPr/>
          <p:nvPr/>
        </p:nvSpPr>
        <p:spPr>
          <a:xfrm rot="11724426">
            <a:off x="10049256" y="3790188"/>
            <a:ext cx="1554480" cy="868680"/>
          </a:xfrm>
          <a:prstGeom prst="notched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pt-BR" sz="1000" i="1">
              <a:solidFill>
                <a:schemeClr val="tx1"/>
              </a:solidFill>
              <a:latin typeface="Arial Nova Cond" panose="020B0506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D1563D7-2B7A-C793-3052-267D0CC27C35}"/>
              </a:ext>
            </a:extLst>
          </p:cNvPr>
          <p:cNvSpPr txBox="1"/>
          <p:nvPr/>
        </p:nvSpPr>
        <p:spPr>
          <a:xfrm rot="961387">
            <a:off x="10213848" y="4037076"/>
            <a:ext cx="118872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lang="pt-BR" sz="1000" b="1" i="1">
                <a:solidFill>
                  <a:schemeClr val="tx1"/>
                </a:solidFill>
                <a:latin typeface="Arial Nova Cond" panose="020B0506020202020204" pitchFamily="34" charset="0"/>
              </a:rPr>
              <a:t>Modelo Recomendado</a:t>
            </a:r>
            <a:endParaRPr lang="pt-BR" sz="1000" b="1" i="1">
              <a:solidFill>
                <a:schemeClr val="tx1"/>
              </a:solidFill>
              <a:latin typeface="Arial Nova Cond" panose="020B0506020202020204" pitchFamily="34" charset="0"/>
            </a:endParaRPr>
          </a:p>
          <a:p>
            <a:pPr algn="ctr"/>
            <a:r>
              <a:rPr lang="pt-BR" sz="1000" b="1" i="1">
                <a:solidFill>
                  <a:schemeClr val="tx1"/>
                </a:solidFill>
                <a:latin typeface="Arial Nova Cond" panose="020B0506020202020204" pitchFamily="34" charset="0"/>
              </a:rPr>
              <a:t>pela A&amp;M</a:t>
            </a:r>
            <a:endParaRPr lang="pt-BR" sz="1000" b="1" i="1">
              <a:solidFill>
                <a:schemeClr val="tx1"/>
              </a:solidFill>
              <a:latin typeface="Arial Nova Cond" panose="020B0506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15A7E46-19A4-F96F-888A-4F12A5E3F13C}"/>
              </a:ext>
            </a:extLst>
          </p:cNvPr>
          <p:cNvSpPr txBox="1"/>
          <p:nvPr/>
        </p:nvSpPr>
        <p:spPr>
          <a:xfrm>
            <a:off x="7223760" y="3456432"/>
            <a:ext cx="2560320" cy="182880"/>
          </a:xfrm>
          <a:prstGeom prst="rect">
            <a:avLst/>
          </a:prstGeom>
          <a:noFill/>
        </p:spPr>
        <p:txBody>
          <a:bodyPr wrap="square" rtlCol="0" anchor="ctr" lIns="0" tIns="0" rIns="0" bIns="0"/>
          <a:lstStyle/>
          <a:p>
            <a:pPr algn="ctr"/>
            <a:r>
              <a:rPr lang="pt-BR" sz="1000" i="0" b="1">
                <a:solidFill>
                  <a:schemeClr val="tx1"/>
                </a:solidFill>
                <a:latin typeface="Arial Nova Cond" panose="020B0506020202020204" pitchFamily="34" charset="0"/>
              </a:rPr>
              <a:t>Um líder, um cronograma</a:t>
            </a:r>
            <a:endParaRPr lang="pt-BR" sz="1000" i="0" b="1">
              <a:solidFill>
                <a:schemeClr val="tx1"/>
              </a:solidFill>
              <a:latin typeface="Arial Nova Cond" panose="020B0506020202020204" pitchFamily="34" charset="0"/>
            </a:endParaRPr>
          </a:p>
        </p:txBody>
      </p:sp>
      <p:sp>
        <p:nvSpPr>
          <p:cNvPr id="33" name="Connector: Elbow 32"/>
          <p:cNvSpPr/>
          <p:nvPr/>
        </p:nvSpPr>
        <p:spPr>
          <a:xfrm>
            <a:off x="7680960" y="4361688"/>
            <a:ext cx="822960" cy="82296"/>
          </a:xfrm>
          <a:custGeom>
            <a:avLst/>
            <a:gdLst/>
            <a:ahLst/>
            <a:cxnLst/>
            <a:rect l="0" t="0" r="r" b="b"/>
            <a:pathLst>
              <a:path w="822960" h="82296" fill="none">
                <a:moveTo>
                  <a:pt x="822960" y="0"/>
                </a:moveTo>
                <a:lnTo>
                  <a:pt x="822960" y="41148"/>
                </a:lnTo>
                <a:lnTo>
                  <a:pt x="0" y="41148"/>
                </a:lnTo>
                <a:lnTo>
                  <a:pt x="0" y="82296"/>
                </a:lnTo>
              </a:path>
            </a:pathLst>
          </a:custGeom>
          <a:noFill/>
          <a:ln w="19050">
            <a:solidFill>
              <a:schemeClr val="accent1"/>
            </a:solidFill>
            <a:miter lim="800000"/>
          </a:ln>
        </p:spPr>
      </p:sp>
      <p:sp>
        <p:nvSpPr>
          <p:cNvPr id="36" name="Connector: Elbow 35"/>
          <p:cNvSpPr/>
          <p:nvPr/>
        </p:nvSpPr>
        <p:spPr>
          <a:xfrm>
            <a:off x="8503920" y="4361688"/>
            <a:ext cx="822960" cy="82296"/>
          </a:xfrm>
          <a:custGeom>
            <a:avLst/>
            <a:gdLst/>
            <a:ahLst/>
            <a:cxnLst/>
            <a:rect l="0" t="0" r="r" b="b"/>
            <a:pathLst>
              <a:path w="822960" h="82296" fill="none">
                <a:moveTo>
                  <a:pt x="0" y="0"/>
                </a:moveTo>
                <a:lnTo>
                  <a:pt x="0" y="41148"/>
                </a:lnTo>
                <a:lnTo>
                  <a:pt x="822960" y="41148"/>
                </a:lnTo>
                <a:lnTo>
                  <a:pt x="822960" y="82296"/>
                </a:lnTo>
              </a:path>
            </a:pathLst>
          </a:custGeom>
          <a:noFill/>
          <a:ln w="19050">
            <a:solidFill>
              <a:schemeClr val="accent1"/>
            </a:solidFill>
            <a:miter lim="800000"/>
          </a:ln>
        </p:spPr>
      </p:sp>
    </p:spTree>
    <p:extLst>
      <p:ext uri="{BB962C8B-B14F-4D97-AF65-F5344CB8AC3E}">
        <p14:creationId xmlns:p14="http://schemas.microsoft.com/office/powerpoint/2010/main" val="3952715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1">
          <a:extLst>
            <a:ext uri="{FF2B5EF4-FFF2-40B4-BE49-F238E27FC236}">
              <a16:creationId xmlns:a16="http://schemas.microsoft.com/office/drawing/2014/main" id="{A7E06B1F-46D9-C248-8C24-D72D99801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62EC56FB-C0B7-3261-9493-E19C55C54C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lIns="0" tIns="0" rIns="0" bIns="0" anchor="t"/>
          <a:lstStyle/>
          <a:p>
            <a:r>
              <a:rPr lang="pt-BR"/>
              <a:t>A habilidade só se prova em rodada real, sob governança em três níveis</a:t>
            </a:r>
          </a:p>
        </p:txBody>
      </p:sp>
      <p:sp>
        <p:nvSpPr>
          <p:cNvPr id="61" name="Text Placeholder Etiqueta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/>
              <a:t>Metodologia e governança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52516FB-17E4-6842-3D2C-8BAA303B5E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/>
              <a:t>O ADKAR vira o ciclo de cada onda do AXOL: cada passo tem um mecanismo prático e um sinal lido na torre de controle, agregado por equipe e nunca por indivíduo. Três níveis de decisão sustentam o ritmo.</a:t>
            </a:r>
          </a:p>
        </p:txBody>
      </p:sp>
      <p:sp>
        <p:nvSpPr>
          <p:cNvPr id="40" name="Seta Governança 1">
            <a:extLst>
              <a:ext uri="{FF2B5EF4-FFF2-40B4-BE49-F238E27FC236}">
                <a16:creationId xmlns:a16="http://schemas.microsoft.com/office/drawing/2014/main" id="{BBE71882-4236-318D-3321-ACCB56E11F94}"/>
              </a:ext>
            </a:extLst>
          </p:cNvPr>
          <p:cNvSpPr/>
          <p:nvPr/>
        </p:nvSpPr>
        <p:spPr>
          <a:xfrm>
            <a:off x="466344" y="5431536"/>
            <a:ext cx="3721608" cy="822960"/>
          </a:xfrm>
          <a:prstGeom prst="rightArrow">
            <a:avLst>
              <a:gd name="adj1" fmla="val 85000"/>
              <a:gd name="adj2" fmla="val 42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28016" tIns="27432" rIns="45720" bIns="27432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pt-BR" sz="1000" b="1">
                <a:solidFill>
                  <a:srgbClr val="FFFFFF"/>
                </a:solidFill>
                <a:latin typeface="Arial Nova Cond" panose="020B0506020202020204" pitchFamily="34" charset="0"/>
              </a:rPr>
              <a:t>ESTRATÉGICO · Comitê Executivo · quinzenal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FFFFF"/>
                </a:solidFill>
                <a:latin typeface="Arial Nova Cond" panose="020B0506020202020204" pitchFamily="34" charset="0"/>
              </a:rPr>
              <a:t>Decide o </a:t>
            </a:r>
            <a:r>
              <a:rPr lang="pt-BR" sz="1000" b="1">
                <a:solidFill>
                  <a:srgbClr val="FFFFFF"/>
                </a:solidFill>
                <a:latin typeface="Arial Nova Cond" panose="020B0506020202020204" pitchFamily="34" charset="0"/>
              </a:rPr>
              <a:t>Go/No-Go de cada onda</a:t>
            </a:r>
            <a:r>
              <a:rPr lang="pt-BR" sz="1000">
                <a:solidFill>
                  <a:srgbClr val="FFFFFF"/>
                </a:solidFill>
                <a:latin typeface="Arial Nova Cond" panose="020B0506020202020204" pitchFamily="34" charset="0"/>
              </a:rPr>
              <a:t> e os quality gates (QG1 a QG4); escala riscos e desvios do custo de execução.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FF85158-14EF-F8C3-BE8B-1090DB315648}"/>
              </a:ext>
            </a:extLst>
          </p:cNvPr>
          <p:cNvGrpSpPr/>
          <p:nvPr/>
        </p:nvGrpSpPr>
        <p:grpSpPr>
          <a:xfrm>
            <a:off x="466344" y="3264408"/>
            <a:ext cx="11256264" cy="274320"/>
            <a:chOff x="762696" y="2542477"/>
            <a:chExt cx="10958155" cy="458657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2B15ED6-191E-CD0B-02D7-E99D6A13320B}"/>
                </a:ext>
              </a:extLst>
            </p:cNvPr>
            <p:cNvSpPr/>
            <p:nvPr/>
          </p:nvSpPr>
          <p:spPr>
            <a:xfrm>
              <a:off x="762696" y="2542477"/>
              <a:ext cx="10958155" cy="45865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0A3D38A-6504-F077-FBF7-D80197716D66}"/>
                </a:ext>
              </a:extLst>
            </p:cNvPr>
            <p:cNvCxnSpPr>
              <a:cxnSpLocks/>
              <a:stCxn id="2" idx="1"/>
              <a:endCxn id="2" idx="3"/>
            </p:cNvCxnSpPr>
            <p:nvPr/>
          </p:nvCxnSpPr>
          <p:spPr>
            <a:xfrm>
              <a:off x="762696" y="2771806"/>
              <a:ext cx="10958155" cy="0"/>
            </a:xfrm>
            <a:prstGeom prst="line">
              <a:avLst/>
            </a:prstGeom>
            <a:ln w="9525">
              <a:solidFill>
                <a:schemeClr val="bg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18">
            <a:extLst>
              <a:ext uri="{FF2B5EF4-FFF2-40B4-BE49-F238E27FC236}">
                <a16:creationId xmlns:a16="http://schemas.microsoft.com/office/drawing/2014/main" id="{CB231FEF-FC25-2B3B-B551-6FDDAD3A2BEB}"/>
              </a:ext>
            </a:extLst>
          </p:cNvPr>
          <p:cNvSpPr txBox="1"/>
          <p:nvPr/>
        </p:nvSpPr>
        <p:spPr>
          <a:xfrm>
            <a:off x="5091151" y="1975104"/>
            <a:ext cx="2011680" cy="475488"/>
          </a:xfrm>
          <a:prstGeom prst="rect">
            <a:avLst/>
          </a:prstGeom>
          <a:noFill/>
        </p:spPr>
        <p:txBody>
          <a:bodyPr wrap="square" lIns="0" rIns="0" tIns="0" bIns="0" rtlCol="0" anchor="ctr">
            <a:noAutofit/>
          </a:bodyPr>
          <a:lstStyle/>
          <a:p>
            <a:pPr algn="ctr" defTabSz="914309">
              <a:lnSpc>
                <a:spcPct val="90000"/>
              </a:lnSpc>
            </a:pPr>
            <a:r>
              <a:rPr lang="pt-BR" sz="1600" b="1">
                <a:solidFill>
                  <a:schemeClr val="accent2"/>
                </a:solidFill>
                <a:latin typeface="Arial Nova Cond" panose="020B0506020202020204" pitchFamily="34" charset="0"/>
                <a:cs typeface="Poppins" pitchFamily="2" charset="77"/>
              </a:rPr>
              <a:t>KNOWLEDGE</a:t>
            </a:r>
          </a:p>
          <a:p>
            <a:pPr algn="ctr" defTabSz="914309">
              <a:lnSpc>
                <a:spcPct val="90000"/>
              </a:lnSpc>
            </a:pPr>
            <a:r>
              <a:rPr lang="pt-BR" sz="1600" b="1">
                <a:solidFill>
                  <a:schemeClr val="accent2"/>
                </a:solidFill>
                <a:latin typeface="Arial Nova Cond" panose="020B0506020202020204" pitchFamily="34" charset="0"/>
                <a:cs typeface="Poppins" pitchFamily="2" charset="77"/>
              </a:rPr>
              <a:t>CONHECIMENTO</a:t>
            </a:r>
          </a:p>
        </p:txBody>
      </p:sp>
      <p:sp>
        <p:nvSpPr>
          <p:cNvPr id="48" name="Subtitle 2">
            <a:extLst>
              <a:ext uri="{FF2B5EF4-FFF2-40B4-BE49-F238E27FC236}">
                <a16:creationId xmlns:a16="http://schemas.microsoft.com/office/drawing/2014/main" id="{8FBCA40A-014D-0807-486A-68587979ACAA}"/>
              </a:ext>
            </a:extLst>
          </p:cNvPr>
          <p:cNvSpPr txBox="1">
            <a:spLocks/>
          </p:cNvSpPr>
          <p:nvPr/>
        </p:nvSpPr>
        <p:spPr>
          <a:xfrm>
            <a:off x="5091151" y="3785616"/>
            <a:ext cx="2011680" cy="118872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7160" indent="-13716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A46"/>
              </a:buClr>
              <a:buFont typeface="Arial" panose="020B0604020202020204" pitchFamily="34" charset="0"/>
              <a:buChar char="•"/>
            </a:pPr>
            <a:r>
              <a:rPr lang="pt-BR" sz="1000" b="1">
                <a:solidFill>
                  <a:srgbClr val="002A46"/>
                </a:solidFill>
                <a:latin typeface="Arial Nova Cond" panose="020B0506020202020204" pitchFamily="34" charset="0"/>
              </a:rPr>
              <a:t>Laboratório AXOL</a:t>
            </a:r>
            <a:r>
              <a:rPr lang="pt-BR" sz="1000">
                <a:solidFill>
                  <a:srgbClr val="002A46"/>
                </a:solidFill>
                <a:latin typeface="Arial Nova Cond" panose="020B0506020202020204" pitchFamily="34" charset="0"/>
              </a:rPr>
              <a:t> (sandbox): reproduzir um ciclo passado e reconciliar</a:t>
            </a:r>
          </a:p>
          <a:p>
            <a:pPr marL="137160" indent="-13716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A46"/>
              </a:buClr>
              <a:buFont typeface="Arial" panose="020B0604020202020204" pitchFamily="34" charset="0"/>
              <a:buChar char="•"/>
            </a:pPr>
            <a:r>
              <a:rPr lang="pt-BR" sz="1000" b="1">
                <a:solidFill>
                  <a:srgbClr val="002A46"/>
                </a:solidFill>
                <a:latin typeface="Arial Nova Cond" panose="020B0506020202020204" pitchFamily="34" charset="0"/>
              </a:rPr>
              <a:t>Assistente de IA generativa</a:t>
            </a:r>
            <a:r>
              <a:rPr lang="pt-BR" sz="1000">
                <a:solidFill>
                  <a:srgbClr val="002A46"/>
                </a:solidFill>
                <a:latin typeface="Arial Nova Cond" panose="020B0506020202020204" pitchFamily="34" charset="0"/>
              </a:rPr>
              <a:t> sobre manuais aprovados¹</a:t>
            </a:r>
          </a:p>
          <a:p>
            <a:pPr marL="137160" indent="-13716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A46"/>
              </a:buClr>
              <a:buFont typeface="Arial" panose="020B0604020202020204" pitchFamily="34" charset="0"/>
              <a:buChar char="•"/>
            </a:pPr>
            <a:r>
              <a:rPr lang="pt-BR" sz="1000" b="1">
                <a:solidFill>
                  <a:srgbClr val="002A46"/>
                </a:solidFill>
                <a:latin typeface="Arial Nova Cond" panose="020B0506020202020204" pitchFamily="34" charset="0"/>
              </a:rPr>
              <a:t>Agentes de mudança</a:t>
            </a:r>
            <a:r>
              <a:rPr lang="pt-BR" sz="1000">
                <a:solidFill>
                  <a:srgbClr val="002A46"/>
                </a:solidFill>
                <a:latin typeface="Arial Nova Cond" panose="020B0506020202020204" pitchFamily="34" charset="0"/>
              </a:rPr>
              <a:t> replicam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EDB260-C8F4-4AB4-1160-9C347A065DF9}"/>
              </a:ext>
            </a:extLst>
          </p:cNvPr>
          <p:cNvSpPr txBox="1"/>
          <p:nvPr/>
        </p:nvSpPr>
        <p:spPr>
          <a:xfrm>
            <a:off x="5091151" y="2505456"/>
            <a:ext cx="2011680" cy="53035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2A46"/>
                </a:solidFill>
                <a:latin typeface="Arial Nova Cond" panose="020B0506020202020204" pitchFamily="34" charset="0"/>
              </a:rPr>
              <a:t>A mudança exige </a:t>
            </a:r>
            <a:r>
              <a:rPr lang="pt-BR" sz="1100" b="1">
                <a:solidFill>
                  <a:srgbClr val="002A46"/>
                </a:solidFill>
                <a:latin typeface="Arial Nova Cond" panose="020B0506020202020204" pitchFamily="34" charset="0"/>
              </a:rPr>
              <a:t>saber como</a:t>
            </a:r>
            <a:r>
              <a:rPr lang="pt-BR" sz="1100">
                <a:solidFill>
                  <a:srgbClr val="002A46"/>
                </a:solidFill>
                <a:latin typeface="Arial Nova Cond" panose="020B0506020202020204" pitchFamily="34" charset="0"/>
              </a:rPr>
              <a:t>: aprender o AXOL com casos reais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025066C-E08D-EB08-8781-1AB8D3E7C5AC}"/>
              </a:ext>
            </a:extLst>
          </p:cNvPr>
          <p:cNvGrpSpPr/>
          <p:nvPr/>
        </p:nvGrpSpPr>
        <p:grpSpPr>
          <a:xfrm>
            <a:off x="5822671" y="3127248"/>
            <a:ext cx="548640" cy="548640"/>
            <a:chOff x="6184437" y="3471871"/>
            <a:chExt cx="640080" cy="640080"/>
          </a:xfrm>
        </p:grpSpPr>
        <p:sp>
          <p:nvSpPr>
            <p:cNvPr id="9" name="Oval 1">
              <a:extLst>
                <a:ext uri="{FF2B5EF4-FFF2-40B4-BE49-F238E27FC236}">
                  <a16:creationId xmlns:a16="http://schemas.microsoft.com/office/drawing/2014/main" id="{4192A80B-B78D-70C1-57D1-7C860E95AC8A}"/>
                </a:ext>
              </a:extLst>
            </p:cNvPr>
            <p:cNvSpPr/>
            <p:nvPr/>
          </p:nvSpPr>
          <p:spPr>
            <a:xfrm>
              <a:off x="6184437" y="3471871"/>
              <a:ext cx="640080" cy="6400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09"/>
              <a:endParaRPr lang="pt-BR" sz="934">
                <a:solidFill>
                  <a:srgbClr val="FFFFFF"/>
                </a:solidFill>
                <a:latin typeface="Arial Nova Cond" panose="020B0506020202020204" pitchFamily="34" charset="0"/>
              </a:endParaRPr>
            </a:p>
          </p:txBody>
        </p:sp>
        <p:pic>
          <p:nvPicPr>
            <p:cNvPr id="24" name="Graphic 23" descr="Ícone: cabeça com lâmpada (ideia)">
              <a:extLst>
                <a:ext uri="{FF2B5EF4-FFF2-40B4-BE49-F238E27FC236}">
                  <a16:creationId xmlns:a16="http://schemas.microsoft.com/office/drawing/2014/main" id="{5334E792-DCAE-0FDF-DB7B-26D597061C2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30157" y="3517591"/>
              <a:ext cx="548640" cy="548640"/>
            </a:xfrm>
            <a:prstGeom prst="rect">
              <a:avLst/>
            </a:prstGeom>
          </p:spPr>
        </p:pic>
      </p:grpSp>
      <p:sp>
        <p:nvSpPr>
          <p:cNvPr id="19" name="TextBox 16">
            <a:extLst>
              <a:ext uri="{FF2B5EF4-FFF2-40B4-BE49-F238E27FC236}">
                <a16:creationId xmlns:a16="http://schemas.microsoft.com/office/drawing/2014/main" id="{671FFF55-4DF7-00B0-96A3-9A5FB0C18E65}"/>
              </a:ext>
            </a:extLst>
          </p:cNvPr>
          <p:cNvSpPr txBox="1"/>
          <p:nvPr/>
        </p:nvSpPr>
        <p:spPr>
          <a:xfrm>
            <a:off x="705688" y="1975104"/>
            <a:ext cx="2011680" cy="475488"/>
          </a:xfrm>
          <a:prstGeom prst="rect">
            <a:avLst/>
          </a:prstGeom>
          <a:noFill/>
        </p:spPr>
        <p:txBody>
          <a:bodyPr wrap="square" lIns="0" rIns="0" tIns="0" bIns="0" rtlCol="0" anchor="ctr">
            <a:noAutofit/>
          </a:bodyPr>
          <a:lstStyle/>
          <a:p>
            <a:pPr algn="ctr" defTabSz="914309">
              <a:lnSpc>
                <a:spcPct val="90000"/>
              </a:lnSpc>
            </a:pPr>
            <a:r>
              <a:rPr lang="pt-BR" sz="1600" b="1">
                <a:solidFill>
                  <a:schemeClr val="accent1"/>
                </a:solidFill>
                <a:latin typeface="Arial Nova Cond" panose="020B0506020202020204" pitchFamily="34" charset="0"/>
                <a:cs typeface="Poppins" pitchFamily="2" charset="77"/>
              </a:rPr>
              <a:t>AWARENESS</a:t>
            </a:r>
          </a:p>
          <a:p>
            <a:pPr algn="ctr" defTabSz="914309">
              <a:lnSpc>
                <a:spcPct val="90000"/>
              </a:lnSpc>
            </a:pPr>
            <a:r>
              <a:rPr lang="pt-BR" sz="1600" b="1">
                <a:solidFill>
                  <a:schemeClr val="accent1"/>
                </a:solidFill>
                <a:latin typeface="Arial Nova Cond" panose="020B0506020202020204" pitchFamily="34" charset="0"/>
                <a:cs typeface="Poppins" pitchFamily="2" charset="77"/>
              </a:rPr>
              <a:t>CONSCIÊNCIA</a:t>
            </a:r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C30D075D-3245-F724-1751-25F28D65704A}"/>
              </a:ext>
            </a:extLst>
          </p:cNvPr>
          <p:cNvSpPr txBox="1">
            <a:spLocks/>
          </p:cNvSpPr>
          <p:nvPr/>
        </p:nvSpPr>
        <p:spPr>
          <a:xfrm>
            <a:off x="705688" y="3785616"/>
            <a:ext cx="2011680" cy="118872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7160" indent="-13716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A46"/>
              </a:buClr>
              <a:buFont typeface="Arial" panose="020B0604020202020204" pitchFamily="34" charset="0"/>
              <a:buChar char="•"/>
            </a:pPr>
            <a:r>
              <a:rPr lang="pt-BR" sz="1000" b="1">
                <a:solidFill>
                  <a:srgbClr val="002A46"/>
                </a:solidFill>
                <a:latin typeface="Arial Nova Cond" panose="020B0506020202020204" pitchFamily="34" charset="0"/>
              </a:rPr>
              <a:t>Mapa de impactos</a:t>
            </a:r>
            <a:r>
              <a:rPr lang="pt-BR" sz="1000">
                <a:solidFill>
                  <a:srgbClr val="002A46"/>
                </a:solidFill>
                <a:latin typeface="Arial Nova Cond" panose="020B0506020202020204" pitchFamily="34" charset="0"/>
              </a:rPr>
              <a:t> por papel (1 a 5): prepara, roda e valida</a:t>
            </a:r>
          </a:p>
          <a:p>
            <a:pPr marL="137160" indent="-13716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A46"/>
              </a:buClr>
              <a:buFont typeface="Arial" panose="020B0604020202020204" pitchFamily="34" charset="0"/>
              <a:buChar char="•"/>
            </a:pPr>
            <a:r>
              <a:rPr lang="pt-BR" sz="1000" b="1">
                <a:solidFill>
                  <a:srgbClr val="002A46"/>
                </a:solidFill>
                <a:latin typeface="Arial Nova Cond" panose="020B0506020202020204" pitchFamily="34" charset="0"/>
              </a:rPr>
              <a:t>Patrocínio visível</a:t>
            </a:r>
            <a:r>
              <a:rPr lang="pt-BR" sz="1000">
                <a:solidFill>
                  <a:srgbClr val="002A46"/>
                </a:solidFill>
                <a:latin typeface="Arial Nova Cond" panose="020B0506020202020204" pitchFamily="34" charset="0"/>
              </a:rPr>
              <a:t> do Comitê Executivo</a:t>
            </a:r>
          </a:p>
          <a:p>
            <a:pPr marL="137160" indent="-13716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A46"/>
              </a:buClr>
              <a:buFont typeface="Arial" panose="020B0604020202020204" pitchFamily="34" charset="0"/>
              <a:buChar char="•"/>
            </a:pPr>
            <a:r>
              <a:rPr lang="pt-BR" sz="1000">
                <a:solidFill>
                  <a:srgbClr val="002A46"/>
                </a:solidFill>
                <a:latin typeface="Arial Nova Cond" panose="020B0506020202020204" pitchFamily="34" charset="0"/>
              </a:rPr>
              <a:t>Comunicação por onda, </a:t>
            </a:r>
            <a:r>
              <a:rPr lang="pt-BR" sz="1000" b="1">
                <a:solidFill>
                  <a:srgbClr val="002A46"/>
                </a:solidFill>
                <a:latin typeface="Arial Nova Cond" panose="020B0506020202020204" pitchFamily="34" charset="0"/>
              </a:rPr>
              <a:t>pelo gestor direto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58E38E-ED53-D475-10FF-E107FCCFE878}"/>
              </a:ext>
            </a:extLst>
          </p:cNvPr>
          <p:cNvSpPr txBox="1"/>
          <p:nvPr/>
        </p:nvSpPr>
        <p:spPr>
          <a:xfrm>
            <a:off x="705688" y="2505456"/>
            <a:ext cx="2011680" cy="53035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2A46"/>
                </a:solidFill>
                <a:latin typeface="Arial Nova Cond" panose="020B0506020202020204" pitchFamily="34" charset="0"/>
              </a:rPr>
              <a:t>A mudança começa em </a:t>
            </a:r>
            <a:r>
              <a:rPr lang="pt-BR" sz="1100" b="1">
                <a:solidFill>
                  <a:srgbClr val="002A46"/>
                </a:solidFill>
                <a:latin typeface="Arial Nova Cond" panose="020B0506020202020204" pitchFamily="34" charset="0"/>
              </a:rPr>
              <a:t>entender o que muda</a:t>
            </a:r>
            <a:r>
              <a:rPr lang="pt-BR" sz="1100">
                <a:solidFill>
                  <a:srgbClr val="002A46"/>
                </a:solidFill>
                <a:latin typeface="Arial Nova Cond" panose="020B0506020202020204" pitchFamily="34" charset="0"/>
              </a:rPr>
              <a:t> no trabalho de cada papel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3240D83-4F48-7B55-0F52-ED7DD3852722}"/>
              </a:ext>
            </a:extLst>
          </p:cNvPr>
          <p:cNvGrpSpPr/>
          <p:nvPr/>
        </p:nvGrpSpPr>
        <p:grpSpPr>
          <a:xfrm>
            <a:off x="1437208" y="3127248"/>
            <a:ext cx="548640" cy="548640"/>
            <a:chOff x="2094161" y="3471871"/>
            <a:chExt cx="640080" cy="640080"/>
          </a:xfrm>
        </p:grpSpPr>
        <p:sp>
          <p:nvSpPr>
            <p:cNvPr id="5" name="Oval 1">
              <a:extLst>
                <a:ext uri="{FF2B5EF4-FFF2-40B4-BE49-F238E27FC236}">
                  <a16:creationId xmlns:a16="http://schemas.microsoft.com/office/drawing/2014/main" id="{7EEB2D44-AE1F-B232-F123-9D4EF2726EF1}"/>
                </a:ext>
              </a:extLst>
            </p:cNvPr>
            <p:cNvSpPr/>
            <p:nvPr/>
          </p:nvSpPr>
          <p:spPr>
            <a:xfrm>
              <a:off x="2094161" y="3471871"/>
              <a:ext cx="640080" cy="64008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09"/>
              <a:endParaRPr lang="pt-BR" sz="934">
                <a:solidFill>
                  <a:srgbClr val="FFFFFF"/>
                </a:solidFill>
                <a:latin typeface="Arial Nova Cond" panose="020B0506020202020204" pitchFamily="34" charset="0"/>
              </a:endParaRPr>
            </a:p>
          </p:txBody>
        </p:sp>
        <p:pic>
          <p:nvPicPr>
            <p:cNvPr id="26" name="Graphic 25" descr="Ícone: lâmpada com engrenagem">
              <a:extLst>
                <a:ext uri="{FF2B5EF4-FFF2-40B4-BE49-F238E27FC236}">
                  <a16:creationId xmlns:a16="http://schemas.microsoft.com/office/drawing/2014/main" id="{32CB423C-BEBB-BA33-CF12-283B18ADAB9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139881" y="3517591"/>
              <a:ext cx="548640" cy="548640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689AD98-D00D-3239-46F7-B63F283C6CCC}"/>
              </a:ext>
            </a:extLst>
          </p:cNvPr>
          <p:cNvGrpSpPr/>
          <p:nvPr/>
        </p:nvGrpSpPr>
        <p:grpSpPr>
          <a:xfrm>
            <a:off x="466344" y="1444752"/>
            <a:ext cx="11256264" cy="457200"/>
            <a:chOff x="466344" y="1444752"/>
            <a:chExt cx="11256264" cy="457200"/>
          </a:xfrm>
        </p:grpSpPr>
        <p:sp>
          <p:nvSpPr>
            <p:cNvPr id="27" name="Right Arrow 25">
              <a:extLst>
                <a:ext uri="{FF2B5EF4-FFF2-40B4-BE49-F238E27FC236}">
                  <a16:creationId xmlns:a16="http://schemas.microsoft.com/office/drawing/2014/main" id="{EBFB20E8-125A-A577-A3CE-9FFC0713580D}"/>
                </a:ext>
              </a:extLst>
            </p:cNvPr>
            <p:cNvSpPr/>
            <p:nvPr/>
          </p:nvSpPr>
          <p:spPr>
            <a:xfrm>
              <a:off x="9237269" y="1444752"/>
              <a:ext cx="2485339" cy="457200"/>
            </a:xfrm>
            <a:prstGeom prst="rightArrow">
              <a:avLst>
                <a:gd name="adj1" fmla="val 50000"/>
                <a:gd name="adj2" fmla="val 62857"/>
              </a:avLst>
            </a:prstGeom>
            <a:solidFill>
              <a:schemeClr val="accent3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09"/>
              <a:endParaRPr lang="pt-BR" sz="934">
                <a:solidFill>
                  <a:srgbClr val="FFFFFF"/>
                </a:solidFill>
                <a:latin typeface="Arial Nova Cond" panose="020B0506020202020204" pitchFamily="34" charset="0"/>
              </a:endParaRPr>
            </a:p>
          </p:txBody>
        </p:sp>
        <p:sp>
          <p:nvSpPr>
            <p:cNvPr id="28" name="Right Arrow 24">
              <a:extLst>
                <a:ext uri="{FF2B5EF4-FFF2-40B4-BE49-F238E27FC236}">
                  <a16:creationId xmlns:a16="http://schemas.microsoft.com/office/drawing/2014/main" id="{DE7986DA-A70D-9637-7169-D386DC69B1BC}"/>
                </a:ext>
              </a:extLst>
            </p:cNvPr>
            <p:cNvSpPr/>
            <p:nvPr/>
          </p:nvSpPr>
          <p:spPr>
            <a:xfrm>
              <a:off x="7044538" y="1444752"/>
              <a:ext cx="2485339" cy="457200"/>
            </a:xfrm>
            <a:prstGeom prst="rightArrow">
              <a:avLst>
                <a:gd name="adj1" fmla="val 50000"/>
                <a:gd name="adj2" fmla="val 62857"/>
              </a:avLst>
            </a:prstGeom>
            <a:solidFill>
              <a:srgbClr val="A0BD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09"/>
              <a:endParaRPr lang="pt-BR" sz="934">
                <a:solidFill>
                  <a:srgbClr val="FFFFFF"/>
                </a:solidFill>
                <a:latin typeface="Arial Nova Cond" panose="020B0506020202020204" pitchFamily="34" charset="0"/>
              </a:endParaRPr>
            </a:p>
          </p:txBody>
        </p:sp>
        <p:sp>
          <p:nvSpPr>
            <p:cNvPr id="29" name="Right Arrow 23">
              <a:extLst>
                <a:ext uri="{FF2B5EF4-FFF2-40B4-BE49-F238E27FC236}">
                  <a16:creationId xmlns:a16="http://schemas.microsoft.com/office/drawing/2014/main" id="{A0B82459-2B31-1393-43E4-09C660BC92FB}"/>
                </a:ext>
              </a:extLst>
            </p:cNvPr>
            <p:cNvSpPr/>
            <p:nvPr/>
          </p:nvSpPr>
          <p:spPr>
            <a:xfrm>
              <a:off x="4851806" y="1444752"/>
              <a:ext cx="2485339" cy="457200"/>
            </a:xfrm>
            <a:prstGeom prst="rightArrow">
              <a:avLst>
                <a:gd name="adj1" fmla="val 50000"/>
                <a:gd name="adj2" fmla="val 62857"/>
              </a:avLst>
            </a:prstGeom>
            <a:solidFill>
              <a:srgbClr val="5E8A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09"/>
              <a:endParaRPr lang="pt-BR" sz="934">
                <a:solidFill>
                  <a:srgbClr val="FFFFFF"/>
                </a:solidFill>
                <a:latin typeface="Arial Nova Cond" panose="020B0506020202020204" pitchFamily="34" charset="0"/>
              </a:endParaRPr>
            </a:p>
          </p:txBody>
        </p:sp>
        <p:sp>
          <p:nvSpPr>
            <p:cNvPr id="30" name="Right Arrow 22">
              <a:extLst>
                <a:ext uri="{FF2B5EF4-FFF2-40B4-BE49-F238E27FC236}">
                  <a16:creationId xmlns:a16="http://schemas.microsoft.com/office/drawing/2014/main" id="{E265C1E8-24F5-12E5-5E02-DA0C6F4E70A0}"/>
                </a:ext>
              </a:extLst>
            </p:cNvPr>
            <p:cNvSpPr/>
            <p:nvPr/>
          </p:nvSpPr>
          <p:spPr>
            <a:xfrm>
              <a:off x="2659075" y="1444752"/>
              <a:ext cx="2485339" cy="457200"/>
            </a:xfrm>
            <a:prstGeom prst="rightArrow">
              <a:avLst>
                <a:gd name="adj1" fmla="val 50000"/>
                <a:gd name="adj2" fmla="val 62857"/>
              </a:avLst>
            </a:prstGeom>
            <a:solidFill>
              <a:srgbClr val="3354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09"/>
              <a:endParaRPr lang="pt-BR" sz="934">
                <a:solidFill>
                  <a:srgbClr val="FFFFFF"/>
                </a:solidFill>
                <a:latin typeface="Arial Nova Cond" panose="020B0506020202020204" pitchFamily="34" charset="0"/>
              </a:endParaRPr>
            </a:p>
          </p:txBody>
        </p:sp>
        <p:sp>
          <p:nvSpPr>
            <p:cNvPr id="31" name="Right Arrow 21">
              <a:extLst>
                <a:ext uri="{FF2B5EF4-FFF2-40B4-BE49-F238E27FC236}">
                  <a16:creationId xmlns:a16="http://schemas.microsoft.com/office/drawing/2014/main" id="{21373278-7C7E-4524-8C4F-2F58EC8FDA04}"/>
                </a:ext>
              </a:extLst>
            </p:cNvPr>
            <p:cNvSpPr/>
            <p:nvPr/>
          </p:nvSpPr>
          <p:spPr>
            <a:xfrm>
              <a:off x="466344" y="1444752"/>
              <a:ext cx="2485339" cy="457200"/>
            </a:xfrm>
            <a:prstGeom prst="rightArrow">
              <a:avLst>
                <a:gd name="adj1" fmla="val 50000"/>
                <a:gd name="adj2" fmla="val 62857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09"/>
              <a:endParaRPr lang="pt-BR" sz="934">
                <a:solidFill>
                  <a:srgbClr val="FFFFFF"/>
                </a:solidFill>
                <a:latin typeface="Arial Nova Cond" panose="020B0506020202020204" pitchFamily="34" charset="0"/>
              </a:endParaRPr>
            </a:p>
          </p:txBody>
        </p:sp>
        <p:sp>
          <p:nvSpPr>
            <p:cNvPr id="32" name="TextBox 26">
              <a:extLst>
                <a:ext uri="{FF2B5EF4-FFF2-40B4-BE49-F238E27FC236}">
                  <a16:creationId xmlns:a16="http://schemas.microsoft.com/office/drawing/2014/main" id="{4C72B7A2-F449-E8EB-192D-32977482623D}"/>
                </a:ext>
              </a:extLst>
            </p:cNvPr>
            <p:cNvSpPr txBox="1"/>
            <p:nvPr/>
          </p:nvSpPr>
          <p:spPr>
            <a:xfrm>
              <a:off x="888568" y="1527048"/>
              <a:ext cx="1645920" cy="29260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b="1">
                  <a:solidFill>
                    <a:srgbClr val="FFFFFF"/>
                  </a:solidFill>
                  <a:latin typeface="Arial Nova Cond" panose="020B0506020202020204" pitchFamily="34" charset="0"/>
                </a:rPr>
                <a:t>1 MAPEAR</a:t>
              </a:r>
            </a:p>
          </p:txBody>
        </p:sp>
        <p:sp>
          <p:nvSpPr>
            <p:cNvPr id="33" name="TextBox 27">
              <a:extLst>
                <a:ext uri="{FF2B5EF4-FFF2-40B4-BE49-F238E27FC236}">
                  <a16:creationId xmlns:a16="http://schemas.microsoft.com/office/drawing/2014/main" id="{D03B3E4A-6B25-7F03-0618-69BD14976462}"/>
                </a:ext>
              </a:extLst>
            </p:cNvPr>
            <p:cNvSpPr txBox="1"/>
            <p:nvPr/>
          </p:nvSpPr>
          <p:spPr>
            <a:xfrm>
              <a:off x="3081299" y="1527048"/>
              <a:ext cx="1645920" cy="29260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b="1">
                  <a:solidFill>
                    <a:srgbClr val="FFFFFF"/>
                  </a:solidFill>
                  <a:latin typeface="Arial Nova Cond" panose="020B0506020202020204" pitchFamily="34" charset="0"/>
                </a:rPr>
                <a:t>2 CO-CRIAR</a:t>
              </a:r>
            </a:p>
          </p:txBody>
        </p:sp>
        <p:sp>
          <p:nvSpPr>
            <p:cNvPr id="34" name="TextBox 28">
              <a:extLst>
                <a:ext uri="{FF2B5EF4-FFF2-40B4-BE49-F238E27FC236}">
                  <a16:creationId xmlns:a16="http://schemas.microsoft.com/office/drawing/2014/main" id="{DB4DA55F-7C9A-A1C0-87A2-0FCE67A7D3F8}"/>
                </a:ext>
              </a:extLst>
            </p:cNvPr>
            <p:cNvSpPr txBox="1"/>
            <p:nvPr/>
          </p:nvSpPr>
          <p:spPr>
            <a:xfrm>
              <a:off x="5274031" y="1527048"/>
              <a:ext cx="1645920" cy="29260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b="1">
                  <a:solidFill>
                    <a:srgbClr val="FFFFFF"/>
                  </a:solidFill>
                  <a:latin typeface="Arial Nova Cond" panose="020B0506020202020204" pitchFamily="34" charset="0"/>
                </a:rPr>
                <a:t>3 PRATICAR</a:t>
              </a:r>
            </a:p>
          </p:txBody>
        </p:sp>
        <p:sp>
          <p:nvSpPr>
            <p:cNvPr id="36" name="TextBox 29">
              <a:extLst>
                <a:ext uri="{FF2B5EF4-FFF2-40B4-BE49-F238E27FC236}">
                  <a16:creationId xmlns:a16="http://schemas.microsoft.com/office/drawing/2014/main" id="{258CFC84-A03A-13A2-340D-74F8F1A5D06E}"/>
                </a:ext>
              </a:extLst>
            </p:cNvPr>
            <p:cNvSpPr txBox="1"/>
            <p:nvPr/>
          </p:nvSpPr>
          <p:spPr>
            <a:xfrm>
              <a:off x="7466762" y="1527048"/>
              <a:ext cx="1645920" cy="29260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b="1">
                  <a:solidFill>
                    <a:schemeClr val="tx1"/>
                  </a:solidFill>
                  <a:latin typeface="Arial Nova Cond" panose="020B0506020202020204" pitchFamily="34" charset="0"/>
                </a:rPr>
                <a:t>4 PROVAR</a:t>
              </a:r>
            </a:p>
          </p:txBody>
        </p:sp>
        <p:sp>
          <p:nvSpPr>
            <p:cNvPr id="37" name="TextBox 30">
              <a:extLst>
                <a:ext uri="{FF2B5EF4-FFF2-40B4-BE49-F238E27FC236}">
                  <a16:creationId xmlns:a16="http://schemas.microsoft.com/office/drawing/2014/main" id="{D0793D9D-AB56-0008-7999-DE383A981273}"/>
                </a:ext>
              </a:extLst>
            </p:cNvPr>
            <p:cNvSpPr txBox="1"/>
            <p:nvPr/>
          </p:nvSpPr>
          <p:spPr>
            <a:xfrm>
              <a:off x="9659493" y="1527048"/>
              <a:ext cx="1645920" cy="29260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b="1">
                  <a:solidFill>
                    <a:schemeClr val="tx1"/>
                  </a:solidFill>
                  <a:latin typeface="Arial Nova Cond" panose="020B0506020202020204" pitchFamily="34" charset="0"/>
                </a:rPr>
                <a:t>5 DESLIGAR</a:t>
              </a:r>
            </a:p>
          </p:txBody>
        </p:sp>
      </p:grpSp>
      <p:sp>
        <p:nvSpPr>
          <p:cNvPr id="22" name="TextBox 19">
            <a:extLst>
              <a:ext uri="{FF2B5EF4-FFF2-40B4-BE49-F238E27FC236}">
                <a16:creationId xmlns:a16="http://schemas.microsoft.com/office/drawing/2014/main" id="{09D87700-EF6B-66E7-CBB6-F57B697B8526}"/>
              </a:ext>
            </a:extLst>
          </p:cNvPr>
          <p:cNvSpPr txBox="1"/>
          <p:nvPr/>
        </p:nvSpPr>
        <p:spPr>
          <a:xfrm>
            <a:off x="7283882" y="1975104"/>
            <a:ext cx="2011680" cy="475488"/>
          </a:xfrm>
          <a:prstGeom prst="rect">
            <a:avLst/>
          </a:prstGeom>
          <a:noFill/>
        </p:spPr>
        <p:txBody>
          <a:bodyPr wrap="square" lIns="0" rIns="0" tIns="0" bIns="0" rtlCol="0" anchor="ctr">
            <a:noAutofit/>
          </a:bodyPr>
          <a:lstStyle/>
          <a:p>
            <a:pPr algn="ctr" defTabSz="914309">
              <a:lnSpc>
                <a:spcPct val="90000"/>
              </a:lnSpc>
            </a:pPr>
            <a:r>
              <a:rPr lang="pt-BR" sz="1600" b="1">
                <a:solidFill>
                  <a:schemeClr val="accent2"/>
                </a:solidFill>
                <a:latin typeface="Arial Nova Cond" panose="020B0506020202020204" pitchFamily="34" charset="0"/>
                <a:cs typeface="Poppins" pitchFamily="2" charset="77"/>
              </a:rPr>
              <a:t>ABILITY</a:t>
            </a:r>
          </a:p>
          <a:p>
            <a:pPr algn="ctr" defTabSz="914309">
              <a:lnSpc>
                <a:spcPct val="90000"/>
              </a:lnSpc>
            </a:pPr>
            <a:r>
              <a:rPr lang="pt-BR" sz="1600" b="1">
                <a:solidFill>
                  <a:schemeClr val="accent2"/>
                </a:solidFill>
                <a:latin typeface="Arial Nova Cond" panose="020B0506020202020204" pitchFamily="34" charset="0"/>
                <a:cs typeface="Poppins" pitchFamily="2" charset="77"/>
              </a:rPr>
              <a:t>HABILIDADE</a:t>
            </a:r>
          </a:p>
        </p:txBody>
      </p:sp>
      <p:sp>
        <p:nvSpPr>
          <p:cNvPr id="49" name="Subtitle 2">
            <a:extLst>
              <a:ext uri="{FF2B5EF4-FFF2-40B4-BE49-F238E27FC236}">
                <a16:creationId xmlns:a16="http://schemas.microsoft.com/office/drawing/2014/main" id="{8FD8BFCA-6838-BFCA-C9F9-0811B16C964B}"/>
              </a:ext>
            </a:extLst>
          </p:cNvPr>
          <p:cNvSpPr txBox="1">
            <a:spLocks/>
          </p:cNvSpPr>
          <p:nvPr/>
        </p:nvSpPr>
        <p:spPr>
          <a:xfrm>
            <a:off x="7283882" y="3785616"/>
            <a:ext cx="2011680" cy="118872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7160" indent="-13716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A46"/>
              </a:buClr>
              <a:buFont typeface="Arial" panose="020B0604020202020204" pitchFamily="34" charset="0"/>
              <a:buChar char="•"/>
            </a:pPr>
            <a:r>
              <a:rPr lang="pt-BR" sz="1000" b="1">
                <a:solidFill>
                  <a:srgbClr val="002A46"/>
                </a:solidFill>
                <a:latin typeface="Arial Nova Cond" panose="020B0506020202020204" pitchFamily="34" charset="0"/>
              </a:rPr>
              <a:t>Rodada assistida em paralelo</a:t>
            </a:r>
            <a:r>
              <a:rPr lang="pt-BR" sz="1000">
                <a:solidFill>
                  <a:srgbClr val="002A46"/>
                </a:solidFill>
                <a:latin typeface="Arial Nova Cond" panose="020B0506020202020204" pitchFamily="34" charset="0"/>
              </a:rPr>
              <a:t> ao processo atual</a:t>
            </a:r>
          </a:p>
          <a:p>
            <a:pPr marL="137160" indent="-13716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A46"/>
              </a:buClr>
              <a:buFont typeface="Arial" panose="020B0604020202020204" pitchFamily="34" charset="0"/>
              <a:buChar char="•"/>
            </a:pPr>
            <a:r>
              <a:rPr lang="pt-BR" sz="1000">
                <a:solidFill>
                  <a:srgbClr val="002A46"/>
                </a:solidFill>
                <a:latin typeface="Arial Nova Cond" panose="020B0506020202020204" pitchFamily="34" charset="0"/>
              </a:rPr>
              <a:t>Resultado </a:t>
            </a:r>
            <a:r>
              <a:rPr lang="pt-BR" sz="1000" b="1">
                <a:solidFill>
                  <a:srgbClr val="002A46"/>
                </a:solidFill>
                <a:latin typeface="Arial Nova Cond" panose="020B0506020202020204" pitchFamily="34" charset="0"/>
              </a:rPr>
              <a:t>reconciliado</a:t>
            </a:r>
            <a:r>
              <a:rPr lang="pt-BR" sz="1000">
                <a:solidFill>
                  <a:srgbClr val="002A46"/>
                </a:solidFill>
                <a:latin typeface="Arial Nova Cond" panose="020B0506020202020204" pitchFamily="34" charset="0"/>
              </a:rPr>
              <a:t> dentro da tolerância aprovada</a:t>
            </a:r>
          </a:p>
          <a:p>
            <a:pPr marL="137160" indent="-13716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A46"/>
              </a:buClr>
              <a:buFont typeface="Arial" panose="020B0604020202020204" pitchFamily="34" charset="0"/>
              <a:buChar char="•"/>
            </a:pPr>
            <a:r>
              <a:rPr lang="pt-BR" sz="1000" b="1">
                <a:solidFill>
                  <a:srgbClr val="002A46"/>
                </a:solidFill>
                <a:latin typeface="Arial Nova Cond" panose="020B0506020202020204" pitchFamily="34" charset="0"/>
              </a:rPr>
              <a:t>Placar de ondas</a:t>
            </a:r>
            <a:r>
              <a:rPr lang="pt-BR" sz="1000">
                <a:solidFill>
                  <a:srgbClr val="002A46"/>
                </a:solidFill>
                <a:latin typeface="Arial Nova Cond" panose="020B0506020202020204" pitchFamily="34" charset="0"/>
              </a:rPr>
              <a:t> por equipe, sem ranking individual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0DE2A8-E792-304F-BC32-9660A3A7B931}"/>
              </a:ext>
            </a:extLst>
          </p:cNvPr>
          <p:cNvSpPr txBox="1"/>
          <p:nvPr/>
        </p:nvSpPr>
        <p:spPr>
          <a:xfrm>
            <a:off x="7283882" y="2505456"/>
            <a:ext cx="2011680" cy="53035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2A46"/>
                </a:solidFill>
                <a:latin typeface="Arial Nova Cond" panose="020B0506020202020204" pitchFamily="34" charset="0"/>
              </a:rPr>
              <a:t>A mudança exige </a:t>
            </a:r>
            <a:r>
              <a:rPr lang="pt-BR" sz="1100" b="1">
                <a:solidFill>
                  <a:srgbClr val="002A46"/>
                </a:solidFill>
                <a:latin typeface="Arial Nova Cond" panose="020B0506020202020204" pitchFamily="34" charset="0"/>
              </a:rPr>
              <a:t>agir</a:t>
            </a:r>
            <a:r>
              <a:rPr lang="pt-BR" sz="1100">
                <a:solidFill>
                  <a:srgbClr val="002A46"/>
                </a:solidFill>
                <a:latin typeface="Arial Nova Cond" panose="020B0506020202020204" pitchFamily="34" charset="0"/>
              </a:rPr>
              <a:t>: conduzir uma rodada real dentro da tolerância aprovada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41EEDE8-302C-DD32-9C90-373810485530}"/>
              </a:ext>
            </a:extLst>
          </p:cNvPr>
          <p:cNvGrpSpPr/>
          <p:nvPr/>
        </p:nvGrpSpPr>
        <p:grpSpPr>
          <a:xfrm>
            <a:off x="8015402" y="3127248"/>
            <a:ext cx="548640" cy="548640"/>
            <a:chOff x="8229575" y="3471871"/>
            <a:chExt cx="640080" cy="640080"/>
          </a:xfrm>
        </p:grpSpPr>
        <p:sp>
          <p:nvSpPr>
            <p:cNvPr id="10" name="Oval 1">
              <a:extLst>
                <a:ext uri="{FF2B5EF4-FFF2-40B4-BE49-F238E27FC236}">
                  <a16:creationId xmlns:a16="http://schemas.microsoft.com/office/drawing/2014/main" id="{A79754D8-6A53-6A9A-F7AF-593C8163B9C2}"/>
                </a:ext>
              </a:extLst>
            </p:cNvPr>
            <p:cNvSpPr/>
            <p:nvPr/>
          </p:nvSpPr>
          <p:spPr>
            <a:xfrm>
              <a:off x="8229575" y="3471871"/>
              <a:ext cx="640080" cy="6400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09"/>
              <a:endParaRPr lang="pt-BR" sz="934">
                <a:solidFill>
                  <a:srgbClr val="FFFFFF"/>
                </a:solidFill>
                <a:latin typeface="Arial Nova Cond" panose="020B0506020202020204" pitchFamily="34" charset="0"/>
              </a:endParaRPr>
            </a:p>
          </p:txBody>
        </p:sp>
        <p:pic>
          <p:nvPicPr>
            <p:cNvPr id="44" name="Graphic 43" descr="Ícone: equipe com seta de crescimento">
              <a:extLst>
                <a:ext uri="{FF2B5EF4-FFF2-40B4-BE49-F238E27FC236}">
                  <a16:creationId xmlns:a16="http://schemas.microsoft.com/office/drawing/2014/main" id="{0C3A2FEF-80D3-927A-1243-5CC26E2CAD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75295" y="3517591"/>
              <a:ext cx="548640" cy="548640"/>
            </a:xfrm>
            <a:prstGeom prst="rect">
              <a:avLst/>
            </a:prstGeom>
          </p:spPr>
        </p:pic>
      </p:grpSp>
      <p:sp>
        <p:nvSpPr>
          <p:cNvPr id="23" name="TextBox 20">
            <a:extLst>
              <a:ext uri="{FF2B5EF4-FFF2-40B4-BE49-F238E27FC236}">
                <a16:creationId xmlns:a16="http://schemas.microsoft.com/office/drawing/2014/main" id="{F38EF321-3EED-F218-757D-56231FDE3489}"/>
              </a:ext>
            </a:extLst>
          </p:cNvPr>
          <p:cNvSpPr txBox="1"/>
          <p:nvPr/>
        </p:nvSpPr>
        <p:spPr>
          <a:xfrm>
            <a:off x="9476613" y="1975104"/>
            <a:ext cx="2011680" cy="475488"/>
          </a:xfrm>
          <a:prstGeom prst="rect">
            <a:avLst/>
          </a:prstGeom>
          <a:noFill/>
        </p:spPr>
        <p:txBody>
          <a:bodyPr wrap="square" lIns="0" rIns="0" tIns="0" bIns="0" rtlCol="0" anchor="ctr">
            <a:noAutofit/>
          </a:bodyPr>
          <a:lstStyle/>
          <a:p>
            <a:pPr algn="ctr" defTabSz="914309">
              <a:lnSpc>
                <a:spcPct val="90000"/>
              </a:lnSpc>
            </a:pPr>
            <a:r>
              <a:rPr lang="pt-BR" sz="1600" b="1">
                <a:solidFill>
                  <a:schemeClr val="accent2"/>
                </a:solidFill>
                <a:latin typeface="Arial Nova Cond" panose="020B0506020202020204" pitchFamily="34" charset="0"/>
                <a:cs typeface="Poppins" pitchFamily="2" charset="77"/>
              </a:rPr>
              <a:t>REINFORCEMENT</a:t>
            </a:r>
          </a:p>
          <a:p>
            <a:pPr algn="ctr" defTabSz="914309">
              <a:lnSpc>
                <a:spcPct val="90000"/>
              </a:lnSpc>
            </a:pPr>
            <a:r>
              <a:rPr lang="pt-BR" sz="1600" b="1">
                <a:solidFill>
                  <a:schemeClr val="accent2"/>
                </a:solidFill>
                <a:latin typeface="Arial Nova Cond" panose="020B0506020202020204" pitchFamily="34" charset="0"/>
                <a:cs typeface="Poppins" pitchFamily="2" charset="77"/>
              </a:rPr>
              <a:t>REFORÇO</a:t>
            </a:r>
          </a:p>
        </p:txBody>
      </p:sp>
      <p:sp>
        <p:nvSpPr>
          <p:cNvPr id="50" name="Subtitle 2">
            <a:extLst>
              <a:ext uri="{FF2B5EF4-FFF2-40B4-BE49-F238E27FC236}">
                <a16:creationId xmlns:a16="http://schemas.microsoft.com/office/drawing/2014/main" id="{EB45A4C5-C8FA-4E05-FDB5-AB146EBD3E8A}"/>
              </a:ext>
            </a:extLst>
          </p:cNvPr>
          <p:cNvSpPr txBox="1">
            <a:spLocks/>
          </p:cNvSpPr>
          <p:nvPr/>
        </p:nvSpPr>
        <p:spPr>
          <a:xfrm>
            <a:off x="9476613" y="3785616"/>
            <a:ext cx="2011680" cy="118872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7160" indent="-13716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A46"/>
              </a:buClr>
              <a:buFont typeface="Arial" panose="020B0604020202020204" pitchFamily="34" charset="0"/>
              <a:buChar char="•"/>
            </a:pPr>
            <a:r>
              <a:rPr lang="pt-BR" sz="1000" b="1">
                <a:solidFill>
                  <a:srgbClr val="002A46"/>
                </a:solidFill>
                <a:latin typeface="Arial Nova Cond" panose="020B0506020202020204" pitchFamily="34" charset="0"/>
              </a:rPr>
              <a:t>Legado desligado com data e dono</a:t>
            </a:r>
          </a:p>
          <a:p>
            <a:pPr marL="137160" indent="-13716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A46"/>
              </a:buClr>
              <a:buFont typeface="Arial" panose="020B0604020202020204" pitchFamily="34" charset="0"/>
              <a:buChar char="•"/>
            </a:pPr>
            <a:r>
              <a:rPr lang="pt-BR" sz="1000" b="1">
                <a:solidFill>
                  <a:srgbClr val="002A46"/>
                </a:solidFill>
                <a:latin typeface="Arial Nova Cond" panose="020B0506020202020204" pitchFamily="34" charset="0"/>
              </a:rPr>
              <a:t>Reconhecimento</a:t>
            </a:r>
            <a:r>
              <a:rPr lang="pt-BR" sz="1000">
                <a:solidFill>
                  <a:srgbClr val="002A46"/>
                </a:solidFill>
                <a:latin typeface="Arial Nova Cond" panose="020B0506020202020204" pitchFamily="34" charset="0"/>
              </a:rPr>
              <a:t> a quem manteve o legado</a:t>
            </a:r>
          </a:p>
          <a:p>
            <a:pPr marL="137160" indent="-13716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A46"/>
              </a:buClr>
              <a:buFont typeface="Arial" panose="020B0604020202020204" pitchFamily="34" charset="0"/>
              <a:buChar char="•"/>
            </a:pPr>
            <a:r>
              <a:rPr lang="pt-BR" sz="1000">
                <a:solidFill>
                  <a:srgbClr val="002A46"/>
                </a:solidFill>
                <a:latin typeface="Arial Nova Cond" panose="020B0506020202020204" pitchFamily="34" charset="0"/>
              </a:rPr>
              <a:t>Adoção por equipe lida nos </a:t>
            </a:r>
            <a:r>
              <a:rPr lang="pt-BR" sz="1000" b="1">
                <a:solidFill>
                  <a:srgbClr val="002A46"/>
                </a:solidFill>
                <a:latin typeface="Arial Nova Cond" panose="020B0506020202020204" pitchFamily="34" charset="0"/>
              </a:rPr>
              <a:t>registros do AXOL</a:t>
            </a:r>
            <a:r>
              <a:rPr lang="pt-BR" sz="1000">
                <a:solidFill>
                  <a:srgbClr val="002A46"/>
                </a:solidFill>
                <a:latin typeface="Arial Nova Cond" panose="020B0506020202020204" pitchFamily="34" charset="0"/>
              </a:rPr>
              <a:t>²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3D5912-F320-9188-383A-D954F103BC8C}"/>
              </a:ext>
            </a:extLst>
          </p:cNvPr>
          <p:cNvSpPr txBox="1"/>
          <p:nvPr/>
        </p:nvSpPr>
        <p:spPr>
          <a:xfrm>
            <a:off x="9476613" y="2505456"/>
            <a:ext cx="2011680" cy="53035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2A46"/>
                </a:solidFill>
                <a:latin typeface="Arial Nova Cond" panose="020B0506020202020204" pitchFamily="34" charset="0"/>
              </a:rPr>
              <a:t>A mudança </a:t>
            </a:r>
            <a:r>
              <a:rPr lang="pt-BR" sz="1100" b="1">
                <a:solidFill>
                  <a:srgbClr val="002A46"/>
                </a:solidFill>
                <a:latin typeface="Arial Nova Cond" panose="020B0506020202020204" pitchFamily="34" charset="0"/>
              </a:rPr>
              <a:t>deve ser reforçada</a:t>
            </a:r>
            <a:r>
              <a:rPr lang="pt-BR" sz="1100">
                <a:solidFill>
                  <a:srgbClr val="002A46"/>
                </a:solidFill>
                <a:latin typeface="Arial Nova Cond" panose="020B0506020202020204" pitchFamily="34" charset="0"/>
              </a:rPr>
              <a:t>: o legado só sai com data e dono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0FB5619-7190-8831-BC54-05CFC30B3802}"/>
              </a:ext>
            </a:extLst>
          </p:cNvPr>
          <p:cNvGrpSpPr/>
          <p:nvPr/>
        </p:nvGrpSpPr>
        <p:grpSpPr>
          <a:xfrm>
            <a:off x="10208133" y="3127248"/>
            <a:ext cx="548640" cy="548640"/>
            <a:chOff x="10286692" y="3471871"/>
            <a:chExt cx="640080" cy="640080"/>
          </a:xfrm>
        </p:grpSpPr>
        <p:sp>
          <p:nvSpPr>
            <p:cNvPr id="11" name="Oval 1">
              <a:extLst>
                <a:ext uri="{FF2B5EF4-FFF2-40B4-BE49-F238E27FC236}">
                  <a16:creationId xmlns:a16="http://schemas.microsoft.com/office/drawing/2014/main" id="{2452ABF7-B6CA-7436-9091-CBDCA1BBDDD4}"/>
                </a:ext>
              </a:extLst>
            </p:cNvPr>
            <p:cNvSpPr/>
            <p:nvPr/>
          </p:nvSpPr>
          <p:spPr>
            <a:xfrm>
              <a:off x="10286692" y="3471871"/>
              <a:ext cx="640080" cy="6400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09"/>
              <a:endParaRPr lang="pt-BR" sz="934">
                <a:solidFill>
                  <a:srgbClr val="FFFFFF"/>
                </a:solidFill>
                <a:latin typeface="Arial Nova Cond" panose="020B0506020202020204" pitchFamily="34" charset="0"/>
              </a:endParaRPr>
            </a:p>
          </p:txBody>
        </p:sp>
        <p:pic>
          <p:nvPicPr>
            <p:cNvPr id="51" name="Graphic 50" descr="Ícone: troféu">
              <a:extLst>
                <a:ext uri="{FF2B5EF4-FFF2-40B4-BE49-F238E27FC236}">
                  <a16:creationId xmlns:a16="http://schemas.microsoft.com/office/drawing/2014/main" id="{23BFC5D5-092D-ED15-3C3A-7CF72449366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332412" y="3517591"/>
              <a:ext cx="548640" cy="548640"/>
            </a:xfrm>
            <a:prstGeom prst="rect">
              <a:avLst/>
            </a:prstGeom>
          </p:spPr>
        </p:pic>
      </p:grpSp>
      <p:sp>
        <p:nvSpPr>
          <p:cNvPr id="20" name="TextBox 17">
            <a:extLst>
              <a:ext uri="{FF2B5EF4-FFF2-40B4-BE49-F238E27FC236}">
                <a16:creationId xmlns:a16="http://schemas.microsoft.com/office/drawing/2014/main" id="{97266FAC-09EF-5891-7E5F-294BD5CE86F3}"/>
              </a:ext>
            </a:extLst>
          </p:cNvPr>
          <p:cNvSpPr txBox="1"/>
          <p:nvPr/>
        </p:nvSpPr>
        <p:spPr>
          <a:xfrm>
            <a:off x="2898419" y="1975104"/>
            <a:ext cx="2011680" cy="475488"/>
          </a:xfrm>
          <a:prstGeom prst="rect">
            <a:avLst/>
          </a:prstGeom>
          <a:noFill/>
        </p:spPr>
        <p:txBody>
          <a:bodyPr wrap="square" lIns="0" rIns="0" tIns="0" bIns="0" rtlCol="0" anchor="ctr">
            <a:noAutofit/>
          </a:bodyPr>
          <a:lstStyle/>
          <a:p>
            <a:pPr algn="ctr" defTabSz="914309">
              <a:lnSpc>
                <a:spcPct val="90000"/>
              </a:lnSpc>
            </a:pPr>
            <a:r>
              <a:rPr lang="pt-BR" sz="1600" b="1">
                <a:solidFill>
                  <a:schemeClr val="accent5"/>
                </a:solidFill>
                <a:latin typeface="Arial Nova Cond" panose="020B0506020202020204" pitchFamily="34" charset="0"/>
                <a:cs typeface="Poppins" pitchFamily="2" charset="77"/>
              </a:rPr>
              <a:t>DESIRE</a:t>
            </a:r>
          </a:p>
          <a:p>
            <a:pPr algn="ctr" defTabSz="914309">
              <a:lnSpc>
                <a:spcPct val="90000"/>
              </a:lnSpc>
            </a:pPr>
            <a:r>
              <a:rPr lang="pt-BR" sz="1600" b="1">
                <a:solidFill>
                  <a:schemeClr val="accent5"/>
                </a:solidFill>
                <a:latin typeface="Arial Nova Cond" panose="020B0506020202020204" pitchFamily="34" charset="0"/>
                <a:cs typeface="Poppins" pitchFamily="2" charset="77"/>
              </a:rPr>
              <a:t>DESEJO</a:t>
            </a:r>
          </a:p>
        </p:txBody>
      </p:sp>
      <p:sp>
        <p:nvSpPr>
          <p:cNvPr id="47" name="Subtitle 2">
            <a:extLst>
              <a:ext uri="{FF2B5EF4-FFF2-40B4-BE49-F238E27FC236}">
                <a16:creationId xmlns:a16="http://schemas.microsoft.com/office/drawing/2014/main" id="{06EC1471-83A7-9971-6390-14A77F8B0E77}"/>
              </a:ext>
            </a:extLst>
          </p:cNvPr>
          <p:cNvSpPr txBox="1">
            <a:spLocks/>
          </p:cNvSpPr>
          <p:nvPr/>
        </p:nvSpPr>
        <p:spPr>
          <a:xfrm>
            <a:off x="2898419" y="3785616"/>
            <a:ext cx="2011680" cy="118872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7160" indent="-13716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A46"/>
              </a:buClr>
              <a:buFont typeface="Arial" panose="020B0604020202020204" pitchFamily="34" charset="0"/>
              <a:buChar char="•"/>
            </a:pPr>
            <a:r>
              <a:rPr lang="pt-BR" sz="1000">
                <a:solidFill>
                  <a:srgbClr val="002A46"/>
                </a:solidFill>
                <a:latin typeface="Arial Nova Cond" panose="020B0506020202020204" pitchFamily="34" charset="0"/>
              </a:rPr>
              <a:t>Especialistas </a:t>
            </a:r>
            <a:r>
              <a:rPr lang="pt-BR" sz="1000" b="1">
                <a:solidFill>
                  <a:srgbClr val="002A46"/>
                </a:solidFill>
                <a:latin typeface="Arial Nova Cond" panose="020B0506020202020204" pitchFamily="34" charset="0"/>
              </a:rPr>
              <a:t>desenham o próprio fluxograma</a:t>
            </a:r>
            <a:r>
              <a:rPr lang="pt-BR" sz="1000">
                <a:solidFill>
                  <a:srgbClr val="002A46"/>
                </a:solidFill>
                <a:latin typeface="Arial Nova Cond" panose="020B0506020202020204" pitchFamily="34" charset="0"/>
              </a:rPr>
              <a:t> no AXOL</a:t>
            </a:r>
          </a:p>
          <a:p>
            <a:pPr marL="137160" indent="-13716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A46"/>
              </a:buClr>
              <a:buFont typeface="Arial" panose="020B0604020202020204" pitchFamily="34" charset="0"/>
              <a:buChar char="•"/>
            </a:pPr>
            <a:r>
              <a:rPr lang="pt-BR" sz="1000" b="1">
                <a:solidFill>
                  <a:srgbClr val="002A46"/>
                </a:solidFill>
                <a:latin typeface="Arial Nova Cond" panose="020B0506020202020204" pitchFamily="34" charset="0"/>
              </a:rPr>
              <a:t>Destino do tempo liberado</a:t>
            </a:r>
            <a:r>
              <a:rPr lang="pt-BR" sz="1000">
                <a:solidFill>
                  <a:srgbClr val="002A46"/>
                </a:solidFill>
                <a:latin typeface="Arial Nova Cond" panose="020B0506020202020204" pitchFamily="34" charset="0"/>
              </a:rPr>
              <a:t> a definir com o ONS¹</a:t>
            </a:r>
          </a:p>
          <a:p>
            <a:pPr marL="137160" indent="-13716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A46"/>
              </a:buClr>
              <a:buFont typeface="Arial" panose="020B0604020202020204" pitchFamily="34" charset="0"/>
              <a:buChar char="•"/>
            </a:pPr>
            <a:r>
              <a:rPr lang="pt-BR" sz="1000" b="1">
                <a:solidFill>
                  <a:srgbClr val="002A46"/>
                </a:solidFill>
                <a:latin typeface="Arial Nova Cond" panose="020B0506020202020204" pitchFamily="34" charset="0"/>
              </a:rPr>
              <a:t>Pulso de resistência</a:t>
            </a:r>
            <a:r>
              <a:rPr lang="pt-BR" sz="1000">
                <a:solidFill>
                  <a:srgbClr val="002A46"/>
                </a:solidFill>
                <a:latin typeface="Arial Nova Cond" panose="020B0506020202020204" pitchFamily="34" charset="0"/>
              </a:rPr>
              <a:t> por perfil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A115FC-E343-1EA7-0895-4C62AB6119A5}"/>
              </a:ext>
            </a:extLst>
          </p:cNvPr>
          <p:cNvSpPr txBox="1"/>
          <p:nvPr/>
        </p:nvSpPr>
        <p:spPr>
          <a:xfrm>
            <a:off x="2898419" y="2505456"/>
            <a:ext cx="2011680" cy="53035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2A46"/>
                </a:solidFill>
                <a:latin typeface="Arial Nova Cond" panose="020B0506020202020204" pitchFamily="34" charset="0"/>
              </a:rPr>
              <a:t>A mudança envolve </a:t>
            </a:r>
            <a:r>
              <a:rPr lang="pt-BR" sz="1100" b="1">
                <a:solidFill>
                  <a:srgbClr val="002A46"/>
                </a:solidFill>
                <a:latin typeface="Arial Nova Cond" panose="020B0506020202020204" pitchFamily="34" charset="0"/>
              </a:rPr>
              <a:t>decisões pessoais</a:t>
            </a:r>
            <a:r>
              <a:rPr lang="pt-BR" sz="1100">
                <a:solidFill>
                  <a:srgbClr val="002A46"/>
                </a:solidFill>
                <a:latin typeface="Arial Nova Cond" panose="020B0506020202020204" pitchFamily="34" charset="0"/>
              </a:rPr>
              <a:t>: o que ganho ao deixar a rotina manual?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8CD8ED0-7BF8-3D57-A287-CDB85D559374}"/>
              </a:ext>
            </a:extLst>
          </p:cNvPr>
          <p:cNvGrpSpPr/>
          <p:nvPr/>
        </p:nvGrpSpPr>
        <p:grpSpPr>
          <a:xfrm>
            <a:off x="3629939" y="3127248"/>
            <a:ext cx="548640" cy="548640"/>
            <a:chOff x="4139299" y="3471871"/>
            <a:chExt cx="640080" cy="640080"/>
          </a:xfrm>
        </p:grpSpPr>
        <p:sp>
          <p:nvSpPr>
            <p:cNvPr id="8" name="Oval 1">
              <a:extLst>
                <a:ext uri="{FF2B5EF4-FFF2-40B4-BE49-F238E27FC236}">
                  <a16:creationId xmlns:a16="http://schemas.microsoft.com/office/drawing/2014/main" id="{8C1437E8-93A2-3AF9-9BEC-C2159346C0B4}"/>
                </a:ext>
              </a:extLst>
            </p:cNvPr>
            <p:cNvSpPr/>
            <p:nvPr/>
          </p:nvSpPr>
          <p:spPr>
            <a:xfrm>
              <a:off x="4139299" y="3471871"/>
              <a:ext cx="640080" cy="64008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09"/>
              <a:endParaRPr lang="pt-BR" sz="934">
                <a:solidFill>
                  <a:schemeClr val="accent5"/>
                </a:solidFill>
                <a:latin typeface="Arial Nova Cond" panose="020B0506020202020204" pitchFamily="34" charset="0"/>
              </a:endParaRPr>
            </a:p>
          </p:txBody>
        </p:sp>
        <p:pic>
          <p:nvPicPr>
            <p:cNvPr id="53" name="Graphic 52" descr="Ícone: mãos unidas em equipe">
              <a:extLst>
                <a:ext uri="{FF2B5EF4-FFF2-40B4-BE49-F238E27FC236}">
                  <a16:creationId xmlns:a16="http://schemas.microsoft.com/office/drawing/2014/main" id="{A5EFAD95-D029-B5A3-B886-E8FED5CF3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185019" y="3517591"/>
              <a:ext cx="548640" cy="548640"/>
            </a:xfrm>
            <a:prstGeom prst="rect">
              <a:avLst/>
            </a:prstGeom>
          </p:spPr>
        </p:pic>
      </p:grp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0BFC4E93-62C9-F623-A47C-81114E44A0E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sz="700"/>
              <a:t>Fonte: PROSCI, modelo ADKAR (Awareness, Desire, Knowledge, Ability, Reinforcement). Replay: reprodução de um ciclo passado, reconciliada com o resultado histórico. ¹ Princípio proposto, a validar com o patrocinador e o RH do ONS; IA generativa só sobre manuais e fluxogramas aprovados, sem executar rodadas oficiais, conforme a política de dados do ONS. ² Premissa a validar: o AXOL registra uso por fluxograma, equipe e execução; reporte só acima de um tamanho mínimo de grupo, nunca por indivíduo.</a:t>
            </a:r>
          </a:p>
        </p:txBody>
      </p:sp>
      <p:sp>
        <p:nvSpPr>
          <p:cNvPr id="60" name="Slide Number Placeholder 59">
            <a:extLst>
              <a:ext uri="{FF2B5EF4-FFF2-40B4-BE49-F238E27FC236}">
                <a16:creationId xmlns:a16="http://schemas.microsoft.com/office/drawing/2014/main" id="{E2A968CB-F18A-C9B6-6006-76AC3B57FC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A4A75A-82B3-7F4B-B4EA-AD1D685CA36E}" type="slidenum">
              <a:rPr lang="pt-BR" smtClean="0"/>
              <a:pPr/>
              <a:t>4</a:t>
            </a:fld>
            <a:endParaRPr lang="pt-BR"/>
          </a:p>
        </p:txBody>
      </p:sp>
      <p:sp>
        <p:nvSpPr>
          <p:cNvPr id="62" name="TextBox Governança título"/>
          <p:cNvSpPr txBox="1"/>
          <p:nvPr/>
        </p:nvSpPr>
        <p:spPr>
          <a:xfrm>
            <a:off x="466344" y="5193792"/>
            <a:ext cx="4206240" cy="16459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>
                <a:solidFill>
                  <a:srgbClr val="002A46"/>
                </a:solidFill>
                <a:latin typeface="Arial Nova Cond" panose="020B0506020202020204" pitchFamily="34" charset="0"/>
              </a:rPr>
              <a:t>GOVERNANÇA EM TRÊS NÍVEIS, COM UMA TORRE DE CONTROLE ÚNICA</a:t>
            </a:r>
          </a:p>
        </p:txBody>
      </p:sp>
      <p:cxnSp>
        <p:nvCxnSpPr>
          <p:cNvPr id="63" name="Linha Governança"/>
          <p:cNvCxnSpPr/>
          <p:nvPr/>
        </p:nvCxnSpPr>
        <p:spPr>
          <a:xfrm>
            <a:off x="3758184" y="5276088"/>
            <a:ext cx="7964424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4" name="Seta Governança 2"/>
          <p:cNvSpPr/>
          <p:nvPr/>
        </p:nvSpPr>
        <p:spPr>
          <a:xfrm>
            <a:off x="4233672" y="5431536"/>
            <a:ext cx="3721608" cy="822960"/>
          </a:xfrm>
          <a:prstGeom prst="rightArrow">
            <a:avLst>
              <a:gd name="adj1" fmla="val 85000"/>
              <a:gd name="adj2" fmla="val 42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28016" tIns="27432" rIns="45720" bIns="27432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pt-BR" sz="1000" b="1">
                <a:solidFill>
                  <a:srgbClr val="FFFFFF"/>
                </a:solidFill>
                <a:latin typeface="Arial Nova Cond" panose="020B0506020202020204" pitchFamily="34" charset="0"/>
              </a:rPr>
              <a:t>TÁTICO · Comitê de Programa · semanal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FFFFF"/>
                </a:solidFill>
                <a:latin typeface="Arial Nova Cond" panose="020B0506020202020204" pitchFamily="34" charset="0"/>
              </a:rPr>
              <a:t>Lê a </a:t>
            </a:r>
            <a:r>
              <a:rPr lang="pt-BR" sz="1000" b="1">
                <a:solidFill>
                  <a:srgbClr val="FFFFFF"/>
                </a:solidFill>
                <a:latin typeface="Arial Nova Cond" panose="020B0506020202020204" pitchFamily="34" charset="0"/>
              </a:rPr>
              <a:t>torre de controle</a:t>
            </a:r>
            <a:r>
              <a:rPr lang="pt-BR" sz="1000">
                <a:solidFill>
                  <a:srgbClr val="FFFFFF"/>
                </a:solidFill>
                <a:latin typeface="Arial Nova Cond" panose="020B0506020202020204" pitchFamily="34" charset="0"/>
              </a:rPr>
              <a:t> (ondas, riscos, adoção, custo de execução) e prepara as decisões.</a:t>
            </a:r>
          </a:p>
        </p:txBody>
      </p:sp>
      <p:sp>
        <p:nvSpPr>
          <p:cNvPr id="65" name="Seta Governança 3"/>
          <p:cNvSpPr/>
          <p:nvPr/>
        </p:nvSpPr>
        <p:spPr>
          <a:xfrm>
            <a:off x="8001000" y="5431536"/>
            <a:ext cx="3721608" cy="822960"/>
          </a:xfrm>
          <a:prstGeom prst="rightArrow">
            <a:avLst>
              <a:gd name="adj1" fmla="val 85000"/>
              <a:gd name="adj2" fmla="val 42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28016" tIns="27432" rIns="45720" bIns="27432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pt-BR" sz="1000" b="1">
                <a:solidFill>
                  <a:srgbClr val="002A46"/>
                </a:solidFill>
                <a:latin typeface="Arial Nova Cond" panose="020B0506020202020204" pitchFamily="34" charset="0"/>
              </a:rPr>
              <a:t>OPERACIONAL · Sprints e daily de onda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002A46"/>
                </a:solidFill>
                <a:latin typeface="Arial Nova Cond" panose="020B0506020202020204" pitchFamily="34" charset="0"/>
              </a:rPr>
              <a:t>Quem </a:t>
            </a:r>
            <a:r>
              <a:rPr lang="pt-BR" sz="1000" b="1">
                <a:solidFill>
                  <a:srgbClr val="002A46"/>
                </a:solidFill>
                <a:latin typeface="Arial Nova Cond" panose="020B0506020202020204" pitchFamily="34" charset="0"/>
              </a:rPr>
              <a:t>prepara, roda e valida</a:t>
            </a:r>
            <a:r>
              <a:rPr lang="pt-BR" sz="1000">
                <a:solidFill>
                  <a:srgbClr val="002A46"/>
                </a:solidFill>
                <a:latin typeface="Arial Nova Cond" panose="020B0506020202020204" pitchFamily="34" charset="0"/>
              </a:rPr>
              <a:t> executa replay, paralelo e reconciliação; no hypercare, daily por ciclo.</a:t>
            </a:r>
          </a:p>
        </p:txBody>
      </p:sp>
    </p:spTree>
    <p:extLst>
      <p:ext uri="{BB962C8B-B14F-4D97-AF65-F5344CB8AC3E}">
        <p14:creationId xmlns:p14="http://schemas.microsoft.com/office/powerpoint/2010/main" val="2309513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8">
          <a:extLst>
            <a:ext uri="{FF2B5EF4-FFF2-40B4-BE49-F238E27FC236}">
              <a16:creationId xmlns:a16="http://schemas.microsoft.com/office/drawing/2014/main" id="{C7BB7B86-ADE1-38A6-9CF8-8B9D1F8C2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68B3927-8E65-8632-3839-CEB493A1DA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623" y="469899"/>
            <a:ext cx="11252754" cy="242369"/>
          </a:xfrm>
        </p:spPr>
        <p:txBody>
          <a:bodyPr/>
          <a:lstStyle/>
          <a:p>
            <a:r>
              <a:rPr lang="pt-BR" noProof="0"/>
              <a:t>Roadmap de 6 meses: piloto e três ondas na ordem da cadeia de modelos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F8C1ACE8-ED8C-65FF-78CD-3F2011086D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727" y="824332"/>
            <a:ext cx="11256264" cy="457200"/>
          </a:xfrm>
        </p:spPr>
        <p:txBody>
          <a:bodyPr/>
          <a:lstStyle/>
          <a:p>
            <a:r>
              <a:rPr lang="pt-BR" noProof="0"/>
              <a:t>A ordem segue a FCF e a cadência: o ciclo mensal acumula evidência mais devagar e entra primeiro, com replay histórico; o diário prova em semanas e entra por último*. Cada onda só faz o cutover com o gate triplo verde.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7E1994-8B79-DF3E-BD1B-AD3CA7D88A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A4A75A-82B3-7F4B-B4EA-AD1D685CA36E}" type="slidenum">
              <a:rPr lang="pt-BR" noProof="0" smtClean="0"/>
              <a:pPr/>
              <a:t>5</a:t>
            </a:fld>
            <a:endParaRPr lang="pt-BR" noProof="0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63E0E5C5-8B33-CAA5-AB2B-111A494FA0B5}"/>
              </a:ext>
            </a:extLst>
          </p:cNvPr>
          <p:cNvGrpSpPr/>
          <p:nvPr/>
        </p:nvGrpSpPr>
        <p:grpSpPr>
          <a:xfrm>
            <a:off x="10914893" y="391118"/>
            <a:ext cx="1051560" cy="261610"/>
            <a:chOff x="5943600" y="534625"/>
            <a:chExt cx="1051560" cy="261610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66CFE08B-9397-2E8C-C291-C6571343588B}"/>
                </a:ext>
              </a:extLst>
            </p:cNvPr>
            <p:cNvSpPr txBox="1"/>
            <p:nvPr/>
          </p:nvSpPr>
          <p:spPr>
            <a:xfrm>
              <a:off x="5997608" y="534625"/>
              <a:ext cx="99755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kern="1200" spc="96" noProof="0">
                  <a:solidFill>
                    <a:srgbClr val="002B49"/>
                  </a:solidFill>
                  <a:latin typeface="Arial Nova Cond" panose="020B0506020202020204" pitchFamily="34" charset="0"/>
                  <a:ea typeface="+mn-ea"/>
                  <a:cs typeface="+mn-cs"/>
                </a:rPr>
                <a:t>Ilustrativo</a:t>
              </a:r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69B9DD6-93C6-FAFF-1E7E-E4B3CF20A452}"/>
                </a:ext>
              </a:extLst>
            </p:cNvPr>
            <p:cNvCxnSpPr/>
            <p:nvPr/>
          </p:nvCxnSpPr>
          <p:spPr>
            <a:xfrm>
              <a:off x="5943600" y="561340"/>
              <a:ext cx="1051560" cy="0"/>
            </a:xfrm>
            <a:prstGeom prst="line">
              <a:avLst/>
            </a:prstGeom>
            <a:ln>
              <a:solidFill>
                <a:srgbClr val="5E8AB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6C8F3449-F3F9-73FC-5C70-082A56235292}"/>
                </a:ext>
              </a:extLst>
            </p:cNvPr>
            <p:cNvCxnSpPr/>
            <p:nvPr/>
          </p:nvCxnSpPr>
          <p:spPr>
            <a:xfrm>
              <a:off x="5943600" y="767260"/>
              <a:ext cx="1051560" cy="0"/>
            </a:xfrm>
            <a:prstGeom prst="line">
              <a:avLst/>
            </a:prstGeom>
            <a:ln>
              <a:solidFill>
                <a:srgbClr val="5E8AB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1" name="Faixa de fundo L1"/>
          <p:cNvSpPr/>
          <p:nvPr/>
        </p:nvSpPr>
        <p:spPr>
          <a:xfrm>
            <a:off x="777240" y="2221992"/>
            <a:ext cx="11414455" cy="54864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pt-BR" sz="700" noProof="0">
              <a:latin typeface="Arial Nova Cond" panose="020B0506020202020204" pitchFamily="34" charset="0"/>
              <a:cs typeface="Helvetica" panose="020B0604020202020204" pitchFamily="34" charset="0"/>
              <a:sym typeface="Arial Nova Cond" panose="020B0506020202020204" pitchFamily="34" charset="0"/>
            </a:endParaRPr>
          </a:p>
        </p:txBody>
      </p:sp>
      <p:sp>
        <p:nvSpPr>
          <p:cNvPr id="202" name="Faixa de fundo L2"/>
          <p:cNvSpPr/>
          <p:nvPr/>
        </p:nvSpPr>
        <p:spPr>
          <a:xfrm>
            <a:off x="777240" y="2788920"/>
            <a:ext cx="11414455" cy="7223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pt-BR" sz="700" noProof="0">
              <a:latin typeface="Arial Nova Cond" panose="020B0506020202020204" pitchFamily="34" charset="0"/>
              <a:cs typeface="Helvetica" panose="020B0604020202020204" pitchFamily="34" charset="0"/>
              <a:sym typeface="Arial Nova Cond" panose="020B0506020202020204" pitchFamily="34" charset="0"/>
            </a:endParaRPr>
          </a:p>
        </p:txBody>
      </p:sp>
      <p:sp>
        <p:nvSpPr>
          <p:cNvPr id="203" name="Faixa de fundo L3"/>
          <p:cNvSpPr/>
          <p:nvPr/>
        </p:nvSpPr>
        <p:spPr>
          <a:xfrm>
            <a:off x="777240" y="3529584"/>
            <a:ext cx="11414455" cy="1481328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pt-BR" sz="700" noProof="0">
              <a:latin typeface="Arial Nova Cond" panose="020B0506020202020204" pitchFamily="34" charset="0"/>
              <a:cs typeface="Helvetica" panose="020B0604020202020204" pitchFamily="34" charset="0"/>
              <a:sym typeface="Arial Nova Cond" panose="020B0506020202020204" pitchFamily="34" charset="0"/>
            </a:endParaRPr>
          </a:p>
        </p:txBody>
      </p:sp>
      <p:sp>
        <p:nvSpPr>
          <p:cNvPr id="204" name="Faixa de fundo L4"/>
          <p:cNvSpPr/>
          <p:nvPr/>
        </p:nvSpPr>
        <p:spPr>
          <a:xfrm>
            <a:off x="777240" y="5029200"/>
            <a:ext cx="11414455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pt-BR" sz="700" noProof="0">
              <a:latin typeface="Arial Nova Cond" panose="020B0506020202020204" pitchFamily="34" charset="0"/>
              <a:cs typeface="Helvetica" panose="020B0604020202020204" pitchFamily="34" charset="0"/>
              <a:sym typeface="Arial Nova Cond" panose="020B0506020202020204" pitchFamily="34" charset="0"/>
            </a:endParaRPr>
          </a:p>
        </p:txBody>
      </p:sp>
      <p:sp>
        <p:nvSpPr>
          <p:cNvPr id="205" name="Faixa de fundo L5"/>
          <p:cNvSpPr/>
          <p:nvPr/>
        </p:nvSpPr>
        <p:spPr>
          <a:xfrm>
            <a:off x="777240" y="5596128"/>
            <a:ext cx="11414455" cy="54864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pt-BR" sz="700" noProof="0">
              <a:latin typeface="Arial Nova Cond" panose="020B0506020202020204" pitchFamily="34" charset="0"/>
              <a:cs typeface="Helvetica" panose="020B0604020202020204" pitchFamily="34" charset="0"/>
              <a:sym typeface="Arial Nova Cond" panose="020B0506020202020204" pitchFamily="34" charset="0"/>
            </a:endParaRPr>
          </a:p>
        </p:txBody>
      </p:sp>
      <p:sp>
        <p:nvSpPr>
          <p:cNvPr id="60" name="Macro-etapa 1 (fundo)"/>
          <p:cNvSpPr txBox="1"/>
          <p:nvPr/>
        </p:nvSpPr>
        <p:spPr>
          <a:xfrm>
            <a:off x="0" y="1298448"/>
            <a:ext cx="2553005" cy="521208"/>
          </a:xfrm>
          <a:prstGeom prst="rect">
            <a:avLst/>
          </a:prstGeom>
          <a:solidFill>
            <a:srgbClr val="EDF2F7"/>
          </a:solidFill>
        </p:spPr>
        <p:txBody>
          <a:bodyPr vert="horz" wrap="square" lIns="331692" tIns="0" rIns="0" bIns="0" rtlCol="0" anchor="ctr">
            <a:noAutofit/>
          </a:bodyPr>
          <a:lstStyle/>
          <a:p>
            <a:pPr>
              <a:lnSpc>
                <a:spcPct val="100000"/>
              </a:lnSpc>
            </a:pPr>
            <a:endParaRPr lang="pt-BR" sz="1000" spc="120" noProof="0">
              <a:solidFill>
                <a:srgbClr val="5E8AB4">
                  <a:lumMod val="75000"/>
                </a:srgbClr>
              </a:solidFill>
              <a:sym typeface="Arial Nova Cond" panose="020B0506020202020204" pitchFamily="34" charset="0"/>
            </a:endParaRPr>
          </a:p>
        </p:txBody>
      </p:sp>
      <p:sp>
        <p:nvSpPr>
          <p:cNvPr id="59" name="Macro-etapa 2 (fundo)"/>
          <p:cNvSpPr txBox="1">
            <a:spLocks/>
          </p:cNvSpPr>
          <p:nvPr/>
        </p:nvSpPr>
        <p:spPr>
          <a:xfrm>
            <a:off x="2553005" y="1298448"/>
            <a:ext cx="6922008" cy="521208"/>
          </a:xfrm>
          <a:prstGeom prst="rect">
            <a:avLst/>
          </a:prstGeom>
          <a:solidFill>
            <a:srgbClr val="DFE8F0"/>
          </a:solidFill>
        </p:spPr>
        <p:txBody>
          <a:bodyPr wrap="square" lIns="331692" tIns="0" rIns="0" bIns="0" rtlCol="0" anchor="ctr">
            <a:noAutofit/>
          </a:bodyPr>
          <a:lstStyle/>
          <a:p>
            <a:endParaRPr lang="pt-BR" sz="1000" noProof="0">
              <a:sym typeface="Arial Nova Cond" panose="020B0506020202020204" pitchFamily="34" charset="0"/>
            </a:endParaRPr>
          </a:p>
        </p:txBody>
      </p:sp>
      <p:sp>
        <p:nvSpPr>
          <p:cNvPr id="61" name="Macro-etapa 3 (fundo)"/>
          <p:cNvSpPr txBox="1">
            <a:spLocks/>
          </p:cNvSpPr>
          <p:nvPr/>
        </p:nvSpPr>
        <p:spPr>
          <a:xfrm>
            <a:off x="9475013" y="1298448"/>
            <a:ext cx="2716682" cy="521208"/>
          </a:xfrm>
          <a:prstGeom prst="rect">
            <a:avLst/>
          </a:prstGeom>
          <a:solidFill>
            <a:srgbClr val="D3EDFF"/>
          </a:solidFill>
          <a:ln>
            <a:noFill/>
          </a:ln>
        </p:spPr>
        <p:txBody>
          <a:bodyPr wrap="square" lIns="331692" tIns="0" rIns="0" bIns="0" rtlCol="0" anchor="ctr">
            <a:noAutofit/>
          </a:bodyPr>
          <a:lstStyle/>
          <a:p>
            <a:endParaRPr lang="pt-BR" sz="1000" noProof="0">
              <a:sym typeface="Arial Nova Cond" panose="020B0506020202020204" pitchFamily="34" charset="0"/>
            </a:endParaRPr>
          </a:p>
        </p:txBody>
      </p:sp>
      <p:sp>
        <p:nvSpPr>
          <p:cNvPr id="55" name="Retângulo 122"/>
          <p:cNvSpPr/>
          <p:nvPr/>
        </p:nvSpPr>
        <p:spPr>
          <a:xfrm>
            <a:off x="0" y="1298448"/>
            <a:ext cx="777240" cy="7132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67" b="1" i="1" noProof="0">
                <a:solidFill>
                  <a:schemeClr val="bg1"/>
                </a:solidFill>
                <a:latin typeface="Arial Nova Cond" panose="020B0506020202020204" pitchFamily="34" charset="0"/>
                <a:sym typeface="Arial Nova Cond" panose="020B0506020202020204" pitchFamily="34" charset="0"/>
              </a:rPr>
              <a:t>Macro Etapa</a:t>
            </a:r>
          </a:p>
        </p:txBody>
      </p:sp>
      <p:sp>
        <p:nvSpPr>
          <p:cNvPr id="206" name="Macro-etapa 1 rotulo"/>
          <p:cNvSpPr txBox="1"/>
          <p:nvPr/>
        </p:nvSpPr>
        <p:spPr>
          <a:xfrm>
            <a:off x="822960" y="1325880"/>
            <a:ext cx="1730045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pt-BR" sz="800" b="1" i="1" noProof="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1 · PREPARAR</a:t>
            </a:r>
          </a:p>
        </p:txBody>
      </p:sp>
      <p:sp>
        <p:nvSpPr>
          <p:cNvPr id="207" name="Macro-etapa 2 rotulo"/>
          <p:cNvSpPr txBox="1"/>
          <p:nvPr/>
        </p:nvSpPr>
        <p:spPr>
          <a:xfrm>
            <a:off x="2553005" y="1325880"/>
            <a:ext cx="692200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pt-BR" sz="800" b="1" i="1" noProof="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2 · GESTÃO E EXECUÇÃO DO PROGRAMA</a:t>
            </a:r>
          </a:p>
        </p:txBody>
      </p:sp>
      <p:sp>
        <p:nvSpPr>
          <p:cNvPr id="208" name="Macro-etapa 3 rotulo"/>
          <p:cNvSpPr txBox="1"/>
          <p:nvPr/>
        </p:nvSpPr>
        <p:spPr>
          <a:xfrm>
            <a:off x="9475013" y="1325880"/>
            <a:ext cx="2713939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pt-BR" sz="800" b="1" i="1" noProof="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3 · GO-LIVE &amp; ESTABILIZAÇÃO</a:t>
            </a:r>
          </a:p>
        </p:txBody>
      </p:sp>
      <p:sp>
        <p:nvSpPr>
          <p:cNvPr id="209" name="Fases macro-etapa 1"/>
          <p:cNvSpPr txBox="1"/>
          <p:nvPr/>
        </p:nvSpPr>
        <p:spPr>
          <a:xfrm>
            <a:off x="822960" y="1545336"/>
            <a:ext cx="1730045" cy="2560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r>
              <a:rPr lang="pt-BR" sz="1100" b="1" spc="50" noProof="0">
                <a:solidFill>
                  <a:schemeClr val="accent2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Diagnóstico | Preparação</a:t>
            </a:r>
          </a:p>
        </p:txBody>
      </p:sp>
      <p:sp>
        <p:nvSpPr>
          <p:cNvPr id="210" name="Fases macro-etapa 2"/>
          <p:cNvSpPr txBox="1"/>
          <p:nvPr/>
        </p:nvSpPr>
        <p:spPr>
          <a:xfrm>
            <a:off x="2553005" y="1545336"/>
            <a:ext cx="6922008" cy="2560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r>
              <a:rPr lang="pt-BR" sz="1100" b="1" spc="50" noProof="0">
                <a:solidFill>
                  <a:schemeClr val="accent2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Desenho e piloto | Ondas</a:t>
            </a:r>
          </a:p>
        </p:txBody>
      </p:sp>
      <p:sp>
        <p:nvSpPr>
          <p:cNvPr id="211" name="Fases macro-etapa 3"/>
          <p:cNvSpPr txBox="1"/>
          <p:nvPr/>
        </p:nvSpPr>
        <p:spPr>
          <a:xfrm>
            <a:off x="9475013" y="1545336"/>
            <a:ext cx="2713939" cy="2560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r>
              <a:rPr lang="pt-BR" sz="1100" b="1" spc="50" noProof="0">
                <a:solidFill>
                  <a:schemeClr val="accent2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Estabilização | Sustentação</a:t>
            </a:r>
          </a:p>
        </p:txBody>
      </p:sp>
      <p:sp>
        <p:nvSpPr>
          <p:cNvPr id="212" name="Regua Mês 1"/>
          <p:cNvSpPr/>
          <p:nvPr/>
        </p:nvSpPr>
        <p:spPr>
          <a:xfrm>
            <a:off x="822960" y="1837944"/>
            <a:ext cx="1730045" cy="173736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pt-BR" sz="800" b="1" noProof="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Mês 1 · S1 a S4</a:t>
            </a:r>
          </a:p>
        </p:txBody>
      </p:sp>
      <p:sp>
        <p:nvSpPr>
          <p:cNvPr id="213" name="Regua Mês 2"/>
          <p:cNvSpPr/>
          <p:nvPr/>
        </p:nvSpPr>
        <p:spPr>
          <a:xfrm>
            <a:off x="2553005" y="1837944"/>
            <a:ext cx="1730959" cy="173736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pt-BR" sz="800" b="1" noProof="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Mês 2 · S5 a S8</a:t>
            </a:r>
          </a:p>
        </p:txBody>
      </p:sp>
      <p:sp>
        <p:nvSpPr>
          <p:cNvPr id="214" name="Regua Mês 3"/>
          <p:cNvSpPr/>
          <p:nvPr/>
        </p:nvSpPr>
        <p:spPr>
          <a:xfrm>
            <a:off x="4283964" y="1837944"/>
            <a:ext cx="2162556" cy="173736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pt-BR" sz="800" b="1" noProof="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Mês 3 · S9 a S13</a:t>
            </a:r>
          </a:p>
        </p:txBody>
      </p:sp>
      <p:sp>
        <p:nvSpPr>
          <p:cNvPr id="215" name="Regua Mês 4"/>
          <p:cNvSpPr/>
          <p:nvPr/>
        </p:nvSpPr>
        <p:spPr>
          <a:xfrm>
            <a:off x="6446520" y="1837944"/>
            <a:ext cx="1730045" cy="173736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pt-BR" sz="800" b="1" noProof="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Mês 4 · S14 a S17</a:t>
            </a:r>
          </a:p>
        </p:txBody>
      </p:sp>
      <p:sp>
        <p:nvSpPr>
          <p:cNvPr id="216" name="Regua Mês 5"/>
          <p:cNvSpPr/>
          <p:nvPr/>
        </p:nvSpPr>
        <p:spPr>
          <a:xfrm>
            <a:off x="8176565" y="1837944"/>
            <a:ext cx="2163470" cy="173736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pt-BR" sz="800" b="1" noProof="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Mês 5 · S18 a S22</a:t>
            </a:r>
          </a:p>
        </p:txBody>
      </p:sp>
      <p:sp>
        <p:nvSpPr>
          <p:cNvPr id="217" name="Regua Mês 6"/>
          <p:cNvSpPr/>
          <p:nvPr/>
        </p:nvSpPr>
        <p:spPr>
          <a:xfrm>
            <a:off x="10340035" y="1837944"/>
            <a:ext cx="1730045" cy="173736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pt-BR" sz="800" b="1" noProof="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Mês 6 · S23 a S26</a:t>
            </a:r>
          </a:p>
        </p:txBody>
      </p:sp>
      <p:sp>
        <p:nvSpPr>
          <p:cNvPr id="218" name="Regua ticks semanais"/>
          <p:cNvSpPr/>
          <p:nvPr/>
        </p:nvSpPr>
        <p:spPr>
          <a:xfrm>
            <a:off x="822960" y="1965960"/>
            <a:ext cx="11247120" cy="45720"/>
          </a:xfrm>
          <a:custGeom>
            <a:avLst/>
            <a:gdLst/>
            <a:ahLst/>
            <a:cxnLst/>
            <a:rect l="0" t="0" r="r" b="b"/>
            <a:pathLst>
              <a:path w="11247120" h="45720" fill="none">
                <a:moveTo>
                  <a:pt x="0" y="0"/>
                </a:moveTo>
                <a:lnTo>
                  <a:pt x="0" y="45720"/>
                </a:lnTo>
                <a:moveTo>
                  <a:pt x="432582" y="0"/>
                </a:moveTo>
                <a:lnTo>
                  <a:pt x="432582" y="45720"/>
                </a:lnTo>
                <a:moveTo>
                  <a:pt x="865163" y="0"/>
                </a:moveTo>
                <a:lnTo>
                  <a:pt x="865163" y="45720"/>
                </a:lnTo>
                <a:moveTo>
                  <a:pt x="1297745" y="0"/>
                </a:moveTo>
                <a:lnTo>
                  <a:pt x="1297745" y="45720"/>
                </a:lnTo>
                <a:moveTo>
                  <a:pt x="1730326" y="0"/>
                </a:moveTo>
                <a:lnTo>
                  <a:pt x="1730326" y="45720"/>
                </a:lnTo>
                <a:moveTo>
                  <a:pt x="2162908" y="0"/>
                </a:moveTo>
                <a:lnTo>
                  <a:pt x="2162908" y="45720"/>
                </a:lnTo>
                <a:moveTo>
                  <a:pt x="2595489" y="0"/>
                </a:moveTo>
                <a:lnTo>
                  <a:pt x="2595489" y="45720"/>
                </a:lnTo>
                <a:moveTo>
                  <a:pt x="3028071" y="0"/>
                </a:moveTo>
                <a:lnTo>
                  <a:pt x="3028071" y="45720"/>
                </a:lnTo>
                <a:moveTo>
                  <a:pt x="3460652" y="0"/>
                </a:moveTo>
                <a:lnTo>
                  <a:pt x="3460652" y="45720"/>
                </a:lnTo>
                <a:moveTo>
                  <a:pt x="3893234" y="0"/>
                </a:moveTo>
                <a:lnTo>
                  <a:pt x="3893234" y="45720"/>
                </a:lnTo>
                <a:moveTo>
                  <a:pt x="4325815" y="0"/>
                </a:moveTo>
                <a:lnTo>
                  <a:pt x="4325815" y="45720"/>
                </a:lnTo>
                <a:moveTo>
                  <a:pt x="4758397" y="0"/>
                </a:moveTo>
                <a:lnTo>
                  <a:pt x="4758397" y="45720"/>
                </a:lnTo>
                <a:moveTo>
                  <a:pt x="5190978" y="0"/>
                </a:moveTo>
                <a:lnTo>
                  <a:pt x="5190978" y="45720"/>
                </a:lnTo>
                <a:moveTo>
                  <a:pt x="5623560" y="0"/>
                </a:moveTo>
                <a:lnTo>
                  <a:pt x="5623560" y="45720"/>
                </a:lnTo>
                <a:moveTo>
                  <a:pt x="6056142" y="0"/>
                </a:moveTo>
                <a:lnTo>
                  <a:pt x="6056142" y="45720"/>
                </a:lnTo>
                <a:moveTo>
                  <a:pt x="6488723" y="0"/>
                </a:moveTo>
                <a:lnTo>
                  <a:pt x="6488723" y="45720"/>
                </a:lnTo>
                <a:moveTo>
                  <a:pt x="6921305" y="0"/>
                </a:moveTo>
                <a:lnTo>
                  <a:pt x="6921305" y="45720"/>
                </a:lnTo>
                <a:moveTo>
                  <a:pt x="7353886" y="0"/>
                </a:moveTo>
                <a:lnTo>
                  <a:pt x="7353886" y="45720"/>
                </a:lnTo>
                <a:moveTo>
                  <a:pt x="7786468" y="0"/>
                </a:moveTo>
                <a:lnTo>
                  <a:pt x="7786468" y="45720"/>
                </a:lnTo>
                <a:moveTo>
                  <a:pt x="8219049" y="0"/>
                </a:moveTo>
                <a:lnTo>
                  <a:pt x="8219049" y="45720"/>
                </a:lnTo>
                <a:moveTo>
                  <a:pt x="8651631" y="0"/>
                </a:moveTo>
                <a:lnTo>
                  <a:pt x="8651631" y="45720"/>
                </a:lnTo>
                <a:moveTo>
                  <a:pt x="9084212" y="0"/>
                </a:moveTo>
                <a:lnTo>
                  <a:pt x="9084212" y="45720"/>
                </a:lnTo>
                <a:moveTo>
                  <a:pt x="9516794" y="0"/>
                </a:moveTo>
                <a:lnTo>
                  <a:pt x="9516794" y="45720"/>
                </a:lnTo>
                <a:moveTo>
                  <a:pt x="9949375" y="0"/>
                </a:moveTo>
                <a:lnTo>
                  <a:pt x="9949375" y="45720"/>
                </a:lnTo>
                <a:moveTo>
                  <a:pt x="10381957" y="0"/>
                </a:moveTo>
                <a:lnTo>
                  <a:pt x="10381957" y="45720"/>
                </a:lnTo>
                <a:moveTo>
                  <a:pt x="10814538" y="0"/>
                </a:moveTo>
                <a:lnTo>
                  <a:pt x="10814538" y="45720"/>
                </a:lnTo>
                <a:moveTo>
                  <a:pt x="11247120" y="0"/>
                </a:moveTo>
                <a:lnTo>
                  <a:pt x="11247120" y="45720"/>
                </a:lnTo>
              </a:path>
            </a:pathLst>
          </a:custGeom>
          <a:noFill/>
          <a:ln w="6350">
            <a:solidFill>
              <a:schemeClr val="accent2"/>
            </a:solidFill>
          </a:ln>
        </p:spPr>
        <p:txBody>
          <a:bodyPr rtlCol="0" anchor="ctr"/>
          <a:lstStyle/>
          <a:p>
            <a:endParaRPr lang="pt-BR" sz="700"/>
          </a:p>
        </p:txBody>
      </p:sp>
      <p:cxnSp>
        <p:nvCxnSpPr>
          <p:cNvPr id="219" name="Linha horizontal dos QG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12700">
            <a:solidFill>
              <a:schemeClr val="accent4"/>
            </a:solidFill>
          </a:ln>
        </p:spPr>
      </p:cxnSp>
      <p:cxnSp>
        <p:nvCxnSpPr>
          <p:cNvPr id="220" name="Linha pontilhada QG1"/>
          <p:cNvCxnSpPr/>
          <p:nvPr/>
        </p:nvCxnSpPr>
        <p:spPr>
          <a:xfrm>
            <a:off x="2553005" y="2194560"/>
            <a:ext cx="0" cy="3950208"/>
          </a:xfrm>
          <a:prstGeom prst="line">
            <a:avLst/>
          </a:prstGeom>
          <a:ln w="9525">
            <a:solidFill>
              <a:schemeClr val="accent6"/>
            </a:solidFill>
            <a:prstDash val="dash"/>
          </a:ln>
        </p:spPr>
      </p:cxnSp>
      <p:cxnSp>
        <p:nvCxnSpPr>
          <p:cNvPr id="221" name="Linha pontilhada QG2"/>
          <p:cNvCxnSpPr/>
          <p:nvPr/>
        </p:nvCxnSpPr>
        <p:spPr>
          <a:xfrm>
            <a:off x="4283964" y="2194560"/>
            <a:ext cx="0" cy="3950208"/>
          </a:xfrm>
          <a:prstGeom prst="line">
            <a:avLst/>
          </a:prstGeom>
          <a:ln w="9525">
            <a:solidFill>
              <a:schemeClr val="accent6"/>
            </a:solidFill>
            <a:prstDash val="dash"/>
          </a:ln>
        </p:spPr>
      </p:cxnSp>
      <p:cxnSp>
        <p:nvCxnSpPr>
          <p:cNvPr id="222" name="Linha pontilhada QG3"/>
          <p:cNvCxnSpPr/>
          <p:nvPr/>
        </p:nvCxnSpPr>
        <p:spPr>
          <a:xfrm>
            <a:off x="7311542" y="2194560"/>
            <a:ext cx="0" cy="3950208"/>
          </a:xfrm>
          <a:prstGeom prst="line">
            <a:avLst/>
          </a:prstGeom>
          <a:ln w="9525">
            <a:solidFill>
              <a:schemeClr val="accent6"/>
            </a:solidFill>
            <a:prstDash val="dash"/>
          </a:ln>
        </p:spPr>
      </p:cxnSp>
      <p:cxnSp>
        <p:nvCxnSpPr>
          <p:cNvPr id="223" name="Linha pontilhada QG4"/>
          <p:cNvCxnSpPr/>
          <p:nvPr/>
        </p:nvCxnSpPr>
        <p:spPr>
          <a:xfrm>
            <a:off x="9475013" y="2194560"/>
            <a:ext cx="0" cy="3950208"/>
          </a:xfrm>
          <a:prstGeom prst="line">
            <a:avLst/>
          </a:prstGeom>
          <a:ln w="9525">
            <a:solidFill>
              <a:schemeClr val="accent6"/>
            </a:solidFill>
            <a:prstDash val="dash"/>
          </a:ln>
        </p:spPr>
      </p:cxnSp>
      <p:sp>
        <p:nvSpPr>
          <p:cNvPr id="224" name="Raia rotulo raia1"/>
          <p:cNvSpPr/>
          <p:nvPr/>
        </p:nvSpPr>
        <p:spPr>
          <a:xfrm>
            <a:off x="0" y="2221992"/>
            <a:ext cx="777240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buNone/>
            </a:pPr>
            <a:r>
              <a:rPr lang="pt-BR" sz="900" b="1" noProof="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TMO</a:t>
            </a:r>
          </a:p>
          <a:p>
            <a:pPr algn="ctr">
              <a:buNone/>
            </a:pPr>
            <a:r>
              <a:rPr lang="pt-BR" sz="700" noProof="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Governança</a:t>
            </a:r>
          </a:p>
        </p:txBody>
      </p:sp>
      <p:sp>
        <p:nvSpPr>
          <p:cNvPr id="225" name="Raia rotulo raia2"/>
          <p:cNvSpPr/>
          <p:nvPr/>
        </p:nvSpPr>
        <p:spPr>
          <a:xfrm>
            <a:off x="0" y="2788920"/>
            <a:ext cx="777240" cy="7223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buNone/>
            </a:pPr>
            <a:r>
              <a:rPr lang="pt-BR" sz="900" b="1" noProof="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GMO</a:t>
            </a:r>
          </a:p>
          <a:p>
            <a:pPr algn="ctr">
              <a:buNone/>
            </a:pPr>
            <a:r>
              <a:rPr lang="pt-BR" sz="700" noProof="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Pessoas e adoção</a:t>
            </a:r>
          </a:p>
        </p:txBody>
      </p:sp>
      <p:sp>
        <p:nvSpPr>
          <p:cNvPr id="226" name="Raia rotulo raia4"/>
          <p:cNvSpPr/>
          <p:nvPr/>
        </p:nvSpPr>
        <p:spPr>
          <a:xfrm>
            <a:off x="0" y="5029200"/>
            <a:ext cx="777240" cy="548640"/>
          </a:xfrm>
          <a:prstGeom prst="rect">
            <a:avLst/>
          </a:prstGeom>
          <a:solidFill>
            <a:srgbClr val="A0BDD2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buNone/>
            </a:pPr>
            <a:r>
              <a:rPr lang="pt-BR" sz="900" b="1" noProof="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VALIDAÇÃO</a:t>
            </a:r>
          </a:p>
          <a:p>
            <a:pPr algn="ctr">
              <a:buNone/>
            </a:pPr>
            <a:r>
              <a:rPr lang="pt-BR" sz="700" noProof="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Técnica e custo de execução</a:t>
            </a:r>
          </a:p>
        </p:txBody>
      </p:sp>
      <p:sp>
        <p:nvSpPr>
          <p:cNvPr id="227" name="Raia rotulo raia5"/>
          <p:cNvSpPr/>
          <p:nvPr/>
        </p:nvSpPr>
        <p:spPr>
          <a:xfrm>
            <a:off x="0" y="5596128"/>
            <a:ext cx="777240" cy="5486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buNone/>
            </a:pPr>
            <a:r>
              <a:rPr lang="pt-BR" sz="900" b="1" noProof="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CUTOVER</a:t>
            </a:r>
          </a:p>
          <a:p>
            <a:pPr algn="ctr">
              <a:buNone/>
            </a:pPr>
            <a:r>
              <a:rPr lang="pt-BR" sz="700" noProof="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Hypercare e legados</a:t>
            </a:r>
          </a:p>
        </p:txBody>
      </p:sp>
      <p:sp>
        <p:nvSpPr>
          <p:cNvPr id="228" name="Raia rotulo ONDAS"/>
          <p:cNvSpPr/>
          <p:nvPr/>
        </p:nvSpPr>
        <p:spPr>
          <a:xfrm>
            <a:off x="0" y="3547872"/>
            <a:ext cx="777240" cy="20116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buNone/>
            </a:pPr>
            <a:r>
              <a:rPr lang="pt-BR" sz="900" b="1" noProof="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ONDAS</a:t>
            </a:r>
          </a:p>
        </p:txBody>
      </p:sp>
      <p:sp>
        <p:nvSpPr>
          <p:cNvPr id="229" name="Faixa de definicao do ciclo de onda"/>
          <p:cNvSpPr/>
          <p:nvPr/>
        </p:nvSpPr>
        <p:spPr>
          <a:xfrm>
            <a:off x="822960" y="3547872"/>
            <a:ext cx="11247120" cy="20116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91440" tIns="0" rIns="45720" bIns="0" rtlCol="0" anchor="ctr">
            <a:noAutofit/>
          </a:bodyPr>
          <a:lstStyle/>
          <a:p>
            <a:pPr algn="l">
              <a:buNone/>
            </a:pPr>
            <a:r>
              <a:rPr lang="pt-BR" sz="700" b="1" noProof="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CICLO DE CADA ONDA: Desenho → Replay histórico → Paralelo → </a:t>
            </a:r>
            <a:r>
              <a:rPr lang="pt-BR" sz="700" b="1" noProof="0">
                <a:solidFill>
                  <a:srgbClr val="FFC000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★</a:t>
            </a:r>
            <a:r>
              <a:rPr lang="pt-BR" sz="700" b="1" noProof="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 Go/No-Go (gate triplo) → Cutover com rollback testado → Hypercare de ao menos um ciclo operativo*</a:t>
            </a:r>
          </a:p>
        </p:txBody>
      </p:sp>
      <p:sp>
        <p:nvSpPr>
          <p:cNvPr id="230" name="Onda 0 rotulo"/>
          <p:cNvSpPr/>
          <p:nvPr/>
        </p:nvSpPr>
        <p:spPr>
          <a:xfrm>
            <a:off x="0" y="3776472"/>
            <a:ext cx="777240" cy="23774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buNone/>
            </a:pPr>
            <a:r>
              <a:rPr lang="pt-BR" sz="700" b="1" noProof="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Onda 0</a:t>
            </a:r>
          </a:p>
          <a:p>
            <a:pPr algn="ctr">
              <a:buNone/>
            </a:pPr>
            <a:r>
              <a:rPr lang="pt-BR" sz="700" noProof="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Piloto</a:t>
            </a:r>
          </a:p>
        </p:txBody>
      </p:sp>
      <p:sp>
        <p:nvSpPr>
          <p:cNvPr id="231" name="Onda 1 rotulo"/>
          <p:cNvSpPr/>
          <p:nvPr/>
        </p:nvSpPr>
        <p:spPr>
          <a:xfrm>
            <a:off x="0" y="4087368"/>
            <a:ext cx="777240" cy="23774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buNone/>
            </a:pPr>
            <a:r>
              <a:rPr lang="pt-BR" sz="700" b="1" noProof="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Onda 1</a:t>
            </a:r>
          </a:p>
          <a:p>
            <a:pPr algn="ctr">
              <a:buNone/>
            </a:pPr>
            <a:r>
              <a:rPr lang="pt-BR" sz="700" noProof="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NEWAVE + FCF</a:t>
            </a:r>
          </a:p>
        </p:txBody>
      </p:sp>
      <p:sp>
        <p:nvSpPr>
          <p:cNvPr id="232" name="Onda 2 rotulo"/>
          <p:cNvSpPr/>
          <p:nvPr/>
        </p:nvSpPr>
        <p:spPr>
          <a:xfrm>
            <a:off x="0" y="4398264"/>
            <a:ext cx="777240" cy="23774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buNone/>
            </a:pPr>
            <a:r>
              <a:rPr lang="pt-BR" sz="700" b="1" noProof="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Onda 2</a:t>
            </a:r>
          </a:p>
          <a:p>
            <a:pPr algn="ctr">
              <a:buNone/>
            </a:pPr>
            <a:r>
              <a:rPr lang="pt-BR" sz="700" noProof="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DECOMP + FCF</a:t>
            </a:r>
          </a:p>
        </p:txBody>
      </p:sp>
      <p:sp>
        <p:nvSpPr>
          <p:cNvPr id="233" name="Onda 3 rotulo"/>
          <p:cNvSpPr/>
          <p:nvPr/>
        </p:nvSpPr>
        <p:spPr>
          <a:xfrm>
            <a:off x="0" y="4709160"/>
            <a:ext cx="777240" cy="23774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buNone/>
            </a:pPr>
            <a:r>
              <a:rPr lang="pt-BR" sz="700" b="1" noProof="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Onda 3</a:t>
            </a:r>
          </a:p>
          <a:p>
            <a:pPr algn="ctr">
              <a:buNone/>
            </a:pPr>
            <a:r>
              <a:rPr lang="pt-BR" sz="700" noProof="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DESSEM e demais*</a:t>
            </a:r>
          </a:p>
        </p:txBody>
      </p:sp>
      <p:sp>
        <p:nvSpPr>
          <p:cNvPr id="234" name="Chevron raia1_barra_S1_S26"/>
          <p:cNvSpPr/>
          <p:nvPr/>
        </p:nvSpPr>
        <p:spPr>
          <a:xfrm>
            <a:off x="822960" y="2240280"/>
            <a:ext cx="11247120" cy="173736"/>
          </a:xfrm>
          <a:prstGeom prst="homePlate">
            <a:avLst/>
          </a:prstGeom>
          <a:solidFill>
            <a:srgbClr val="002B49"/>
          </a:solidFill>
          <a:ln w="9525">
            <a:solidFill>
              <a:schemeClr val="bg1"/>
            </a:solidFill>
          </a:ln>
        </p:spPr>
        <p:txBody>
          <a:bodyPr wrap="square" lIns="45720" tIns="0" rIns="109728" bIns="0" rtlCol="0" anchor="ctr">
            <a:noAutofit/>
          </a:bodyPr>
          <a:lstStyle/>
          <a:p>
            <a:pPr algn="ctr">
              <a:buNone/>
            </a:pPr>
            <a:r>
              <a:rPr lang="pt-BR" sz="700" b="1" noProof="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TORRE DE CONTROLE: ondas, riscos, demandas, adoção e custo de execução em cloud, lidos do AXOL*</a:t>
            </a:r>
          </a:p>
        </p:txBody>
      </p:sp>
      <p:sp>
        <p:nvSpPr>
          <p:cNvPr id="235" name="Texto raia1_seg_S1_S4"/>
          <p:cNvSpPr txBox="1"/>
          <p:nvPr/>
        </p:nvSpPr>
        <p:spPr>
          <a:xfrm>
            <a:off x="841248" y="2432304"/>
            <a:ext cx="1693469" cy="347472"/>
          </a:xfrm>
          <a:prstGeom prst="rect">
            <a:avLst/>
          </a:prstGeom>
          <a:noFill/>
          <a:ln>
            <a:noFill/>
          </a:ln>
        </p:spPr>
        <p:txBody>
          <a:bodyPr wrap="square" lIns="27432" tIns="0" rIns="18288" bIns="0" rtlCol="0" anchor="t">
            <a:noAutofit/>
          </a:bodyPr>
          <a:lstStyle/>
          <a:p>
            <a:pPr algn="l">
              <a:buNone/>
            </a:pPr>
            <a:r>
              <a:rPr lang="pt-BR" sz="700" noProof="0">
                <a:solidFill>
                  <a:srgbClr val="FFC000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★</a:t>
            </a:r>
            <a:r>
              <a:rPr lang="pt-BR" sz="700" noProof="0">
                <a:solidFill>
                  <a:srgbClr val="404040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 Kick-off e linha de base (S1) · RACI e comitês · matriz de riscos · torre no ar (S3)</a:t>
            </a:r>
          </a:p>
        </p:txBody>
      </p:sp>
      <p:sp>
        <p:nvSpPr>
          <p:cNvPr id="236" name="Texto raia1_seg_S5_S20 (a)"/>
          <p:cNvSpPr txBox="1"/>
          <p:nvPr/>
        </p:nvSpPr>
        <p:spPr>
          <a:xfrm>
            <a:off x="2571293" y="2432304"/>
            <a:ext cx="1694383" cy="347472"/>
          </a:xfrm>
          <a:prstGeom prst="rect">
            <a:avLst/>
          </a:prstGeom>
          <a:noFill/>
          <a:ln>
            <a:noFill/>
          </a:ln>
        </p:spPr>
        <p:txBody>
          <a:bodyPr wrap="square" lIns="27432" tIns="0" rIns="18288" bIns="0" rtlCol="0" anchor="t">
            <a:noAutofit/>
          </a:bodyPr>
          <a:lstStyle/>
          <a:p>
            <a:pPr algn="l">
              <a:buNone/>
            </a:pPr>
            <a:r>
              <a:rPr lang="pt-BR" sz="700" noProof="0">
                <a:solidFill>
                  <a:srgbClr val="404040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Comitê Executivo quinzenal e Comitê de Programa semanal</a:t>
            </a:r>
          </a:p>
        </p:txBody>
      </p:sp>
      <p:sp>
        <p:nvSpPr>
          <p:cNvPr id="237" name="Texto raia1_seg_S5_S20 (b)"/>
          <p:cNvSpPr txBox="1"/>
          <p:nvPr/>
        </p:nvSpPr>
        <p:spPr>
          <a:xfrm>
            <a:off x="4302252" y="2432304"/>
            <a:ext cx="2991002" cy="347472"/>
          </a:xfrm>
          <a:prstGeom prst="rect">
            <a:avLst/>
          </a:prstGeom>
          <a:noFill/>
          <a:ln>
            <a:noFill/>
          </a:ln>
        </p:spPr>
        <p:txBody>
          <a:bodyPr wrap="square" lIns="27432" tIns="0" rIns="18288" bIns="0" rtlCol="0" anchor="t">
            <a:noAutofit/>
          </a:bodyPr>
          <a:lstStyle/>
          <a:p>
            <a:pPr algn="l">
              <a:buNone/>
            </a:pPr>
            <a:r>
              <a:rPr lang="pt-BR" sz="700" noProof="0">
                <a:solidFill>
                  <a:srgbClr val="404040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status semanal gerado da torre · sprints e daily de onda</a:t>
            </a:r>
          </a:p>
        </p:txBody>
      </p:sp>
      <p:sp>
        <p:nvSpPr>
          <p:cNvPr id="238" name="Texto raia1_seg_S5_S20 (c)"/>
          <p:cNvSpPr txBox="1"/>
          <p:nvPr/>
        </p:nvSpPr>
        <p:spPr>
          <a:xfrm>
            <a:off x="7329830" y="2432304"/>
            <a:ext cx="2126894" cy="347472"/>
          </a:xfrm>
          <a:prstGeom prst="rect">
            <a:avLst/>
          </a:prstGeom>
          <a:noFill/>
          <a:ln>
            <a:noFill/>
          </a:ln>
        </p:spPr>
        <p:txBody>
          <a:bodyPr wrap="square" lIns="27432" tIns="0" rIns="18288" bIns="0" rtlCol="0" anchor="t">
            <a:noAutofit/>
          </a:bodyPr>
          <a:lstStyle/>
          <a:p>
            <a:pPr algn="l">
              <a:buNone/>
            </a:pPr>
            <a:r>
              <a:rPr lang="pt-BR" sz="700" noProof="0">
                <a:solidFill>
                  <a:srgbClr val="404040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demandas por criticidade, ROI e esforço</a:t>
            </a:r>
          </a:p>
        </p:txBody>
      </p:sp>
      <p:sp>
        <p:nvSpPr>
          <p:cNvPr id="239" name="Texto raia1_seg_S21_S26"/>
          <p:cNvSpPr txBox="1"/>
          <p:nvPr/>
        </p:nvSpPr>
        <p:spPr>
          <a:xfrm>
            <a:off x="9493301" y="2432304"/>
            <a:ext cx="2558491" cy="347472"/>
          </a:xfrm>
          <a:prstGeom prst="rect">
            <a:avLst/>
          </a:prstGeom>
          <a:noFill/>
          <a:ln>
            <a:noFill/>
          </a:ln>
        </p:spPr>
        <p:txBody>
          <a:bodyPr wrap="square" lIns="27432" tIns="0" rIns="18288" bIns="0" rtlCol="0" anchor="t">
            <a:noAutofit/>
          </a:bodyPr>
          <a:lstStyle/>
          <a:p>
            <a:pPr algn="l">
              <a:buNone/>
            </a:pPr>
            <a:r>
              <a:rPr lang="pt-BR" sz="700" noProof="0">
                <a:solidFill>
                  <a:srgbClr val="404040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Relatório de valor realizado · lições aprendidas · torre transferida ao dono do AXOL · </a:t>
            </a:r>
            <a:r>
              <a:rPr lang="pt-BR" sz="700" noProof="0">
                <a:solidFill>
                  <a:srgbClr val="FFC000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★</a:t>
            </a:r>
            <a:r>
              <a:rPr lang="pt-BR" sz="700" noProof="0">
                <a:solidFill>
                  <a:srgbClr val="404040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 Encerramento</a:t>
            </a:r>
          </a:p>
        </p:txBody>
      </p:sp>
      <p:sp>
        <p:nvSpPr>
          <p:cNvPr id="240" name="Chevron raia2_chevron_1_S1_S4"/>
          <p:cNvSpPr/>
          <p:nvPr/>
        </p:nvSpPr>
        <p:spPr>
          <a:xfrm>
            <a:off x="822960" y="2862072"/>
            <a:ext cx="1730045" cy="182880"/>
          </a:xfrm>
          <a:prstGeom prst="homePlate">
            <a:avLst/>
          </a:prstGeom>
          <a:solidFill>
            <a:srgbClr val="002B49"/>
          </a:solidFill>
          <a:ln w="9525">
            <a:solidFill>
              <a:schemeClr val="bg1"/>
            </a:solidFill>
          </a:ln>
        </p:spPr>
        <p:txBody>
          <a:bodyPr wrap="square" lIns="128016" tIns="0" rIns="18288" bIns="0" rtlCol="0" anchor="ctr">
            <a:noAutofit/>
          </a:bodyPr>
          <a:lstStyle/>
          <a:p>
            <a:pPr algn="l">
              <a:buNone/>
            </a:pPr>
            <a:r>
              <a:rPr lang="pt-BR" sz="700" b="1" noProof="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Preparação</a:t>
            </a:r>
          </a:p>
        </p:txBody>
      </p:sp>
      <p:sp>
        <p:nvSpPr>
          <p:cNvPr id="241" name="Texto raia2_seg_1_S1_S4"/>
          <p:cNvSpPr txBox="1"/>
          <p:nvPr/>
        </p:nvSpPr>
        <p:spPr>
          <a:xfrm>
            <a:off x="841248" y="3063240"/>
            <a:ext cx="1693469" cy="448056"/>
          </a:xfrm>
          <a:prstGeom prst="rect">
            <a:avLst/>
          </a:prstGeom>
          <a:noFill/>
          <a:ln>
            <a:noFill/>
          </a:ln>
        </p:spPr>
        <p:txBody>
          <a:bodyPr wrap="square" lIns="27432" tIns="0" rIns="18288" bIns="0" rtlCol="0" anchor="t">
            <a:noAutofit/>
          </a:bodyPr>
          <a:lstStyle/>
          <a:p>
            <a:pPr algn="l">
              <a:buNone/>
            </a:pPr>
            <a:r>
              <a:rPr lang="pt-BR" sz="700" noProof="0">
                <a:solidFill>
                  <a:srgbClr val="404040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Assessment de prontidão e linha de base ADKAR </a:t>
            </a:r>
            <a:r>
              <a:rPr lang="pt-BR" sz="700" noProof="0">
                <a:solidFill>
                  <a:schemeClr val="accent2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●</a:t>
            </a:r>
            <a:r>
              <a:rPr lang="pt-BR" sz="700" noProof="0">
                <a:solidFill>
                  <a:srgbClr val="404040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 · mapa de impactos por papel (1 a 5) · plano de mudança e capacitação</a:t>
            </a:r>
          </a:p>
        </p:txBody>
      </p:sp>
      <p:sp>
        <p:nvSpPr>
          <p:cNvPr id="242" name="Chevron raia2_chevron_2_S5_S8"/>
          <p:cNvSpPr/>
          <p:nvPr/>
        </p:nvSpPr>
        <p:spPr>
          <a:xfrm>
            <a:off x="2553005" y="2862072"/>
            <a:ext cx="1730959" cy="182880"/>
          </a:xfrm>
          <a:prstGeom prst="chevron">
            <a:avLst/>
          </a:prstGeom>
          <a:solidFill>
            <a:srgbClr val="002B49"/>
          </a:solidFill>
          <a:ln w="9525">
            <a:solidFill>
              <a:schemeClr val="bg1"/>
            </a:solidFill>
          </a:ln>
        </p:spPr>
        <p:txBody>
          <a:bodyPr wrap="square" lIns="64008" tIns="0" rIns="18288" bIns="0" rtlCol="0" anchor="ctr">
            <a:noAutofit/>
          </a:bodyPr>
          <a:lstStyle/>
          <a:p>
            <a:pPr algn="l">
              <a:buNone/>
            </a:pPr>
            <a:r>
              <a:rPr lang="pt-BR" sz="700" b="1" noProof="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Desenho e construção</a:t>
            </a:r>
          </a:p>
        </p:txBody>
      </p:sp>
      <p:sp>
        <p:nvSpPr>
          <p:cNvPr id="243" name="Texto raia2_seg_2_S5_S8"/>
          <p:cNvSpPr txBox="1"/>
          <p:nvPr/>
        </p:nvSpPr>
        <p:spPr>
          <a:xfrm>
            <a:off x="2571293" y="3063240"/>
            <a:ext cx="1694383" cy="448056"/>
          </a:xfrm>
          <a:prstGeom prst="rect">
            <a:avLst/>
          </a:prstGeom>
          <a:noFill/>
          <a:ln>
            <a:noFill/>
          </a:ln>
        </p:spPr>
        <p:txBody>
          <a:bodyPr wrap="square" lIns="27432" tIns="0" rIns="18288" bIns="0" rtlCol="0" anchor="t">
            <a:noAutofit/>
          </a:bodyPr>
          <a:lstStyle/>
          <a:p>
            <a:pPr algn="l">
              <a:buNone/>
            </a:pPr>
            <a:r>
              <a:rPr lang="pt-BR" sz="700" noProof="0">
                <a:solidFill>
                  <a:srgbClr val="404040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Agentes de mudança ativados · fluxogramas-alvo co-criados com quem prepara, roda e valida </a:t>
            </a:r>
            <a:r>
              <a:rPr lang="pt-BR" sz="700" noProof="0">
                <a:solidFill>
                  <a:srgbClr val="FFC000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★</a:t>
            </a:r>
            <a:r>
              <a:rPr lang="pt-BR" sz="700" noProof="0">
                <a:solidFill>
                  <a:srgbClr val="404040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 · Laboratório AXOL aberto (S6)</a:t>
            </a:r>
          </a:p>
        </p:txBody>
      </p:sp>
      <p:sp>
        <p:nvSpPr>
          <p:cNvPr id="244" name="Chevron raia2_chevron_3_S9_S20"/>
          <p:cNvSpPr/>
          <p:nvPr/>
        </p:nvSpPr>
        <p:spPr>
          <a:xfrm>
            <a:off x="4283964" y="2862072"/>
            <a:ext cx="5191049" cy="182880"/>
          </a:xfrm>
          <a:prstGeom prst="chevron">
            <a:avLst/>
          </a:prstGeom>
          <a:solidFill>
            <a:srgbClr val="002B49"/>
          </a:solidFill>
          <a:ln w="9525">
            <a:solidFill>
              <a:schemeClr val="bg1"/>
            </a:solidFill>
          </a:ln>
        </p:spPr>
        <p:txBody>
          <a:bodyPr wrap="square" lIns="64008" tIns="0" rIns="18288" bIns="0" rtlCol="0" anchor="ctr">
            <a:noAutofit/>
          </a:bodyPr>
          <a:lstStyle/>
          <a:p>
            <a:pPr algn="l">
              <a:buNone/>
            </a:pPr>
            <a:r>
              <a:rPr lang="pt-BR" sz="700" b="1" noProof="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Homologação e transição</a:t>
            </a:r>
          </a:p>
        </p:txBody>
      </p:sp>
      <p:sp>
        <p:nvSpPr>
          <p:cNvPr id="245" name="Texto raia2_seg_3_S9_S20 (a)"/>
          <p:cNvSpPr txBox="1"/>
          <p:nvPr/>
        </p:nvSpPr>
        <p:spPr>
          <a:xfrm>
            <a:off x="4302252" y="3063240"/>
            <a:ext cx="2991002" cy="448056"/>
          </a:xfrm>
          <a:prstGeom prst="rect">
            <a:avLst/>
          </a:prstGeom>
          <a:noFill/>
          <a:ln>
            <a:noFill/>
          </a:ln>
        </p:spPr>
        <p:txBody>
          <a:bodyPr wrap="square" lIns="27432" tIns="0" rIns="18288" bIns="0" rtlCol="0" anchor="t">
            <a:noAutofit/>
          </a:bodyPr>
          <a:lstStyle/>
          <a:p>
            <a:pPr algn="l">
              <a:buNone/>
            </a:pPr>
            <a:r>
              <a:rPr lang="pt-BR" sz="700" noProof="0">
                <a:solidFill>
                  <a:srgbClr val="404040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Trilhas e oficinas por onda · rodada assistida em paralelo · Laboratório AXOL com replay de um ciclo passado reconciliado</a:t>
            </a:r>
          </a:p>
        </p:txBody>
      </p:sp>
      <p:sp>
        <p:nvSpPr>
          <p:cNvPr id="246" name="Texto raia2_seg_3_S9_S20 (b)"/>
          <p:cNvSpPr txBox="1"/>
          <p:nvPr/>
        </p:nvSpPr>
        <p:spPr>
          <a:xfrm>
            <a:off x="7329830" y="3063240"/>
            <a:ext cx="2126894" cy="448056"/>
          </a:xfrm>
          <a:prstGeom prst="rect">
            <a:avLst/>
          </a:prstGeom>
          <a:noFill/>
          <a:ln>
            <a:noFill/>
          </a:ln>
        </p:spPr>
        <p:txBody>
          <a:bodyPr wrap="square" lIns="27432" tIns="0" rIns="18288" bIns="0" rtlCol="0" anchor="t">
            <a:noAutofit/>
          </a:bodyPr>
          <a:lstStyle/>
          <a:p>
            <a:pPr algn="l">
              <a:buNone/>
            </a:pPr>
            <a:r>
              <a:rPr lang="pt-BR" sz="700" noProof="0">
                <a:solidFill>
                  <a:srgbClr val="404040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assistente de IA** · placar de ondas por equipe · pulso curto antes de cada Go/No-Go </a:t>
            </a:r>
            <a:r>
              <a:rPr lang="pt-BR" sz="700" noProof="0">
                <a:solidFill>
                  <a:schemeClr val="accent2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●</a:t>
            </a:r>
          </a:p>
        </p:txBody>
      </p:sp>
      <p:sp>
        <p:nvSpPr>
          <p:cNvPr id="247" name="Chevron raia2_chevron_4_S21_S26"/>
          <p:cNvSpPr/>
          <p:nvPr/>
        </p:nvSpPr>
        <p:spPr>
          <a:xfrm>
            <a:off x="9475013" y="2862072"/>
            <a:ext cx="2595067" cy="182880"/>
          </a:xfrm>
          <a:prstGeom prst="chevron">
            <a:avLst/>
          </a:prstGeom>
          <a:solidFill>
            <a:srgbClr val="002B49"/>
          </a:solidFill>
          <a:ln w="9525">
            <a:solidFill>
              <a:schemeClr val="bg1"/>
            </a:solidFill>
          </a:ln>
        </p:spPr>
        <p:txBody>
          <a:bodyPr wrap="square" lIns="64008" tIns="0" rIns="18288" bIns="0" rtlCol="0" anchor="ctr">
            <a:noAutofit/>
          </a:bodyPr>
          <a:lstStyle/>
          <a:p>
            <a:pPr algn="l">
              <a:buNone/>
            </a:pPr>
            <a:r>
              <a:rPr lang="pt-BR" sz="700" b="1" noProof="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Go-live e hypercare</a:t>
            </a:r>
          </a:p>
        </p:txBody>
      </p:sp>
      <p:sp>
        <p:nvSpPr>
          <p:cNvPr id="248" name="Texto raia2_seg_4_S21_S26"/>
          <p:cNvSpPr txBox="1"/>
          <p:nvPr/>
        </p:nvSpPr>
        <p:spPr>
          <a:xfrm>
            <a:off x="9493301" y="3063240"/>
            <a:ext cx="2558491" cy="448056"/>
          </a:xfrm>
          <a:prstGeom prst="rect">
            <a:avLst/>
          </a:prstGeom>
          <a:noFill/>
          <a:ln>
            <a:noFill/>
          </a:ln>
        </p:spPr>
        <p:txBody>
          <a:bodyPr wrap="square" lIns="27432" tIns="0" rIns="18288" bIns="0" rtlCol="0" anchor="t">
            <a:noAutofit/>
          </a:bodyPr>
          <a:lstStyle/>
          <a:p>
            <a:pPr algn="l">
              <a:buNone/>
            </a:pPr>
            <a:r>
              <a:rPr lang="pt-BR" sz="700" noProof="0">
                <a:solidFill>
                  <a:srgbClr val="404040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Pulso final </a:t>
            </a:r>
            <a:r>
              <a:rPr lang="pt-BR" sz="700" noProof="0">
                <a:solidFill>
                  <a:schemeClr val="accent2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●</a:t>
            </a:r>
            <a:r>
              <a:rPr lang="pt-BR" sz="700" noProof="0">
                <a:solidFill>
                  <a:srgbClr val="404040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 · reconhecimento a quem manteve o legado · comunidade de prática · book da mudança</a:t>
            </a:r>
          </a:p>
        </p:txBody>
      </p:sp>
      <p:sp>
        <p:nvSpPr>
          <p:cNvPr id="249" name="Texto onda0_nota_S9_S26"/>
          <p:cNvSpPr txBox="1"/>
          <p:nvPr/>
        </p:nvSpPr>
        <p:spPr>
          <a:xfrm>
            <a:off x="4448556" y="3785616"/>
            <a:ext cx="2844698" cy="23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0" rIns="18288" bIns="0" rtlCol="0" anchor="ctr">
            <a:noAutofit/>
          </a:bodyPr>
          <a:lstStyle/>
          <a:p>
            <a:pPr algn="l">
              <a:buNone/>
            </a:pPr>
            <a:r>
              <a:rPr lang="pt-BR" sz="700" noProof="0">
                <a:solidFill>
                  <a:srgbClr val="404040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Piloto em fluxograma de menor criticidade, escolhido no QG1: prova o ciclo completo e vira o modelo padrão.</a:t>
            </a:r>
          </a:p>
        </p:txBody>
      </p:sp>
      <p:sp>
        <p:nvSpPr>
          <p:cNvPr id="250" name="Chevron onda0_chevron_S5_S6"/>
          <p:cNvSpPr/>
          <p:nvPr/>
        </p:nvSpPr>
        <p:spPr>
          <a:xfrm>
            <a:off x="2553005" y="3794760"/>
            <a:ext cx="865022" cy="201168"/>
          </a:xfrm>
          <a:prstGeom prst="homePlate">
            <a:avLst/>
          </a:prstGeom>
          <a:solidFill>
            <a:srgbClr val="002B49"/>
          </a:solidFill>
          <a:ln w="9525"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pt-BR" sz="700" b="1" noProof="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Desenho</a:t>
            </a:r>
          </a:p>
        </p:txBody>
      </p:sp>
      <p:sp>
        <p:nvSpPr>
          <p:cNvPr id="251" name="Chevron onda0_chevron_S7_S8"/>
          <p:cNvSpPr/>
          <p:nvPr/>
        </p:nvSpPr>
        <p:spPr>
          <a:xfrm>
            <a:off x="3418027" y="3794760"/>
            <a:ext cx="865937" cy="201168"/>
          </a:xfrm>
          <a:prstGeom prst="chevron">
            <a:avLst/>
          </a:prstGeom>
          <a:solidFill>
            <a:srgbClr val="002B49"/>
          </a:solidFill>
          <a:ln w="9525"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pt-BR" sz="700" b="1" noProof="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Execução</a:t>
            </a:r>
          </a:p>
        </p:txBody>
      </p:sp>
      <p:sp>
        <p:nvSpPr>
          <p:cNvPr id="252" name="Chevron onda1_chevron_S9_S10"/>
          <p:cNvSpPr/>
          <p:nvPr/>
        </p:nvSpPr>
        <p:spPr>
          <a:xfrm>
            <a:off x="4283964" y="4105656"/>
            <a:ext cx="865022" cy="201168"/>
          </a:xfrm>
          <a:prstGeom prst="homePlate">
            <a:avLst/>
          </a:prstGeom>
          <a:solidFill>
            <a:srgbClr val="002B49"/>
          </a:solidFill>
          <a:ln w="9525"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pt-BR" sz="700" b="1" noProof="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Desenho</a:t>
            </a:r>
          </a:p>
        </p:txBody>
      </p:sp>
      <p:sp>
        <p:nvSpPr>
          <p:cNvPr id="253" name="Chevron onda1_chevron_S11_S12"/>
          <p:cNvSpPr/>
          <p:nvPr/>
        </p:nvSpPr>
        <p:spPr>
          <a:xfrm>
            <a:off x="5148986" y="4105656"/>
            <a:ext cx="865022" cy="201168"/>
          </a:xfrm>
          <a:prstGeom prst="chevron">
            <a:avLst/>
          </a:prstGeom>
          <a:solidFill>
            <a:srgbClr val="002B49"/>
          </a:solidFill>
          <a:ln w="9525"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pt-BR" sz="700" b="1" noProof="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Replay</a:t>
            </a:r>
          </a:p>
        </p:txBody>
      </p:sp>
      <p:sp>
        <p:nvSpPr>
          <p:cNvPr id="254" name="Chevron onda1_chevron_S13_S15"/>
          <p:cNvSpPr/>
          <p:nvPr/>
        </p:nvSpPr>
        <p:spPr>
          <a:xfrm>
            <a:off x="6014009" y="4105656"/>
            <a:ext cx="1297534" cy="201168"/>
          </a:xfrm>
          <a:prstGeom prst="chevron">
            <a:avLst/>
          </a:prstGeom>
          <a:solidFill>
            <a:srgbClr val="002B49"/>
          </a:solidFill>
          <a:ln w="9525"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pt-BR" sz="700" b="1" noProof="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Paralelo</a:t>
            </a:r>
          </a:p>
        </p:txBody>
      </p:sp>
      <p:sp>
        <p:nvSpPr>
          <p:cNvPr id="255" name="Chevron onda1_chevron_S16_S16"/>
          <p:cNvSpPr/>
          <p:nvPr/>
        </p:nvSpPr>
        <p:spPr>
          <a:xfrm>
            <a:off x="7311542" y="4105656"/>
            <a:ext cx="432511" cy="201168"/>
          </a:xfrm>
          <a:prstGeom prst="chevron">
            <a:avLst>
              <a:gd name="adj" fmla="val 25000"/>
            </a:avLst>
          </a:prstGeom>
          <a:solidFill>
            <a:srgbClr val="002B49"/>
          </a:solidFill>
          <a:ln w="9525"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buNone/>
            </a:pPr>
            <a:r>
              <a:rPr lang="pt-BR" sz="700" b="1" noProof="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Cutover</a:t>
            </a:r>
          </a:p>
        </p:txBody>
      </p:sp>
      <p:sp>
        <p:nvSpPr>
          <p:cNvPr id="256" name="Chevron onda1_chevron_S17_S21"/>
          <p:cNvSpPr/>
          <p:nvPr/>
        </p:nvSpPr>
        <p:spPr>
          <a:xfrm>
            <a:off x="7744054" y="4105656"/>
            <a:ext cx="2163470" cy="201168"/>
          </a:xfrm>
          <a:prstGeom prst="chevron">
            <a:avLst/>
          </a:prstGeom>
          <a:solidFill>
            <a:srgbClr val="002B49"/>
          </a:solidFill>
          <a:ln w="9525">
            <a:solidFill>
              <a:schemeClr val="bg1"/>
            </a:solidFill>
          </a:ln>
        </p:spPr>
        <p:txBody>
          <a:bodyPr wrap="square" lIns="64008" tIns="0" rIns="18288" bIns="0" rtlCol="0" anchor="ctr">
            <a:noAutofit/>
          </a:bodyPr>
          <a:lstStyle/>
          <a:p>
            <a:pPr algn="l">
              <a:buNone/>
            </a:pPr>
            <a:r>
              <a:rPr lang="pt-BR" sz="700" b="1" noProof="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Hypercare</a:t>
            </a:r>
          </a:p>
        </p:txBody>
      </p:sp>
      <p:sp>
        <p:nvSpPr>
          <p:cNvPr id="257" name="Chevron onda2_chevron_S11_S12"/>
          <p:cNvSpPr/>
          <p:nvPr/>
        </p:nvSpPr>
        <p:spPr>
          <a:xfrm>
            <a:off x="5148986" y="4416552"/>
            <a:ext cx="865022" cy="201168"/>
          </a:xfrm>
          <a:prstGeom prst="homePlate">
            <a:avLst/>
          </a:prstGeom>
          <a:solidFill>
            <a:srgbClr val="002B49"/>
          </a:solidFill>
          <a:ln w="9525"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pt-BR" sz="700" b="1" noProof="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Desenho</a:t>
            </a:r>
          </a:p>
        </p:txBody>
      </p:sp>
      <p:sp>
        <p:nvSpPr>
          <p:cNvPr id="258" name="Chevron onda2_chevron_S13_S15"/>
          <p:cNvSpPr/>
          <p:nvPr/>
        </p:nvSpPr>
        <p:spPr>
          <a:xfrm>
            <a:off x="6014009" y="4416552"/>
            <a:ext cx="1297534" cy="201168"/>
          </a:xfrm>
          <a:prstGeom prst="chevron">
            <a:avLst/>
          </a:prstGeom>
          <a:solidFill>
            <a:srgbClr val="002B49"/>
          </a:solidFill>
          <a:ln w="9525"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pt-BR" sz="700" b="1" noProof="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Replay</a:t>
            </a:r>
          </a:p>
        </p:txBody>
      </p:sp>
      <p:sp>
        <p:nvSpPr>
          <p:cNvPr id="259" name="Chevron onda2_chevron_S16_S18"/>
          <p:cNvSpPr/>
          <p:nvPr/>
        </p:nvSpPr>
        <p:spPr>
          <a:xfrm>
            <a:off x="7311542" y="4416552"/>
            <a:ext cx="1297534" cy="201168"/>
          </a:xfrm>
          <a:prstGeom prst="chevron">
            <a:avLst/>
          </a:prstGeom>
          <a:solidFill>
            <a:srgbClr val="002B49"/>
          </a:solidFill>
          <a:ln w="9525"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pt-BR" sz="700" b="1" noProof="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Paralelo</a:t>
            </a:r>
          </a:p>
        </p:txBody>
      </p:sp>
      <p:sp>
        <p:nvSpPr>
          <p:cNvPr id="260" name="Chevron onda2_chevron_S19_S19"/>
          <p:cNvSpPr/>
          <p:nvPr/>
        </p:nvSpPr>
        <p:spPr>
          <a:xfrm>
            <a:off x="8609076" y="4416552"/>
            <a:ext cx="432511" cy="201168"/>
          </a:xfrm>
          <a:prstGeom prst="chevron">
            <a:avLst>
              <a:gd name="adj" fmla="val 25000"/>
            </a:avLst>
          </a:prstGeom>
          <a:solidFill>
            <a:srgbClr val="002B49"/>
          </a:solidFill>
          <a:ln w="9525"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buNone/>
            </a:pPr>
            <a:r>
              <a:rPr lang="pt-BR" sz="700" b="1" noProof="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Cutover</a:t>
            </a:r>
          </a:p>
        </p:txBody>
      </p:sp>
      <p:sp>
        <p:nvSpPr>
          <p:cNvPr id="261" name="Chevron onda2_chevron_S20_S23"/>
          <p:cNvSpPr/>
          <p:nvPr/>
        </p:nvSpPr>
        <p:spPr>
          <a:xfrm>
            <a:off x="9041587" y="4416552"/>
            <a:ext cx="1730959" cy="201168"/>
          </a:xfrm>
          <a:prstGeom prst="chevron">
            <a:avLst/>
          </a:prstGeom>
          <a:solidFill>
            <a:srgbClr val="002B49"/>
          </a:solidFill>
          <a:ln w="9525">
            <a:solidFill>
              <a:schemeClr val="bg1"/>
            </a:solidFill>
          </a:ln>
        </p:spPr>
        <p:txBody>
          <a:bodyPr wrap="square" lIns="64008" tIns="0" rIns="18288" bIns="0" rtlCol="0" anchor="ctr">
            <a:noAutofit/>
          </a:bodyPr>
          <a:lstStyle/>
          <a:p>
            <a:pPr algn="l">
              <a:buNone/>
            </a:pPr>
            <a:r>
              <a:rPr lang="pt-BR" sz="700" b="1" noProof="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Hypercare</a:t>
            </a:r>
          </a:p>
        </p:txBody>
      </p:sp>
      <p:sp>
        <p:nvSpPr>
          <p:cNvPr id="262" name="Chevron onda3_chevron_S13_S15"/>
          <p:cNvSpPr/>
          <p:nvPr/>
        </p:nvSpPr>
        <p:spPr>
          <a:xfrm>
            <a:off x="6014009" y="4727448"/>
            <a:ext cx="1297534" cy="201168"/>
          </a:xfrm>
          <a:prstGeom prst="homePlate">
            <a:avLst/>
          </a:prstGeom>
          <a:solidFill>
            <a:srgbClr val="002B49"/>
          </a:solidFill>
          <a:ln w="9525"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pt-BR" sz="700" b="1" noProof="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Desenho</a:t>
            </a:r>
          </a:p>
        </p:txBody>
      </p:sp>
      <p:sp>
        <p:nvSpPr>
          <p:cNvPr id="263" name="Chevron onda3_chevron_S16_S17"/>
          <p:cNvSpPr/>
          <p:nvPr/>
        </p:nvSpPr>
        <p:spPr>
          <a:xfrm>
            <a:off x="7311542" y="4727448"/>
            <a:ext cx="865022" cy="201168"/>
          </a:xfrm>
          <a:prstGeom prst="chevron">
            <a:avLst/>
          </a:prstGeom>
          <a:solidFill>
            <a:srgbClr val="002B49"/>
          </a:solidFill>
          <a:ln w="9525"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pt-BR" sz="700" b="1" noProof="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Replay</a:t>
            </a:r>
          </a:p>
        </p:txBody>
      </p:sp>
      <p:sp>
        <p:nvSpPr>
          <p:cNvPr id="264" name="Chevron onda3_chevron_S18_S20"/>
          <p:cNvSpPr/>
          <p:nvPr/>
        </p:nvSpPr>
        <p:spPr>
          <a:xfrm>
            <a:off x="8176565" y="4727448"/>
            <a:ext cx="1298448" cy="201168"/>
          </a:xfrm>
          <a:prstGeom prst="chevron">
            <a:avLst/>
          </a:prstGeom>
          <a:solidFill>
            <a:srgbClr val="002B49"/>
          </a:solidFill>
          <a:ln w="9525"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pt-BR" sz="700" b="1" noProof="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Paralelo</a:t>
            </a:r>
          </a:p>
        </p:txBody>
      </p:sp>
      <p:sp>
        <p:nvSpPr>
          <p:cNvPr id="265" name="Chevron onda3_chevron_S21_S21"/>
          <p:cNvSpPr/>
          <p:nvPr/>
        </p:nvSpPr>
        <p:spPr>
          <a:xfrm>
            <a:off x="9475013" y="4727448"/>
            <a:ext cx="432511" cy="201168"/>
          </a:xfrm>
          <a:prstGeom prst="chevron">
            <a:avLst>
              <a:gd name="adj" fmla="val 25000"/>
            </a:avLst>
          </a:prstGeom>
          <a:solidFill>
            <a:srgbClr val="002B49"/>
          </a:solidFill>
          <a:ln w="9525"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buNone/>
            </a:pPr>
            <a:r>
              <a:rPr lang="pt-BR" sz="700" b="1" noProof="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Cutover</a:t>
            </a:r>
          </a:p>
        </p:txBody>
      </p:sp>
      <p:sp>
        <p:nvSpPr>
          <p:cNvPr id="266" name="Chevron onda3_chevron_S22_S25"/>
          <p:cNvSpPr/>
          <p:nvPr/>
        </p:nvSpPr>
        <p:spPr>
          <a:xfrm>
            <a:off x="9907524" y="4727448"/>
            <a:ext cx="1730045" cy="201168"/>
          </a:xfrm>
          <a:prstGeom prst="chevron">
            <a:avLst/>
          </a:prstGeom>
          <a:solidFill>
            <a:srgbClr val="002B49"/>
          </a:solidFill>
          <a:ln w="9525">
            <a:solidFill>
              <a:schemeClr val="bg1"/>
            </a:solidFill>
          </a:ln>
        </p:spPr>
        <p:txBody>
          <a:bodyPr wrap="square" lIns="64008" tIns="0" rIns="18288" bIns="0" rtlCol="0" anchor="ctr">
            <a:noAutofit/>
          </a:bodyPr>
          <a:lstStyle/>
          <a:p>
            <a:pPr algn="l">
              <a:buNone/>
            </a:pPr>
            <a:r>
              <a:rPr lang="pt-BR" sz="700" b="1" noProof="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Hypercare</a:t>
            </a:r>
          </a:p>
        </p:txBody>
      </p:sp>
      <p:sp>
        <p:nvSpPr>
          <p:cNvPr id="267" name="Chevron raia4_chevron_1_S1_S8"/>
          <p:cNvSpPr/>
          <p:nvPr/>
        </p:nvSpPr>
        <p:spPr>
          <a:xfrm>
            <a:off x="822960" y="5047488"/>
            <a:ext cx="3461004" cy="182880"/>
          </a:xfrm>
          <a:prstGeom prst="homePlate">
            <a:avLst/>
          </a:prstGeom>
          <a:solidFill>
            <a:srgbClr val="002B49"/>
          </a:solidFill>
          <a:ln w="9525">
            <a:solidFill>
              <a:schemeClr val="bg1"/>
            </a:solidFill>
          </a:ln>
        </p:spPr>
        <p:txBody>
          <a:bodyPr wrap="square" lIns="128016" tIns="0" rIns="18288" bIns="0" rtlCol="0" anchor="ctr">
            <a:noAutofit/>
          </a:bodyPr>
          <a:lstStyle/>
          <a:p>
            <a:pPr algn="l">
              <a:buNone/>
            </a:pPr>
            <a:r>
              <a:rPr lang="pt-BR" sz="700" b="1" noProof="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Critérios de equivalência e ambiente</a:t>
            </a:r>
          </a:p>
        </p:txBody>
      </p:sp>
      <p:sp>
        <p:nvSpPr>
          <p:cNvPr id="268" name="Texto raia4_seg_1_S1_S8 (a)"/>
          <p:cNvSpPr txBox="1"/>
          <p:nvPr/>
        </p:nvSpPr>
        <p:spPr>
          <a:xfrm>
            <a:off x="841248" y="5248656"/>
            <a:ext cx="1693469" cy="329184"/>
          </a:xfrm>
          <a:prstGeom prst="rect">
            <a:avLst/>
          </a:prstGeom>
          <a:noFill/>
          <a:ln>
            <a:noFill/>
          </a:ln>
        </p:spPr>
        <p:txBody>
          <a:bodyPr wrap="square" lIns="27432" tIns="0" rIns="18288" bIns="0" rtlCol="0" anchor="t">
            <a:noAutofit/>
          </a:bodyPr>
          <a:lstStyle/>
          <a:p>
            <a:pPr algn="l">
              <a:buNone/>
            </a:pPr>
            <a:r>
              <a:rPr lang="pt-BR" sz="700" noProof="0">
                <a:solidFill>
                  <a:srgbClr val="404040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Tolerâncias por variável aprovadas por quem valida </a:t>
            </a:r>
            <a:r>
              <a:rPr lang="pt-BR" sz="700" noProof="0">
                <a:solidFill>
                  <a:srgbClr val="FFC000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★</a:t>
            </a:r>
          </a:p>
        </p:txBody>
      </p:sp>
      <p:sp>
        <p:nvSpPr>
          <p:cNvPr id="269" name="Texto raia4_seg_1_S1_S8 (b)"/>
          <p:cNvSpPr txBox="1"/>
          <p:nvPr/>
        </p:nvSpPr>
        <p:spPr>
          <a:xfrm>
            <a:off x="2571293" y="5248656"/>
            <a:ext cx="1694383" cy="329184"/>
          </a:xfrm>
          <a:prstGeom prst="rect">
            <a:avLst/>
          </a:prstGeom>
          <a:noFill/>
          <a:ln>
            <a:noFill/>
          </a:ln>
        </p:spPr>
        <p:txBody>
          <a:bodyPr wrap="square" lIns="27432" tIns="0" rIns="18288" bIns="0" rtlCol="0" anchor="t">
            <a:noAutofit/>
          </a:bodyPr>
          <a:lstStyle/>
          <a:p>
            <a:pPr algn="l">
              <a:buNone/>
            </a:pPr>
            <a:r>
              <a:rPr lang="pt-BR" sz="700" noProof="0">
                <a:solidFill>
                  <a:srgbClr val="404040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versões a confirmar* · ambientes cloud segregados e tags de custo de execução</a:t>
            </a:r>
          </a:p>
        </p:txBody>
      </p:sp>
      <p:sp>
        <p:nvSpPr>
          <p:cNvPr id="270" name="Chevron raia4_chevron_2_S9_S20"/>
          <p:cNvSpPr/>
          <p:nvPr/>
        </p:nvSpPr>
        <p:spPr>
          <a:xfrm>
            <a:off x="4283964" y="5047488"/>
            <a:ext cx="5191049" cy="182880"/>
          </a:xfrm>
          <a:prstGeom prst="chevron">
            <a:avLst/>
          </a:prstGeom>
          <a:solidFill>
            <a:srgbClr val="002B49"/>
          </a:solidFill>
          <a:ln w="9525">
            <a:solidFill>
              <a:schemeClr val="bg1"/>
            </a:solidFill>
          </a:ln>
        </p:spPr>
        <p:txBody>
          <a:bodyPr wrap="square" lIns="64008" tIns="0" rIns="18288" bIns="0" rtlCol="0" anchor="ctr">
            <a:noAutofit/>
          </a:bodyPr>
          <a:lstStyle/>
          <a:p>
            <a:pPr algn="l">
              <a:buNone/>
            </a:pPr>
            <a:r>
              <a:rPr lang="pt-BR" sz="700" b="1" noProof="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Reconciliação, desempenho e custo de execução</a:t>
            </a:r>
          </a:p>
        </p:txBody>
      </p:sp>
      <p:sp>
        <p:nvSpPr>
          <p:cNvPr id="271" name="Texto raia4_seg_2_S9_S20 (a)"/>
          <p:cNvSpPr txBox="1"/>
          <p:nvPr/>
        </p:nvSpPr>
        <p:spPr>
          <a:xfrm>
            <a:off x="4302252" y="5248656"/>
            <a:ext cx="2991002" cy="329184"/>
          </a:xfrm>
          <a:prstGeom prst="rect">
            <a:avLst/>
          </a:prstGeom>
          <a:noFill/>
          <a:ln>
            <a:noFill/>
          </a:ln>
        </p:spPr>
        <p:txBody>
          <a:bodyPr wrap="square" lIns="27432" tIns="0" rIns="18288" bIns="0" rtlCol="0" anchor="t">
            <a:noAutofit/>
          </a:bodyPr>
          <a:lstStyle/>
          <a:p>
            <a:pPr algn="l">
              <a:buNone/>
            </a:pPr>
            <a:r>
              <a:rPr lang="pt-BR" sz="700" noProof="0">
                <a:solidFill>
                  <a:srgbClr val="404040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Relatório de reconciliação automático por execução em paralelo · testes de desempenho e volume</a:t>
            </a:r>
          </a:p>
        </p:txBody>
      </p:sp>
      <p:sp>
        <p:nvSpPr>
          <p:cNvPr id="272" name="Texto raia4_seg_2_S9_S20 (b)"/>
          <p:cNvSpPr txBox="1"/>
          <p:nvPr/>
        </p:nvSpPr>
        <p:spPr>
          <a:xfrm>
            <a:off x="7329830" y="5248656"/>
            <a:ext cx="2126894" cy="329184"/>
          </a:xfrm>
          <a:prstGeom prst="rect">
            <a:avLst/>
          </a:prstGeom>
          <a:noFill/>
          <a:ln>
            <a:noFill/>
          </a:ln>
        </p:spPr>
        <p:txBody>
          <a:bodyPr wrap="square" lIns="27432" tIns="0" rIns="18288" bIns="0" rtlCol="0" anchor="t">
            <a:noAutofit/>
          </a:bodyPr>
          <a:lstStyle/>
          <a:p>
            <a:pPr algn="l">
              <a:buNone/>
            </a:pPr>
            <a:r>
              <a:rPr lang="pt-BR" sz="700" noProof="0">
                <a:solidFill>
                  <a:srgbClr val="404040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estimativa prévia de custo de execução e showback semanal · versões congeladas*</a:t>
            </a:r>
          </a:p>
        </p:txBody>
      </p:sp>
      <p:sp>
        <p:nvSpPr>
          <p:cNvPr id="273" name="Chevron raia4_chevron_3_S21_S26"/>
          <p:cNvSpPr/>
          <p:nvPr/>
        </p:nvSpPr>
        <p:spPr>
          <a:xfrm>
            <a:off x="9475013" y="5047488"/>
            <a:ext cx="2595067" cy="182880"/>
          </a:xfrm>
          <a:prstGeom prst="chevron">
            <a:avLst/>
          </a:prstGeom>
          <a:solidFill>
            <a:srgbClr val="002B49"/>
          </a:solidFill>
          <a:ln w="9525">
            <a:solidFill>
              <a:schemeClr val="bg1"/>
            </a:solidFill>
          </a:ln>
        </p:spPr>
        <p:txBody>
          <a:bodyPr wrap="square" lIns="64008" tIns="0" rIns="18288" bIns="0" rtlCol="0" anchor="ctr">
            <a:noAutofit/>
          </a:bodyPr>
          <a:lstStyle/>
          <a:p>
            <a:pPr algn="l">
              <a:buNone/>
            </a:pPr>
            <a:r>
              <a:rPr lang="pt-BR" sz="700" b="1" noProof="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Operação em regime</a:t>
            </a:r>
          </a:p>
        </p:txBody>
      </p:sp>
      <p:sp>
        <p:nvSpPr>
          <p:cNvPr id="274" name="Texto raia4_seg_3_S21_S26"/>
          <p:cNvSpPr txBox="1"/>
          <p:nvPr/>
        </p:nvSpPr>
        <p:spPr>
          <a:xfrm>
            <a:off x="9493301" y="5248656"/>
            <a:ext cx="2558491" cy="329184"/>
          </a:xfrm>
          <a:prstGeom prst="rect">
            <a:avLst/>
          </a:prstGeom>
          <a:noFill/>
          <a:ln>
            <a:noFill/>
          </a:ln>
        </p:spPr>
        <p:txBody>
          <a:bodyPr wrap="square" lIns="27432" tIns="0" rIns="18288" bIns="0" rtlCol="0" anchor="t">
            <a:noAutofit/>
          </a:bodyPr>
          <a:lstStyle/>
          <a:p>
            <a:pPr algn="l">
              <a:buNone/>
            </a:pPr>
            <a:r>
              <a:rPr lang="pt-BR" sz="700" noProof="0">
                <a:solidFill>
                  <a:srgbClr val="404040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Revisão da política de custo de execução por tipo de rodada · dono de cada fluxograma assume o showback</a:t>
            </a:r>
          </a:p>
        </p:txBody>
      </p:sp>
      <p:sp>
        <p:nvSpPr>
          <p:cNvPr id="275" name="Chevron raia5_chevron_1_S1_S8"/>
          <p:cNvSpPr/>
          <p:nvPr/>
        </p:nvSpPr>
        <p:spPr>
          <a:xfrm>
            <a:off x="822960" y="5614416"/>
            <a:ext cx="3461004" cy="182880"/>
          </a:xfrm>
          <a:prstGeom prst="homePlate">
            <a:avLst/>
          </a:prstGeom>
          <a:solidFill>
            <a:srgbClr val="002B49"/>
          </a:solidFill>
          <a:ln w="9525">
            <a:solidFill>
              <a:schemeClr val="bg1"/>
            </a:solidFill>
          </a:ln>
        </p:spPr>
        <p:txBody>
          <a:bodyPr wrap="square" lIns="128016" tIns="0" rIns="18288" bIns="0" rtlCol="0" anchor="ctr">
            <a:noAutofit/>
          </a:bodyPr>
          <a:lstStyle/>
          <a:p>
            <a:pPr algn="l">
              <a:buNone/>
            </a:pPr>
            <a:r>
              <a:rPr lang="pt-BR" sz="700" b="1" noProof="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Mapa de legados e rotinas locais</a:t>
            </a:r>
          </a:p>
        </p:txBody>
      </p:sp>
      <p:sp>
        <p:nvSpPr>
          <p:cNvPr id="276" name="Texto raia5_seg_1_S1_S8 (a)"/>
          <p:cNvSpPr txBox="1"/>
          <p:nvPr/>
        </p:nvSpPr>
        <p:spPr>
          <a:xfrm>
            <a:off x="841248" y="5815584"/>
            <a:ext cx="1693469" cy="329184"/>
          </a:xfrm>
          <a:prstGeom prst="rect">
            <a:avLst/>
          </a:prstGeom>
          <a:noFill/>
          <a:ln>
            <a:noFill/>
          </a:ln>
        </p:spPr>
        <p:txBody>
          <a:bodyPr wrap="square" lIns="27432" tIns="0" rIns="18288" bIns="0" rtlCol="0" anchor="t">
            <a:noAutofit/>
          </a:bodyPr>
          <a:lstStyle/>
          <a:p>
            <a:pPr algn="l">
              <a:buNone/>
            </a:pPr>
            <a:r>
              <a:rPr lang="pt-BR" sz="700" noProof="0">
                <a:solidFill>
                  <a:srgbClr val="404040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Inventário de legados, rotinas paralelas e conhecimento tácito (S1 a S4)</a:t>
            </a:r>
          </a:p>
        </p:txBody>
      </p:sp>
      <p:sp>
        <p:nvSpPr>
          <p:cNvPr id="277" name="Texto raia5_seg_1_S1_S8 (b)"/>
          <p:cNvSpPr txBox="1"/>
          <p:nvPr/>
        </p:nvSpPr>
        <p:spPr>
          <a:xfrm>
            <a:off x="2571293" y="5815584"/>
            <a:ext cx="1694383" cy="329184"/>
          </a:xfrm>
          <a:prstGeom prst="rect">
            <a:avLst/>
          </a:prstGeom>
          <a:noFill/>
          <a:ln>
            <a:noFill/>
          </a:ln>
        </p:spPr>
        <p:txBody>
          <a:bodyPr wrap="square" lIns="27432" tIns="0" rIns="18288" bIns="0" rtlCol="0" anchor="t">
            <a:noAutofit/>
          </a:bodyPr>
          <a:lstStyle/>
          <a:p>
            <a:pPr algn="l">
              <a:buNone/>
            </a:pPr>
            <a:r>
              <a:rPr lang="pt-BR" sz="700" noProof="0">
                <a:solidFill>
                  <a:srgbClr val="404040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plano de desligamento por legado aprovado no QG2</a:t>
            </a:r>
          </a:p>
        </p:txBody>
      </p:sp>
      <p:sp>
        <p:nvSpPr>
          <p:cNvPr id="278" name="Chevron raia5_chevron_2_S9_S20"/>
          <p:cNvSpPr/>
          <p:nvPr/>
        </p:nvSpPr>
        <p:spPr>
          <a:xfrm>
            <a:off x="4283964" y="5614416"/>
            <a:ext cx="5191049" cy="182880"/>
          </a:xfrm>
          <a:prstGeom prst="chevron">
            <a:avLst/>
          </a:prstGeom>
          <a:solidFill>
            <a:srgbClr val="002B49"/>
          </a:solidFill>
          <a:ln w="9525">
            <a:solidFill>
              <a:schemeClr val="bg1"/>
            </a:solidFill>
          </a:ln>
        </p:spPr>
        <p:txBody>
          <a:bodyPr wrap="square" lIns="64008" tIns="0" rIns="18288" bIns="0" rtlCol="0" anchor="ctr">
            <a:noAutofit/>
          </a:bodyPr>
          <a:lstStyle/>
          <a:p>
            <a:pPr algn="l">
              <a:buNone/>
            </a:pPr>
            <a:r>
              <a:rPr lang="pt-BR" sz="700" b="1" noProof="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Cutover e hypercare por onda</a:t>
            </a:r>
          </a:p>
        </p:txBody>
      </p:sp>
      <p:sp>
        <p:nvSpPr>
          <p:cNvPr id="279" name="Texto raia5_seg_2_S9_S20 (a)"/>
          <p:cNvSpPr txBox="1"/>
          <p:nvPr/>
        </p:nvSpPr>
        <p:spPr>
          <a:xfrm>
            <a:off x="4302252" y="5815584"/>
            <a:ext cx="2991002" cy="329184"/>
          </a:xfrm>
          <a:prstGeom prst="rect">
            <a:avLst/>
          </a:prstGeom>
          <a:noFill/>
          <a:ln>
            <a:noFill/>
          </a:ln>
        </p:spPr>
        <p:txBody>
          <a:bodyPr wrap="square" lIns="27432" tIns="0" rIns="18288" bIns="0" rtlCol="0" anchor="t">
            <a:noAutofit/>
          </a:bodyPr>
          <a:lstStyle/>
          <a:p>
            <a:pPr algn="l">
              <a:buNone/>
            </a:pPr>
            <a:r>
              <a:rPr lang="pt-BR" sz="700" noProof="0">
                <a:solidFill>
                  <a:srgbClr val="404040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Cutover fora dos picos do ciclo · rollback testado, com o processo atual como contingência</a:t>
            </a:r>
          </a:p>
        </p:txBody>
      </p:sp>
      <p:sp>
        <p:nvSpPr>
          <p:cNvPr id="280" name="Texto raia5_seg_2_S9_S20 (b)"/>
          <p:cNvSpPr txBox="1"/>
          <p:nvPr/>
        </p:nvSpPr>
        <p:spPr>
          <a:xfrm>
            <a:off x="7329830" y="5815584"/>
            <a:ext cx="2126894" cy="329184"/>
          </a:xfrm>
          <a:prstGeom prst="rect">
            <a:avLst/>
          </a:prstGeom>
          <a:noFill/>
          <a:ln>
            <a:noFill/>
          </a:ln>
        </p:spPr>
        <p:txBody>
          <a:bodyPr wrap="square" lIns="27432" tIns="0" rIns="18288" bIns="0" rtlCol="0" anchor="t">
            <a:noAutofit/>
          </a:bodyPr>
          <a:lstStyle/>
          <a:p>
            <a:pPr algn="l">
              <a:buNone/>
            </a:pPr>
            <a:r>
              <a:rPr lang="pt-BR" sz="700" noProof="0">
                <a:solidFill>
                  <a:srgbClr val="404040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SLAs e escala de especialistas · legado em leitura até o aceite</a:t>
            </a:r>
          </a:p>
        </p:txBody>
      </p:sp>
      <p:sp>
        <p:nvSpPr>
          <p:cNvPr id="281" name="Chevron raia5_chevron_3_S21_S26"/>
          <p:cNvSpPr/>
          <p:nvPr/>
        </p:nvSpPr>
        <p:spPr>
          <a:xfrm>
            <a:off x="9475013" y="5614416"/>
            <a:ext cx="2595067" cy="182880"/>
          </a:xfrm>
          <a:prstGeom prst="chevron">
            <a:avLst/>
          </a:prstGeom>
          <a:solidFill>
            <a:srgbClr val="002B49"/>
          </a:solidFill>
          <a:ln w="9525">
            <a:solidFill>
              <a:schemeClr val="bg1"/>
            </a:solidFill>
          </a:ln>
        </p:spPr>
        <p:txBody>
          <a:bodyPr wrap="square" lIns="246888" tIns="0" rIns="18288" bIns="0" rtlCol="0" anchor="ctr">
            <a:noAutofit/>
          </a:bodyPr>
          <a:lstStyle/>
          <a:p>
            <a:pPr algn="l">
              <a:buNone/>
            </a:pPr>
            <a:r>
              <a:rPr lang="pt-BR" sz="700" b="1" noProof="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Go-live da cadeia e handover</a:t>
            </a:r>
          </a:p>
        </p:txBody>
      </p:sp>
      <p:sp>
        <p:nvSpPr>
          <p:cNvPr id="282" name="Texto raia5_seg_3_S21_S26"/>
          <p:cNvSpPr txBox="1"/>
          <p:nvPr/>
        </p:nvSpPr>
        <p:spPr>
          <a:xfrm>
            <a:off x="9493301" y="5815584"/>
            <a:ext cx="2558491" cy="329184"/>
          </a:xfrm>
          <a:prstGeom prst="rect">
            <a:avLst/>
          </a:prstGeom>
          <a:noFill/>
          <a:ln>
            <a:noFill/>
          </a:ln>
        </p:spPr>
        <p:txBody>
          <a:bodyPr wrap="square" lIns="27432" tIns="0" rIns="18288" bIns="0" rtlCol="0" anchor="t">
            <a:noAutofit/>
          </a:bodyPr>
          <a:lstStyle/>
          <a:p>
            <a:pPr algn="l">
              <a:buNone/>
            </a:pPr>
            <a:r>
              <a:rPr lang="pt-BR" sz="700" noProof="0">
                <a:solidFill>
                  <a:srgbClr val="404040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Legado desligado com data e dono após o critério de saída · handover ao dono do AXOL · </a:t>
            </a:r>
            <a:r>
              <a:rPr lang="pt-BR" sz="700" noProof="0">
                <a:solidFill>
                  <a:srgbClr val="FFC000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★</a:t>
            </a:r>
            <a:r>
              <a:rPr lang="pt-BR" sz="700" noProof="0">
                <a:solidFill>
                  <a:srgbClr val="404040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 Encerramento</a:t>
            </a:r>
          </a:p>
        </p:txBody>
      </p:sp>
      <p:sp>
        <p:nvSpPr>
          <p:cNvPr id="283" name="Losango QG1"/>
          <p:cNvSpPr/>
          <p:nvPr/>
        </p:nvSpPr>
        <p:spPr>
          <a:xfrm>
            <a:off x="2479853" y="2048256"/>
            <a:ext cx="146304" cy="146304"/>
          </a:xfrm>
          <a:prstGeom prst="diamond">
            <a:avLst/>
          </a:prstGeom>
          <a:solidFill>
            <a:srgbClr val="F78C1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>
              <a:latin typeface="Arial Nova Cond" panose="020B0506020202020204" pitchFamily="34" charset="0"/>
            </a:endParaRPr>
          </a:p>
        </p:txBody>
      </p:sp>
      <p:sp>
        <p:nvSpPr>
          <p:cNvPr id="284" name="Rotulo QG1"/>
          <p:cNvSpPr txBox="1"/>
          <p:nvPr/>
        </p:nvSpPr>
        <p:spPr>
          <a:xfrm>
            <a:off x="2635301" y="202996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pt-BR" sz="700" b="1" noProof="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QG1 · S4</a:t>
            </a:r>
          </a:p>
        </p:txBody>
      </p:sp>
      <p:sp>
        <p:nvSpPr>
          <p:cNvPr id="285" name="Losango QG2"/>
          <p:cNvSpPr/>
          <p:nvPr/>
        </p:nvSpPr>
        <p:spPr>
          <a:xfrm>
            <a:off x="4210812" y="2048256"/>
            <a:ext cx="146304" cy="146304"/>
          </a:xfrm>
          <a:prstGeom prst="diamond">
            <a:avLst/>
          </a:prstGeom>
          <a:solidFill>
            <a:srgbClr val="F78C1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>
              <a:latin typeface="Arial Nova Cond" panose="020B0506020202020204" pitchFamily="34" charset="0"/>
            </a:endParaRPr>
          </a:p>
        </p:txBody>
      </p:sp>
      <p:sp>
        <p:nvSpPr>
          <p:cNvPr id="286" name="Rotulo QG2"/>
          <p:cNvSpPr txBox="1"/>
          <p:nvPr/>
        </p:nvSpPr>
        <p:spPr>
          <a:xfrm>
            <a:off x="4366260" y="202996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pt-BR" sz="700" b="1" noProof="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QG2 · S8</a:t>
            </a:r>
          </a:p>
        </p:txBody>
      </p:sp>
      <p:sp>
        <p:nvSpPr>
          <p:cNvPr id="287" name="Losango QG3"/>
          <p:cNvSpPr/>
          <p:nvPr/>
        </p:nvSpPr>
        <p:spPr>
          <a:xfrm>
            <a:off x="7238390" y="2048256"/>
            <a:ext cx="146304" cy="146304"/>
          </a:xfrm>
          <a:prstGeom prst="diamond">
            <a:avLst/>
          </a:prstGeom>
          <a:solidFill>
            <a:srgbClr val="F78C1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>
              <a:latin typeface="Arial Nova Cond" panose="020B0506020202020204" pitchFamily="34" charset="0"/>
            </a:endParaRPr>
          </a:p>
        </p:txBody>
      </p:sp>
      <p:sp>
        <p:nvSpPr>
          <p:cNvPr id="288" name="Rotulo QG3"/>
          <p:cNvSpPr txBox="1"/>
          <p:nvPr/>
        </p:nvSpPr>
        <p:spPr>
          <a:xfrm>
            <a:off x="7393838" y="202996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pt-BR" sz="700" b="1" noProof="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QG3 · S15</a:t>
            </a:r>
          </a:p>
        </p:txBody>
      </p:sp>
      <p:sp>
        <p:nvSpPr>
          <p:cNvPr id="289" name="Losango QG4"/>
          <p:cNvSpPr/>
          <p:nvPr/>
        </p:nvSpPr>
        <p:spPr>
          <a:xfrm>
            <a:off x="9401861" y="2048256"/>
            <a:ext cx="146304" cy="146304"/>
          </a:xfrm>
          <a:prstGeom prst="diamond">
            <a:avLst/>
          </a:prstGeom>
          <a:solidFill>
            <a:srgbClr val="F78C1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>
              <a:latin typeface="Arial Nova Cond" panose="020B0506020202020204" pitchFamily="34" charset="0"/>
            </a:endParaRPr>
          </a:p>
        </p:txBody>
      </p:sp>
      <p:sp>
        <p:nvSpPr>
          <p:cNvPr id="290" name="Rotulo QG4"/>
          <p:cNvSpPr txBox="1"/>
          <p:nvPr/>
        </p:nvSpPr>
        <p:spPr>
          <a:xfrm>
            <a:off x="9557309" y="202996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pt-BR" sz="700" b="1" noProof="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QG4 · S20</a:t>
            </a:r>
          </a:p>
        </p:txBody>
      </p:sp>
      <p:sp>
        <p:nvSpPr>
          <p:cNvPr id="291" name="Estrela piloto aprovado (fim S8)"/>
          <p:cNvSpPr/>
          <p:nvPr/>
        </p:nvSpPr>
        <p:spPr>
          <a:xfrm>
            <a:off x="4165092" y="3785616"/>
            <a:ext cx="237744" cy="219456"/>
          </a:xfrm>
          <a:prstGeom prst="star5">
            <a:avLst/>
          </a:prstGeom>
          <a:solidFill>
            <a:srgbClr val="FFC000"/>
          </a:solidFill>
          <a:ln w="12700" cap="flat" cmpd="sng" algn="ctr">
            <a:solidFill>
              <a:srgbClr val="E7E6E6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lIns="37411" tIns="37411" rIns="37411" bIns="37411" rtlCol="0" anchor="ctr" anchorCtr="0">
            <a:noAutofit/>
          </a:bodyPr>
          <a:lstStyle/>
          <a:p>
            <a:pPr marL="1100" algn="ctr" defTabSz="902009">
              <a:spcAft>
                <a:spcPts val="277"/>
              </a:spcAft>
              <a:buClrTx/>
              <a:defRPr/>
            </a:pPr>
            <a:endParaRPr lang="pt-BR" sz="700" noProof="0">
              <a:solidFill>
                <a:prstClr val="white"/>
              </a:solidFill>
              <a:latin typeface="Arial Nova Cond" panose="020B0506020202020204" pitchFamily="34" charset="0"/>
              <a:sym typeface="Arial Nova Cond" panose="020B0506020202020204" pitchFamily="34" charset="0"/>
            </a:endParaRPr>
          </a:p>
        </p:txBody>
      </p:sp>
      <p:sp>
        <p:nvSpPr>
          <p:cNvPr id="292" name="Estrela Go/No-Go onda 1 (fim S15)"/>
          <p:cNvSpPr/>
          <p:nvPr/>
        </p:nvSpPr>
        <p:spPr>
          <a:xfrm>
            <a:off x="7064654" y="4096512"/>
            <a:ext cx="237744" cy="219456"/>
          </a:xfrm>
          <a:prstGeom prst="star5">
            <a:avLst/>
          </a:prstGeom>
          <a:solidFill>
            <a:srgbClr val="FFC000"/>
          </a:solidFill>
          <a:ln w="12700" cap="flat" cmpd="sng" algn="ctr">
            <a:solidFill>
              <a:srgbClr val="E7E6E6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lIns="37411" tIns="37411" rIns="37411" bIns="37411" rtlCol="0" anchor="ctr" anchorCtr="0">
            <a:noAutofit/>
          </a:bodyPr>
          <a:lstStyle/>
          <a:p>
            <a:pPr marL="1100" algn="ctr" defTabSz="902009">
              <a:spcAft>
                <a:spcPts val="277"/>
              </a:spcAft>
              <a:buClrTx/>
              <a:defRPr/>
            </a:pPr>
            <a:endParaRPr lang="pt-BR" sz="700" noProof="0">
              <a:solidFill>
                <a:prstClr val="white"/>
              </a:solidFill>
              <a:latin typeface="Arial Nova Cond" panose="020B0506020202020204" pitchFamily="34" charset="0"/>
              <a:sym typeface="Arial Nova Cond" panose="020B0506020202020204" pitchFamily="34" charset="0"/>
            </a:endParaRPr>
          </a:p>
        </p:txBody>
      </p:sp>
      <p:sp>
        <p:nvSpPr>
          <p:cNvPr id="293" name="Estrela Go/No-Go onda 2 (fim S18)"/>
          <p:cNvSpPr/>
          <p:nvPr/>
        </p:nvSpPr>
        <p:spPr>
          <a:xfrm>
            <a:off x="8362188" y="4407408"/>
            <a:ext cx="237744" cy="219456"/>
          </a:xfrm>
          <a:prstGeom prst="star5">
            <a:avLst/>
          </a:prstGeom>
          <a:solidFill>
            <a:srgbClr val="FFC000"/>
          </a:solidFill>
          <a:ln w="12700" cap="flat" cmpd="sng" algn="ctr">
            <a:solidFill>
              <a:srgbClr val="E7E6E6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lIns="37411" tIns="37411" rIns="37411" bIns="37411" rtlCol="0" anchor="ctr" anchorCtr="0">
            <a:noAutofit/>
          </a:bodyPr>
          <a:lstStyle/>
          <a:p>
            <a:pPr marL="1100" algn="ctr" defTabSz="902009">
              <a:spcAft>
                <a:spcPts val="277"/>
              </a:spcAft>
              <a:buClrTx/>
              <a:defRPr/>
            </a:pPr>
            <a:endParaRPr lang="pt-BR" sz="700" noProof="0">
              <a:solidFill>
                <a:prstClr val="white"/>
              </a:solidFill>
              <a:latin typeface="Arial Nova Cond" panose="020B0506020202020204" pitchFamily="34" charset="0"/>
              <a:sym typeface="Arial Nova Cond" panose="020B0506020202020204" pitchFamily="34" charset="0"/>
            </a:endParaRPr>
          </a:p>
        </p:txBody>
      </p:sp>
      <p:sp>
        <p:nvSpPr>
          <p:cNvPr id="294" name="Estrela Go/No-Go onda 3 (fim S20)"/>
          <p:cNvSpPr/>
          <p:nvPr/>
        </p:nvSpPr>
        <p:spPr>
          <a:xfrm>
            <a:off x="9228125" y="4718304"/>
            <a:ext cx="237744" cy="219456"/>
          </a:xfrm>
          <a:prstGeom prst="star5">
            <a:avLst/>
          </a:prstGeom>
          <a:solidFill>
            <a:srgbClr val="FFC000"/>
          </a:solidFill>
          <a:ln w="12700" cap="flat" cmpd="sng" algn="ctr">
            <a:solidFill>
              <a:srgbClr val="E7E6E6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lIns="37411" tIns="37411" rIns="37411" bIns="37411" rtlCol="0" anchor="ctr" anchorCtr="0">
            <a:noAutofit/>
          </a:bodyPr>
          <a:lstStyle/>
          <a:p>
            <a:pPr marL="1100" algn="ctr" defTabSz="902009">
              <a:spcAft>
                <a:spcPts val="277"/>
              </a:spcAft>
              <a:buClrTx/>
              <a:defRPr/>
            </a:pPr>
            <a:endParaRPr lang="pt-BR" sz="700" noProof="0">
              <a:solidFill>
                <a:prstClr val="white"/>
              </a:solidFill>
              <a:latin typeface="Arial Nova Cond" panose="020B0506020202020204" pitchFamily="34" charset="0"/>
              <a:sym typeface="Arial Nova Cond" panose="020B0506020202020204" pitchFamily="34" charset="0"/>
            </a:endParaRPr>
          </a:p>
        </p:txBody>
      </p:sp>
      <p:sp>
        <p:nvSpPr>
          <p:cNvPr id="295" name="Estrela tolerancias aprovadas (S6)"/>
          <p:cNvSpPr/>
          <p:nvPr/>
        </p:nvSpPr>
        <p:spPr>
          <a:xfrm>
            <a:off x="3083357" y="5029200"/>
            <a:ext cx="237744" cy="219456"/>
          </a:xfrm>
          <a:prstGeom prst="star5">
            <a:avLst/>
          </a:prstGeom>
          <a:solidFill>
            <a:srgbClr val="FFC000"/>
          </a:solidFill>
          <a:ln w="12700" cap="flat" cmpd="sng" algn="ctr">
            <a:solidFill>
              <a:srgbClr val="E7E6E6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lIns="37411" tIns="37411" rIns="37411" bIns="37411" rtlCol="0" anchor="ctr" anchorCtr="0">
            <a:noAutofit/>
          </a:bodyPr>
          <a:lstStyle/>
          <a:p>
            <a:pPr marL="1100" algn="ctr" defTabSz="902009">
              <a:spcAft>
                <a:spcPts val="277"/>
              </a:spcAft>
              <a:buClrTx/>
              <a:defRPr/>
            </a:pPr>
            <a:endParaRPr lang="pt-BR" sz="700" noProof="0">
              <a:solidFill>
                <a:prstClr val="white"/>
              </a:solidFill>
              <a:latin typeface="Arial Nova Cond" panose="020B0506020202020204" pitchFamily="34" charset="0"/>
              <a:sym typeface="Arial Nova Cond" panose="020B0506020202020204" pitchFamily="34" charset="0"/>
            </a:endParaRPr>
          </a:p>
        </p:txBody>
      </p:sp>
      <p:sp>
        <p:nvSpPr>
          <p:cNvPr id="296" name="Pulso ADKAR A0"/>
          <p:cNvSpPr/>
          <p:nvPr/>
        </p:nvSpPr>
        <p:spPr>
          <a:xfrm>
            <a:off x="1845259" y="2802636"/>
            <a:ext cx="118872" cy="118872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pt-BR" sz="700" noProof="0">
              <a:latin typeface="Arial Nova Cond" panose="020B0506020202020204" pitchFamily="34" charset="0"/>
              <a:cs typeface="Helvetica" panose="020B0604020202020204" pitchFamily="34" charset="0"/>
              <a:sym typeface="Arial Nova Cond" panose="020B0506020202020204" pitchFamily="34" charset="0"/>
            </a:endParaRPr>
          </a:p>
        </p:txBody>
      </p:sp>
      <p:sp>
        <p:nvSpPr>
          <p:cNvPr id="297" name="Pulso ADKAR S14"/>
          <p:cNvSpPr/>
          <p:nvPr/>
        </p:nvSpPr>
        <p:spPr>
          <a:xfrm>
            <a:off x="6602882" y="2802636"/>
            <a:ext cx="118872" cy="118872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pt-BR" sz="700" noProof="0">
              <a:latin typeface="Arial Nova Cond" panose="020B0506020202020204" pitchFamily="34" charset="0"/>
              <a:cs typeface="Helvetica" panose="020B0604020202020204" pitchFamily="34" charset="0"/>
              <a:sym typeface="Arial Nova Cond" panose="020B0506020202020204" pitchFamily="34" charset="0"/>
            </a:endParaRPr>
          </a:p>
        </p:txBody>
      </p:sp>
      <p:sp>
        <p:nvSpPr>
          <p:cNvPr id="298" name="Pulso ADKAR S17"/>
          <p:cNvSpPr/>
          <p:nvPr/>
        </p:nvSpPr>
        <p:spPr>
          <a:xfrm>
            <a:off x="7901330" y="2802636"/>
            <a:ext cx="118872" cy="118872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pt-BR" sz="700" noProof="0">
              <a:latin typeface="Arial Nova Cond" panose="020B0506020202020204" pitchFamily="34" charset="0"/>
              <a:cs typeface="Helvetica" panose="020B0604020202020204" pitchFamily="34" charset="0"/>
              <a:sym typeface="Arial Nova Cond" panose="020B0506020202020204" pitchFamily="34" charset="0"/>
            </a:endParaRPr>
          </a:p>
        </p:txBody>
      </p:sp>
      <p:sp>
        <p:nvSpPr>
          <p:cNvPr id="299" name="Pulso ADKAR S19"/>
          <p:cNvSpPr/>
          <p:nvPr/>
        </p:nvSpPr>
        <p:spPr>
          <a:xfrm>
            <a:off x="8765438" y="2802636"/>
            <a:ext cx="118872" cy="118872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pt-BR" sz="700" noProof="0">
              <a:latin typeface="Arial Nova Cond" panose="020B0506020202020204" pitchFamily="34" charset="0"/>
              <a:cs typeface="Helvetica" panose="020B0604020202020204" pitchFamily="34" charset="0"/>
              <a:sym typeface="Arial Nova Cond" panose="020B0506020202020204" pitchFamily="34" charset="0"/>
            </a:endParaRPr>
          </a:p>
        </p:txBody>
      </p:sp>
      <p:sp>
        <p:nvSpPr>
          <p:cNvPr id="300" name="Pulso ADKAR final"/>
          <p:cNvSpPr/>
          <p:nvPr/>
        </p:nvSpPr>
        <p:spPr>
          <a:xfrm>
            <a:off x="11794846" y="2802636"/>
            <a:ext cx="118872" cy="118872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pt-BR" sz="700" noProof="0">
              <a:latin typeface="Arial Nova Cond" panose="020B0506020202020204" pitchFamily="34" charset="0"/>
              <a:cs typeface="Helvetica" panose="020B0604020202020204" pitchFamily="34" charset="0"/>
              <a:sym typeface="Arial Nova Cond" panose="020B0506020202020204" pitchFamily="34" charset="0"/>
            </a:endParaRPr>
          </a:p>
        </p:txBody>
      </p:sp>
      <p:cxnSp>
        <p:nvCxnSpPr>
          <p:cNvPr id="301" name="Seta FCF ra_O2"/>
          <p:cNvCxnSpPr/>
          <p:nvPr/>
        </p:nvCxnSpPr>
        <p:spPr>
          <a:xfrm>
            <a:off x="7528255" y="4306824"/>
            <a:ext cx="0" cy="109728"/>
          </a:xfrm>
          <a:prstGeom prst="line">
            <a:avLst/>
          </a:prstGeom>
          <a:ln w="15875">
            <a:solidFill>
              <a:schemeClr val="accent2"/>
            </a:solidFill>
            <a:prstDash val="sysDash"/>
            <a:tailEnd type="triangle" w="med" len="med"/>
          </a:ln>
        </p:spPr>
      </p:cxnSp>
      <p:sp>
        <p:nvSpPr>
          <p:cNvPr id="302" name="Rotulo seta_FCF_O1_rotulo"/>
          <p:cNvSpPr txBox="1"/>
          <p:nvPr/>
        </p:nvSpPr>
        <p:spPr>
          <a:xfrm>
            <a:off x="7591349" y="4279392"/>
            <a:ext cx="27432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pt-BR" sz="700" b="1" noProof="0">
                <a:solidFill>
                  <a:schemeClr val="accent2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FCF</a:t>
            </a:r>
          </a:p>
        </p:txBody>
      </p:sp>
      <p:cxnSp>
        <p:nvCxnSpPr>
          <p:cNvPr id="303" name="Seta FCF ra_O3"/>
          <p:cNvCxnSpPr/>
          <p:nvPr/>
        </p:nvCxnSpPr>
        <p:spPr>
          <a:xfrm>
            <a:off x="8824874" y="4617720"/>
            <a:ext cx="0" cy="109728"/>
          </a:xfrm>
          <a:prstGeom prst="line">
            <a:avLst/>
          </a:prstGeom>
          <a:ln w="15875">
            <a:solidFill>
              <a:schemeClr val="accent2"/>
            </a:solidFill>
            <a:prstDash val="sysDash"/>
            <a:tailEnd type="triangle" w="med" len="med"/>
          </a:ln>
        </p:spPr>
      </p:cxnSp>
      <p:sp>
        <p:nvSpPr>
          <p:cNvPr id="304" name="Rotulo seta_FCF_O2_rotulo"/>
          <p:cNvSpPr txBox="1"/>
          <p:nvPr/>
        </p:nvSpPr>
        <p:spPr>
          <a:xfrm>
            <a:off x="8888882" y="4590288"/>
            <a:ext cx="27432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pt-BR" sz="700" b="1" noProof="0">
                <a:solidFill>
                  <a:schemeClr val="accent2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FCF</a:t>
            </a:r>
          </a:p>
        </p:txBody>
      </p:sp>
      <p:sp>
        <p:nvSpPr>
          <p:cNvPr id="305" name="Fundo do foguete"/>
          <p:cNvSpPr/>
          <p:nvPr/>
        </p:nvSpPr>
        <p:spPr>
          <a:xfrm>
            <a:off x="9511589" y="5596128"/>
            <a:ext cx="210312" cy="210312"/>
          </a:xfrm>
          <a:prstGeom prst="ellipse">
            <a:avLst/>
          </a:prstGeom>
          <a:solidFill>
            <a:schemeClr val="bg1"/>
          </a:solidFill>
          <a:ln w="6350">
            <a:solidFill>
              <a:srgbClr val="CCD4D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pt-BR" sz="700" noProof="0">
              <a:latin typeface="Arial Nova Cond" panose="020B0506020202020204" pitchFamily="34" charset="0"/>
              <a:cs typeface="Helvetica" panose="020B0604020202020204" pitchFamily="34" charset="0"/>
              <a:sym typeface="Arial Nova Cond" panose="020B0506020202020204" pitchFamily="34" charset="0"/>
            </a:endParaRPr>
          </a:p>
        </p:txBody>
      </p:sp>
      <p:pic>
        <p:nvPicPr>
          <p:cNvPr id="93" name="Graphic 92" descr="Rocket with solid fill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43593" y="5628132"/>
            <a:ext cx="146304" cy="146304"/>
          </a:xfrm>
          <a:prstGeom prst="rect">
            <a:avLst/>
          </a:prstGeom>
        </p:spPr>
      </p:pic>
      <p:sp>
        <p:nvSpPr>
          <p:cNvPr id="306" name="Legenda"/>
          <p:cNvSpPr txBox="1"/>
          <p:nvPr/>
        </p:nvSpPr>
        <p:spPr>
          <a:xfrm>
            <a:off x="822960" y="6181344"/>
            <a:ext cx="111556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pt-BR" sz="700" noProof="0">
                <a:solidFill>
                  <a:srgbClr val="F78C16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◆</a:t>
            </a:r>
            <a:r>
              <a:rPr lang="pt-BR" sz="700" noProof="0">
                <a:solidFill>
                  <a:srgbClr val="404040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 Quality Gate: QG1 prontidão · QG2 desenho e piloto aprovados · QG3 Go/No-Go da onda 1 · QG4 Go/No-Go da onda 3 e legados com data   </a:t>
            </a:r>
            <a:r>
              <a:rPr lang="pt-BR" sz="700" noProof="0">
                <a:solidFill>
                  <a:srgbClr val="FFC000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★</a:t>
            </a:r>
            <a:r>
              <a:rPr lang="pt-BR" sz="700" noProof="0">
                <a:solidFill>
                  <a:srgbClr val="404040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 Marco ou Go/No-Go de onda   </a:t>
            </a:r>
            <a:r>
              <a:rPr lang="pt-BR" sz="700" noProof="0">
                <a:solidFill>
                  <a:schemeClr val="accent2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●</a:t>
            </a:r>
            <a:r>
              <a:rPr lang="pt-BR" sz="700" noProof="0">
                <a:solidFill>
                  <a:srgbClr val="404040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 Pulso ADKAR   </a:t>
            </a:r>
            <a:r>
              <a:rPr lang="pt-BR" sz="700" noProof="0">
                <a:solidFill>
                  <a:schemeClr val="accent2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↓</a:t>
            </a:r>
            <a:r>
              <a:rPr lang="pt-BR" sz="700" noProof="0">
                <a:solidFill>
                  <a:srgbClr val="404040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 FCF do AXOL entra no paralelo seguinte</a:t>
            </a:r>
          </a:p>
          <a:p>
            <a:pPr algn="l">
              <a:buNone/>
            </a:pPr>
            <a:r>
              <a:rPr lang="pt-BR" sz="700" noProof="0">
                <a:solidFill>
                  <a:srgbClr val="404040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Gate de onda = equivalência + prontidão + custo de execução em cloud; datas são metas (S1 = início do programa; meses de 4 ou 5 semanas). A FCF do AXOL só vale no paralelo a partir do cutover da onda anterior; antes dele, o paralelo usa a FCF do legado.</a:t>
            </a:r>
          </a:p>
        </p:txBody>
      </p:sp>
      <p:sp>
        <p:nvSpPr>
          <p:cNvPr id="307" name="Nota de premissas"/>
          <p:cNvSpPr>
            <a:spLocks noGrp="1"/>
          </p:cNvSpPr>
          <p:nvPr>
            <p:ph type="body" sz="quarter" idx="16"/>
          </p:nvPr>
        </p:nvSpPr>
        <p:spPr>
          <a:xfrm>
            <a:off x="822960" y="6428232"/>
            <a:ext cx="10607040" cy="274320"/>
          </a:xfrm>
        </p:spPr>
        <p:txBody>
          <a:bodyPr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pt-BR" sz="700" noProof="0">
                <a:solidFill>
                  <a:srgbClr val="595959"/>
                </a:solidFill>
                <a:latin typeface="Arial Nova Cond" panose="020B0506020202020204" pitchFamily="34" charset="0"/>
                <a:cs typeface="Helvetica" panose="020B0604020202020204" pitchFamily="34" charset="0"/>
                <a:sym typeface="Arial Nova Cond" panose="020B0506020202020204" pitchFamily="34" charset="0"/>
              </a:rPr>
              <a:t>* Premissas a validar no diagnóstico (S1 a S4): cadências, ordem e composição das ondas, legados e rotinas locais, catálogo e registros de execução do AXOL, casos históricos para replay, versões dos modelos e fronteiras com outras instituições. ** IA só sobre manuais aprovados, sem executar rodadas oficiais, conforme a política de dados do ONS. A A&amp;M governa e conduz a mudança; a execução técnica é do time da plataforma e das áreas do ONS. Cronograma rebaselinado no QG1.</a:t>
            </a:r>
          </a:p>
        </p:txBody>
      </p:sp>
      <p:sp>
        <p:nvSpPr>
          <p:cNvPr id="308" name="Text Placeholder Etiqueta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/>
              <a:t>Plano de entrega · 6 meses</a:t>
            </a:r>
          </a:p>
        </p:txBody>
      </p:sp>
    </p:spTree>
    <p:extLst>
      <p:ext uri="{BB962C8B-B14F-4D97-AF65-F5344CB8AC3E}">
        <p14:creationId xmlns:p14="http://schemas.microsoft.com/office/powerpoint/2010/main" val="5624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85043A08-2BBA-9534-DDC9-5D7CB26B83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A4A75A-82B3-7F4B-B4EA-AD1D685CA36E}" type="slidenum">
              <a:rPr lang="pt-BR" smtClean="0"/>
              <a:pPr/>
              <a:t>6</a:t>
            </a:fld>
            <a:endParaRPr lang="pt-BR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9059F337-1AF2-EBCF-B981-56BDB0FADA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/>
              <a:t>Torre de controle: o programa é medido por evidência, no AXOL e nas pessoas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38342131-CB91-1369-68F2-F6161775B9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/>
              <a:t>Controle e riscos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153A454-8FD8-6F71-5DA0-217D41D9BE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/>
              <a:t>Oito indicadores, lidos dos registros do AXOL* e dos pulsos ADKAR: seis alimentam o gate triplo de cada onda e dois medem valor e adoção. Seis riscos de domínio entram na torre com plano de ação desde a primeira semana.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05183624-F8CB-6763-196F-3940F426A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sz="800"/>
              <a:t>* Premissa a validar: o AXOL expõe registros de execução por fluxograma, modelo, equipe e semana; reporte por equipe acima de um tamanho mínimo de grupo, nunca por indivíduo; interfaces com outras instituições só se parte da cadeia depender delas. Metas, limiares e tolerâncias propostos no QG1 e no QG2 com os validadores e os líderes de área do ONS. NÃO EXAUSTIVO.</a:t>
            </a:r>
          </a:p>
        </p:txBody>
      </p:sp>
      <p:cxnSp>
        <p:nvCxnSpPr>
          <p:cNvPr id="11" name="Conector reto 9">
            <a:extLst>
              <a:ext uri="{FF2B5EF4-FFF2-40B4-BE49-F238E27FC236}">
                <a16:creationId xmlns:a16="http://schemas.microsoft.com/office/drawing/2014/main" id="{C7495DD0-0B4A-09D8-6C3A-2C9E060739DB}"/>
              </a:ext>
            </a:extLst>
          </p:cNvPr>
          <p:cNvCxnSpPr>
            <a:cxnSpLocks/>
          </p:cNvCxnSpPr>
          <p:nvPr/>
        </p:nvCxnSpPr>
        <p:spPr>
          <a:xfrm>
            <a:off x="466344" y="1492441"/>
            <a:ext cx="11256264" cy="0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</p:cxnSp>
      <p:graphicFrame>
        <p:nvGraphicFramePr>
          <p:cNvPr id="12" name="Table 3">
            <a:extLst>
              <a:ext uri="{FF2B5EF4-FFF2-40B4-BE49-F238E27FC236}">
                <a16:creationId xmlns:a16="http://schemas.microsoft.com/office/drawing/2014/main" id="{E32ABEF9-1D6C-8A72-18A8-57B8A566CE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9308066"/>
              </p:ext>
            </p:extLst>
          </p:nvPr>
        </p:nvGraphicFramePr>
        <p:xfrm>
          <a:off x="4398264" y="1591056"/>
          <a:ext cx="7324344" cy="404164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825555217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666736695"/>
                    </a:ext>
                  </a:extLst>
                </a:gridCol>
                <a:gridCol w="2843784">
                  <a:extLst>
                    <a:ext uri="{9D8B030D-6E8A-4147-A177-3AD203B41FA5}">
                      <a16:colId xmlns:a16="http://schemas.microsoft.com/office/drawing/2014/main" val="2694229869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694229870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b="1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RISCO</a:t>
                      </a:r>
                    </a:p>
                  </a:txBody>
                  <a:tcPr marL="429768" marR="73152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bg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b="1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IMPACTO</a:t>
                      </a:r>
                    </a:p>
                  </a:txBody>
                  <a:tcPr marL="429768" marR="73152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bg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b="1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PLANO DE AÇÃO</a:t>
                      </a:r>
                    </a:p>
                  </a:txBody>
                  <a:tcPr marL="429768" marR="73152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bg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b="1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KPI</a:t>
                      </a:r>
                    </a:p>
                  </a:txBody>
                  <a:tcPr marL="73152" marR="73152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bg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1111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b="1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Janelas operativas</a:t>
                      </a:r>
                      <a:r>
                        <a:rPr lang="pt-BR" sz="9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 e virada em bloco</a:t>
                      </a:r>
                    </a:p>
                  </a:txBody>
                  <a:tcPr marL="73152" marR="73152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Cutover coincidindo com a janela crítica interrompe ou atrasa um ciclo operativo</a:t>
                      </a:r>
                    </a:p>
                  </a:txBody>
                  <a:tcPr marL="73152" marR="73152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b="1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Ondas encadeadas</a:t>
                      </a:r>
                      <a:r>
                        <a:rPr lang="pt-BR" sz="9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, execução em paralelo e </a:t>
                      </a:r>
                      <a:r>
                        <a:rPr lang="pt-BR" sz="900" b="1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rollback testado</a:t>
                      </a:r>
                      <a:r>
                        <a:rPr lang="pt-BR" sz="9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 por onda; cutover fora do pico; Go/No-Go no Comitê Executivo</a:t>
                      </a:r>
                    </a:p>
                  </a:txBody>
                  <a:tcPr marL="73152" marR="73152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b="1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KPI 1, 4</a:t>
                      </a:r>
                    </a:p>
                  </a:txBody>
                  <a:tcPr marL="73152" marR="73152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111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b="1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Resultados diferentes</a:t>
                      </a:r>
                      <a:r>
                        <a:rPr lang="pt-BR" sz="9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 entre o processo atual e o AXOL; versões e interfaces com outras instituições</a:t>
                      </a:r>
                    </a:p>
                  </a:txBody>
                  <a:tcPr marL="73152" marR="73152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Validadores perdem a confiança; a reconciliação não termina e a onda trava</a:t>
                      </a:r>
                    </a:p>
                  </a:txBody>
                  <a:tcPr marL="73152" marR="73152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b="1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Tolerâncias por variável</a:t>
                      </a:r>
                      <a:r>
                        <a:rPr lang="pt-BR" sz="9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 antes do paralelo; replay histórico; </a:t>
                      </a:r>
                      <a:r>
                        <a:rPr lang="pt-BR" sz="900" b="1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versões congeladas</a:t>
                      </a:r>
                      <a:r>
                        <a:rPr lang="pt-BR" sz="9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; se parte da cadeia depender de outras instituições, janelas acordadas*</a:t>
                      </a:r>
                    </a:p>
                  </a:txBody>
                  <a:tcPr marL="73152" marR="73152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b="1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KPI 1, 2</a:t>
                      </a:r>
                    </a:p>
                  </a:txBody>
                  <a:tcPr marL="73152" marR="73152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1111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b="1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Conhecimento tácito</a:t>
                      </a:r>
                      <a:r>
                        <a:rPr lang="pt-BR" sz="9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 e rotinas locais fora do fluxo de execução</a:t>
                      </a:r>
                    </a:p>
                  </a:txBody>
                  <a:tcPr marL="73152" marR="73152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A regra não documentada falha após o cutover e a rotina paralela reaparece</a:t>
                      </a:r>
                    </a:p>
                  </a:txBody>
                  <a:tcPr marL="73152" marR="73152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Inventário no diagnóstico; o </a:t>
                      </a:r>
                      <a:r>
                        <a:rPr lang="pt-BR" sz="900" b="1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fluxo de execução vira o registro do conhecimento</a:t>
                      </a:r>
                      <a:r>
                        <a:rPr lang="pt-BR" sz="9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, co-criado com quem prepara e roda</a:t>
                      </a:r>
                    </a:p>
                  </a:txBody>
                  <a:tcPr marL="73152" marR="73152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b="1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KPI 7, 8</a:t>
                      </a:r>
                    </a:p>
                  </a:txBody>
                  <a:tcPr marL="73152" marR="73152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111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b="1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Capacidade dos especialistas</a:t>
                      </a:r>
                      <a:r>
                        <a:rPr lang="pt-BR" sz="9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 e resistência silenciosa</a:t>
                      </a:r>
                    </a:p>
                  </a:txBody>
                  <a:tcPr marL="73152" marR="73152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Quem sustenta o ciclo também valida o AXOL: atraso, fadiga e retorno silencioso ao legado</a:t>
                      </a:r>
                    </a:p>
                  </a:txBody>
                  <a:tcPr marL="73152" marR="73152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b="1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Agenda protegida</a:t>
                      </a:r>
                      <a:r>
                        <a:rPr lang="pt-BR" sz="9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 de validação por onda; agentes de mudança como replicadores; ondas escalonadas pela carga medida nos pulsos ADKAR</a:t>
                      </a:r>
                    </a:p>
                  </a:txBody>
                  <a:tcPr marL="73152" marR="73152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b="1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KPI 3, 4</a:t>
                      </a:r>
                    </a:p>
                  </a:txBody>
                  <a:tcPr marL="73152" marR="73152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1111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b="1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Adoção parcial:</a:t>
                      </a:r>
                      <a:r>
                        <a:rPr lang="pt-BR" sz="9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 o legado não desliga</a:t>
                      </a:r>
                    </a:p>
                  </a:txBody>
                  <a:tcPr marL="73152" marR="73152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Dupla operação, duas fontes de verdade e custo de execução em duplicidade</a:t>
                      </a:r>
                    </a:p>
                  </a:txBody>
                  <a:tcPr marL="73152" marR="73152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b="1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Data de desligamento</a:t>
                      </a:r>
                      <a:r>
                        <a:rPr lang="pt-BR" sz="9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 por legado aprovada no gate; legado em leitura até o aceite; adoção lida nos registros do AXOL; patrocínio ativo do Comitê Executivo</a:t>
                      </a:r>
                    </a:p>
                  </a:txBody>
                  <a:tcPr marL="73152" marR="73152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b="1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KPI 7, 8</a:t>
                      </a:r>
                    </a:p>
                  </a:txBody>
                  <a:tcPr marL="73152" marR="73152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1116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b="1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Custo de execução em cloud</a:t>
                      </a:r>
                      <a:r>
                        <a:rPr lang="pt-BR" sz="9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 acima do previsto</a:t>
                      </a:r>
                    </a:p>
                  </a:txBody>
                  <a:tcPr marL="73152" marR="73152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Perde-se a previsibilidade de custo prometida e surgem cortes de orçamento reativos</a:t>
                      </a:r>
                    </a:p>
                  </a:txBody>
                  <a:tcPr marL="73152" marR="73152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b="1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Estimativa prévia</a:t>
                      </a:r>
                      <a:r>
                        <a:rPr lang="pt-BR" sz="9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 por fluxograma, tags e </a:t>
                      </a:r>
                      <a:r>
                        <a:rPr lang="pt-BR" sz="900" b="1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showback</a:t>
                      </a:r>
                      <a:r>
                        <a:rPr lang="pt-BR" sz="9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 semanal antes de qualquer cobrança; alertas de desvio; política por tipo de rodada</a:t>
                      </a:r>
                    </a:p>
                  </a:txBody>
                  <a:tcPr marL="73152" marR="73152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b="1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KPI 5, 6</a:t>
                      </a:r>
                    </a:p>
                  </a:txBody>
                  <a:tcPr marL="73152" marR="73152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11117"/>
                  </a:ext>
                </a:extLst>
              </a:tr>
            </a:tbl>
          </a:graphicData>
        </a:graphic>
      </p:graphicFrame>
      <p:pic>
        <p:nvPicPr>
          <p:cNvPr id="13" name="Picture 48" descr="Shape&#10;&#10;Description automatically generated with low confidence">
            <a:extLst>
              <a:ext uri="{FF2B5EF4-FFF2-40B4-BE49-F238E27FC236}">
                <a16:creationId xmlns:a16="http://schemas.microsoft.com/office/drawing/2014/main" id="{AF852D44-B7EE-65EA-BF95-5C301096C0A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9704" y="1609344"/>
            <a:ext cx="274320" cy="274320"/>
          </a:xfrm>
          <a:prstGeom prst="rect">
            <a:avLst/>
          </a:prstGeom>
          <a:ln>
            <a:noFill/>
          </a:ln>
        </p:spPr>
      </p:pic>
      <p:pic>
        <p:nvPicPr>
          <p:cNvPr id="14" name="Picture 49" descr="A picture containing text, outdoor, sign, people&#10;&#10;Description automatically generated">
            <a:extLst>
              <a:ext uri="{FF2B5EF4-FFF2-40B4-BE49-F238E27FC236}">
                <a16:creationId xmlns:a16="http://schemas.microsoft.com/office/drawing/2014/main" id="{83E66571-33B9-51CA-6EC2-B0D75A2720B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318504" y="1609344"/>
            <a:ext cx="274320" cy="274320"/>
          </a:xfrm>
          <a:prstGeom prst="rect">
            <a:avLst/>
          </a:prstGeom>
        </p:spPr>
      </p:pic>
      <p:pic>
        <p:nvPicPr>
          <p:cNvPr id="15" name="Picture 50" descr="Icon&#10;&#10;Description automatically generated">
            <a:extLst>
              <a:ext uri="{FF2B5EF4-FFF2-40B4-BE49-F238E27FC236}">
                <a16:creationId xmlns:a16="http://schemas.microsoft.com/office/drawing/2014/main" id="{82C98F6B-B5BB-F7DC-2AA0-D63E9F63BB3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238744" y="1609344"/>
            <a:ext cx="274320" cy="274320"/>
          </a:xfrm>
          <a:prstGeom prst="rect">
            <a:avLst/>
          </a:prstGeom>
        </p:spPr>
      </p:pic>
      <p:sp>
        <p:nvSpPr>
          <p:cNvPr id="21" name="KPI Painel Titulo"/>
          <p:cNvSpPr txBox="1"/>
          <p:nvPr/>
        </p:nvSpPr>
        <p:spPr>
          <a:xfrm>
            <a:off x="466344" y="1591056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18288" rIns="0" bIns="18288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b="1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TORRE DE CONTROLE · 8 INDICADORES</a:t>
            </a:r>
          </a:p>
        </p:txBody>
      </p:sp>
      <p:cxnSp>
        <p:nvCxnSpPr>
          <p:cNvPr id="22" name="KPI Painel Linha"/>
          <p:cNvCxnSpPr/>
          <p:nvPr/>
        </p:nvCxnSpPr>
        <p:spPr>
          <a:xfrm>
            <a:off x="466344" y="1865376"/>
            <a:ext cx="3749040" cy="0"/>
          </a:xfrm>
          <a:prstGeom prst="line">
            <a:avLst/>
          </a:prstGeom>
          <a:ln w="12700">
            <a:solidFill>
              <a:schemeClr val="bg2"/>
            </a:solidFill>
          </a:ln>
        </p:spPr>
      </p:cxnSp>
      <p:sp>
        <p:nvSpPr>
          <p:cNvPr id="23" name="KPI Grupo 1"/>
          <p:cNvSpPr/>
          <p:nvPr/>
        </p:nvSpPr>
        <p:spPr>
          <a:xfrm>
            <a:off x="466344" y="1901952"/>
            <a:ext cx="3749040" cy="18288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>
            <a:noFill/>
          </a:ln>
        </p:spPr>
        <p:txBody>
          <a:bodyPr wrap="square" lIns="73152" tIns="0" rIns="4572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EQUIVALÊNCIA · gate técnico</a:t>
            </a:r>
          </a:p>
        </p:txBody>
      </p:sp>
      <p:sp>
        <p:nvSpPr>
          <p:cNvPr id="24" name="KPI Tile 1"/>
          <p:cNvSpPr/>
          <p:nvPr/>
        </p:nvSpPr>
        <p:spPr>
          <a:xfrm>
            <a:off x="466344" y="2112264"/>
            <a:ext cx="1810512" cy="694944"/>
          </a:xfrm>
          <a:prstGeom prst="roundRect">
            <a:avLst>
              <a:gd name="adj" fmla="val 7000"/>
            </a:avLst>
          </a:prstGeom>
          <a:solidFill>
            <a:srgbClr val="EDF2F7"/>
          </a:solidFill>
          <a:ln w="9525">
            <a:solidFill>
              <a:schemeClr val="bg2"/>
            </a:solidFill>
          </a:ln>
        </p:spPr>
        <p:txBody>
          <a:bodyPr wrap="square" lIns="420624" tIns="54864" rIns="54864" bIns="36576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Execuções reconciliadas:</a:t>
            </a:r>
            <a:r>
              <a:rPr lang="pt-BR" sz="800">
                <a:solidFill>
                  <a:schemeClr val="accent5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 % em paralelo dentro da tolerância e ciclos concluídos contra o mínimo do QG2</a:t>
            </a:r>
          </a:p>
        </p:txBody>
      </p:sp>
      <p:sp>
        <p:nvSpPr>
          <p:cNvPr id="25" name="KPI Selo 1"/>
          <p:cNvSpPr/>
          <p:nvPr/>
        </p:nvSpPr>
        <p:spPr>
          <a:xfrm>
            <a:off x="521208" y="2167128"/>
            <a:ext cx="310896" cy="182880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KPI 1</a:t>
            </a:r>
          </a:p>
        </p:txBody>
      </p:sp>
      <p:sp>
        <p:nvSpPr>
          <p:cNvPr id="26" name="KPI Tile 2"/>
          <p:cNvSpPr/>
          <p:nvPr/>
        </p:nvSpPr>
        <p:spPr>
          <a:xfrm>
            <a:off x="2404872" y="2112264"/>
            <a:ext cx="1810512" cy="694944"/>
          </a:xfrm>
          <a:prstGeom prst="roundRect">
            <a:avLst>
              <a:gd name="adj" fmla="val 7000"/>
            </a:avLst>
          </a:prstGeom>
          <a:solidFill>
            <a:srgbClr val="EDF2F7"/>
          </a:solidFill>
          <a:ln w="9525">
            <a:solidFill>
              <a:schemeClr val="bg2"/>
            </a:solidFill>
          </a:ln>
        </p:spPr>
        <p:txBody>
          <a:bodyPr wrap="square" lIns="420624" tIns="54864" rIns="54864" bIns="36576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Interfaces com outras instituições e versões:</a:t>
            </a:r>
            <a:r>
              <a:rPr lang="pt-BR" sz="800">
                <a:solidFill>
                  <a:schemeClr val="accent5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 % com acordo operacional e versão congelada*</a:t>
            </a:r>
          </a:p>
        </p:txBody>
      </p:sp>
      <p:sp>
        <p:nvSpPr>
          <p:cNvPr id="27" name="KPI Selo 2"/>
          <p:cNvSpPr/>
          <p:nvPr/>
        </p:nvSpPr>
        <p:spPr>
          <a:xfrm>
            <a:off x="2459736" y="2167128"/>
            <a:ext cx="310896" cy="182880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KPI 2</a:t>
            </a:r>
          </a:p>
        </p:txBody>
      </p:sp>
      <p:sp>
        <p:nvSpPr>
          <p:cNvPr id="28" name="KPI Grupo 2"/>
          <p:cNvSpPr/>
          <p:nvPr/>
        </p:nvSpPr>
        <p:spPr>
          <a:xfrm>
            <a:off x="466344" y="2843784"/>
            <a:ext cx="3749040" cy="18288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>
            <a:noFill/>
          </a:ln>
        </p:spPr>
        <p:txBody>
          <a:bodyPr wrap="square" lIns="73152" tIns="0" rIns="4572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PRONTIDÃO · gate das pessoas</a:t>
            </a:r>
          </a:p>
        </p:txBody>
      </p:sp>
      <p:sp>
        <p:nvSpPr>
          <p:cNvPr id="29" name="KPI Tile 3"/>
          <p:cNvSpPr/>
          <p:nvPr/>
        </p:nvSpPr>
        <p:spPr>
          <a:xfrm>
            <a:off x="466344" y="3054096"/>
            <a:ext cx="1810512" cy="694944"/>
          </a:xfrm>
          <a:prstGeom prst="roundRect">
            <a:avLst>
              <a:gd name="adj" fmla="val 7000"/>
            </a:avLst>
          </a:prstGeom>
          <a:solidFill>
            <a:srgbClr val="EDF2F7"/>
          </a:solidFill>
          <a:ln w="9525">
            <a:solidFill>
              <a:schemeClr val="bg2"/>
            </a:solidFill>
          </a:ln>
        </p:spPr>
        <p:txBody>
          <a:bodyPr wrap="square" lIns="420624" tIns="54864" rIns="54864" bIns="36576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Prontidão ADKAR:</a:t>
            </a:r>
            <a:r>
              <a:rPr lang="pt-BR" sz="800">
                <a:solidFill>
                  <a:schemeClr val="accent5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 pulso por perfil (menor elemento) e % de rodadas conduzidas sem apoio</a:t>
            </a:r>
          </a:p>
        </p:txBody>
      </p:sp>
      <p:sp>
        <p:nvSpPr>
          <p:cNvPr id="30" name="KPI Selo 3"/>
          <p:cNvSpPr/>
          <p:nvPr/>
        </p:nvSpPr>
        <p:spPr>
          <a:xfrm>
            <a:off x="521208" y="3108960"/>
            <a:ext cx="310896" cy="182880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KPI 3</a:t>
            </a:r>
          </a:p>
        </p:txBody>
      </p:sp>
      <p:sp>
        <p:nvSpPr>
          <p:cNvPr id="31" name="KPI Tile 4"/>
          <p:cNvSpPr/>
          <p:nvPr/>
        </p:nvSpPr>
        <p:spPr>
          <a:xfrm>
            <a:off x="2404872" y="3054096"/>
            <a:ext cx="1810512" cy="694944"/>
          </a:xfrm>
          <a:prstGeom prst="roundRect">
            <a:avLst>
              <a:gd name="adj" fmla="val 7000"/>
            </a:avLst>
          </a:prstGeom>
          <a:solidFill>
            <a:srgbClr val="EDF2F7"/>
          </a:solidFill>
          <a:ln w="9525">
            <a:solidFill>
              <a:schemeClr val="bg2"/>
            </a:solidFill>
          </a:ln>
        </p:spPr>
        <p:txBody>
          <a:bodyPr wrap="square" lIns="420624" tIns="54864" rIns="54864" bIns="36576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Carga dos especialistas:</a:t>
            </a:r>
            <a:r>
              <a:rPr lang="pt-BR" sz="800">
                <a:solidFill>
                  <a:schemeClr val="accent5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 horas previstas x realizadas por onda; agenda de validação e janelas operativas</a:t>
            </a:r>
          </a:p>
        </p:txBody>
      </p:sp>
      <p:sp>
        <p:nvSpPr>
          <p:cNvPr id="32" name="KPI Selo 4"/>
          <p:cNvSpPr/>
          <p:nvPr/>
        </p:nvSpPr>
        <p:spPr>
          <a:xfrm>
            <a:off x="2459736" y="3108960"/>
            <a:ext cx="310896" cy="182880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KPI 4</a:t>
            </a:r>
          </a:p>
        </p:txBody>
      </p:sp>
      <p:sp>
        <p:nvSpPr>
          <p:cNvPr id="33" name="KPI Grupo 3"/>
          <p:cNvSpPr/>
          <p:nvPr/>
        </p:nvSpPr>
        <p:spPr>
          <a:xfrm>
            <a:off x="466344" y="3785616"/>
            <a:ext cx="3749040" cy="18288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>
            <a:noFill/>
          </a:ln>
        </p:spPr>
        <p:txBody>
          <a:bodyPr wrap="square" lIns="73152" tIns="0" rIns="4572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CUSTO DE EXECUÇÃO · gate de cloud</a:t>
            </a:r>
          </a:p>
        </p:txBody>
      </p:sp>
      <p:sp>
        <p:nvSpPr>
          <p:cNvPr id="34" name="KPI Tile 5"/>
          <p:cNvSpPr/>
          <p:nvPr/>
        </p:nvSpPr>
        <p:spPr>
          <a:xfrm>
            <a:off x="466344" y="3995928"/>
            <a:ext cx="1810512" cy="694944"/>
          </a:xfrm>
          <a:prstGeom prst="roundRect">
            <a:avLst>
              <a:gd name="adj" fmla="val 7000"/>
            </a:avLst>
          </a:prstGeom>
          <a:solidFill>
            <a:srgbClr val="EDF2F7"/>
          </a:solidFill>
          <a:ln w="9525">
            <a:solidFill>
              <a:schemeClr val="bg2"/>
            </a:solidFill>
          </a:ln>
        </p:spPr>
        <p:txBody>
          <a:bodyPr wrap="square" lIns="420624" tIns="54864" rIns="54864" bIns="36576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Estimativa prévia:</a:t>
            </a:r>
            <a:r>
              <a:rPr lang="pt-BR" sz="800">
                <a:solidFill>
                  <a:schemeClr val="accent5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 % dos fluxos de execução oficiais com custo de execução estimado antes de rodar</a:t>
            </a:r>
          </a:p>
        </p:txBody>
      </p:sp>
      <p:sp>
        <p:nvSpPr>
          <p:cNvPr id="35" name="KPI Selo 5"/>
          <p:cNvSpPr/>
          <p:nvPr/>
        </p:nvSpPr>
        <p:spPr>
          <a:xfrm>
            <a:off x="521208" y="4050792"/>
            <a:ext cx="310896" cy="182880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KPI 5</a:t>
            </a:r>
          </a:p>
        </p:txBody>
      </p:sp>
      <p:sp>
        <p:nvSpPr>
          <p:cNvPr id="36" name="KPI Tile 6"/>
          <p:cNvSpPr/>
          <p:nvPr/>
        </p:nvSpPr>
        <p:spPr>
          <a:xfrm>
            <a:off x="2404872" y="3995928"/>
            <a:ext cx="1810512" cy="694944"/>
          </a:xfrm>
          <a:prstGeom prst="roundRect">
            <a:avLst>
              <a:gd name="adj" fmla="val 7000"/>
            </a:avLst>
          </a:prstGeom>
          <a:solidFill>
            <a:srgbClr val="EDF2F7"/>
          </a:solidFill>
          <a:ln w="9525">
            <a:solidFill>
              <a:schemeClr val="bg2"/>
            </a:solidFill>
          </a:ln>
        </p:spPr>
        <p:txBody>
          <a:bodyPr wrap="square" lIns="420624" tIns="54864" rIns="54864" bIns="36576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Realizado x estimado:</a:t>
            </a:r>
            <a:r>
              <a:rPr lang="pt-BR" sz="800">
                <a:solidFill>
                  <a:schemeClr val="accent5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 desvio do custo de execução em cloud por fluxograma, em showback semanal</a:t>
            </a:r>
          </a:p>
        </p:txBody>
      </p:sp>
      <p:sp>
        <p:nvSpPr>
          <p:cNvPr id="37" name="KPI Selo 6"/>
          <p:cNvSpPr/>
          <p:nvPr/>
        </p:nvSpPr>
        <p:spPr>
          <a:xfrm>
            <a:off x="2459736" y="4050792"/>
            <a:ext cx="310896" cy="182880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KPI 6</a:t>
            </a:r>
          </a:p>
        </p:txBody>
      </p:sp>
      <p:sp>
        <p:nvSpPr>
          <p:cNvPr id="38" name="KPI Grupo 4"/>
          <p:cNvSpPr/>
          <p:nvPr/>
        </p:nvSpPr>
        <p:spPr>
          <a:xfrm>
            <a:off x="466344" y="4727448"/>
            <a:ext cx="3749040" cy="18288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>
            <a:noFill/>
          </a:ln>
        </p:spPr>
        <p:txBody>
          <a:bodyPr wrap="square" lIns="73152" tIns="0" rIns="4572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VALOR E ADOÇÃO</a:t>
            </a:r>
          </a:p>
        </p:txBody>
      </p:sp>
      <p:sp>
        <p:nvSpPr>
          <p:cNvPr id="39" name="KPI Tile 7"/>
          <p:cNvSpPr/>
          <p:nvPr/>
        </p:nvSpPr>
        <p:spPr>
          <a:xfrm>
            <a:off x="466344" y="4937760"/>
            <a:ext cx="1810512" cy="694944"/>
          </a:xfrm>
          <a:prstGeom prst="roundRect">
            <a:avLst>
              <a:gd name="adj" fmla="val 7000"/>
            </a:avLst>
          </a:prstGeom>
          <a:solidFill>
            <a:srgbClr val="EDF2F7"/>
          </a:solidFill>
          <a:ln w="9525">
            <a:solidFill>
              <a:schemeClr val="bg2"/>
            </a:solidFill>
          </a:ln>
        </p:spPr>
        <p:txBody>
          <a:bodyPr wrap="square" lIns="420624" tIns="54864" rIns="54864" bIns="36576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Execuções oficiais no AXOL:</a:t>
            </a:r>
            <a:r>
              <a:rPr lang="pt-BR" sz="800">
                <a:solidFill>
                  <a:schemeClr val="accent5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 % por modelo e por semana, lido dos registros, contra o legado*</a:t>
            </a:r>
          </a:p>
        </p:txBody>
      </p:sp>
      <p:sp>
        <p:nvSpPr>
          <p:cNvPr id="40" name="KPI Selo 7"/>
          <p:cNvSpPr/>
          <p:nvPr/>
        </p:nvSpPr>
        <p:spPr>
          <a:xfrm>
            <a:off x="521208" y="4992624"/>
            <a:ext cx="310896" cy="182880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KPI 7</a:t>
            </a:r>
          </a:p>
        </p:txBody>
      </p:sp>
      <p:sp>
        <p:nvSpPr>
          <p:cNvPr id="41" name="KPI Tile 8"/>
          <p:cNvSpPr/>
          <p:nvPr/>
        </p:nvSpPr>
        <p:spPr>
          <a:xfrm>
            <a:off x="2404872" y="4937760"/>
            <a:ext cx="1810512" cy="694944"/>
          </a:xfrm>
          <a:prstGeom prst="roundRect">
            <a:avLst>
              <a:gd name="adj" fmla="val 7000"/>
            </a:avLst>
          </a:prstGeom>
          <a:solidFill>
            <a:srgbClr val="EDF2F7"/>
          </a:solidFill>
          <a:ln w="9525">
            <a:solidFill>
              <a:schemeClr val="bg2"/>
            </a:solidFill>
          </a:ln>
        </p:spPr>
        <p:txBody>
          <a:bodyPr wrap="square" lIns="420624" tIns="54864" rIns="54864" bIns="36576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Legados desligados x planejados</a:t>
            </a:r>
            <a:r>
              <a:rPr lang="pt-BR" sz="800">
                <a:solidFill>
                  <a:schemeClr val="accent5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, com data e dono, incluindo rotinas locais retiradas</a:t>
            </a:r>
          </a:p>
        </p:txBody>
      </p:sp>
      <p:sp>
        <p:nvSpPr>
          <p:cNvPr id="42" name="KPI Selo 8"/>
          <p:cNvSpPr/>
          <p:nvPr/>
        </p:nvSpPr>
        <p:spPr>
          <a:xfrm>
            <a:off x="2459736" y="4992624"/>
            <a:ext cx="310896" cy="182880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KPI 8</a:t>
            </a:r>
          </a:p>
        </p:txBody>
      </p:sp>
      <p:sp>
        <p:nvSpPr>
          <p:cNvPr id="43" name="Entregaveis Faixa"/>
          <p:cNvSpPr/>
          <p:nvPr/>
        </p:nvSpPr>
        <p:spPr>
          <a:xfrm>
            <a:off x="466344" y="5742432"/>
            <a:ext cx="11256264" cy="493776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wrap="square" lIns="182880" tIns="27432" rIns="91440" bIns="27432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b="1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ENTREGÁVEIS-CHAVE:</a:t>
            </a:r>
            <a:r>
              <a:rPr lang="pt-BR" sz="90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 torre de controle e cronograma integrado · mapa de impactos por papel (1 a 5) e mapa de legados e rotinas locais · critérios de equivalência e plano de ondas · planos de cutover, rollback e hypercare · Laboratório AXOL e plano de capacitação · plano de sustentação e book da mudança</a:t>
            </a:r>
          </a:p>
        </p:txBody>
      </p:sp>
      <p:sp>
        <p:nvSpPr>
          <p:cNvPr id="44" name="Entregaveis Borda"/>
          <p:cNvSpPr/>
          <p:nvPr/>
        </p:nvSpPr>
        <p:spPr>
          <a:xfrm>
            <a:off x="466344" y="5742432"/>
            <a:ext cx="54864" cy="49377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endParaRPr lang="pt-BR" sz="800"/>
          </a:p>
        </p:txBody>
      </p:sp>
    </p:spTree>
    <p:extLst>
      <p:ext uri="{BB962C8B-B14F-4D97-AF65-F5344CB8AC3E}">
        <p14:creationId xmlns:p14="http://schemas.microsoft.com/office/powerpoint/2010/main" val="11016318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740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6&quot;&gt;&lt;elem m_fUsage=&quot;2.28509999999999990905E+00&quot;&gt;&lt;m_msothmcolidx val=&quot;0&quot;/&gt;&lt;m_rgb r=&quot;D7&quot; g=&quot;DD&quot; b=&quot;E2&quot;/&gt;&lt;/elem&gt;&lt;elem m_fUsage=&quot;1.00000000000000000000E+00&quot;&gt;&lt;m_msothmcolidx val=&quot;0&quot;/&gt;&lt;m_rgb r=&quot;00&quot; g=&quot;2A&quot; b=&quot;48&quot;/&gt;&lt;/elem&gt;&lt;elem m_fUsage=&quot;8.10000000000000053291E-01&quot;&gt;&lt;m_msothmcolidx val=&quot;0&quot;/&gt;&lt;m_rgb r=&quot;D3&quot; g=&quot;ED&quot; b=&quot;FF&quot;/&gt;&lt;/elem&gt;&lt;elem m_fUsage=&quot;5.90490000000000181402E-01&quot;&gt;&lt;m_msothmcolidx val=&quot;0&quot;/&gt;&lt;m_rgb r=&quot;7E&quot; g=&quot;A1&quot; b=&quot;C3&quot;/&gt;&lt;/elem&gt;&lt;elem m_fUsage=&quot;5.31441000000000163261E-01&quot;&gt;&lt;m_msothmcolidx val=&quot;0&quot;/&gt;&lt;m_rgb r=&quot;8E&quot; g=&quot;AD&quot; b=&quot;CA&quot;/&gt;&lt;/elem&gt;&lt;elem m_fUsage=&quot;4.78296900000000135833E-01&quot;&gt;&lt;m_msothmcolidx val=&quot;0&quot;/&gt;&lt;m_rgb r=&quot;F7&quot; g=&quot;8C&quot; b=&quot;16&quot;/&gt;&lt;/elem&gt;&lt;/m_vecMRU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0u_Le.pQ2k.RHQ8BUOLg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0ggf4arSHojItaGlXI7UA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Personalizar design">
  <a:themeElements>
    <a:clrScheme name="A&amp;M">
      <a:dk1>
        <a:srgbClr val="002A46"/>
      </a:dk1>
      <a:lt1>
        <a:srgbClr val="FFFFFF"/>
      </a:lt1>
      <a:dk2>
        <a:srgbClr val="5E8AB3"/>
      </a:dk2>
      <a:lt2>
        <a:srgbClr val="CCD4DA"/>
      </a:lt2>
      <a:accent1>
        <a:srgbClr val="002A46"/>
      </a:accent1>
      <a:accent2>
        <a:srgbClr val="5E8AB3"/>
      </a:accent2>
      <a:accent3>
        <a:srgbClr val="CCD4DA"/>
      </a:accent3>
      <a:accent4>
        <a:srgbClr val="F78B15"/>
      </a:accent4>
      <a:accent5>
        <a:srgbClr val="33546D"/>
      </a:accent5>
      <a:accent6>
        <a:srgbClr val="99AAB6"/>
      </a:accent6>
      <a:hlink>
        <a:srgbClr val="F8A345"/>
      </a:hlink>
      <a:folHlink>
        <a:srgbClr val="33546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Personalizar design">
  <a:themeElements>
    <a:clrScheme name="A&amp;M">
      <a:dk1>
        <a:srgbClr val="002A46"/>
      </a:dk1>
      <a:lt1>
        <a:srgbClr val="FFFFFF"/>
      </a:lt1>
      <a:dk2>
        <a:srgbClr val="5E8AB3"/>
      </a:dk2>
      <a:lt2>
        <a:srgbClr val="CCD4DA"/>
      </a:lt2>
      <a:accent1>
        <a:srgbClr val="002A46"/>
      </a:accent1>
      <a:accent2>
        <a:srgbClr val="5E8AB3"/>
      </a:accent2>
      <a:accent3>
        <a:srgbClr val="CCD4DA"/>
      </a:accent3>
      <a:accent4>
        <a:srgbClr val="F78B15"/>
      </a:accent4>
      <a:accent5>
        <a:srgbClr val="33546D"/>
      </a:accent5>
      <a:accent6>
        <a:srgbClr val="99AAB6"/>
      </a:accent6>
      <a:hlink>
        <a:srgbClr val="F8A345"/>
      </a:hlink>
      <a:folHlink>
        <a:srgbClr val="33546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A&amp;M_EXCLUSIVO INSTITUCIONAL_Azul Escuro">
  <a:themeElements>
    <a:clrScheme name="A&amp;M_EXCLUSIVO INSTITUCIONAL_Azul Escuro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85CA"/>
      </a:accent1>
      <a:accent2>
        <a:srgbClr val="CE8E00"/>
      </a:accent2>
      <a:accent3>
        <a:srgbClr val="E23500"/>
      </a:accent3>
      <a:accent4>
        <a:srgbClr val="02624B"/>
      </a:accent4>
      <a:accent5>
        <a:srgbClr val="500260"/>
      </a:accent5>
      <a:accent6>
        <a:srgbClr val="BC0404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D68088E3F43C438A010EE43C2C6C8A" ma:contentTypeVersion="18" ma:contentTypeDescription="Create a new document." ma:contentTypeScope="" ma:versionID="28034f51235cb85ef44514c6d5a040bb">
  <xsd:schema xmlns:xsd="http://www.w3.org/2001/XMLSchema" xmlns:xs="http://www.w3.org/2001/XMLSchema" xmlns:p="http://schemas.microsoft.com/office/2006/metadata/properties" xmlns:ns2="dc31f1ae-0e14-4c8a-bd63-fc3e9b3acf0e" xmlns:ns3="97177801-0730-40b0-b526-3e0c0723185f" targetNamespace="http://schemas.microsoft.com/office/2006/metadata/properties" ma:root="true" ma:fieldsID="d132068f30b19d633314bfd81333ea3b" ns2:_="" ns3:_="">
    <xsd:import namespace="dc31f1ae-0e14-4c8a-bd63-fc3e9b3acf0e"/>
    <xsd:import namespace="97177801-0730-40b0-b526-3e0c0723185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Tags" minOccurs="0"/>
                <xsd:element ref="ns2:Cliente" minOccurs="0"/>
                <xsd:element ref="ns2:Categoria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31f1ae-0e14-4c8a-bd63-fc3e9b3acf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6830aa7a-1173-4a8f-8fff-517453f0343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Tags" ma:index="22" nillable="true" ma:displayName="Tags" ma:format="Dropdown" ma:indexed="true" ma:internalName="Tags">
      <xsd:simpleType>
        <xsd:restriction base="dms:Text">
          <xsd:maxLength value="255"/>
        </xsd:restriction>
      </xsd:simpleType>
    </xsd:element>
    <xsd:element name="Cliente" ma:index="23" nillable="true" ma:displayName="Cliente" ma:format="Dropdown" ma:internalName="Cliente">
      <xsd:simpleType>
        <xsd:restriction base="dms:Text">
          <xsd:maxLength value="255"/>
        </xsd:restriction>
      </xsd:simpleType>
    </xsd:element>
    <xsd:element name="Categoria" ma:index="24" nillable="true" ma:displayName="Categoria" ma:format="Dropdown" ma:internalName="Categoria">
      <xsd:simpleType>
        <xsd:restriction base="dms:Text">
          <xsd:maxLength value="255"/>
        </xsd:restriction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177801-0730-40b0-b526-3e0c0723185f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196cce5a-de9d-4ddb-b496-4d3a016658ac}" ma:internalName="TaxCatchAll" ma:showField="CatchAllData" ma:web="97177801-0730-40b0-b526-3e0c0723185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ategoria xmlns="dc31f1ae-0e14-4c8a-bd63-fc3e9b3acf0e" xsi:nil="true"/>
    <lcf76f155ced4ddcb4097134ff3c332f xmlns="dc31f1ae-0e14-4c8a-bd63-fc3e9b3acf0e">
      <Terms xmlns="http://schemas.microsoft.com/office/infopath/2007/PartnerControls"/>
    </lcf76f155ced4ddcb4097134ff3c332f>
    <Cliente xmlns="dc31f1ae-0e14-4c8a-bd63-fc3e9b3acf0e" xsi:nil="true"/>
    <TaxCatchAll xmlns="97177801-0730-40b0-b526-3e0c0723185f" xsi:nil="true"/>
    <Tags xmlns="dc31f1ae-0e14-4c8a-bd63-fc3e9b3acf0e" xsi:nil="true"/>
  </documentManagement>
</p:properties>
</file>

<file path=customXml/itemProps1.xml><?xml version="1.0" encoding="utf-8"?>
<ds:datastoreItem xmlns:ds="http://schemas.openxmlformats.org/officeDocument/2006/customXml" ds:itemID="{8D5C1886-153F-48E4-8926-389A6F5E34B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1195771-A754-4956-8D79-8376CF6732D7}"/>
</file>

<file path=customXml/itemProps3.xml><?xml version="1.0" encoding="utf-8"?>
<ds:datastoreItem xmlns:ds="http://schemas.openxmlformats.org/officeDocument/2006/customXml" ds:itemID="{53C012F2-4CA0-4C84-AC4F-984B87CBB78A}">
  <ds:schemaRefs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www.w3.org/XML/1998/namespace"/>
    <ds:schemaRef ds:uri="97177801-0730-40b0-b526-3e0c0723185f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purl.org/dc/dcmitype/"/>
    <ds:schemaRef ds:uri="dc31f1ae-0e14-4c8a-bd63-fc3e9b3acf0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Personalizar</PresentationFormat>
  <Slides>6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Técnica – TMO com GMO integrado para o programa AXOL no ONS</dc:title>
  <dc:creator>A&amp;M Performance</dc:creator>
  <cp:lastModifiedBy>A&amp;M Performance</cp:lastModifiedBy>
  <cp:revision>1</cp:revision>
  <dcterms:created xsi:type="dcterms:W3CDTF">2026-10-02T12:00:00Z</dcterms:created>
  <dcterms:modified xsi:type="dcterms:W3CDTF">2026-10-02T12:00:00Z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0x01010057D68088E3F43C438A010EE43C2C6C8A</vt:lpwstr>
  </property>
  <property fmtid="{D5CDD505-2E9C-101B-9397-08002B2CF9AE}" pid="3" name="MSIP_Label_31f81cae-2cc7-434f-b11d-39789e497bf2_Enabled">
    <vt:lpwstr>true</vt:lpwstr>
  </property>
  <property fmtid="{D5CDD505-2E9C-101B-9397-08002B2CF9AE}" pid="4" name="MSIP_Label_31f81cae-2cc7-434f-b11d-39789e497bf2_SetDate">
    <vt:lpwstr>2025-01-21T17:04:02Z</vt:lpwstr>
  </property>
  <property fmtid="{D5CDD505-2E9C-101B-9397-08002B2CF9AE}" pid="5" name="MSIP_Label_31f81cae-2cc7-434f-b11d-39789e497bf2_Method">
    <vt:lpwstr>Standard</vt:lpwstr>
  </property>
  <property fmtid="{D5CDD505-2E9C-101B-9397-08002B2CF9AE}" pid="6" name="MSIP_Label_31f81cae-2cc7-434f-b11d-39789e497bf2_Name">
    <vt:lpwstr>Confidential</vt:lpwstr>
  </property>
  <property fmtid="{D5CDD505-2E9C-101B-9397-08002B2CF9AE}" pid="7" name="MSIP_Label_31f81cae-2cc7-434f-b11d-39789e497bf2_SiteId">
    <vt:lpwstr>dd5e230f-c165-49c4-957f-e203458fffab</vt:lpwstr>
  </property>
  <property fmtid="{D5CDD505-2E9C-101B-9397-08002B2CF9AE}" pid="8" name="MSIP_Label_31f81cae-2cc7-434f-b11d-39789e497bf2_ActionId">
    <vt:lpwstr>ab9742a4-add0-4181-a835-53a71a573d4e</vt:lpwstr>
  </property>
  <property fmtid="{D5CDD505-2E9C-101B-9397-08002B2CF9AE}" pid="9" name="MSIP_Label_31f81cae-2cc7-434f-b11d-39789e497bf2_ContentBits">
    <vt:lpwstr>0</vt:lpwstr>
  </property>
  <property fmtid="{D5CDD505-2E9C-101B-9397-08002B2CF9AE}" pid="10" name="MediaServiceImageTags">
    <vt:lpwstr/>
  </property>
  <property fmtid="{D5CDD505-2E9C-101B-9397-08002B2CF9AE}" pid="11" name="xd_ProgID">
    <vt:lpwstr/>
  </property>
  <property fmtid="{D5CDD505-2E9C-101B-9397-08002B2CF9AE}" pid="12" name="ComplianceAssetId">
    <vt:lpwstr/>
  </property>
  <property fmtid="{D5CDD505-2E9C-101B-9397-08002B2CF9AE}" pid="13" name="TemplateUrl">
    <vt:lpwstr/>
  </property>
  <property fmtid="{D5CDD505-2E9C-101B-9397-08002B2CF9AE}" pid="14" name="_ExtendedDescription">
    <vt:lpwstr/>
  </property>
  <property fmtid="{D5CDD505-2E9C-101B-9397-08002B2CF9AE}" pid="15" name="TriggerFlowInfo">
    <vt:lpwstr/>
  </property>
  <property fmtid="{D5CDD505-2E9C-101B-9397-08002B2CF9AE}" pid="16" name="xd_Signature">
    <vt:lpwstr/>
  </property>
</Properties>
</file>