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a30342adec4204" /><Relationship Type="http://schemas.openxmlformats.org/officeDocument/2006/relationships/extended-properties" Target="/docProps/app.xml" Id="Raf9a42af02ee4e23" /><Relationship Type="http://schemas.openxmlformats.org/officeDocument/2006/relationships/officeDocument" Target="/ppt/presentation.xml" Id="R54dc5ce404be4302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4d37f66143ba4a06"/>
    <p:sldMasterId xmlns:r="http://schemas.openxmlformats.org/officeDocument/2006/relationships" id="2147483741" r:id="Rcbc12905e2174fd7"/>
  </p:sldMasterIdLst>
  <p:notesMasterIdLst>
    <p:notesMasterId xmlns:r="http://schemas.openxmlformats.org/officeDocument/2006/relationships" r:id="R2da159c17f6248e9"/>
  </p:notesMasterIdLst>
  <p:sldIdLst>
    <p:sldId xmlns:r="http://schemas.openxmlformats.org/officeDocument/2006/relationships" id="256" r:id="Rcfc4a02998c841f9"/>
    <p:sldId xmlns:r="http://schemas.openxmlformats.org/officeDocument/2006/relationships" id="257" r:id="R5aa08248625442dc"/>
    <p:sldId xmlns:r="http://schemas.openxmlformats.org/officeDocument/2006/relationships" id="258" r:id="Rb78f6e59e4c04734"/>
    <p:sldId xmlns:r="http://schemas.openxmlformats.org/officeDocument/2006/relationships" id="259" r:id="R3a5db2234ed44bc0"/>
    <p:sldId xmlns:r="http://schemas.openxmlformats.org/officeDocument/2006/relationships" id="260" r:id="R8ca19258bceb49f6"/>
    <p:sldId xmlns:r="http://schemas.openxmlformats.org/officeDocument/2006/relationships" id="261" r:id="R3a273f50b879429e"/>
  </p:sldIdLst>
  <p:sldSz cx="12193588" cy="6858000"/>
  <p:notesSz cx="6858000" cy="9144000"/>
  <p:embeddedFontLst>
    <p:embeddedFont>
      <p:font typeface="Arial Nova"/>
      <p:regular xmlns:r="http://schemas.openxmlformats.org/officeDocument/2006/relationships" r:id="Rb5782a85d79f4a7b"/>
    </p:embeddedFont>
    <p:embeddedFont>
      <p:font typeface="Arial Nova Cond"/>
      <p:regular xmlns:r="http://schemas.openxmlformats.org/officeDocument/2006/relationships" r:id="R6c59bc38dafe407e"/>
      <p:bold xmlns:r="http://schemas.openxmlformats.org/officeDocument/2006/relationships" r:id="R9a446702b2ed4805"/>
      <p:italic xmlns:r="http://schemas.openxmlformats.org/officeDocument/2006/relationships" r:id="R1009f980ca1f4555"/>
      <p:boldItalic xmlns:r="http://schemas.openxmlformats.org/officeDocument/2006/relationships" r:id="R8c914027507644dc"/>
    </p:embeddedFont>
    <p:embeddedFont>
      <p:font typeface="Arial Nova Light"/>
      <p:regular xmlns:r="http://schemas.openxmlformats.org/officeDocument/2006/relationships" r:id="Rae1d47ae06a3474f"/>
      <p:italic xmlns:r="http://schemas.openxmlformats.org/officeDocument/2006/relationships" r:id="R107ad7af009e44cb"/>
    </p:embeddedFont>
    <p:embeddedFont>
      <p:font typeface="Avenir Next LT Pro Demi"/>
      <p:bold xmlns:r="http://schemas.openxmlformats.org/officeDocument/2006/relationships" r:id="Rdcceaa576294442f"/>
    </p:embeddedFont>
    <p:embeddedFont>
      <p:font typeface="Georgia"/>
      <p:regular xmlns:r="http://schemas.openxmlformats.org/officeDocument/2006/relationships" r:id="R83526e38d6854006"/>
      <p:bold xmlns:r="http://schemas.openxmlformats.org/officeDocument/2006/relationships" r:id="Recacab2ec28742ca"/>
      <p:italic xmlns:r="http://schemas.openxmlformats.org/officeDocument/2006/relationships" r:id="R515e83821b074161"/>
      <p:boldItalic xmlns:r="http://schemas.openxmlformats.org/officeDocument/2006/relationships" r:id="Rfdcef1d1d12d4577"/>
    </p:embeddedFont>
    <p:embeddedFont>
      <p:font typeface="Helvetica Neue"/>
      <p:regular xmlns:r="http://schemas.openxmlformats.org/officeDocument/2006/relationships" r:id="Rade84539440f432d"/>
      <p:bold xmlns:r="http://schemas.openxmlformats.org/officeDocument/2006/relationships" r:id="R4a53926df3c74ca4"/>
      <p:italic xmlns:r="http://schemas.openxmlformats.org/officeDocument/2006/relationships" r:id="R997b7d379a4f4dd1"/>
      <p:boldItalic xmlns:r="http://schemas.openxmlformats.org/officeDocument/2006/relationships" r:id="R63d904adeb154a37"/>
    </p:embeddedFont>
    <p:embeddedFont>
      <p:font typeface="Work Sans"/>
      <p:regular xmlns:r="http://schemas.openxmlformats.org/officeDocument/2006/relationships" r:id="Rb5751cb0ddc74b12"/>
      <p:bold xmlns:r="http://schemas.openxmlformats.org/officeDocument/2006/relationships" r:id="Rf3ac2d4fcf1c46af"/>
      <p:italic xmlns:r="http://schemas.openxmlformats.org/officeDocument/2006/relationships" r:id="R05ae5708e3e5427e"/>
      <p:boldItalic xmlns:r="http://schemas.openxmlformats.org/officeDocument/2006/relationships" r:id="Rf63a270436264138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867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867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867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867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867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867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867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867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867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authors.xml><?xml version="1.0" encoding="utf-8"?>
<p188:authorLst xmlns:p188="http://schemas.microsoft.com/office/powerpoint/2018/8/main">
  <p188:author id="{95582667-6102-27E7-ED8E-01A166EB4B6B}" name="Guest User" initials="GU" userId="Guest User" providerId="Windows Live"/>
  <p188:author id="{9D1A26CF-DA9A-A0F5-ABF1-22FF486AEE66}" name="Marcas com Sal" initials="MS" userId="17c5b7c06afbc55d" providerId="Windows Live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03c4d5fe7f4083" /><Relationship Type="http://schemas.openxmlformats.org/officeDocument/2006/relationships/slideMaster" Target="/ppt/slideMasters/slideMaster1.xml" Id="R4d37f66143ba4a06" /><Relationship Type="http://schemas.openxmlformats.org/officeDocument/2006/relationships/slideMaster" Target="/ppt/slideMasters/slideMaster2.xml" Id="Rcbc12905e2174fd7" /><Relationship Type="http://schemas.openxmlformats.org/officeDocument/2006/relationships/notesMaster" Target="/ppt/notesMasters/notesMaster1.xml" Id="R2da159c17f6248e9" /><Relationship Type="http://schemas.openxmlformats.org/officeDocument/2006/relationships/presProps" Target="/ppt/presProps.xml" Id="Rcc723e715c20481b" /><Relationship Type="http://schemas.openxmlformats.org/officeDocument/2006/relationships/viewProps" Target="/ppt/viewProps.xml" Id="Rf9d091644ae24c21" /><Relationship Type="http://schemas.openxmlformats.org/officeDocument/2006/relationships/tableStyles" Target="/ppt/tableStyles.xml" Id="R7953ed0bc9be4f41" /><Relationship Type="http://schemas.openxmlformats.org/officeDocument/2006/relationships/font" Target="/ppt/fonts/font.dat" Id="Rb5782a85d79f4a7b" /><Relationship Type="http://schemas.openxmlformats.org/officeDocument/2006/relationships/font" Target="/ppt/fonts/font2.dat" Id="R6c59bc38dafe407e" /><Relationship Type="http://schemas.openxmlformats.org/officeDocument/2006/relationships/font" Target="/ppt/fonts/font3.dat" Id="R9a446702b2ed4805" /><Relationship Type="http://schemas.openxmlformats.org/officeDocument/2006/relationships/font" Target="/ppt/fonts/font4.dat" Id="R1009f980ca1f4555" /><Relationship Type="http://schemas.openxmlformats.org/officeDocument/2006/relationships/font" Target="/ppt/fonts/font5.dat" Id="R8c914027507644dc" /><Relationship Type="http://schemas.openxmlformats.org/officeDocument/2006/relationships/font" Target="/ppt/fonts/font6.dat" Id="Rae1d47ae06a3474f" /><Relationship Type="http://schemas.openxmlformats.org/officeDocument/2006/relationships/font" Target="/ppt/fonts/font7.dat" Id="R107ad7af009e44cb" /><Relationship Type="http://schemas.openxmlformats.org/officeDocument/2006/relationships/font" Target="/ppt/fonts/font8.dat" Id="Rdcceaa576294442f" /><Relationship Type="http://schemas.openxmlformats.org/officeDocument/2006/relationships/font" Target="/ppt/fonts/font9.dat" Id="R83526e38d6854006" /><Relationship Type="http://schemas.openxmlformats.org/officeDocument/2006/relationships/font" Target="/ppt/fonts/font10.dat" Id="Recacab2ec28742ca" /><Relationship Type="http://schemas.openxmlformats.org/officeDocument/2006/relationships/font" Target="/ppt/fonts/font11.dat" Id="R515e83821b074161" /><Relationship Type="http://schemas.openxmlformats.org/officeDocument/2006/relationships/font" Target="/ppt/fonts/font12.dat" Id="Rfdcef1d1d12d4577" /><Relationship Type="http://schemas.openxmlformats.org/officeDocument/2006/relationships/font" Target="/ppt/fonts/font13.dat" Id="Rade84539440f432d" /><Relationship Type="http://schemas.openxmlformats.org/officeDocument/2006/relationships/font" Target="/ppt/fonts/font14.dat" Id="R4a53926df3c74ca4" /><Relationship Type="http://schemas.openxmlformats.org/officeDocument/2006/relationships/font" Target="/ppt/fonts/font15.dat" Id="R997b7d379a4f4dd1" /><Relationship Type="http://schemas.openxmlformats.org/officeDocument/2006/relationships/font" Target="/ppt/fonts/font16.dat" Id="R63d904adeb154a37" /><Relationship Type="http://schemas.openxmlformats.org/officeDocument/2006/relationships/font" Target="/ppt/fonts/font17.dat" Id="Rb5751cb0ddc74b12" /><Relationship Type="http://schemas.openxmlformats.org/officeDocument/2006/relationships/font" Target="/ppt/fonts/font18.dat" Id="Rf3ac2d4fcf1c46af" /><Relationship Type="http://schemas.openxmlformats.org/officeDocument/2006/relationships/font" Target="/ppt/fonts/font19.dat" Id="R05ae5708e3e5427e" /><Relationship Type="http://schemas.openxmlformats.org/officeDocument/2006/relationships/font" Target="/ppt/fonts/font20.dat" Id="Rf63a270436264138" /><Relationship Type="http://schemas.microsoft.com/office/2018/10/relationships/authors" Target="/ppt/authors.xml" Id="R3b1dab30131d4106" /><Relationship Type="http://schemas.openxmlformats.org/officeDocument/2006/relationships/slide" Target="/ppt/slides/slide1.xml" Id="Rcfc4a02998c841f9" /><Relationship Type="http://schemas.openxmlformats.org/officeDocument/2006/relationships/slide" Target="/ppt/slides/slide2.xml" Id="R5aa08248625442dc" /><Relationship Type="http://schemas.openxmlformats.org/officeDocument/2006/relationships/slide" Target="/ppt/slides/slide3.xml" Id="Rb78f6e59e4c04734" /><Relationship Type="http://schemas.openxmlformats.org/officeDocument/2006/relationships/slide" Target="/ppt/slides/slide4.xml" Id="R3a5db2234ed44bc0" /><Relationship Type="http://schemas.openxmlformats.org/officeDocument/2006/relationships/slide" Target="/ppt/slides/slide5.xml" Id="R8ca19258bceb49f6" /><Relationship Type="http://schemas.openxmlformats.org/officeDocument/2006/relationships/slide" Target="/ppt/slides/slide6.xml" Id="R3a273f50b87942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5d8d863439043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Personalizar design">
  <a:themeElements>
    <a:clrScheme name="A&amp;M">
      <a:dk1>
        <a:srgbClr val="002A46"/>
      </a:dk1>
      <a:lt1>
        <a:srgbClr val="FFFFFF"/>
      </a:lt1>
      <a:dk2>
        <a:srgbClr val="5E8AB3"/>
      </a:dk2>
      <a:lt2>
        <a:srgbClr val="CCD4DA"/>
      </a:lt2>
      <a:accent1>
        <a:srgbClr val="002A46"/>
      </a:accent1>
      <a:accent2>
        <a:srgbClr val="5E8AB3"/>
      </a:accent2>
      <a:accent3>
        <a:srgbClr val="CCD4DA"/>
      </a:accent3>
      <a:accent4>
        <a:srgbClr val="F78B15"/>
      </a:accent4>
      <a:accent5>
        <a:srgbClr val="33546D"/>
      </a:accent5>
      <a:accent6>
        <a:srgbClr val="99AAB6"/>
      </a:accent6>
      <a:hlink>
        <a:srgbClr val="F8A345"/>
      </a:hlink>
      <a:folHlink>
        <a:srgbClr val="33546D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&amp;M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1267654c344abc" /><Relationship Type="http://schemas.openxmlformats.org/officeDocument/2006/relationships/notesMaster" Target="/ppt/notesMasters/notesMaster1.xml" Id="R895ee6567c0346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6e6d4b3e9c4faf" /><Relationship Type="http://schemas.openxmlformats.org/officeDocument/2006/relationships/notesMaster" Target="/ppt/notesMasters/notesMaster1.xml" Id="R2fa67c7b8d874a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91d87328d84181" /><Relationship Type="http://schemas.openxmlformats.org/officeDocument/2006/relationships/notesMaster" Target="/ppt/notesMasters/notesMaster1.xml" Id="Rdf630fcf6d454d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a2a8b1e0f04b72" /><Relationship Type="http://schemas.openxmlformats.org/officeDocument/2006/relationships/notesMaster" Target="/ppt/notesMasters/notesMaster1.xml" Id="R595734fe3e914c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1e72481960434d" /><Relationship Type="http://schemas.openxmlformats.org/officeDocument/2006/relationships/notesMaster" Target="/ppt/notesMasters/notesMaster1.xml" Id="R3c3676360c3b48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5b8bdd11ad47a2" /><Relationship Type="http://schemas.openxmlformats.org/officeDocument/2006/relationships/notesMaster" Target="/ppt/notesMasters/notesMaster1.xml" Id="R7891d6d7f77043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nova para o Axol. Briefing do solicitante: plataforma low code de fluxos sequenciais de jobs (rodadas de modelos eletroenergéticos), previsão de capacidade e custos de cloud, substituição de legados e impactos em PE, PR, PL, OS e PD. Prazo mínimo solicitado: seis meses. Anexos utilizados somente como referência de estrutura e identidade visual A&amp;M. Plano, riscos, perfis, métricas e datas são propostos e dependem do diagnóstico; não representam resultados já medidos. Não há metas, economia, headcount ou honorários informados.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nova para o Axol. Briefing do solicitante: plataforma low code de fluxos sequenciais de jobs (rodadas de modelos eletroenergéticos), previsão de capacidade e custos de cloud, substituição de legados e impactos em PE, PR, PL, OS e PD. Prazo mínimo solicitado: seis meses. Anexos utilizados somente como referência de estrutura e identidade visual A&amp;M. Plano, riscos, perfis, métricas e datas são propostos e dependem do diagnóstico; não representam resultados já medidos. Não há metas, economia, headcount ou honorários informados.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nova para o Axol. Briefing do solicitante: plataforma low code de fluxos sequenciais de jobs (rodadas de modelos eletroenergéticos), previsão de capacidade e custos de cloud, substituição de legados e impactos em PE, PR, PL, OS e PD. Prazo mínimo solicitado: seis meses. Anexos utilizados somente como referência de estrutura e identidade visual A&amp;M. Plano, riscos, perfis, métricas e datas são propostos e dependem do diagnóstico; não representam resultados já medidos. Não há metas, economia, headcount ou honorários informados.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nova para o Axol. Briefing do solicitante: plataforma low code de fluxos sequenciais de jobs (rodadas de modelos eletroenergéticos), previsão de capacidade e custos de cloud, substituição de legados e impactos em PE, PR, PL, OS e PD. Prazo mínimo solicitado: seis meses. Anexos utilizados somente como referência de estrutura e identidade visual A&amp;M. Plano, riscos, perfis, métricas e datas são propostos e dependem do diagnóstico; não representam resultados já medidos. Não há metas, economia, headcount ou honorários informados.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nova para o Axol. Briefing do solicitante: plataforma low code de fluxos sequenciais de jobs (rodadas de modelos eletroenergéticos), previsão de capacidade e custos de cloud, substituição de legados e impactos em PE, PR, PL, OS e PD. Prazo mínimo solicitado: seis meses. Anexos utilizados somente como referência de estrutura e identidade visual A&amp;M. Plano, riscos, perfis, métricas e datas são propostos e dependem do diagnóstico; não representam resultados já medidos. Não há metas, economia, headcount ou honorários informados.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nova para o Axol. Briefing do solicitante: plataforma low code de fluxos sequenciais de jobs (rodadas de modelos eletroenergéticos), previsão de capacidade e custos de cloud, substituição de legados e impactos em PE, PR, PL, OS e PD. Prazo mínimo solicitado: seis meses. Anexos utilizados somente como referência de estrutura e identidade visual A&amp;M. Plano, riscos, perfis, métricas e datas são propostos e dependem do diagnóstico; não representam resultados já medidos. Não há metas, economia, headcount ou honorários informados.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2787a6e29b4e68" /><Relationship Type="http://schemas.openxmlformats.org/officeDocument/2006/relationships/image" Target="/ppt/media/image.png" Id="R6d2eaa349647457a" /><Relationship Type="http://schemas.openxmlformats.org/officeDocument/2006/relationships/image" Target="/ppt/media/image2.png" Id="Ref4602b77cbb4f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f2b3918ef4352" /><Relationship Type="http://schemas.openxmlformats.org/officeDocument/2006/relationships/image" Target="/ppt/media/image3.png" Id="Rb89ce84069d14c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c679052e46406a" /><Relationship Type="http://schemas.openxmlformats.org/officeDocument/2006/relationships/image" Target="/ppt/media/image3.png" Id="Rb5629fae143e4d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24d8ab69ec4f00" /><Relationship Type="http://schemas.openxmlformats.org/officeDocument/2006/relationships/image" Target="/ppt/media/image3.png" Id="R4cb1c3ab40934a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c263cd39964d01" /><Relationship Type="http://schemas.openxmlformats.org/officeDocument/2006/relationships/image" Target="/ppt/media/image3.png" Id="R419848374f0045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20c2eb416e4cf1" /><Relationship Type="http://schemas.openxmlformats.org/officeDocument/2006/relationships/image" Target="/ppt/media/image4.png" Id="Re01cad015211491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0f9096810141c2" /><Relationship Type="http://schemas.openxmlformats.org/officeDocument/2006/relationships/image" Target="/ppt/media/image4.png" Id="R0ed4bb5922ca4dc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eee15fa2db4688" /><Relationship Type="http://schemas.openxmlformats.org/officeDocument/2006/relationships/image" Target="/ppt/media/image3.png" Id="R9ef14a35866a429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8b277be3a4d7c" /><Relationship Type="http://schemas.openxmlformats.org/officeDocument/2006/relationships/image" Target="/ppt/media/image3.png" Id="R3ab25f11bb6e431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e649ad31c7474b" /><Relationship Type="http://schemas.openxmlformats.org/officeDocument/2006/relationships/image" Target="/ppt/media/image3.png" Id="R76558d183a474a4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3fb333e7947dc" /><Relationship Type="http://schemas.openxmlformats.org/officeDocument/2006/relationships/image" Target="/ppt/media/image4.png" Id="Re7d5b313de4e457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271d01a2cc4100" /><Relationship Type="http://schemas.openxmlformats.org/officeDocument/2006/relationships/image" Target="/ppt/media/image4.png" Id="Rddf6fe9ab99e401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f80707ae04e37" /><Relationship Type="http://schemas.openxmlformats.org/officeDocument/2006/relationships/image" Target="/ppt/media/image3.png" Id="Rbac06390d779412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80a0e544c640f8" /><Relationship Type="http://schemas.openxmlformats.org/officeDocument/2006/relationships/image" Target="/ppt/media/image3.png" Id="R7e14cededba641a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ddb60896694c78" /><Relationship Type="http://schemas.openxmlformats.org/officeDocument/2006/relationships/image" Target="/ppt/media/image4.png" Id="R835b02fac4c74e2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89d2cb86bb431f" /><Relationship Type="http://schemas.openxmlformats.org/officeDocument/2006/relationships/image" Target="/ppt/media/image4.png" Id="R48763a841a844523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da0a6d80d34938" /><Relationship Type="http://schemas.openxmlformats.org/officeDocument/2006/relationships/image" Target="/ppt/media/image3.png" Id="Redf91ca6823a463f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b4cd089df4980" /><Relationship Type="http://schemas.openxmlformats.org/officeDocument/2006/relationships/image" Target="/ppt/media/image3.png" Id="Rdb45d1cdca74426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51c98b49374699" /><Relationship Type="http://schemas.openxmlformats.org/officeDocument/2006/relationships/image" Target="/ppt/media/image3.png" Id="R4216a3eabd3b4b9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ac8f2e174e4be4" /><Relationship Type="http://schemas.openxmlformats.org/officeDocument/2006/relationships/image" Target="/ppt/media/image4.png" Id="Rdc7dfce8358541e6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b4f6c2142447b6" /><Relationship Type="http://schemas.openxmlformats.org/officeDocument/2006/relationships/image" Target="/ppt/media/image4.png" Id="R44f4229bc0f444e6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b4fdf85ac84fa5" /><Relationship Type="http://schemas.openxmlformats.org/officeDocument/2006/relationships/image" Target="/ppt/media/image4.png" Id="R6647090b14fd4121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bae1ad59e14a7f" /><Relationship Type="http://schemas.openxmlformats.org/officeDocument/2006/relationships/image" Target="/ppt/media/image.png" Id="R594465e6346945ab" /><Relationship Type="http://schemas.openxmlformats.org/officeDocument/2006/relationships/image" Target="/ppt/media/image2.png" Id="R45818e19af624949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008019c30e4b9b" /><Relationship Type="http://schemas.openxmlformats.org/officeDocument/2006/relationships/image" Target="/ppt/media/image5.png" Id="R59f80a679ed14c42" /><Relationship Type="http://schemas.openxmlformats.org/officeDocument/2006/relationships/image" Target="/ppt/media/image2.png" Id="R463fb7d624a34e15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78a57bac064efe" /><Relationship Type="http://schemas.openxmlformats.org/officeDocument/2006/relationships/image" Target="/ppt/media/image.png" Id="R83f5376bb39c4701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5bcf03dc3f4992" /><Relationship Type="http://schemas.openxmlformats.org/officeDocument/2006/relationships/image" Target="/ppt/media/image.png" Id="R8e11d97068cb4577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e68d315fdd4701" /><Relationship Type="http://schemas.openxmlformats.org/officeDocument/2006/relationships/image" Target="/ppt/media/image5.png" Id="Rb16bafe2306a4eb6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aeffe65b84395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317d09ac5b49f4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c284b0f459494b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85e8b1f5fa448c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05d787a444a77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d925a78a664604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d22ceb11b468d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d2c87a47d4f5e" /><Relationship Type="http://schemas.openxmlformats.org/officeDocument/2006/relationships/image" Target="/ppt/media/image3.png" Id="R3c7f7272914d47dd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a2efd731de4e8a" /><Relationship Type="http://schemas.openxmlformats.org/officeDocument/2006/relationships/image" Target="/ppt/media/image3.png" Id="Ra342569bfd364bc0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96217d1de4968" /><Relationship Type="http://schemas.openxmlformats.org/officeDocument/2006/relationships/image" Target="/ppt/media/image3.png" Id="Rf2abc07b8df24d61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aee4c333c246e3" /><Relationship Type="http://schemas.openxmlformats.org/officeDocument/2006/relationships/image" Target="/ppt/media/image3.png" Id="Rdfad3e4e809d4f7a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291301f33847d0" /><Relationship Type="http://schemas.openxmlformats.org/officeDocument/2006/relationships/image" Target="/ppt/media/image4.png" Id="Rc66de13ac79c4ef6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c1233cfd14c2a" /><Relationship Type="http://schemas.openxmlformats.org/officeDocument/2006/relationships/image" Target="/ppt/media/image4.png" Id="R4ac6d8f9463643bf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8c9c56ca7d4a32" /><Relationship Type="http://schemas.openxmlformats.org/officeDocument/2006/relationships/image" Target="/ppt/media/image3.png" Id="R54f5a942914c4d67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14c25e0ac745a3" /><Relationship Type="http://schemas.openxmlformats.org/officeDocument/2006/relationships/image" Target="/ppt/media/image3.png" Id="R080a26bd3fe0482d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aec017db54635" /><Relationship Type="http://schemas.openxmlformats.org/officeDocument/2006/relationships/image" Target="/ppt/media/image3.png" Id="Rbc599a990401498f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d10b84f144357" /><Relationship Type="http://schemas.openxmlformats.org/officeDocument/2006/relationships/image" Target="/ppt/media/image3.png" Id="R24cd4c94f9d140c4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71e61fdce64da3" /><Relationship Type="http://schemas.openxmlformats.org/officeDocument/2006/relationships/image" Target="/ppt/media/image3.png" Id="R66e300a6aea04bab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8aa9b0e84f4698" /><Relationship Type="http://schemas.openxmlformats.org/officeDocument/2006/relationships/image" Target="/ppt/media/image3.png" Id="R6c6791a8d77d48f2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c35fad06164bfe" /><Relationship Type="http://schemas.openxmlformats.org/officeDocument/2006/relationships/image" Target="/ppt/media/image4.png" Id="R170fadaf8417491b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a90c85f90f431d" /><Relationship Type="http://schemas.openxmlformats.org/officeDocument/2006/relationships/image" Target="/ppt/media/image4.png" Id="R2f1d1763e7ad4bd5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27ee4ba2a44fef" /><Relationship Type="http://schemas.openxmlformats.org/officeDocument/2006/relationships/image" Target="/ppt/media/image3.png" Id="Rdd3ff6212c4642d3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2c2a0545ed43dc" /><Relationship Type="http://schemas.openxmlformats.org/officeDocument/2006/relationships/image" Target="/ppt/media/image3.png" Id="Rcb004d45d6f14044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81cced5935489a" /><Relationship Type="http://schemas.openxmlformats.org/officeDocument/2006/relationships/image" Target="/ppt/media/image4.png" Id="R89c59473cacf43dd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ff91ca7bd54cdd" /><Relationship Type="http://schemas.openxmlformats.org/officeDocument/2006/relationships/image" Target="/ppt/media/image4.png" Id="R5be1b077f58548a6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03738401e347a1" /><Relationship Type="http://schemas.openxmlformats.org/officeDocument/2006/relationships/image" Target="/ppt/media/image3.png" Id="R122e4c63fe5f47c2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04b9f02ba34f98" /><Relationship Type="http://schemas.openxmlformats.org/officeDocument/2006/relationships/image" Target="/ppt/media/image3.png" Id="R071a3d5b8e5049d0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24c6b07ee47a8" /><Relationship Type="http://schemas.openxmlformats.org/officeDocument/2006/relationships/image" Target="/ppt/media/image4.png" Id="R80bc253724914e88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506d14a8f847b9" /><Relationship Type="http://schemas.openxmlformats.org/officeDocument/2006/relationships/image" Target="/ppt/media/image4.png" Id="R35f8f2b3d7b84ef6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04727b2e664895" /><Relationship Type="http://schemas.openxmlformats.org/officeDocument/2006/relationships/image" Target="/ppt/media/image3.png" Id="Rb1f03549d4404371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230467a0334ad4" /><Relationship Type="http://schemas.openxmlformats.org/officeDocument/2006/relationships/image" Target="/ppt/media/image3.png" Id="Reaf140ea92ca43e2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3aa730efa7439f" /><Relationship Type="http://schemas.openxmlformats.org/officeDocument/2006/relationships/image" Target="/ppt/media/image3.png" Id="Rd722d2de19e14e9e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a73fb052f46f8" /><Relationship Type="http://schemas.openxmlformats.org/officeDocument/2006/relationships/image" Target="/ppt/media/image3.png" Id="R902439277a9a4307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dd0b4931e4849" /><Relationship Type="http://schemas.openxmlformats.org/officeDocument/2006/relationships/image" Target="/ppt/media/image3.png" Id="R42e48f64ad954a52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65ce497bba45f8" /><Relationship Type="http://schemas.openxmlformats.org/officeDocument/2006/relationships/image" Target="/ppt/media/image3.png" Id="Rc7e8f2678f4c408b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b7778fcf94c1c" /><Relationship Type="http://schemas.openxmlformats.org/officeDocument/2006/relationships/image" Target="/ppt/media/image4.png" Id="R9283a105bb2a4754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f32243c1f4e58" /><Relationship Type="http://schemas.openxmlformats.org/officeDocument/2006/relationships/image" Target="/ppt/media/image4.png" Id="R0849c89987c14196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24c5d558764cee" /><Relationship Type="http://schemas.openxmlformats.org/officeDocument/2006/relationships/image" Target="/ppt/media/image3.png" Id="Rc28a18378d734d1b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e0d210d2bb41b8" /><Relationship Type="http://schemas.openxmlformats.org/officeDocument/2006/relationships/image" Target="/ppt/media/image3.png" Id="Rc229ae8ba6404521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f05c3beaf4cd6" /><Relationship Type="http://schemas.openxmlformats.org/officeDocument/2006/relationships/image" Target="/ppt/media/image4.png" Id="R4ba289330b364672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80ca16c31e479c" /><Relationship Type="http://schemas.openxmlformats.org/officeDocument/2006/relationships/image" Target="/ppt/media/image4.png" Id="Rbfddbfb55d4442d4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b5cf4fe33d44fb" /><Relationship Type="http://schemas.openxmlformats.org/officeDocument/2006/relationships/image" Target="/ppt/media/image3.png" Id="Re62e5ec9c69d4cac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739f9e13c5407b" /><Relationship Type="http://schemas.openxmlformats.org/officeDocument/2006/relationships/image" Target="/ppt/media/image3.png" Id="R6996dbff1faf45c8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fc498b7ff44b2c" /><Relationship Type="http://schemas.openxmlformats.org/officeDocument/2006/relationships/image" Target="/ppt/media/image4.png" Id="Re6bb6c84205e4a85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f2843e4b1a4f44" /><Relationship Type="http://schemas.openxmlformats.org/officeDocument/2006/relationships/image" Target="/ppt/media/image3.png" Id="R505f70353727462b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dc0e14bf714f1e" /><Relationship Type="http://schemas.openxmlformats.org/officeDocument/2006/relationships/image" Target="/ppt/media/image3.png" Id="R25c3923bc7484f12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cbd2f9142941c6" /><Relationship Type="http://schemas.openxmlformats.org/officeDocument/2006/relationships/image" Target="/ppt/media/image3.png" Id="R275d1facc39e4207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0e01f4fffa4df0" /><Relationship Type="http://schemas.openxmlformats.org/officeDocument/2006/relationships/image" Target="/ppt/media/image4.png" Id="R68fd1504d34d479e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0c0e5038ed4220" /><Relationship Type="http://schemas.openxmlformats.org/officeDocument/2006/relationships/image" Target="/ppt/media/image4.png" Id="R37425f0060314007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8276f9680843e5" /><Relationship Type="http://schemas.openxmlformats.org/officeDocument/2006/relationships/image" Target="/ppt/media/image4.png" Id="R14521d0d266d4a17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d007725e704794" /><Relationship Type="http://schemas.openxmlformats.org/officeDocument/2006/relationships/image" Target="/ppt/media/image3.png" Id="Rb4e1831d8dd94084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e2e2ffe534af1" /><Relationship Type="http://schemas.openxmlformats.org/officeDocument/2006/relationships/image" Target="/ppt/media/image3.png" Id="Rdee05fcae58e4fa5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7df5a7ff94bd0" /><Relationship Type="http://schemas.openxmlformats.org/officeDocument/2006/relationships/image" Target="/ppt/media/image3.png" Id="R9703752048f247cd" /></Relationships>
</file>

<file path=ppt/slideLayouts/_rels/slideLayout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4e4dc133d94d63" /><Relationship Type="http://schemas.openxmlformats.org/officeDocument/2006/relationships/image" Target="/ppt/media/image3.png" Id="Ra733781f02514d3b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bc76e6d9b546df" /><Relationship Type="http://schemas.openxmlformats.org/officeDocument/2006/relationships/image" Target="/ppt/media/image3.png" Id="Rab437ee4b1fe4133" /></Relationships>
</file>

<file path=ppt/slideLayouts/_rels/slideLayout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bb801e77da42b5" /><Relationship Type="http://schemas.openxmlformats.org/officeDocument/2006/relationships/image" Target="/ppt/media/image3.png" Id="R57415f89582b4241" /></Relationships>
</file>

<file path=ppt/slideLayouts/_rels/slideLayout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cf52a95934b05" /><Relationship Type="http://schemas.openxmlformats.org/officeDocument/2006/relationships/image" Target="/ppt/media/image2.png" Id="Rbdf67104400249f5" /><Relationship Type="http://schemas.openxmlformats.org/officeDocument/2006/relationships/image" Target="/ppt/media/image5.png" Id="R712ae1969300452e" /></Relationships>
</file>

<file path=ppt/slideLayouts/_rels/slideLayout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bb33d263264f62" /></Relationships>
</file>

<file path=ppt/slideLayouts/_rels/slideLayout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6296d38e7b4c4b" /><Relationship Type="http://schemas.openxmlformats.org/officeDocument/2006/relationships/image" Target="/ppt/media/image3.png" Id="R95dc06c51b524fe5" /></Relationships>
</file>

<file path=ppt/slideLayouts/_rels/slideLayout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77cacdf3be4f85" /><Relationship Type="http://schemas.openxmlformats.org/officeDocument/2006/relationships/image" Target="/ppt/media/image6.png" Id="Rc505c7354b364a4d" /></Relationships>
</file>

<file path=ppt/slideLayouts/_rels/slideLayout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5a7bb4939c402c" /></Relationships>
</file>

<file path=ppt/slideLayouts/_rels/slideLayout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37dd5ce29480c" /><Relationship Type="http://schemas.openxmlformats.org/officeDocument/2006/relationships/image" Target="/ppt/media/image3.png" Id="Rb756d925ae8a4320" /></Relationships>
</file>

<file path=ppt/slideLayouts/_rels/slideLayout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ebac4d25f14fbd" /><Relationship Type="http://schemas.openxmlformats.org/officeDocument/2006/relationships/image" Target="/ppt/media/image4.png" Id="R899cb1e0d8504953" /></Relationships>
</file>

<file path=ppt/slideLayouts/_rels/slideLayout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d5d0aef68c4e14" /><Relationship Type="http://schemas.openxmlformats.org/officeDocument/2006/relationships/image" Target="/ppt/media/image3.png" Id="R0509dc761ce3430c" /></Relationships>
</file>

<file path=ppt/slideLayouts/_rels/slideLayout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430c6265444836" /><Relationship Type="http://schemas.openxmlformats.org/officeDocument/2006/relationships/image" Target="/ppt/media/image3.png" Id="R7634d73110534f3a" /></Relationships>
</file>

<file path=ppt/slideLayouts/_rels/slideLayout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4d579757bce4a6e" /><Relationship Type="http://schemas.openxmlformats.org/officeDocument/2006/relationships/image" Target="/ppt/media/image3.png" Id="R600cbbdd9fa44ae8" /></Relationships>
</file>

<file path=ppt/slideLayouts/_rels/slideLayout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5df555fcb5342ad" /><Relationship Type="http://schemas.openxmlformats.org/officeDocument/2006/relationships/image" Target="/ppt/media/image3.png" Id="Rd01b39ac856f4389" /></Relationships>
</file>

<file path=ppt/slideLayouts/_rels/slideLayout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6d7dc0b8f314122" /><Relationship Type="http://schemas.openxmlformats.org/officeDocument/2006/relationships/image" Target="/ppt/media/image3.png" Id="R26c6d5a85d6c4456" /></Relationships>
</file>

<file path=ppt/slideLayouts/_rels/slideLayout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2d6b607eb24ac0" /><Relationship Type="http://schemas.openxmlformats.org/officeDocument/2006/relationships/image" Target="/ppt/media/image4.png" Id="Rfc48b4741d844adb" /></Relationships>
</file>

<file path=ppt/slideLayouts/_rels/slideLayout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a050c3a032a4c51" /><Relationship Type="http://schemas.openxmlformats.org/officeDocument/2006/relationships/image" Target="/ppt/media/image4.png" Id="R816784152ec64ca0" /></Relationships>
</file>

<file path=ppt/slideLayouts/_rels/slideLayout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49e8d085c04425d" /><Relationship Type="http://schemas.openxmlformats.org/officeDocument/2006/relationships/image" Target="/ppt/media/image4.png" Id="R9ba834a004054bdd" /></Relationships>
</file>

<file path=ppt/slideLayouts/_rels/slideLayout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df240096284b9c" /><Relationship Type="http://schemas.openxmlformats.org/officeDocument/2006/relationships/image" Target="/ppt/media/image3.png" Id="R116264edd52441ff" /></Relationships>
</file>

<file path=ppt/slideLayouts/_rels/slideLayout1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23ac3fedf89490c" /><Relationship Type="http://schemas.openxmlformats.org/officeDocument/2006/relationships/image" Target="/ppt/media/image3.png" Id="R4a0e53614de5422f" /></Relationships>
</file>

<file path=ppt/slideLayouts/_rels/slideLayout1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714fb871614fd6" /><Relationship Type="http://schemas.openxmlformats.org/officeDocument/2006/relationships/image" Target="/ppt/media/image3.png" Id="R90562ddc633e48c3" /></Relationships>
</file>

<file path=ppt/slideLayouts/_rels/slideLayout1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dd7bb0f3d65456a" /><Relationship Type="http://schemas.openxmlformats.org/officeDocument/2006/relationships/image" Target="/ppt/media/image3.png" Id="R2a9f784813494798" /></Relationships>
</file>

<file path=ppt/slideLayouts/_rels/slideLayout1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3d3b69c6e24f78" /><Relationship Type="http://schemas.openxmlformats.org/officeDocument/2006/relationships/image" Target="/ppt/media/image4.png" Id="R133dca2050b74fe8" /></Relationships>
</file>

<file path=ppt/slideLayouts/_rels/slideLayout1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eaa8a3e51c4c8f" /><Relationship Type="http://schemas.openxmlformats.org/officeDocument/2006/relationships/image" Target="/ppt/media/image4.png" Id="Rf009749abdbf43f4" /></Relationships>
</file>

<file path=ppt/slideLayouts/_rels/slideLayout1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06c5e9017c4dc5" /><Relationship Type="http://schemas.openxmlformats.org/officeDocument/2006/relationships/image" Target="/ppt/media/image3.png" Id="Rdf8f84e4191846b7" /></Relationships>
</file>

<file path=ppt/slideLayouts/_rels/slideLayout1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43d315aa6ea4c30" /><Relationship Type="http://schemas.openxmlformats.org/officeDocument/2006/relationships/image" Target="/ppt/media/image.png" Id="R48ef64e3a3a7470e" /><Relationship Type="http://schemas.openxmlformats.org/officeDocument/2006/relationships/image" Target="/ppt/media/image2.png" Id="R0e4d300a1bc64e93" /></Relationships>
</file>

<file path=ppt/slideLayouts/_rels/slideLayout1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891b5f35e14965" /><Relationship Type="http://schemas.openxmlformats.org/officeDocument/2006/relationships/image" Target="/ppt/media/image5.png" Id="R84edb9a4c1224f7f" /><Relationship Type="http://schemas.openxmlformats.org/officeDocument/2006/relationships/image" Target="/ppt/media/image2.png" Id="Rb6667e785dfc4ed7" /></Relationships>
</file>

<file path=ppt/slideLayouts/_rels/slideLayout1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25e427d44564cdf" /><Relationship Type="http://schemas.openxmlformats.org/officeDocument/2006/relationships/image" Target="/ppt/media/image.png" Id="Rda77691444ef4556" /></Relationships>
</file>

<file path=ppt/slideLayouts/_rels/slideLayout1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951f2685a4472e" /><Relationship Type="http://schemas.openxmlformats.org/officeDocument/2006/relationships/image" Target="/ppt/media/image5.png" Id="R5843d14e35cc4eea" /></Relationships>
</file>

<file path=ppt/slideLayouts/_rels/slideLayout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9810b0832843f7" /></Relationships>
</file>

<file path=ppt/slideLayouts/_rels/slideLayout1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c204d9735594ed4" /></Relationships>
</file>

<file path=ppt/slideLayouts/_rels/slideLayout1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1478407fd2445fc" /></Relationships>
</file>

<file path=ppt/slideLayouts/_rels/slideLayout1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521a0b68fc14cf5" /></Relationships>
</file>

<file path=ppt/slideLayouts/_rels/slideLayout1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2fff2e127544f92" /></Relationships>
</file>

<file path=ppt/slideLayouts/_rels/slideLayout1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0bd29fe5ac4203" /><Relationship Type="http://schemas.openxmlformats.org/officeDocument/2006/relationships/image" Target="/ppt/media/image3.png" Id="R36aa35f05e47466e" /></Relationships>
</file>

<file path=ppt/slideLayouts/_rels/slideLayout1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fbfe5e767b4aa1" /><Relationship Type="http://schemas.openxmlformats.org/officeDocument/2006/relationships/image" Target="/ppt/media/image3.png" Id="R614ad7baffa6456b" /></Relationships>
</file>

<file path=ppt/slideLayouts/_rels/slideLayout1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427415e30ef4e82" /><Relationship Type="http://schemas.openxmlformats.org/officeDocument/2006/relationships/image" Target="/ppt/media/image3.png" Id="R6d4535414d2f4993" /></Relationships>
</file>

<file path=ppt/slideLayouts/_rels/slideLayout1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bab87b24c284a2c" /><Relationship Type="http://schemas.openxmlformats.org/officeDocument/2006/relationships/image" Target="/ppt/media/image3.png" Id="Rfcd77875dc284c49" /></Relationships>
</file>

<file path=ppt/slideLayouts/_rels/slideLayout1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678121ede74cdc" /><Relationship Type="http://schemas.openxmlformats.org/officeDocument/2006/relationships/image" Target="/ppt/media/image4.png" Id="R9a3df62905034d69" /></Relationships>
</file>

<file path=ppt/slideLayouts/_rels/slideLayout1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645027e62d54572" /><Relationship Type="http://schemas.openxmlformats.org/officeDocument/2006/relationships/image" Target="/ppt/media/image4.png" Id="R6ec09407a4d34710" /></Relationships>
</file>

<file path=ppt/slideLayouts/_rels/slideLayout1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fc1cf2d684146fc" /><Relationship Type="http://schemas.openxmlformats.org/officeDocument/2006/relationships/image" Target="/ppt/media/image3.png" Id="R18798945d188431a" /></Relationships>
</file>

<file path=ppt/slideLayouts/_rels/slideLayout1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7f628493fe4c2a" /><Relationship Type="http://schemas.openxmlformats.org/officeDocument/2006/relationships/image" Target="/ppt/media/image4.png" Id="Rc10ca39a5b6d4130" /></Relationships>
</file>

<file path=ppt/slideLayouts/_rels/slideLayout1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89f6e326c64892" /><Relationship Type="http://schemas.openxmlformats.org/officeDocument/2006/relationships/image" Target="/ppt/media/image3.png" Id="R0f644bf72e75486d" /></Relationships>
</file>

<file path=ppt/slideLayouts/_rels/slideLayout1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9310adaeb0049b7" /><Relationship Type="http://schemas.openxmlformats.org/officeDocument/2006/relationships/image" Target="/ppt/media/image3.png" Id="Reaeb561ea8b5467f" /></Relationships>
</file>

<file path=ppt/slideLayouts/_rels/slideLayout1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ef3d9b82a4b4fff" /><Relationship Type="http://schemas.openxmlformats.org/officeDocument/2006/relationships/image" Target="/ppt/media/image4.png" Id="Rc461395b7f83467c" /></Relationships>
</file>

<file path=ppt/slideLayouts/_rels/slideLayout1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881a09f13740ce" /><Relationship Type="http://schemas.openxmlformats.org/officeDocument/2006/relationships/image" Target="/ppt/media/image3.png" Id="R039d1a0c9d7049fe" /></Relationships>
</file>

<file path=ppt/slideLayouts/_rels/slideLayout1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1fcd82bf40b4ede" /><Relationship Type="http://schemas.openxmlformats.org/officeDocument/2006/relationships/image" Target="/ppt/media/image4.png" Id="R3b7693396be04280" /></Relationships>
</file>

<file path=ppt/slideLayouts/_rels/slideLayout1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90a6109644a433e" /><Relationship Type="http://schemas.openxmlformats.org/officeDocument/2006/relationships/image" Target="/ppt/media/image3.png" Id="R0cb25d56db174fdc" /></Relationships>
</file>

<file path=ppt/slideLayouts/_rels/slideLayout1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74e19982dc4b99" /><Relationship Type="http://schemas.openxmlformats.org/officeDocument/2006/relationships/image" Target="/ppt/media/image4.png" Id="Rdaf71f450efd4aa8" /></Relationships>
</file>

<file path=ppt/slideLayouts/_rels/slideLayout1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1927ccb3a8b4874" /><Relationship Type="http://schemas.openxmlformats.org/officeDocument/2006/relationships/image" Target="/ppt/media/image3.png" Id="R3bb9da8e92a24600" /></Relationships>
</file>

<file path=ppt/slideLayouts/_rels/slideLayout1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24b7d4ab65245a5" /><Relationship Type="http://schemas.openxmlformats.org/officeDocument/2006/relationships/image" Target="/ppt/media/image4.png" Id="R8143de04a91e42fa" /></Relationships>
</file>

<file path=ppt/slideLayouts/_rels/slideLayout1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5813f390794bb1" /><Relationship Type="http://schemas.openxmlformats.org/officeDocument/2006/relationships/image" Target="/ppt/media/image3.png" Id="R4ec885369bb84932" /></Relationships>
</file>

<file path=ppt/slideLayouts/_rels/slideLayout1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dd6c69b884e409a" /><Relationship Type="http://schemas.openxmlformats.org/officeDocument/2006/relationships/image" Target="/ppt/media/image3.png" Id="R245ae97e38544eec" /></Relationships>
</file>

<file path=ppt/slideLayouts/_rels/slideLayout1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c6cc1ca747f426f" /><Relationship Type="http://schemas.openxmlformats.org/officeDocument/2006/relationships/image" Target="/ppt/media/image4.png" Id="Re82fbeb007874a2e" /></Relationships>
</file>

<file path=ppt/slideLayouts/_rels/slideLayout1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1bc501108f43b5" /><Relationship Type="http://schemas.openxmlformats.org/officeDocument/2006/relationships/image" Target="/ppt/media/image3.png" Id="R3258fad758cd40a5" /></Relationships>
</file>

<file path=ppt/slideLayouts/_rels/slideLayout1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cc0ad167ef4c84" /><Relationship Type="http://schemas.openxmlformats.org/officeDocument/2006/relationships/image" Target="/ppt/media/image3.png" Id="R8f71570865374702" /></Relationships>
</file>

<file path=ppt/slideLayouts/_rels/slideLayout1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e67b38ef35142bb" /><Relationship Type="http://schemas.openxmlformats.org/officeDocument/2006/relationships/image" Target="/ppt/media/image3.png" Id="R1d52c261b8e346a3" /></Relationships>
</file>

<file path=ppt/slideLayouts/_rels/slideLayout1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f0477e9a7a14949" /><Relationship Type="http://schemas.openxmlformats.org/officeDocument/2006/relationships/image" Target="/ppt/media/image4.png" Id="Rb8ed594a01994806" /></Relationships>
</file>

<file path=ppt/slideLayouts/_rels/slideLayout1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7960100422948c2" /><Relationship Type="http://schemas.openxmlformats.org/officeDocument/2006/relationships/image" Target="/ppt/media/image4.png" Id="R9a9cd6fb24a244ae" /></Relationships>
</file>

<file path=ppt/slideLayouts/_rels/slideLayout1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a0eac2051d43be" /><Relationship Type="http://schemas.openxmlformats.org/officeDocument/2006/relationships/image" Target="/ppt/media/image3.png" Id="Rf339eb4c74d44ebe" /></Relationships>
</file>

<file path=ppt/slideLayouts/_rels/slideLayout1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37acf69df04b93" /><Relationship Type="http://schemas.openxmlformats.org/officeDocument/2006/relationships/image" Target="/ppt/media/image3.png" Id="R864ab93e7a604f0d" /></Relationships>
</file>

<file path=ppt/slideLayouts/_rels/slideLayout1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00004b6158459b" /><Relationship Type="http://schemas.openxmlformats.org/officeDocument/2006/relationships/image" Target="/ppt/media/image3.png" Id="R61bc0de3734346f7" /></Relationships>
</file>

<file path=ppt/slideLayouts/_rels/slideLayout1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e9ed5796a44407c" /><Relationship Type="http://schemas.openxmlformats.org/officeDocument/2006/relationships/image" Target="/ppt/media/image3.png" Id="R70d96c852c48486a" /></Relationships>
</file>

<file path=ppt/slideLayouts/_rels/slideLayout1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3969bd1d62242ec" /><Relationship Type="http://schemas.openxmlformats.org/officeDocument/2006/relationships/image" Target="/ppt/media/image3.png" Id="R5443043312a7431f" /></Relationships>
</file>

<file path=ppt/slideLayouts/_rels/slideLayout1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95a8796f8449e5" /><Relationship Type="http://schemas.openxmlformats.org/officeDocument/2006/relationships/image" Target="/ppt/media/image3.png" Id="Rdc48d67e26bb4397" /></Relationships>
</file>

<file path=ppt/slideLayouts/_rels/slideLayout1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7b94bff9b544ed" /><Relationship Type="http://schemas.openxmlformats.org/officeDocument/2006/relationships/image" Target="/ppt/media/image2.png" Id="R6b917e47ac644a7b" /><Relationship Type="http://schemas.openxmlformats.org/officeDocument/2006/relationships/image" Target="/ppt/media/image5.png" Id="Rcb5fedf30c9d42f8" /></Relationships>
</file>

<file path=ppt/slideLayouts/_rels/slideLayout1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8ebb8ea63fc4fa5" /></Relationships>
</file>

<file path=ppt/slideLayouts/_rels/slideLayout1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63c8894cbf34eff" /><Relationship Type="http://schemas.openxmlformats.org/officeDocument/2006/relationships/image" Target="/ppt/media/image3.png" Id="Rae6d40a7174146d0" /></Relationships>
</file>

<file path=ppt/slideLayouts/_rels/slideLayout1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122119b22942a2" /><Relationship Type="http://schemas.openxmlformats.org/officeDocument/2006/relationships/image" Target="/ppt/media/image3.png" Id="Rb3acd0f019704d9d" /></Relationships>
</file>

<file path=ppt/slideLayouts/_rels/slideLayout1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29111ad521b4230" /><Relationship Type="http://schemas.openxmlformats.org/officeDocument/2006/relationships/image" Target="/ppt/media/image3.png" Id="R96896307e3d44348" /></Relationships>
</file>

<file path=ppt/slideLayouts/_rels/slideLayout1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c3a99bbf1ed45ee" /><Relationship Type="http://schemas.openxmlformats.org/officeDocument/2006/relationships/image" Target="/ppt/media/image.png" Id="Re8cce19d6241441c" /><Relationship Type="http://schemas.openxmlformats.org/officeDocument/2006/relationships/image" Target="/ppt/media/image2.png" Id="R83f8d0b95fe3418f" /></Relationships>
</file>

<file path=ppt/slideLayouts/_rels/slideLayout1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595c682fdfb4b51" /><Relationship Type="http://schemas.openxmlformats.org/officeDocument/2006/relationships/image" Target="/ppt/media/image3.png" Id="R3ba45c8cb45c4e46" /></Relationships>
</file>

<file path=ppt/slideLayouts/slideLayout1.xml><?xml version="1.0" encoding="utf-8"?>
<p:sldLayout xmlns:p="http://schemas.openxmlformats.org/presentationml/2006/main" preserve="1" userDrawn="1">
  <p:cSld name="05_Capa Grafismo Branco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57" name="Google Shape;2192;p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eaa349647457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3085" y="379284"/>
            <a:ext cx="3397213" cy="6154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5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BB825E7-E693-CE59-F74B-7F92BD15878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3673678"/>
            <a:ext cx="5859740" cy="1624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r>
              <a:rPr b="1"/>
              <a:t>PH_TITULO_SLIDE</a:t>
            </a:r>
            <a:endParaRPr/>
          </a:p>
        </p:txBody>
      </p:sp>
      <p:sp>
        <p:nvSpPr>
          <p:cNvPr id="52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89470320-04B6-E012-821E-C5810C6A60E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9623" y="5836630"/>
            <a:ext cx="5873109" cy="2985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2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PH_NOME_CLIENTE</a:t>
            </a:r>
          </a:p>
        </p:txBody>
      </p:sp>
      <p:sp>
        <p:nvSpPr>
          <p:cNvPr id="53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DB69DF21-0C32-BB89-2274-B336F285045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6222044"/>
            <a:ext cx="2459315" cy="2022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14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PH_DATA</a:t>
            </a:r>
          </a:p>
        </p:txBody>
      </p:sp>
      <p:pic>
        <p:nvPicPr>
          <p:cNvPr id="61" name="Google Shape;2191;p7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4602b77cbb4f64">
            <a:alphaModFix/>
          </a:blip>
          <a:srcRect xmlns:a="http://schemas.openxmlformats.org/drawingml/2006/main" l="0" t="9998" r="12703" b="4392"/>
          <a:stretch xmlns:a="http://schemas.openxmlformats.org/drawingml/2006/main"/>
        </p:blipFill>
        <p:spPr>
          <a:xfrm xmlns:a="http://schemas.openxmlformats.org/drawingml/2006/main">
            <a:off x="5887945" y="1"/>
            <a:ext cx="6305644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01_Padrão Completo Branco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pic>
        <p:nvPicPr>
          <p:cNvPr id="28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9ce84069d14cd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2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01_Padrão Completo 2 linhas Branco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69899"/>
            <a:ext cx="11252754" cy="5311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2 linhas - Título de 2 linhas - Título de 2 linhas - Título de 2 linhas - Título de 2 linhas - Título de 2 linhas - Título de 2 linhas - Título de 2 linhas - Título de 2 linhas</a:t>
            </a:r>
          </a:p>
        </p:txBody>
      </p:sp>
      <p:pic>
        <p:nvPicPr>
          <p:cNvPr id="28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5629fae143e4df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2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01_Padrão Completo Cinza Claro">
    <p:bg>
      <p:bgPr>
        <a:solidFill xmlns:a="http://schemas.openxmlformats.org/drawingml/2006/main">
          <a:srgbClr val="EBEE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2" y="469899"/>
            <a:ext cx="11255653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pic>
        <p:nvPicPr>
          <p:cNvPr id="16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b1c3ab40934aa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11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12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01_Padrão Completo Cinza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pic>
        <p:nvPicPr>
          <p:cNvPr id="16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19848374f00454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11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12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01_Padrão Completo Azul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pic>
        <p:nvPicPr>
          <p:cNvPr id="12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1cad015211491c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C4984434-7A1D-7CDF-D681-37A99AF191DA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7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76B9E8F8-919C-3971-93A9-82E1B6C38338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8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6554AAFF-C395-2035-E271-806791E5AE01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01_Padrão Completo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2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  <p:pic>
        <p:nvPicPr>
          <p:cNvPr id="13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d4bb5922ca4dc7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8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9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02_Padrão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6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ef14a35866a429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BE271676-4442-1054-6203-40B9D4DD41E8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02_Padrão Cinza Claro">
    <p:bg>
      <p:bgPr>
        <a:solidFill xmlns:a="http://schemas.openxmlformats.org/drawingml/2006/main">
          <a:srgbClr val="EBEE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6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ab25f11bb6e431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9257063A-81C8-6751-6622-58637AD0AF94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02_Padrão Cinza">
    <p:bg>
      <p:bgPr>
        <a:solidFill xmlns:a="http://schemas.openxmlformats.org/drawingml/2006/main">
          <a:srgbClr val="D7DD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8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558d183a474a4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06FC8AF5-82C3-EAD1-2B87-483779D92D8C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02_Padrão Azul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8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7d5b313de4e457b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1ED28277-C797-016B-FA7D-94004CF448D2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02_Padrão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6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f6fe9ab99e4019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9A7938FC-6001-9AF2-3CC3-BDD6FA7B022B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03_Padrão Completo Grafismo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Google Shape;2119;p66"/>
          <p:cNvCxnSpPr/>
          <p:nvPr/>
        </p:nvCxnSpPr>
        <p:spPr>
          <a:xfrm xmlns:a="http://schemas.openxmlformats.org/drawingml/2006/main" rot="10800000" flipH="1" flipV="0">
            <a:off x="8933531" y="3967640"/>
            <a:ext cx="1719831" cy="2945561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002B49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" name="Google Shape;2120;p66"/>
          <p:cNvCxnSpPr/>
          <p:nvPr/>
        </p:nvCxnSpPr>
        <p:spPr>
          <a:xfrm xmlns:a="http://schemas.openxmlformats.org/drawingml/2006/main" rot="10800000" flipH="0" flipV="0">
            <a:off x="10652766" y="3967733"/>
            <a:ext cx="0" cy="2971907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002B49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8" name="Google Shape;2121;p66"/>
          <p:cNvCxnSpPr/>
          <p:nvPr/>
        </p:nvCxnSpPr>
        <p:spPr>
          <a:xfrm xmlns:a="http://schemas.openxmlformats.org/drawingml/2006/main" rot="10800000" flipH="1" flipV="0">
            <a:off x="10062013" y="3177074"/>
            <a:ext cx="2196892" cy="3762506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002B49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9" name="Google Shape;2123;p66"/>
          <p:cNvCxnSpPr/>
          <p:nvPr/>
        </p:nvCxnSpPr>
        <p:spPr>
          <a:xfrm xmlns:a="http://schemas.openxmlformats.org/drawingml/2006/main" rot="10800000" flipH="1" flipV="0">
            <a:off x="8580512" y="5492845"/>
            <a:ext cx="836793" cy="1433177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CDD5DB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30" name="Google Shape;2124;p66"/>
          <p:cNvCxnSpPr/>
          <p:nvPr/>
        </p:nvCxnSpPr>
        <p:spPr>
          <a:xfrm xmlns:a="http://schemas.openxmlformats.org/drawingml/2006/main" rot="10800000" flipH="0" flipV="0">
            <a:off x="9417015" y="5492890"/>
            <a:ext cx="0" cy="144599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CDD5DB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pic>
        <p:nvPicPr>
          <p:cNvPr id="33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ac06390d779412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2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03_Padrão Completo Grafismo 2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Google Shape;2119;p66"/>
          <p:cNvCxnSpPr/>
          <p:nvPr/>
        </p:nvCxnSpPr>
        <p:spPr>
          <a:xfrm xmlns:a="http://schemas.openxmlformats.org/drawingml/2006/main" rot="10800000" flipH="1">
            <a:off x="8933531" y="3967641"/>
            <a:ext cx="1719831" cy="2945561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" name="Google Shape;2120;p66"/>
          <p:cNvCxnSpPr/>
          <p:nvPr/>
        </p:nvCxnSpPr>
        <p:spPr>
          <a:xfrm xmlns:a="http://schemas.openxmlformats.org/drawingml/2006/main" rot="10800000">
            <a:off x="10652766" y="3967734"/>
            <a:ext cx="0" cy="2971907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8" name="Google Shape;2121;p66"/>
          <p:cNvCxnSpPr/>
          <p:nvPr/>
        </p:nvCxnSpPr>
        <p:spPr>
          <a:xfrm xmlns:a="http://schemas.openxmlformats.org/drawingml/2006/main" rot="10800000" flipH="1">
            <a:off x="10062013" y="3177074"/>
            <a:ext cx="2196892" cy="3762506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accent4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9" name="Google Shape;2123;p66"/>
          <p:cNvCxnSpPr/>
          <p:nvPr/>
        </p:nvCxnSpPr>
        <p:spPr>
          <a:xfrm xmlns:a="http://schemas.openxmlformats.org/drawingml/2006/main" rot="10800000" flipH="1" flipV="0">
            <a:off x="8580512" y="5492845"/>
            <a:ext cx="836793" cy="1433177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30" name="Google Shape;2124;p66"/>
          <p:cNvCxnSpPr/>
          <p:nvPr/>
        </p:nvCxnSpPr>
        <p:spPr>
          <a:xfrm xmlns:a="http://schemas.openxmlformats.org/drawingml/2006/main" rot="10800000" flipH="0" flipV="0">
            <a:off x="9417015" y="5492890"/>
            <a:ext cx="0" cy="144599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pic>
        <p:nvPicPr>
          <p:cNvPr id="33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14cededba641a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2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03_Padrão Completo Grafismo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Google Shape;2119;p66"/>
          <p:cNvCxnSpPr/>
          <p:nvPr/>
        </p:nvCxnSpPr>
        <p:spPr>
          <a:xfrm xmlns:a="http://schemas.openxmlformats.org/drawingml/2006/main" rot="10800000" flipH="1" flipV="0">
            <a:off x="8933531" y="3967640"/>
            <a:ext cx="1719831" cy="2945561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bg2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8" name="Google Shape;2120;p66"/>
          <p:cNvCxnSpPr/>
          <p:nvPr/>
        </p:nvCxnSpPr>
        <p:spPr>
          <a:xfrm xmlns:a="http://schemas.openxmlformats.org/drawingml/2006/main" rot="10800000" flipH="0" flipV="0">
            <a:off x="10652766" y="3967733"/>
            <a:ext cx="0" cy="2971907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bg2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9" name="Google Shape;2121;p66"/>
          <p:cNvCxnSpPr/>
          <p:nvPr/>
        </p:nvCxnSpPr>
        <p:spPr>
          <a:xfrm xmlns:a="http://schemas.openxmlformats.org/drawingml/2006/main" rot="10800000" flipH="1" flipV="0">
            <a:off x="10062013" y="3177074"/>
            <a:ext cx="2196892" cy="3762506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bg2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0" name="Google Shape;2123;p66"/>
          <p:cNvCxnSpPr/>
          <p:nvPr/>
        </p:nvCxnSpPr>
        <p:spPr>
          <a:xfrm xmlns:a="http://schemas.openxmlformats.org/drawingml/2006/main" rot="10800000" flipH="1" flipV="0">
            <a:off x="8580512" y="5492845"/>
            <a:ext cx="836793" cy="1433177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bg2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1" name="Google Shape;2124;p66"/>
          <p:cNvCxnSpPr/>
          <p:nvPr/>
        </p:nvCxnSpPr>
        <p:spPr>
          <a:xfrm xmlns:a="http://schemas.openxmlformats.org/drawingml/2006/main" rot="10800000" flipH="0" flipV="0">
            <a:off x="9417015" y="5492890"/>
            <a:ext cx="0" cy="144599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bg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2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  <p:pic>
        <p:nvPicPr>
          <p:cNvPr id="24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35b02fac4c74e29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8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9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03_Padrão Completo Grafismo Marinho 2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Google Shape;2119;p66"/>
          <p:cNvCxnSpPr/>
          <p:nvPr/>
        </p:nvCxnSpPr>
        <p:spPr>
          <a:xfrm xmlns:a="http://schemas.openxmlformats.org/drawingml/2006/main" rot="10800000" flipH="1">
            <a:off x="8933531" y="3967641"/>
            <a:ext cx="1719831" cy="2945561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bg2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8" name="Google Shape;2120;p66"/>
          <p:cNvCxnSpPr/>
          <p:nvPr/>
        </p:nvCxnSpPr>
        <p:spPr>
          <a:xfrm xmlns:a="http://schemas.openxmlformats.org/drawingml/2006/main" rot="10800000">
            <a:off x="10652766" y="3967734"/>
            <a:ext cx="0" cy="2971907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bg2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9" name="Google Shape;2121;p66"/>
          <p:cNvCxnSpPr/>
          <p:nvPr/>
        </p:nvCxnSpPr>
        <p:spPr>
          <a:xfrm xmlns:a="http://schemas.openxmlformats.org/drawingml/2006/main" rot="10800000" flipH="1">
            <a:off x="10062013" y="3177074"/>
            <a:ext cx="2196892" cy="3762506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accent4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0" name="Google Shape;2123;p66"/>
          <p:cNvCxnSpPr/>
          <p:nvPr/>
        </p:nvCxnSpPr>
        <p:spPr>
          <a:xfrm xmlns:a="http://schemas.openxmlformats.org/drawingml/2006/main" rot="10800000" flipH="1" flipV="0">
            <a:off x="8580512" y="5492845"/>
            <a:ext cx="836793" cy="1433177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bg2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1" name="Google Shape;2124;p66"/>
          <p:cNvCxnSpPr/>
          <p:nvPr/>
        </p:nvCxnSpPr>
        <p:spPr>
          <a:xfrm xmlns:a="http://schemas.openxmlformats.org/drawingml/2006/main" rot="10800000" flipH="0" flipV="0">
            <a:off x="9417015" y="5492890"/>
            <a:ext cx="0" cy="144599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bg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2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  <p:pic>
        <p:nvPicPr>
          <p:cNvPr id="24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763a841a844523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8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9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03_Padrão Completo Grafismo Cinza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pic>
        <p:nvPicPr>
          <p:cNvPr id="19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df91ca6823a463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11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12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  <p:cxnSp>
        <p:nvCxnSpPr>
          <p:cNvPr id="23" name="Google Shape;2119;p66"/>
          <p:cNvCxnSpPr/>
          <p:nvPr/>
        </p:nvCxnSpPr>
        <p:spPr>
          <a:xfrm xmlns:a="http://schemas.openxmlformats.org/drawingml/2006/main" rot="10800000" flipH="1" flipV="0">
            <a:off x="8933531" y="3967640"/>
            <a:ext cx="1719831" cy="2945561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4" name="Google Shape;2120;p66"/>
          <p:cNvCxnSpPr/>
          <p:nvPr/>
        </p:nvCxnSpPr>
        <p:spPr>
          <a:xfrm xmlns:a="http://schemas.openxmlformats.org/drawingml/2006/main" rot="10800000" flipH="0" flipV="0">
            <a:off x="10652766" y="3967733"/>
            <a:ext cx="0" cy="2971907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5" name="Google Shape;2121;p66"/>
          <p:cNvCxnSpPr/>
          <p:nvPr/>
        </p:nvCxnSpPr>
        <p:spPr>
          <a:xfrm xmlns:a="http://schemas.openxmlformats.org/drawingml/2006/main" rot="10800000" flipH="1" flipV="0">
            <a:off x="10062013" y="3177074"/>
            <a:ext cx="2196892" cy="3762506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" name="Google Shape;2123;p66"/>
          <p:cNvCxnSpPr/>
          <p:nvPr/>
        </p:nvCxnSpPr>
        <p:spPr>
          <a:xfrm xmlns:a="http://schemas.openxmlformats.org/drawingml/2006/main" rot="10800000" flipH="1" flipV="0">
            <a:off x="8580512" y="5492845"/>
            <a:ext cx="836793" cy="1433177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" name="Google Shape;2124;p66"/>
          <p:cNvCxnSpPr/>
          <p:nvPr/>
        </p:nvCxnSpPr>
        <p:spPr>
          <a:xfrm xmlns:a="http://schemas.openxmlformats.org/drawingml/2006/main" rot="10800000" flipH="0" flipV="0">
            <a:off x="9417015" y="5492890"/>
            <a:ext cx="0" cy="144599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</p:cxnSp>
    </p:spTree>
  </p:cSld>
</p:sldLayout>
</file>

<file path=ppt/slideLayouts/slideLayout18.xml><?xml version="1.0" encoding="utf-8"?>
<p:sldLayout xmlns:p="http://schemas.openxmlformats.org/presentationml/2006/main" preserve="1" userDrawn="1">
  <p:cSld name="03_Padrão Completo Grafismo Cinza Claro">
    <p:bg>
      <p:bgPr>
        <a:solidFill xmlns:a="http://schemas.openxmlformats.org/drawingml/2006/main">
          <a:srgbClr val="EBEE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2" y="469899"/>
            <a:ext cx="11255653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pic>
        <p:nvPicPr>
          <p:cNvPr id="19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45d1cdca74426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11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12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  <p:cxnSp>
        <p:nvCxnSpPr>
          <p:cNvPr id="23" name="Google Shape;2119;p66"/>
          <p:cNvCxnSpPr/>
          <p:nvPr/>
        </p:nvCxnSpPr>
        <p:spPr>
          <a:xfrm xmlns:a="http://schemas.openxmlformats.org/drawingml/2006/main" rot="10800000" flipH="1" flipV="0">
            <a:off x="8933531" y="3967640"/>
            <a:ext cx="1719831" cy="2945561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4" name="Google Shape;2120;p66"/>
          <p:cNvCxnSpPr/>
          <p:nvPr/>
        </p:nvCxnSpPr>
        <p:spPr>
          <a:xfrm xmlns:a="http://schemas.openxmlformats.org/drawingml/2006/main" rot="10800000" flipH="0" flipV="0">
            <a:off x="10652766" y="3967733"/>
            <a:ext cx="0" cy="2971907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5" name="Google Shape;2121;p66"/>
          <p:cNvCxnSpPr/>
          <p:nvPr/>
        </p:nvCxnSpPr>
        <p:spPr>
          <a:xfrm xmlns:a="http://schemas.openxmlformats.org/drawingml/2006/main" rot="10800000" flipH="1" flipV="0">
            <a:off x="10062013" y="3177074"/>
            <a:ext cx="2196892" cy="3762506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" name="Google Shape;2123;p66"/>
          <p:cNvCxnSpPr/>
          <p:nvPr/>
        </p:nvCxnSpPr>
        <p:spPr>
          <a:xfrm xmlns:a="http://schemas.openxmlformats.org/drawingml/2006/main" rot="10800000" flipH="1" flipV="0">
            <a:off x="8580512" y="5492845"/>
            <a:ext cx="836793" cy="1433177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" name="Google Shape;2124;p66"/>
          <p:cNvCxnSpPr/>
          <p:nvPr/>
        </p:nvCxnSpPr>
        <p:spPr>
          <a:xfrm xmlns:a="http://schemas.openxmlformats.org/drawingml/2006/main" rot="10800000" flipH="0" flipV="0">
            <a:off x="9417015" y="5492890"/>
            <a:ext cx="0" cy="144599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</p:cxnSp>
    </p:spTree>
  </p:cSld>
</p:sldLayout>
</file>

<file path=ppt/slideLayouts/slideLayout19.xml><?xml version="1.0" encoding="utf-8"?>
<p:sldLayout xmlns:p="http://schemas.openxmlformats.org/presentationml/2006/main" preserve="1" userDrawn="1">
  <p:cSld name="04_Destaque Branco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69900"/>
            <a:ext cx="585974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endParaRPr/>
          </a:p>
        </p:txBody>
      </p:sp>
      <p:pic>
        <p:nvPicPr>
          <p:cNvPr id="10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216a3eabd3b4b9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11" name="Google Shape;3493;p411"/>
          <p:cNvCxnSpPr/>
          <p:nvPr/>
        </p:nvCxnSpPr>
        <p:spPr>
          <a:xfrm xmlns:a="http://schemas.openxmlformats.org/drawingml/2006/main" flipV="1">
            <a:off x="9801225" y="2643188"/>
            <a:ext cx="2396152" cy="427992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tx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5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55B7DB9B-CB7A-5F3E-791F-EC9F9A32A989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9624" y="5262680"/>
            <a:ext cx="3658240" cy="11190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2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Texto introdutório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04_Destaque Cinza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10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c7dfce8358541e6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11" name="Google Shape;3493;p411"/>
          <p:cNvCxnSpPr/>
          <p:nvPr/>
        </p:nvCxnSpPr>
        <p:spPr>
          <a:xfrm xmlns:a="http://schemas.openxmlformats.org/drawingml/2006/main" flipV="1">
            <a:off x="9801225" y="2643188"/>
            <a:ext cx="2396152" cy="427992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69900"/>
            <a:ext cx="585974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endParaRPr/>
          </a:p>
        </p:txBody>
      </p:sp>
      <p:sp>
        <p:nvSpPr>
          <p:cNvPr id="7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72C3BB23-2528-2D51-6D17-1D8A3A425D8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9624" y="5262680"/>
            <a:ext cx="3658240" cy="11190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2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Texto introdutório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04_Destaque Azul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10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4f4229bc0f444e6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11" name="Google Shape;3493;p411"/>
          <p:cNvCxnSpPr/>
          <p:nvPr/>
        </p:nvCxnSpPr>
        <p:spPr>
          <a:xfrm xmlns:a="http://schemas.openxmlformats.org/drawingml/2006/main" flipV="1">
            <a:off x="9801225" y="2643188"/>
            <a:ext cx="2396152" cy="427992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69900"/>
            <a:ext cx="585974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endParaRPr/>
          </a:p>
        </p:txBody>
      </p:sp>
      <p:sp>
        <p:nvSpPr>
          <p:cNvPr id="7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72C3BB23-2528-2D51-6D17-1D8A3A425D8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9624" y="5262680"/>
            <a:ext cx="3658240" cy="11190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2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Texto introdutório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04_Destaque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10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47090b14fd4121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11" name="Google Shape;3493;p411"/>
          <p:cNvCxnSpPr/>
          <p:nvPr/>
        </p:nvCxnSpPr>
        <p:spPr>
          <a:xfrm xmlns:a="http://schemas.openxmlformats.org/drawingml/2006/main" flipV="1">
            <a:off x="9801225" y="2643188"/>
            <a:ext cx="2396152" cy="427992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69900"/>
            <a:ext cx="585974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endParaRPr/>
          </a:p>
        </p:txBody>
      </p:sp>
      <p:sp>
        <p:nvSpPr>
          <p:cNvPr id="7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72C3BB23-2528-2D51-6D17-1D8A3A425D8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9624" y="5262680"/>
            <a:ext cx="3658240" cy="11190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2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Texto introdutório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preserve="1" userDrawn="1">
  <p:cSld name="05_Capa Grafismo Cinza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57" name="Google Shape;2192;p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465e6346945a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3085" y="379284"/>
            <a:ext cx="3397213" cy="6154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5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BB825E7-E693-CE59-F74B-7F92BD15878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3673678"/>
            <a:ext cx="5859740" cy="1624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endParaRPr/>
          </a:p>
        </p:txBody>
      </p:sp>
      <p:sp>
        <p:nvSpPr>
          <p:cNvPr id="52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89470320-04B6-E012-821E-C5810C6A60E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9623" y="5836630"/>
            <a:ext cx="5873109" cy="2985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2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Nome do Cliente</a:t>
            </a:r>
          </a:p>
        </p:txBody>
      </p:sp>
      <p:sp>
        <p:nvSpPr>
          <p:cNvPr id="53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DB69DF21-0C32-BB89-2274-B336F285045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6222044"/>
            <a:ext cx="2459315" cy="2022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14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Mês . Ano</a:t>
            </a:r>
          </a:p>
        </p:txBody>
      </p:sp>
      <p:pic>
        <p:nvPicPr>
          <p:cNvPr id="61" name="Google Shape;2191;p7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5818e19af624949">
            <a:alphaModFix/>
          </a:blip>
          <a:srcRect xmlns:a="http://schemas.openxmlformats.org/drawingml/2006/main" l="0" t="9998" r="12703" b="4392"/>
          <a:stretch xmlns:a="http://schemas.openxmlformats.org/drawingml/2006/main"/>
        </p:blipFill>
        <p:spPr>
          <a:xfrm xmlns:a="http://schemas.openxmlformats.org/drawingml/2006/main">
            <a:off x="5887945" y="1"/>
            <a:ext cx="6305644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4.xml><?xml version="1.0" encoding="utf-8"?>
<p:sldLayout xmlns:p="http://schemas.openxmlformats.org/presentationml/2006/main" preserve="1" userDrawn="1">
  <p:cSld name="05_Capa Grafismo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37" name="Google Shape;2192;p7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9f80a679ed14c4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4800" y="378000"/>
            <a:ext cx="3398400" cy="6154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" name="Google Shape;2191;p7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3fb7d624a34e15">
            <a:alphaModFix/>
          </a:blip>
          <a:srcRect xmlns:a="http://schemas.openxmlformats.org/drawingml/2006/main" l="0" t="9998" r="12703" b="4392"/>
          <a:stretch xmlns:a="http://schemas.openxmlformats.org/drawingml/2006/main"/>
        </p:blipFill>
        <p:spPr>
          <a:xfrm xmlns:a="http://schemas.openxmlformats.org/drawingml/2006/main">
            <a:off x="5887945" y="1"/>
            <a:ext cx="6305644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4C14F297-9874-216E-C433-100105B3709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3673678"/>
            <a:ext cx="5859740" cy="1624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endParaRPr/>
          </a:p>
        </p:txBody>
      </p:sp>
      <p:sp>
        <p:nvSpPr>
          <p:cNvPr id="32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75372B82-6F2D-B889-B523-C81CB9485F7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9623" y="5836630"/>
            <a:ext cx="5873109" cy="2985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2000" b="0" i="0">
                <a:solidFill>
                  <a:srgbClr val="99AAB6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Nome do Cliente</a:t>
            </a:r>
          </a:p>
        </p:txBody>
      </p:sp>
      <p:sp>
        <p:nvSpPr>
          <p:cNvPr id="33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6F7FB5DE-6524-46C4-6448-A348016D6779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6222044"/>
            <a:ext cx="2459315" cy="2022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Mês . Ano</a:t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 preserve="1" userDrawn="1">
  <p:cSld name="06_Capa Foto Branco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342732" y="0"/>
            <a:ext cx="5850855" cy="6858000"/>
          </a:xfrm>
          <a:custGeom xmlns:a="http://schemas.openxmlformats.org/drawingml/2006/main"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r"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Inclua uma imagem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39" name="Google Shape;2192;p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5376bb39c470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3085" y="379284"/>
            <a:ext cx="3397213" cy="6154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FD806D67-10BF-4023-D51A-4B0FFC7EB26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3673678"/>
            <a:ext cx="5859740" cy="1624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endParaRPr/>
          </a:p>
        </p:txBody>
      </p:sp>
      <p:sp>
        <p:nvSpPr>
          <p:cNvPr id="33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A49D5658-F6E3-FA36-C79E-1D395337D14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9623" y="5836630"/>
            <a:ext cx="5873109" cy="2985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2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Nome do Cliente</a:t>
            </a:r>
          </a:p>
        </p:txBody>
      </p:sp>
      <p:sp>
        <p:nvSpPr>
          <p:cNvPr id="35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7B650764-6019-64E1-2A79-56579C7204E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6222044"/>
            <a:ext cx="2459315" cy="2022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14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Mês . Ano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preserve="1" userDrawn="1">
  <p:cSld name="06_Capa Foto Cinza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342732" y="0"/>
            <a:ext cx="5850855" cy="6858000"/>
          </a:xfrm>
          <a:custGeom xmlns:a="http://schemas.openxmlformats.org/drawingml/2006/main"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r"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Inclua uma imagem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39" name="Google Shape;2192;p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1d97068cb457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3085" y="379284"/>
            <a:ext cx="3397213" cy="6154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FD806D67-10BF-4023-D51A-4B0FFC7EB26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3673678"/>
            <a:ext cx="5859740" cy="1624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endParaRPr/>
          </a:p>
        </p:txBody>
      </p:sp>
      <p:sp>
        <p:nvSpPr>
          <p:cNvPr id="33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A49D5658-F6E3-FA36-C79E-1D395337D14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9623" y="5836630"/>
            <a:ext cx="5873109" cy="2985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2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Nome do Cliente</a:t>
            </a:r>
          </a:p>
        </p:txBody>
      </p:sp>
      <p:sp>
        <p:nvSpPr>
          <p:cNvPr id="35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7B650764-6019-64E1-2A79-56579C7204E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6222044"/>
            <a:ext cx="2459315" cy="2022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14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Mês . Ano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preserve="1" userDrawn="1">
  <p:cSld name="06_Capa Foto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342732" y="0"/>
            <a:ext cx="5850855" cy="6858000"/>
          </a:xfrm>
          <a:custGeom xmlns:a="http://schemas.openxmlformats.org/drawingml/2006/main"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r"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Inclua uma imagem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43" name="Google Shape;2192;p7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16bafe2306a4eb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4800" y="378000"/>
            <a:ext cx="3398400" cy="6154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3673678"/>
            <a:ext cx="5859740" cy="1624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endParaRPr/>
          </a:p>
        </p:txBody>
      </p:sp>
      <p:sp>
        <p:nvSpPr>
          <p:cNvPr id="38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322E9E79-6045-FA6A-58CF-6EB6D9AFBEC0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9623" y="5836630"/>
            <a:ext cx="5873109" cy="2985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2000" b="0" i="0">
                <a:solidFill>
                  <a:srgbClr val="99AAB6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Nome do Cliente</a:t>
            </a:r>
          </a:p>
        </p:txBody>
      </p:sp>
      <p:sp>
        <p:nvSpPr>
          <p:cNvPr id="39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ECAB87F8-1ACF-E19D-3CD4-E63CF8A3BE3A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6222044"/>
            <a:ext cx="2459315" cy="2022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Mês . Ano</a:t>
            </a:r>
          </a:p>
        </p:txBody>
      </p:sp>
    </p:spTree>
  </p:cSld>
</p:sldLayout>
</file>

<file path=ppt/slideLayouts/slideLayout28.xml><?xml version="1.0" encoding="utf-8"?>
<p:sldLayout xmlns:p="http://schemas.openxmlformats.org/presentationml/2006/main" preserve="1" userDrawn="1">
  <p:cSld name="07_Destaque Foto Branco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342732" y="0"/>
            <a:ext cx="5850855" cy="6858000"/>
          </a:xfrm>
          <a:custGeom xmlns:a="http://schemas.openxmlformats.org/drawingml/2006/main"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r"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Inclua uma imagem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sp>
        <p:nvSpPr>
          <p:cNvPr id="37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81330"/>
            <a:ext cx="5859740" cy="1624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solidFill>
                  <a:schemeClr val="tx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preserve="1" userDrawn="1">
  <p:cSld name="07_Destaque Foto Cinza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342732" y="0"/>
            <a:ext cx="5850855" cy="6858000"/>
          </a:xfrm>
          <a:custGeom xmlns:a="http://schemas.openxmlformats.org/drawingml/2006/main"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r"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Inclua uma imagem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sp>
        <p:nvSpPr>
          <p:cNvPr id="37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81330"/>
            <a:ext cx="5859740" cy="1624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solidFill>
                  <a:schemeClr val="tx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preserve="1" userDrawn="1">
  <p:cSld name="07_Destaque Foto Azul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342732" y="0"/>
            <a:ext cx="5850855" cy="6858000"/>
          </a:xfrm>
          <a:custGeom xmlns:a="http://schemas.openxmlformats.org/drawingml/2006/main"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r"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Inclua uma imagem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sp>
        <p:nvSpPr>
          <p:cNvPr id="37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81330"/>
            <a:ext cx="5859740" cy="1624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preserve="1" userDrawn="1">
  <p:cSld name="07_Destaque Foto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342732" y="0"/>
            <a:ext cx="5850855" cy="6858000"/>
          </a:xfrm>
          <a:custGeom xmlns:a="http://schemas.openxmlformats.org/drawingml/2006/main"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r"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Inclua uma imagem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sp>
        <p:nvSpPr>
          <p:cNvPr id="37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81330"/>
            <a:ext cx="5859740" cy="1624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preserve="1" userDrawn="1">
  <p:cSld name="08_Agenda Foto Cinza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342732" y="0"/>
            <a:ext cx="5850855" cy="6858000"/>
          </a:xfrm>
          <a:custGeom xmlns:a="http://schemas.openxmlformats.org/drawingml/2006/main"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r"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Inclua uma imagem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cxnSp>
        <p:nvCxnSpPr>
          <p:cNvPr id="46" name="Google Shape;2418;p84"/>
          <p:cNvCxnSpPr/>
          <p:nvPr/>
        </p:nvCxnSpPr>
        <p:spPr>
          <a:xfrm xmlns:a="http://schemas.openxmlformats.org/drawingml/2006/main" rot="10800000" flipH="1">
            <a:off x="-119939" y="-162500"/>
            <a:ext cx="661600" cy="1146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70848" y="1321731"/>
            <a:ext cx="5369112" cy="9899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1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4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7" y="3194050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3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050437" y="3194050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36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70847" y="3896925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050437" y="3896925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38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70847" y="4599800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3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1050437" y="4599800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40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470847" y="5302675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4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050437" y="5302675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42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70847" y="6005551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4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1050437" y="6005551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</p:spTree>
  </p:cSld>
</p:sldLayout>
</file>

<file path=ppt/slideLayouts/slideLayout33.xml><?xml version="1.0" encoding="utf-8"?>
<p:sldLayout xmlns:p="http://schemas.openxmlformats.org/presentationml/2006/main" preserve="1" userDrawn="1">
  <p:cSld name="08_Agenda Foto Azul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342732" y="0"/>
            <a:ext cx="5850855" cy="6858000"/>
          </a:xfrm>
          <a:custGeom xmlns:a="http://schemas.openxmlformats.org/drawingml/2006/main"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r"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Inclua uma imagem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cxnSp>
        <p:nvCxnSpPr>
          <p:cNvPr id="46" name="Google Shape;2418;p84"/>
          <p:cNvCxnSpPr/>
          <p:nvPr/>
        </p:nvCxnSpPr>
        <p:spPr>
          <a:xfrm xmlns:a="http://schemas.openxmlformats.org/drawingml/2006/main" rot="10800000" flipH="1">
            <a:off x="-119939" y="-162500"/>
            <a:ext cx="661600" cy="1146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002B49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70848" y="1321731"/>
            <a:ext cx="5369112" cy="9899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4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7" y="3194050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chemeClr val="tx1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3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050437" y="3194050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36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70847" y="3896925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chemeClr val="tx1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050437" y="3896925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38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70847" y="4599800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chemeClr val="tx1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3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1050437" y="4599800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40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470847" y="5302675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chemeClr val="tx1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4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050437" y="5302675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42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70847" y="6005551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chemeClr val="tx1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4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1050437" y="6005551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</p:spTree>
  </p:cSld>
</p:sldLayout>
</file>

<file path=ppt/slideLayouts/slideLayout34.xml><?xml version="1.0" encoding="utf-8"?>
<p:sldLayout xmlns:p="http://schemas.openxmlformats.org/presentationml/2006/main" preserve="1" userDrawn="1">
  <p:cSld name="08_Agenda Foto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342732" y="0"/>
            <a:ext cx="5850855" cy="6858000"/>
          </a:xfrm>
          <a:custGeom xmlns:a="http://schemas.openxmlformats.org/drawingml/2006/main"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r"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Inclua uma imagem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cxnSp>
        <p:nvCxnSpPr>
          <p:cNvPr id="46" name="Google Shape;2418;p84"/>
          <p:cNvCxnSpPr/>
          <p:nvPr/>
        </p:nvCxnSpPr>
        <p:spPr>
          <a:xfrm xmlns:a="http://schemas.openxmlformats.org/drawingml/2006/main" rot="10800000" flipH="1">
            <a:off x="-119939" y="-162500"/>
            <a:ext cx="661600" cy="1146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4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70848" y="1321731"/>
            <a:ext cx="5369112" cy="9899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rgbClr val="7EA1C3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4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7" y="3194050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rgbClr val="7EA1C3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3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050437" y="3194050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36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70847" y="3896925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rgbClr val="7EA1C3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050437" y="3896925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38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70847" y="4599800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rgbClr val="7EA1C3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3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1050437" y="4599800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40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470847" y="5302675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rgbClr val="7EA1C3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4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050437" y="5302675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42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70847" y="6005551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rgbClr val="7EA1C3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4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1050437" y="6005551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</p:spTree>
  </p:cSld>
</p:sldLayout>
</file>

<file path=ppt/slideLayouts/slideLayout35.xml><?xml version="1.0" encoding="utf-8"?>
<p:sldLayout xmlns:p="http://schemas.openxmlformats.org/presentationml/2006/main" preserve="1" userDrawn="1">
  <p:cSld name="09_Destaque Linhas Branco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Google Shape;4623;p127"/>
          <p:cNvCxnSpPr/>
          <p:nvPr/>
        </p:nvCxnSpPr>
        <p:spPr>
          <a:xfrm xmlns:a="http://schemas.openxmlformats.org/drawingml/2006/main" rot="10800000" flipH="1" flipV="0">
            <a:off x="7092469" y="-107233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2" name="Google Shape;4624;p127"/>
          <p:cNvCxnSpPr/>
          <p:nvPr/>
        </p:nvCxnSpPr>
        <p:spPr>
          <a:xfrm xmlns:a="http://schemas.openxmlformats.org/drawingml/2006/main" rot="10800000" flipH="1" flipV="0">
            <a:off x="4106216" y="5236138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1615956"/>
            <a:ext cx="11258551" cy="3618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</a:p>
          <a:p xmlns:a="http://schemas.openxmlformats.org/drawingml/2006/main">
            <a:pPr lvl="0">
              <a:buNone/>
            </a:pP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pic>
        <p:nvPicPr>
          <p:cNvPr id="14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c7f7272914d47d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D274087C-72B1-96E7-75D7-4BDB29B42B57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8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2A037618-E33F-236A-769A-CE8780F812EC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36.xml><?xml version="1.0" encoding="utf-8"?>
<p:sldLayout xmlns:p="http://schemas.openxmlformats.org/presentationml/2006/main" preserve="1" userDrawn="1">
  <p:cSld name="09_Destaque Linhas Sub Branco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Google Shape;4623;p127"/>
          <p:cNvCxnSpPr/>
          <p:nvPr/>
        </p:nvCxnSpPr>
        <p:spPr>
          <a:xfrm xmlns:a="http://schemas.openxmlformats.org/drawingml/2006/main" rot="10800000" flipH="1" flipV="0">
            <a:off x="7092469" y="-107233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2" name="Google Shape;4624;p127"/>
          <p:cNvCxnSpPr/>
          <p:nvPr/>
        </p:nvCxnSpPr>
        <p:spPr>
          <a:xfrm xmlns:a="http://schemas.openxmlformats.org/drawingml/2006/main" rot="10800000" flipH="1" flipV="0">
            <a:off x="4106216" y="5236138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1615956"/>
            <a:ext cx="11258551" cy="1813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2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6724" y="3663950"/>
            <a:ext cx="11258551" cy="15721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6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pic>
        <p:nvPicPr>
          <p:cNvPr id="15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342569bfd364bc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B74BE4B2-8753-E6D3-7633-5B17D67ABBE4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24D8D5F8-286B-3681-8A2C-F2F1C541761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37.xml><?xml version="1.0" encoding="utf-8"?>
<p:sldLayout xmlns:p="http://schemas.openxmlformats.org/presentationml/2006/main" preserve="1" userDrawn="1">
  <p:cSld name="09_Destaque Linhas Cinza">
    <p:bg>
      <p:bgPr>
        <a:solidFill xmlns:a="http://schemas.openxmlformats.org/drawingml/2006/main">
          <a:srgbClr val="D7DD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Google Shape;4623;p127"/>
          <p:cNvCxnSpPr/>
          <p:nvPr/>
        </p:nvCxnSpPr>
        <p:spPr>
          <a:xfrm xmlns:a="http://schemas.openxmlformats.org/drawingml/2006/main" rot="10800000" flipH="1" flipV="0">
            <a:off x="7092469" y="-107233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2" name="Google Shape;4624;p127"/>
          <p:cNvCxnSpPr/>
          <p:nvPr/>
        </p:nvCxnSpPr>
        <p:spPr>
          <a:xfrm xmlns:a="http://schemas.openxmlformats.org/drawingml/2006/main" rot="10800000" flipH="1" flipV="0">
            <a:off x="4106216" y="5236138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1615956"/>
            <a:ext cx="11258551" cy="3618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</a:p>
          <a:p xmlns:a="http://schemas.openxmlformats.org/drawingml/2006/main">
            <a:pPr lvl="0">
              <a:buNone/>
            </a:pP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pic>
        <p:nvPicPr>
          <p:cNvPr id="14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abc07b8df24d6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5ECAFDD1-7D78-2A7E-03A2-6743279AFD13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8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B7F0073E-EB2D-D16E-80E9-A09645EDDED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38.xml><?xml version="1.0" encoding="utf-8"?>
<p:sldLayout xmlns:p="http://schemas.openxmlformats.org/presentationml/2006/main" preserve="1" userDrawn="1">
  <p:cSld name="09_Destaque Linhas Sub Cinza">
    <p:bg>
      <p:bgPr>
        <a:solidFill xmlns:a="http://schemas.openxmlformats.org/drawingml/2006/main">
          <a:srgbClr val="D7DD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Google Shape;4623;p127"/>
          <p:cNvCxnSpPr/>
          <p:nvPr/>
        </p:nvCxnSpPr>
        <p:spPr>
          <a:xfrm xmlns:a="http://schemas.openxmlformats.org/drawingml/2006/main" rot="10800000" flipH="1" flipV="0">
            <a:off x="7092469" y="-107233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2" name="Google Shape;4624;p127"/>
          <p:cNvCxnSpPr/>
          <p:nvPr/>
        </p:nvCxnSpPr>
        <p:spPr>
          <a:xfrm xmlns:a="http://schemas.openxmlformats.org/drawingml/2006/main" rot="10800000" flipH="1" flipV="0">
            <a:off x="4106216" y="5236138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1615956"/>
            <a:ext cx="11258551" cy="1813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2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6724" y="3663950"/>
            <a:ext cx="11258551" cy="15721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6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pic>
        <p:nvPicPr>
          <p:cNvPr id="15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ad3e4e809d4f7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AD71CC5C-2A4E-7204-7756-A5B0FE4733B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955A47EE-45A2-013D-C6BA-D422F5D193EB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39.xml><?xml version="1.0" encoding="utf-8"?>
<p:sldLayout xmlns:p="http://schemas.openxmlformats.org/presentationml/2006/main" preserve="1" userDrawn="1">
  <p:cSld name="09_Destaque Linhas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Google Shape;4623;p127"/>
          <p:cNvCxnSpPr/>
          <p:nvPr/>
        </p:nvCxnSpPr>
        <p:spPr>
          <a:xfrm xmlns:a="http://schemas.openxmlformats.org/drawingml/2006/main" rot="10800000" flipH="1" flipV="0">
            <a:off x="7092469" y="-107233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3" name="Google Shape;4624;p127"/>
          <p:cNvCxnSpPr/>
          <p:nvPr/>
        </p:nvCxnSpPr>
        <p:spPr>
          <a:xfrm xmlns:a="http://schemas.openxmlformats.org/drawingml/2006/main" rot="10800000" flipH="1" flipV="0">
            <a:off x="4106216" y="5236138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1615956"/>
            <a:ext cx="11258551" cy="3618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rgbClr val="5E8AB4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</a:p>
          <a:p xmlns:a="http://schemas.openxmlformats.org/drawingml/2006/main">
            <a:pPr lvl="0">
              <a:buNone/>
            </a:pP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pic>
        <p:nvPicPr>
          <p:cNvPr id="15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6de13ac79c4ef6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07058441-2B0D-8A51-03AE-0720107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tx1"/>
                </a:solidFill>
                <a:latin typeface="Arial Nova"/>
                <a:ea typeface="Arial Nova"/>
                <a:cs typeface="Arial Nova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fld id="{D275052D-D27A-7447-8473-BC7C732ED008}" type="slidenum">
              <a:rPr>
                <a:latin typeface="Arial Nova Cond"/>
                <a:ea typeface="Arial Nova Cond"/>
                <a:cs typeface="Arial Nova Cond"/>
              </a:rPr>
              <a:t>‹nº›</a:t>
            </a:fld>
            <a:endParaRPr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8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B4CE061C-E9CC-50FC-7D29-A3E07C5FE8CB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10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1F22D8B2-F079-A72A-5DEC-76F9134FCDC3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40.xml><?xml version="1.0" encoding="utf-8"?>
<p:sldLayout xmlns:p="http://schemas.openxmlformats.org/presentationml/2006/main" preserve="1" userDrawn="1">
  <p:cSld name="09_Destaque Linhas Sub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Google Shape;4623;p127"/>
          <p:cNvCxnSpPr/>
          <p:nvPr/>
        </p:nvCxnSpPr>
        <p:spPr>
          <a:xfrm xmlns:a="http://schemas.openxmlformats.org/drawingml/2006/main" rot="10800000" flipH="1" flipV="0">
            <a:off x="7092469" y="-107233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2" name="Google Shape;4624;p127"/>
          <p:cNvCxnSpPr/>
          <p:nvPr/>
        </p:nvCxnSpPr>
        <p:spPr>
          <a:xfrm xmlns:a="http://schemas.openxmlformats.org/drawingml/2006/main" rot="10800000" flipH="1" flipV="0">
            <a:off x="4106216" y="5236138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1615956"/>
            <a:ext cx="11258551" cy="1813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accent2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2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6724" y="3663950"/>
            <a:ext cx="11258551" cy="15721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600" b="0" i="0">
                <a:solidFill>
                  <a:schemeClr val="accent2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pic>
        <p:nvPicPr>
          <p:cNvPr id="15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c6d8f9463643bf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30B53ED4-2A73-E2FC-9899-EA6F4C416ADF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CB2D25B6-DC85-6734-010A-2F74DAE856C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41.xml><?xml version="1.0" encoding="utf-8"?>
<p:sldLayout xmlns:p="http://schemas.openxmlformats.org/presentationml/2006/main" preserve="1" userDrawn="1">
  <p:cSld name="10_Completo Grafismo Branco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" name="Google Shape;2113;p66"/>
          <p:cNvCxnSpPr/>
          <p:nvPr/>
        </p:nvCxnSpPr>
        <p:spPr>
          <a:xfrm xmlns:a="http://schemas.openxmlformats.org/drawingml/2006/main" rot="10800000" flipH="1" flipV="0">
            <a:off x="6558798" y="2454880"/>
            <a:ext cx="2643385" cy="4527117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002B49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52" name="Google Shape;2114;p66"/>
          <p:cNvCxnSpPr/>
          <p:nvPr/>
        </p:nvCxnSpPr>
        <p:spPr>
          <a:xfrm xmlns:a="http://schemas.openxmlformats.org/drawingml/2006/main" rot="10800000" flipH="0" flipV="0">
            <a:off x="9201228" y="2455074"/>
            <a:ext cx="0" cy="4567555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C455D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53" name="Google Shape;2115;p66"/>
          <p:cNvCxnSpPr/>
          <p:nvPr/>
        </p:nvCxnSpPr>
        <p:spPr>
          <a:xfrm xmlns:a="http://schemas.openxmlformats.org/drawingml/2006/main" rot="10800000" flipH="1" flipV="0">
            <a:off x="8368313" y="-1640735"/>
            <a:ext cx="5058411" cy="8663295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54" name="Google Shape;2116;p66"/>
          <p:cNvCxnSpPr/>
          <p:nvPr/>
        </p:nvCxnSpPr>
        <p:spPr>
          <a:xfrm xmlns:a="http://schemas.openxmlformats.org/drawingml/2006/main" rot="10800000" flipH="1" flipV="0">
            <a:off x="5770002" y="4802227"/>
            <a:ext cx="1286154" cy="2201257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002B49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55" name="Google Shape;2117;p66"/>
          <p:cNvCxnSpPr/>
          <p:nvPr/>
        </p:nvCxnSpPr>
        <p:spPr>
          <a:xfrm xmlns:a="http://schemas.openxmlformats.org/drawingml/2006/main" rot="10800000" flipH="0" flipV="0">
            <a:off x="7055699" y="4802328"/>
            <a:ext cx="0" cy="2220924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002B49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56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f5a942914c4d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70848" y="1321731"/>
            <a:ext cx="3746966" cy="678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2331268"/>
            <a:ext cx="3746966" cy="1332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8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49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9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44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42.xml><?xml version="1.0" encoding="utf-8"?>
<p:sldLayout xmlns:p="http://schemas.openxmlformats.org/presentationml/2006/main" preserve="1" userDrawn="1">
  <p:cSld name="10_Completo Grafismo Cinza Claro">
    <p:bg>
      <p:bgPr>
        <a:solidFill xmlns:a="http://schemas.openxmlformats.org/drawingml/2006/main">
          <a:srgbClr val="EBEE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" name="Google Shape;2113;p66"/>
          <p:cNvCxnSpPr/>
          <p:nvPr/>
        </p:nvCxnSpPr>
        <p:spPr>
          <a:xfrm xmlns:a="http://schemas.openxmlformats.org/drawingml/2006/main" rot="10800000" flipH="1" flipV="0">
            <a:off x="6558798" y="2454880"/>
            <a:ext cx="2643385" cy="4527117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002B49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52" name="Google Shape;2114;p66"/>
          <p:cNvCxnSpPr/>
          <p:nvPr/>
        </p:nvCxnSpPr>
        <p:spPr>
          <a:xfrm xmlns:a="http://schemas.openxmlformats.org/drawingml/2006/main" rot="10800000" flipH="0" flipV="0">
            <a:off x="9201228" y="2455074"/>
            <a:ext cx="0" cy="4567555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C455D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53" name="Google Shape;2115;p66"/>
          <p:cNvCxnSpPr/>
          <p:nvPr/>
        </p:nvCxnSpPr>
        <p:spPr>
          <a:xfrm xmlns:a="http://schemas.openxmlformats.org/drawingml/2006/main" rot="10800000" flipH="1" flipV="0">
            <a:off x="8368313" y="-1640735"/>
            <a:ext cx="5058411" cy="8663295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54" name="Google Shape;2116;p66"/>
          <p:cNvCxnSpPr/>
          <p:nvPr/>
        </p:nvCxnSpPr>
        <p:spPr>
          <a:xfrm xmlns:a="http://schemas.openxmlformats.org/drawingml/2006/main" rot="10800000" flipH="1" flipV="0">
            <a:off x="5770002" y="4802227"/>
            <a:ext cx="1286154" cy="2201257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002B49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55" name="Google Shape;2117;p66"/>
          <p:cNvCxnSpPr/>
          <p:nvPr/>
        </p:nvCxnSpPr>
        <p:spPr>
          <a:xfrm xmlns:a="http://schemas.openxmlformats.org/drawingml/2006/main" rot="10800000" flipH="0" flipV="0">
            <a:off x="7055699" y="4802328"/>
            <a:ext cx="0" cy="2220924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002B49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56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80a26bd3fe0482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70848" y="1321731"/>
            <a:ext cx="3746966" cy="678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2331268"/>
            <a:ext cx="3746966" cy="1332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8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49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9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44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43.xml><?xml version="1.0" encoding="utf-8"?>
<p:sldLayout xmlns:p="http://schemas.openxmlformats.org/presentationml/2006/main" preserve="1" userDrawn="1">
  <p:cSld name="10_Completo Grafismo Cinza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" name="Google Shape;2113;p66"/>
          <p:cNvCxnSpPr/>
          <p:nvPr/>
        </p:nvCxnSpPr>
        <p:spPr>
          <a:xfrm xmlns:a="http://schemas.openxmlformats.org/drawingml/2006/main" rot="10800000" flipH="1" flipV="0">
            <a:off x="6558798" y="2454880"/>
            <a:ext cx="2643385" cy="4527117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002B49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52" name="Google Shape;2114;p66"/>
          <p:cNvCxnSpPr/>
          <p:nvPr/>
        </p:nvCxnSpPr>
        <p:spPr>
          <a:xfrm xmlns:a="http://schemas.openxmlformats.org/drawingml/2006/main" rot="10800000" flipH="0" flipV="0">
            <a:off x="9201228" y="2455074"/>
            <a:ext cx="0" cy="4567555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C455D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53" name="Google Shape;2115;p66"/>
          <p:cNvCxnSpPr/>
          <p:nvPr/>
        </p:nvCxnSpPr>
        <p:spPr>
          <a:xfrm xmlns:a="http://schemas.openxmlformats.org/drawingml/2006/main" rot="10800000" flipH="1" flipV="0">
            <a:off x="8368313" y="-1640735"/>
            <a:ext cx="5058411" cy="8663295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54" name="Google Shape;2116;p66"/>
          <p:cNvCxnSpPr/>
          <p:nvPr/>
        </p:nvCxnSpPr>
        <p:spPr>
          <a:xfrm xmlns:a="http://schemas.openxmlformats.org/drawingml/2006/main" rot="10800000" flipH="1" flipV="0">
            <a:off x="5770002" y="4802227"/>
            <a:ext cx="1286154" cy="2201257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002B49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55" name="Google Shape;2117;p66"/>
          <p:cNvCxnSpPr/>
          <p:nvPr/>
        </p:nvCxnSpPr>
        <p:spPr>
          <a:xfrm xmlns:a="http://schemas.openxmlformats.org/drawingml/2006/main" rot="10800000" flipH="0" flipV="0">
            <a:off x="7055699" y="4802328"/>
            <a:ext cx="0" cy="2220924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002B49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56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c599a990401498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70848" y="1321731"/>
            <a:ext cx="3746966" cy="678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2331268"/>
            <a:ext cx="3746966" cy="1332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8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49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9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44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44.xml><?xml version="1.0" encoding="utf-8"?>
<p:sldLayout xmlns:p="http://schemas.openxmlformats.org/presentationml/2006/main" preserve="1" userDrawn="1">
  <p:cSld name="10_Completo Grafismo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" name="Google Shape;2113;p66"/>
          <p:cNvCxnSpPr/>
          <p:nvPr/>
        </p:nvCxnSpPr>
        <p:spPr>
          <a:xfrm xmlns:a="http://schemas.openxmlformats.org/drawingml/2006/main" rot="10800000" flipH="1">
            <a:off x="6558799" y="2454880"/>
            <a:ext cx="2643386" cy="4527118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52" name="Google Shape;2114;p66"/>
          <p:cNvCxnSpPr/>
          <p:nvPr/>
        </p:nvCxnSpPr>
        <p:spPr>
          <a:xfrm xmlns:a="http://schemas.openxmlformats.org/drawingml/2006/main" rot="10800000">
            <a:off x="9201229" y="2455074"/>
            <a:ext cx="0" cy="4567556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53" name="Google Shape;2115;p66"/>
          <p:cNvCxnSpPr/>
          <p:nvPr/>
        </p:nvCxnSpPr>
        <p:spPr>
          <a:xfrm xmlns:a="http://schemas.openxmlformats.org/drawingml/2006/main" rot="10800000" flipH="1">
            <a:off x="8368313" y="-1640735"/>
            <a:ext cx="5058412" cy="8663295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tx2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54" name="Google Shape;2116;p66"/>
          <p:cNvCxnSpPr/>
          <p:nvPr/>
        </p:nvCxnSpPr>
        <p:spPr>
          <a:xfrm xmlns:a="http://schemas.openxmlformats.org/drawingml/2006/main" rot="10800000" flipH="1">
            <a:off x="5770002" y="4802227"/>
            <a:ext cx="1286154" cy="2201257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55" name="Google Shape;2117;p66"/>
          <p:cNvCxnSpPr/>
          <p:nvPr/>
        </p:nvCxnSpPr>
        <p:spPr>
          <a:xfrm xmlns:a="http://schemas.openxmlformats.org/drawingml/2006/main" rot="10800000">
            <a:off x="7055699" y="4802328"/>
            <a:ext cx="0" cy="2220925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56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4cd4c94f9d140c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70848" y="1321731"/>
            <a:ext cx="3746966" cy="678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2331268"/>
            <a:ext cx="3746966" cy="1332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8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49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99AAB6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9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99AAB6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44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45.xml><?xml version="1.0" encoding="utf-8"?>
<p:sldLayout xmlns:p="http://schemas.openxmlformats.org/presentationml/2006/main" preserve="1" userDrawn="1">
  <p:cSld name="11_Texto 1 Coluna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48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e300a6aea04ba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494951"/>
            <a:ext cx="11254426" cy="816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7" y="2584875"/>
            <a:ext cx="11254427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0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3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44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</p:spTree>
  </p:cSld>
</p:sldLayout>
</file>

<file path=ppt/slideLayouts/slideLayout46.xml><?xml version="1.0" encoding="utf-8"?>
<p:sldLayout xmlns:p="http://schemas.openxmlformats.org/presentationml/2006/main" preserve="1" userDrawn="1">
  <p:cSld name="11_Texto 1 Coluna Diagonal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1">
            <a:extLst xmlns:a="http://schemas.openxmlformats.org/drawingml/2006/main">
              <a:ext uri="{FF2B5EF4-FFF2-40B4-BE49-F238E27FC236}">
                <a16:creationId xmlns:a16="http://schemas.microsoft.com/office/drawing/2014/main" id="{FF43FFF6-D612-30BD-B622-50E9EB7A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331" y="3220553"/>
            <a:ext cx="2060259" cy="3637447"/>
          </a:xfrm>
          <a:custGeom xmlns:a="http://schemas.openxmlformats.org/drawingml/2006/main"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49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6791a8d77d48f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494951"/>
            <a:ext cx="11254426" cy="816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7" y="2584875"/>
            <a:ext cx="11254427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0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3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44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</p:spTree>
  </p:cSld>
</p:sldLayout>
</file>

<file path=ppt/slideLayouts/slideLayout47.xml><?xml version="1.0" encoding="utf-8"?>
<p:sldLayout xmlns:p="http://schemas.openxmlformats.org/presentationml/2006/main" preserve="1" userDrawn="1">
  <p:cSld name="11_Texto 1 Coluna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46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0fadaf8417491b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4EE2C453-AF4E-F9F5-C41A-640E476DA5A7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494951"/>
            <a:ext cx="11254426" cy="816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3256DD08-D766-F104-5485-C876BA9369C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7" y="2584875"/>
            <a:ext cx="11254427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4E101AEF-D689-9E28-7B2C-F7655788B5C6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66955176-744E-1429-BC0C-E4467D20788D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4FFC1185-F28D-A38D-6B29-E7C2DE6D3C46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48.xml><?xml version="1.0" encoding="utf-8"?>
<p:sldLayout xmlns:p="http://schemas.openxmlformats.org/presentationml/2006/main" preserve="1" userDrawn="1">
  <p:cSld name="13_Texto 1 Coluna Diagonal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1">
            <a:extLst xmlns:a="http://schemas.openxmlformats.org/drawingml/2006/main">
              <a:ext uri="{FF2B5EF4-FFF2-40B4-BE49-F238E27FC236}">
                <a16:creationId xmlns:a16="http://schemas.microsoft.com/office/drawing/2014/main" id="{77F619D7-2032-8078-3154-91E89677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331" y="3220553"/>
            <a:ext cx="2060259" cy="3637447"/>
          </a:xfrm>
          <a:custGeom xmlns:a="http://schemas.openxmlformats.org/drawingml/2006/main"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47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1d1763e7ad4bd5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4EE2C453-AF4E-F9F5-C41A-640E476DA5A7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494951"/>
            <a:ext cx="11254426" cy="816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3256DD08-D766-F104-5485-C876BA9369C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7" y="2584875"/>
            <a:ext cx="11254427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4E101AEF-D689-9E28-7B2C-F7655788B5C6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66955176-744E-1429-BC0C-E4467D20788D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4FFC1185-F28D-A38D-6B29-E7C2DE6D3C46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49.xml><?xml version="1.0" encoding="utf-8"?>
<p:sldLayout xmlns:p="http://schemas.openxmlformats.org/presentationml/2006/main" preserve="1" userDrawn="1">
  <p:cSld name="12_Texto 2 Colunas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47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3ff6212c4642d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492648"/>
            <a:ext cx="5390202" cy="816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6331105" y="1494951"/>
            <a:ext cx="5390202" cy="816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584875"/>
            <a:ext cx="5390202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6331105" y="2584875"/>
            <a:ext cx="5390202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5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05958F34-5EC6-F939-ED8F-2FE9D998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tx1"/>
                </a:solidFill>
                <a:latin typeface="Arial Nova"/>
                <a:ea typeface="Arial Nova"/>
                <a:cs typeface="Arial Nova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fld id="{D275052D-D27A-7447-8473-BC7C732ED008}" type="slidenum">
              <a:rPr>
                <a:latin typeface="Arial Nova Cond"/>
                <a:ea typeface="Arial Nova Cond"/>
                <a:cs typeface="Arial Nova Cond"/>
              </a:rPr>
              <a:t>‹nº›</a:t>
            </a:fld>
            <a:endParaRPr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40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A27B8202-C5C1-DC4D-2B47-8EA9B7D34567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2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8A1DD62E-88D3-AA9A-DAD2-8707187DE87A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43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4B076240-A6C9-0E67-A854-3EA1F075D087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50.xml><?xml version="1.0" encoding="utf-8"?>
<p:sldLayout xmlns:p="http://schemas.openxmlformats.org/presentationml/2006/main" preserve="1" userDrawn="1">
  <p:cSld name="12_Texto 2 Colunas Diagonal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1">
            <a:extLst xmlns:a="http://schemas.openxmlformats.org/drawingml/2006/main">
              <a:ext uri="{FF2B5EF4-FFF2-40B4-BE49-F238E27FC236}">
                <a16:creationId xmlns:a16="http://schemas.microsoft.com/office/drawing/2014/main" id="{0EF902EC-9AC1-935B-A4D4-5696F68F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331" y="3220553"/>
            <a:ext cx="2060259" cy="3637447"/>
          </a:xfrm>
          <a:custGeom xmlns:a="http://schemas.openxmlformats.org/drawingml/2006/main"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48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b004d45d6f1404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492648"/>
            <a:ext cx="5390202" cy="816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6331105" y="1494951"/>
            <a:ext cx="5390202" cy="816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584875"/>
            <a:ext cx="5390202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6331105" y="2584875"/>
            <a:ext cx="5390202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5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05958F34-5EC6-F939-ED8F-2FE9D998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tx1"/>
                </a:solidFill>
                <a:latin typeface="Arial Nova"/>
                <a:ea typeface="Arial Nova"/>
                <a:cs typeface="Arial Nova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fld id="{D275052D-D27A-7447-8473-BC7C732ED008}" type="slidenum">
              <a:rPr>
                <a:latin typeface="Arial Nova Cond"/>
                <a:ea typeface="Arial Nova Cond"/>
                <a:cs typeface="Arial Nova Cond"/>
              </a:rPr>
              <a:t>‹nº›</a:t>
            </a:fld>
            <a:endParaRPr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40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A27B8202-C5C1-DC4D-2B47-8EA9B7D34567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2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8A1DD62E-88D3-AA9A-DAD2-8707187DE87A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43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4B076240-A6C9-0E67-A854-3EA1F075D087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51.xml><?xml version="1.0" encoding="utf-8"?>
<p:sldLayout xmlns:p="http://schemas.openxmlformats.org/presentationml/2006/main" preserve="1" userDrawn="1">
  <p:cSld name="12_Texto 2 Colunas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53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9c59473cacf43dd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497691"/>
            <a:ext cx="5390202" cy="8116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6331105" y="1492648"/>
            <a:ext cx="5390202" cy="818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584875"/>
            <a:ext cx="5390202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6331105" y="2584875"/>
            <a:ext cx="5390202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895FEAB3-5FC5-E626-884D-AB64F77A04E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902C0BE3-C867-25C4-B63D-BF984A31BDE2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9A786047-89C9-296A-B203-733D40992473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52.xml><?xml version="1.0" encoding="utf-8"?>
<p:sldLayout xmlns:p="http://schemas.openxmlformats.org/presentationml/2006/main" preserve="1" userDrawn="1">
  <p:cSld name="13_Texto 2 Colunas Diagonal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1">
            <a:extLst xmlns:a="http://schemas.openxmlformats.org/drawingml/2006/main">
              <a:ext uri="{FF2B5EF4-FFF2-40B4-BE49-F238E27FC236}">
                <a16:creationId xmlns:a16="http://schemas.microsoft.com/office/drawing/2014/main" id="{7C8B4DB1-2E94-CB88-DFC1-8E4EA84F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331" y="3220553"/>
            <a:ext cx="2060259" cy="3637447"/>
          </a:xfrm>
          <a:custGeom xmlns:a="http://schemas.openxmlformats.org/drawingml/2006/main"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54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be1b077f58548a6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497691"/>
            <a:ext cx="5390202" cy="8116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6331105" y="1492648"/>
            <a:ext cx="5390202" cy="818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584875"/>
            <a:ext cx="5390202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6331105" y="2584875"/>
            <a:ext cx="5390202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895FEAB3-5FC5-E626-884D-AB64F77A04E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902C0BE3-C867-25C4-B63D-BF984A31BDE2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9A786047-89C9-296A-B203-733D40992473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53.xml><?xml version="1.0" encoding="utf-8"?>
<p:sldLayout xmlns:p="http://schemas.openxmlformats.org/presentationml/2006/main" preserve="1" userDrawn="1">
  <p:cSld name="13_Texto 3 Colunas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48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22e4c63fe5f47c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494000"/>
            <a:ext cx="3398031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8328973" y="1494000"/>
            <a:ext cx="3398031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xmlns:a="http://schemas.openxmlformats.org/drawingml/2006/main" noGrp="1"/>
          </p:cNvSpPr>
          <p:nvPr>
            <p:ph type="body" idx="82" hasCustomPrompt="1"/>
          </p:nvPr>
        </p:nvSpPr>
        <p:spPr>
          <a:xfrm xmlns:a="http://schemas.openxmlformats.org/drawingml/2006/main">
            <a:off x="4404673" y="1494000"/>
            <a:ext cx="3398031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595600"/>
            <a:ext cx="3398031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8328973" y="2595600"/>
            <a:ext cx="3398031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4404673" y="2595600"/>
            <a:ext cx="3398031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7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54.xml><?xml version="1.0" encoding="utf-8"?>
<p:sldLayout xmlns:p="http://schemas.openxmlformats.org/presentationml/2006/main" preserve="1" userDrawn="1">
  <p:cSld name="13_Texto 3 Colunas Diagonal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1">
            <a:extLst xmlns:a="http://schemas.openxmlformats.org/drawingml/2006/main">
              <a:ext uri="{FF2B5EF4-FFF2-40B4-BE49-F238E27FC236}">
                <a16:creationId xmlns:a16="http://schemas.microsoft.com/office/drawing/2014/main" id="{FC6A3183-A3A1-CA21-6CDC-969D9256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331" y="3220553"/>
            <a:ext cx="2060259" cy="3637447"/>
          </a:xfrm>
          <a:custGeom xmlns:a="http://schemas.openxmlformats.org/drawingml/2006/main"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49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71a3d5b8e5049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494000"/>
            <a:ext cx="3398031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8328973" y="1494000"/>
            <a:ext cx="3398031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xmlns:a="http://schemas.openxmlformats.org/drawingml/2006/main" noGrp="1"/>
          </p:cNvSpPr>
          <p:nvPr>
            <p:ph type="body" idx="82" hasCustomPrompt="1"/>
          </p:nvPr>
        </p:nvSpPr>
        <p:spPr>
          <a:xfrm xmlns:a="http://schemas.openxmlformats.org/drawingml/2006/main">
            <a:off x="4404673" y="1494000"/>
            <a:ext cx="3398031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595600"/>
            <a:ext cx="3398031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8328973" y="2595600"/>
            <a:ext cx="3398031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4404673" y="2595600"/>
            <a:ext cx="3398031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7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55.xml><?xml version="1.0" encoding="utf-8"?>
<p:sldLayout xmlns:p="http://schemas.openxmlformats.org/presentationml/2006/main" preserve="1" userDrawn="1">
  <p:cSld name="13_Texto 3 Colunas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55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0bc253724914e88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1600" y="1494951"/>
            <a:ext cx="3398031" cy="814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8328973" y="1494951"/>
            <a:ext cx="3398031" cy="814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556AF50E-B3A6-2916-6F5D-01D3C11D09D4}"/>
              </a:ext>
            </a:extLst>
          </p:cNvPr>
          <p:cNvSpPr>
            <a:spLocks xmlns:a="http://schemas.openxmlformats.org/drawingml/2006/main" noGrp="1"/>
          </p:cNvSpPr>
          <p:nvPr>
            <p:ph type="body" idx="82" hasCustomPrompt="1"/>
          </p:nvPr>
        </p:nvSpPr>
        <p:spPr>
          <a:xfrm xmlns:a="http://schemas.openxmlformats.org/drawingml/2006/main">
            <a:off x="4404673" y="1494951"/>
            <a:ext cx="3398031" cy="814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595600"/>
            <a:ext cx="3398031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8328973" y="2594400"/>
            <a:ext cx="3398031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DE71C7C-498B-8507-5FA3-621BB594553C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4404673" y="2594400"/>
            <a:ext cx="3398031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F7C0C00C-7DC0-32C9-C1CC-72AC30B36245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516616F0-0398-B25F-6325-50064F77CA15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5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E26DB6D7-A77A-F4A2-0030-F7201304325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56.xml><?xml version="1.0" encoding="utf-8"?>
<p:sldLayout xmlns:p="http://schemas.openxmlformats.org/presentationml/2006/main" preserve="1" userDrawn="1">
  <p:cSld name="13_Texto 3 Colunas Diagonal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1">
            <a:extLst xmlns:a="http://schemas.openxmlformats.org/drawingml/2006/main">
              <a:ext uri="{FF2B5EF4-FFF2-40B4-BE49-F238E27FC236}">
                <a16:creationId xmlns:a16="http://schemas.microsoft.com/office/drawing/2014/main" id="{3F55B7FD-986F-F5C5-9A54-A2A8D87F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331" y="3220553"/>
            <a:ext cx="2060259" cy="3637447"/>
          </a:xfrm>
          <a:custGeom xmlns:a="http://schemas.openxmlformats.org/drawingml/2006/main"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56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f8f2b3d7b84ef6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1600" y="1494951"/>
            <a:ext cx="3398031" cy="814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8328973" y="1494951"/>
            <a:ext cx="3398031" cy="814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556AF50E-B3A6-2916-6F5D-01D3C11D09D4}"/>
              </a:ext>
            </a:extLst>
          </p:cNvPr>
          <p:cNvSpPr>
            <a:spLocks xmlns:a="http://schemas.openxmlformats.org/drawingml/2006/main" noGrp="1"/>
          </p:cNvSpPr>
          <p:nvPr>
            <p:ph type="body" idx="82" hasCustomPrompt="1"/>
          </p:nvPr>
        </p:nvSpPr>
        <p:spPr>
          <a:xfrm xmlns:a="http://schemas.openxmlformats.org/drawingml/2006/main">
            <a:off x="4404673" y="1494951"/>
            <a:ext cx="3398031" cy="814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595600"/>
            <a:ext cx="3398031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8328973" y="2594400"/>
            <a:ext cx="3398031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DE71C7C-498B-8507-5FA3-621BB594553C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4404673" y="2594400"/>
            <a:ext cx="3398031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F7C0C00C-7DC0-32C9-C1CC-72AC30B36245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516616F0-0398-B25F-6325-50064F77CA15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5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E26DB6D7-A77A-F4A2-0030-F7201304325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57.xml><?xml version="1.0" encoding="utf-8"?>
<p:sldLayout xmlns:p="http://schemas.openxmlformats.org/presentationml/2006/main" preserve="1" userDrawn="1">
  <p:cSld name="13_Texto 4 Colunas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48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1f03549d440437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494000"/>
            <a:ext cx="2458089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6341228" y="1494000"/>
            <a:ext cx="2453521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xmlns:a="http://schemas.openxmlformats.org/drawingml/2006/main" noGrp="1"/>
          </p:cNvSpPr>
          <p:nvPr>
            <p:ph type="body" idx="82" hasCustomPrompt="1"/>
          </p:nvPr>
        </p:nvSpPr>
        <p:spPr>
          <a:xfrm xmlns:a="http://schemas.openxmlformats.org/drawingml/2006/main">
            <a:off x="3399491" y="1494000"/>
            <a:ext cx="2461560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595600"/>
            <a:ext cx="2458089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6341228" y="2595600"/>
            <a:ext cx="2453521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3399491" y="2595600"/>
            <a:ext cx="2461560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7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E9AEABF-A2B0-2686-FC01-6EB1B75D1915}"/>
              </a:ext>
            </a:extLst>
          </p:cNvPr>
          <p:cNvSpPr>
            <a:spLocks xmlns:a="http://schemas.openxmlformats.org/drawingml/2006/main" noGrp="1"/>
          </p:cNvSpPr>
          <p:nvPr>
            <p:ph type="body" idx="84" hasCustomPrompt="1"/>
          </p:nvPr>
        </p:nvSpPr>
        <p:spPr>
          <a:xfrm xmlns:a="http://schemas.openxmlformats.org/drawingml/2006/main">
            <a:off x="9276933" y="1494000"/>
            <a:ext cx="2453521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3CE0788-C666-17B7-715F-916B5F570780}"/>
              </a:ext>
            </a:extLst>
          </p:cNvPr>
          <p:cNvSpPr>
            <a:spLocks xmlns:a="http://schemas.openxmlformats.org/drawingml/2006/main" noGrp="1"/>
          </p:cNvSpPr>
          <p:nvPr>
            <p:ph type="body" idx="85" hasCustomPrompt="1"/>
          </p:nvPr>
        </p:nvSpPr>
        <p:spPr>
          <a:xfrm xmlns:a="http://schemas.openxmlformats.org/drawingml/2006/main">
            <a:off x="9276933" y="2595600"/>
            <a:ext cx="2453521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</p:spTree>
  </p:cSld>
</p:sldLayout>
</file>

<file path=ppt/slideLayouts/slideLayout58.xml><?xml version="1.0" encoding="utf-8"?>
<p:sldLayout xmlns:p="http://schemas.openxmlformats.org/presentationml/2006/main" preserve="1" userDrawn="1">
  <p:cSld name="13_Texto 4 Colunas Diagonal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reeform 5">
            <a:extLst xmlns:a="http://schemas.openxmlformats.org/drawingml/2006/main">
              <a:ext uri="{FF2B5EF4-FFF2-40B4-BE49-F238E27FC236}">
                <a16:creationId xmlns:a16="http://schemas.microsoft.com/office/drawing/2014/main" id="{CB08F405-ED71-0B5A-17EC-392FA3E4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331" y="3220553"/>
            <a:ext cx="2060259" cy="3637447"/>
          </a:xfrm>
          <a:custGeom xmlns:a="http://schemas.openxmlformats.org/drawingml/2006/main"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49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f140ea92ca43e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494000"/>
            <a:ext cx="2458089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6341228" y="1494000"/>
            <a:ext cx="2453521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xmlns:a="http://schemas.openxmlformats.org/drawingml/2006/main" noGrp="1"/>
          </p:cNvSpPr>
          <p:nvPr>
            <p:ph type="body" idx="82" hasCustomPrompt="1"/>
          </p:nvPr>
        </p:nvSpPr>
        <p:spPr>
          <a:xfrm xmlns:a="http://schemas.openxmlformats.org/drawingml/2006/main">
            <a:off x="3399491" y="1494000"/>
            <a:ext cx="2461560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595600"/>
            <a:ext cx="2458089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6341228" y="2595600"/>
            <a:ext cx="2453521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3399491" y="2595600"/>
            <a:ext cx="2461560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7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E9AEABF-A2B0-2686-FC01-6EB1B75D1915}"/>
              </a:ext>
            </a:extLst>
          </p:cNvPr>
          <p:cNvSpPr>
            <a:spLocks xmlns:a="http://schemas.openxmlformats.org/drawingml/2006/main" noGrp="1"/>
          </p:cNvSpPr>
          <p:nvPr>
            <p:ph type="body" idx="84" hasCustomPrompt="1"/>
          </p:nvPr>
        </p:nvSpPr>
        <p:spPr>
          <a:xfrm xmlns:a="http://schemas.openxmlformats.org/drawingml/2006/main">
            <a:off x="9276933" y="1494000"/>
            <a:ext cx="2453521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3CE0788-C666-17B7-715F-916B5F570780}"/>
              </a:ext>
            </a:extLst>
          </p:cNvPr>
          <p:cNvSpPr>
            <a:spLocks xmlns:a="http://schemas.openxmlformats.org/drawingml/2006/main" noGrp="1"/>
          </p:cNvSpPr>
          <p:nvPr>
            <p:ph type="body" idx="85" hasCustomPrompt="1"/>
          </p:nvPr>
        </p:nvSpPr>
        <p:spPr>
          <a:xfrm xmlns:a="http://schemas.openxmlformats.org/drawingml/2006/main">
            <a:off x="9276933" y="2595600"/>
            <a:ext cx="2453521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</p:spTree>
  </p:cSld>
</p:sldLayout>
</file>

<file path=ppt/slideLayouts/slideLayout59.xml><?xml version="1.0" encoding="utf-8"?>
<p:sldLayout xmlns:p="http://schemas.openxmlformats.org/presentationml/2006/main" preserve="1" userDrawn="1">
  <p:cSld name="13_Texto 4 Colunas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48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22d2de19e14e9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494000"/>
            <a:ext cx="2458089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6341228" y="1494000"/>
            <a:ext cx="2453521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xmlns:a="http://schemas.openxmlformats.org/drawingml/2006/main" noGrp="1"/>
          </p:cNvSpPr>
          <p:nvPr>
            <p:ph type="body" idx="82" hasCustomPrompt="1"/>
          </p:nvPr>
        </p:nvSpPr>
        <p:spPr>
          <a:xfrm xmlns:a="http://schemas.openxmlformats.org/drawingml/2006/main">
            <a:off x="3399491" y="1494000"/>
            <a:ext cx="2461560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595600"/>
            <a:ext cx="2458089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6341228" y="2595600"/>
            <a:ext cx="2453521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3399491" y="2595600"/>
            <a:ext cx="2461560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7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E9AEABF-A2B0-2686-FC01-6EB1B75D1915}"/>
              </a:ext>
            </a:extLst>
          </p:cNvPr>
          <p:cNvSpPr>
            <a:spLocks xmlns:a="http://schemas.openxmlformats.org/drawingml/2006/main" noGrp="1"/>
          </p:cNvSpPr>
          <p:nvPr>
            <p:ph type="body" idx="84" hasCustomPrompt="1"/>
          </p:nvPr>
        </p:nvSpPr>
        <p:spPr>
          <a:xfrm xmlns:a="http://schemas.openxmlformats.org/drawingml/2006/main">
            <a:off x="9276933" y="1494000"/>
            <a:ext cx="2453521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3CE0788-C666-17B7-715F-916B5F570780}"/>
              </a:ext>
            </a:extLst>
          </p:cNvPr>
          <p:cNvSpPr>
            <a:spLocks xmlns:a="http://schemas.openxmlformats.org/drawingml/2006/main" noGrp="1"/>
          </p:cNvSpPr>
          <p:nvPr>
            <p:ph type="body" idx="85" hasCustomPrompt="1"/>
          </p:nvPr>
        </p:nvSpPr>
        <p:spPr>
          <a:xfrm xmlns:a="http://schemas.openxmlformats.org/drawingml/2006/main">
            <a:off x="9276933" y="2595600"/>
            <a:ext cx="2453521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</p:spTree>
  </p:cSld>
</p:sldLayout>
</file>

<file path=ppt/slideLayouts/slideLayout60.xml><?xml version="1.0" encoding="utf-8"?>
<p:sldLayout xmlns:p="http://schemas.openxmlformats.org/presentationml/2006/main" preserve="1" userDrawn="1">
  <p:cSld name="13_Texto 4 Colunas Diagonal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reeform 5">
            <a:extLst xmlns:a="http://schemas.openxmlformats.org/drawingml/2006/main">
              <a:ext uri="{FF2B5EF4-FFF2-40B4-BE49-F238E27FC236}">
                <a16:creationId xmlns:a16="http://schemas.microsoft.com/office/drawing/2014/main" id="{CB08F405-ED71-0B5A-17EC-392FA3E4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331" y="3220553"/>
            <a:ext cx="2060259" cy="3637447"/>
          </a:xfrm>
          <a:custGeom xmlns:a="http://schemas.openxmlformats.org/drawingml/2006/main"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49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02439277a9a430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494000"/>
            <a:ext cx="2458089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6341228" y="1494000"/>
            <a:ext cx="2453521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xmlns:a="http://schemas.openxmlformats.org/drawingml/2006/main" noGrp="1"/>
          </p:cNvSpPr>
          <p:nvPr>
            <p:ph type="body" idx="82" hasCustomPrompt="1"/>
          </p:nvPr>
        </p:nvSpPr>
        <p:spPr>
          <a:xfrm xmlns:a="http://schemas.openxmlformats.org/drawingml/2006/main">
            <a:off x="3399491" y="1494000"/>
            <a:ext cx="2461560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595600"/>
            <a:ext cx="2458089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6341228" y="2595600"/>
            <a:ext cx="2453521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3399491" y="2595600"/>
            <a:ext cx="2461560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D7DDE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D7DDE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7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E9AEABF-A2B0-2686-FC01-6EB1B75D1915}"/>
              </a:ext>
            </a:extLst>
          </p:cNvPr>
          <p:cNvSpPr>
            <a:spLocks xmlns:a="http://schemas.openxmlformats.org/drawingml/2006/main" noGrp="1"/>
          </p:cNvSpPr>
          <p:nvPr>
            <p:ph type="body" idx="84" hasCustomPrompt="1"/>
          </p:nvPr>
        </p:nvSpPr>
        <p:spPr>
          <a:xfrm xmlns:a="http://schemas.openxmlformats.org/drawingml/2006/main">
            <a:off x="9276933" y="1494000"/>
            <a:ext cx="2453521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3CE0788-C666-17B7-715F-916B5F570780}"/>
              </a:ext>
            </a:extLst>
          </p:cNvPr>
          <p:cNvSpPr>
            <a:spLocks xmlns:a="http://schemas.openxmlformats.org/drawingml/2006/main" noGrp="1"/>
          </p:cNvSpPr>
          <p:nvPr>
            <p:ph type="body" idx="85" hasCustomPrompt="1"/>
          </p:nvPr>
        </p:nvSpPr>
        <p:spPr>
          <a:xfrm xmlns:a="http://schemas.openxmlformats.org/drawingml/2006/main">
            <a:off x="9276933" y="2595600"/>
            <a:ext cx="2453521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</p:spTree>
  </p:cSld>
</p:sldLayout>
</file>

<file path=ppt/slideLayouts/slideLayout61.xml><?xml version="1.0" encoding="utf-8"?>
<p:sldLayout xmlns:p="http://schemas.openxmlformats.org/presentationml/2006/main" preserve="1" userDrawn="1">
  <p:cSld name="14_Texto 6 Colunas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55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2e48f64ad954a5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500739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8328973" y="1500739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8328973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xmlns:a="http://schemas.openxmlformats.org/drawingml/2006/main" noGrp="1"/>
          </p:cNvSpPr>
          <p:nvPr>
            <p:ph type="body" idx="82" hasCustomPrompt="1"/>
          </p:nvPr>
        </p:nvSpPr>
        <p:spPr>
          <a:xfrm xmlns:a="http://schemas.openxmlformats.org/drawingml/2006/main">
            <a:off x="4404673" y="1500739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4404673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AB3606E-EC67-B757-1293-E2C1D8A358A3}"/>
              </a:ext>
            </a:extLst>
          </p:cNvPr>
          <p:cNvSpPr>
            <a:spLocks xmlns:a="http://schemas.openxmlformats.org/drawingml/2006/main" noGrp="1"/>
          </p:cNvSpPr>
          <p:nvPr>
            <p:ph type="body" idx="84" hasCustomPrompt="1"/>
          </p:nvPr>
        </p:nvSpPr>
        <p:spPr>
          <a:xfrm xmlns:a="http://schemas.openxmlformats.org/drawingml/2006/main">
            <a:off x="470848" y="3674406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xmlns:a="http://schemas.openxmlformats.org/drawingml/2006/main" noGrp="1"/>
          </p:cNvSpPr>
          <p:nvPr>
            <p:ph type="body" idx="85" hasCustomPrompt="1"/>
          </p:nvPr>
        </p:nvSpPr>
        <p:spPr>
          <a:xfrm xmlns:a="http://schemas.openxmlformats.org/drawingml/2006/main">
            <a:off x="470848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95511CB-5997-810F-699F-FA8199928227}"/>
              </a:ext>
            </a:extLst>
          </p:cNvPr>
          <p:cNvSpPr>
            <a:spLocks xmlns:a="http://schemas.openxmlformats.org/drawingml/2006/main" noGrp="1"/>
          </p:cNvSpPr>
          <p:nvPr>
            <p:ph type="body" idx="86" hasCustomPrompt="1"/>
          </p:nvPr>
        </p:nvSpPr>
        <p:spPr>
          <a:xfrm xmlns:a="http://schemas.openxmlformats.org/drawingml/2006/main">
            <a:off x="8328973" y="3674406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xmlns:a="http://schemas.openxmlformats.org/drawingml/2006/main" noGrp="1"/>
          </p:cNvSpPr>
          <p:nvPr>
            <p:ph type="body" idx="87" hasCustomPrompt="1"/>
          </p:nvPr>
        </p:nvSpPr>
        <p:spPr>
          <a:xfrm xmlns:a="http://schemas.openxmlformats.org/drawingml/2006/main">
            <a:off x="83289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D5AEF6D-6A27-0166-1F89-265A20ECEE89}"/>
              </a:ext>
            </a:extLst>
          </p:cNvPr>
          <p:cNvSpPr>
            <a:spLocks xmlns:a="http://schemas.openxmlformats.org/drawingml/2006/main" noGrp="1"/>
          </p:cNvSpPr>
          <p:nvPr>
            <p:ph type="body" idx="88" hasCustomPrompt="1"/>
          </p:nvPr>
        </p:nvSpPr>
        <p:spPr>
          <a:xfrm xmlns:a="http://schemas.openxmlformats.org/drawingml/2006/main">
            <a:off x="4404673" y="3674406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xmlns:a="http://schemas.openxmlformats.org/drawingml/2006/main" noGrp="1"/>
          </p:cNvSpPr>
          <p:nvPr>
            <p:ph type="body" idx="89" hasCustomPrompt="1"/>
          </p:nvPr>
        </p:nvSpPr>
        <p:spPr>
          <a:xfrm xmlns:a="http://schemas.openxmlformats.org/drawingml/2006/main">
            <a:off x="44046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8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62.xml><?xml version="1.0" encoding="utf-8"?>
<p:sldLayout xmlns:p="http://schemas.openxmlformats.org/presentationml/2006/main" preserve="1" userDrawn="1">
  <p:cSld name="15_Texto 6 Colunas Diagonal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1">
            <a:extLst xmlns:a="http://schemas.openxmlformats.org/drawingml/2006/main">
              <a:ext uri="{FF2B5EF4-FFF2-40B4-BE49-F238E27FC236}">
                <a16:creationId xmlns:a16="http://schemas.microsoft.com/office/drawing/2014/main" id="{2D530E1D-66D7-F343-8D58-78F737A1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331" y="3220553"/>
            <a:ext cx="2060259" cy="3637447"/>
          </a:xfrm>
          <a:custGeom xmlns:a="http://schemas.openxmlformats.org/drawingml/2006/main"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56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e8f2678f4c408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500739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8328973" y="1500739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8328973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xmlns:a="http://schemas.openxmlformats.org/drawingml/2006/main" noGrp="1"/>
          </p:cNvSpPr>
          <p:nvPr>
            <p:ph type="body" idx="82" hasCustomPrompt="1"/>
          </p:nvPr>
        </p:nvSpPr>
        <p:spPr>
          <a:xfrm xmlns:a="http://schemas.openxmlformats.org/drawingml/2006/main">
            <a:off x="4404673" y="1500739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4404673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AB3606E-EC67-B757-1293-E2C1D8A358A3}"/>
              </a:ext>
            </a:extLst>
          </p:cNvPr>
          <p:cNvSpPr>
            <a:spLocks xmlns:a="http://schemas.openxmlformats.org/drawingml/2006/main" noGrp="1"/>
          </p:cNvSpPr>
          <p:nvPr>
            <p:ph type="body" idx="84" hasCustomPrompt="1"/>
          </p:nvPr>
        </p:nvSpPr>
        <p:spPr>
          <a:xfrm xmlns:a="http://schemas.openxmlformats.org/drawingml/2006/main">
            <a:off x="470848" y="3674406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xmlns:a="http://schemas.openxmlformats.org/drawingml/2006/main" noGrp="1"/>
          </p:cNvSpPr>
          <p:nvPr>
            <p:ph type="body" idx="85" hasCustomPrompt="1"/>
          </p:nvPr>
        </p:nvSpPr>
        <p:spPr>
          <a:xfrm xmlns:a="http://schemas.openxmlformats.org/drawingml/2006/main">
            <a:off x="470848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95511CB-5997-810F-699F-FA8199928227}"/>
              </a:ext>
            </a:extLst>
          </p:cNvPr>
          <p:cNvSpPr>
            <a:spLocks xmlns:a="http://schemas.openxmlformats.org/drawingml/2006/main" noGrp="1"/>
          </p:cNvSpPr>
          <p:nvPr>
            <p:ph type="body" idx="86" hasCustomPrompt="1"/>
          </p:nvPr>
        </p:nvSpPr>
        <p:spPr>
          <a:xfrm xmlns:a="http://schemas.openxmlformats.org/drawingml/2006/main">
            <a:off x="8328973" y="3674406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xmlns:a="http://schemas.openxmlformats.org/drawingml/2006/main" noGrp="1"/>
          </p:cNvSpPr>
          <p:nvPr>
            <p:ph type="body" idx="87" hasCustomPrompt="1"/>
          </p:nvPr>
        </p:nvSpPr>
        <p:spPr>
          <a:xfrm xmlns:a="http://schemas.openxmlformats.org/drawingml/2006/main">
            <a:off x="83289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D5AEF6D-6A27-0166-1F89-265A20ECEE89}"/>
              </a:ext>
            </a:extLst>
          </p:cNvPr>
          <p:cNvSpPr>
            <a:spLocks xmlns:a="http://schemas.openxmlformats.org/drawingml/2006/main" noGrp="1"/>
          </p:cNvSpPr>
          <p:nvPr>
            <p:ph type="body" idx="88" hasCustomPrompt="1"/>
          </p:nvPr>
        </p:nvSpPr>
        <p:spPr>
          <a:xfrm xmlns:a="http://schemas.openxmlformats.org/drawingml/2006/main">
            <a:off x="4404673" y="3674406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xmlns:a="http://schemas.openxmlformats.org/drawingml/2006/main" noGrp="1"/>
          </p:cNvSpPr>
          <p:nvPr>
            <p:ph type="body" idx="89" hasCustomPrompt="1"/>
          </p:nvPr>
        </p:nvSpPr>
        <p:spPr>
          <a:xfrm xmlns:a="http://schemas.openxmlformats.org/drawingml/2006/main">
            <a:off x="44046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8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63.xml><?xml version="1.0" encoding="utf-8"?>
<p:sldLayout xmlns:p="http://schemas.openxmlformats.org/presentationml/2006/main" preserve="1" userDrawn="1">
  <p:cSld name="14_Texto 6 Colunas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54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283a105bb2a4754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BBD34C8-DDD6-078B-AB86-61670052122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501200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641FE73-030A-52A0-E3C9-9EF89C4935CA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7" y="2159999"/>
            <a:ext cx="3398400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A03645B-C93A-935B-E1AE-5EBBB546FF7E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8328973" y="1501200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D89AFF3-3661-E5FE-FBAB-9A4AD8D4B420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8328972" y="2159999"/>
            <a:ext cx="3398400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564A9DB-7109-C5DA-B0AA-7769A4017136}"/>
              </a:ext>
            </a:extLst>
          </p:cNvPr>
          <p:cNvSpPr>
            <a:spLocks xmlns:a="http://schemas.openxmlformats.org/drawingml/2006/main" noGrp="1"/>
          </p:cNvSpPr>
          <p:nvPr>
            <p:ph type="body" idx="82" hasCustomPrompt="1"/>
          </p:nvPr>
        </p:nvSpPr>
        <p:spPr>
          <a:xfrm xmlns:a="http://schemas.openxmlformats.org/drawingml/2006/main">
            <a:off x="4404673" y="1501200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6BBBC236-B525-D8E3-E158-04B3A6C850DB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4404672" y="2159999"/>
            <a:ext cx="3398400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A3124AB-5ED0-A255-570A-6064276DF662}"/>
              </a:ext>
            </a:extLst>
          </p:cNvPr>
          <p:cNvSpPr>
            <a:spLocks xmlns:a="http://schemas.openxmlformats.org/drawingml/2006/main" noGrp="1"/>
          </p:cNvSpPr>
          <p:nvPr>
            <p:ph type="body" idx="84" hasCustomPrompt="1"/>
          </p:nvPr>
        </p:nvSpPr>
        <p:spPr>
          <a:xfrm xmlns:a="http://schemas.openxmlformats.org/drawingml/2006/main">
            <a:off x="470848" y="3674406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6E94381A-9E70-CEF5-D367-D868B482032A}"/>
              </a:ext>
            </a:extLst>
          </p:cNvPr>
          <p:cNvSpPr>
            <a:spLocks xmlns:a="http://schemas.openxmlformats.org/drawingml/2006/main" noGrp="1"/>
          </p:cNvSpPr>
          <p:nvPr>
            <p:ph type="body" idx="85" hasCustomPrompt="1"/>
          </p:nvPr>
        </p:nvSpPr>
        <p:spPr>
          <a:xfrm xmlns:a="http://schemas.openxmlformats.org/drawingml/2006/main">
            <a:off x="470848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4429C1B-042A-0160-0F1A-9CE204E24072}"/>
              </a:ext>
            </a:extLst>
          </p:cNvPr>
          <p:cNvSpPr>
            <a:spLocks xmlns:a="http://schemas.openxmlformats.org/drawingml/2006/main" noGrp="1"/>
          </p:cNvSpPr>
          <p:nvPr>
            <p:ph type="body" idx="86" hasCustomPrompt="1"/>
          </p:nvPr>
        </p:nvSpPr>
        <p:spPr>
          <a:xfrm xmlns:a="http://schemas.openxmlformats.org/drawingml/2006/main">
            <a:off x="8328973" y="3674406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6651BDA1-E480-AAD7-6DD7-852AB527F797}"/>
              </a:ext>
            </a:extLst>
          </p:cNvPr>
          <p:cNvSpPr>
            <a:spLocks xmlns:a="http://schemas.openxmlformats.org/drawingml/2006/main" noGrp="1"/>
          </p:cNvSpPr>
          <p:nvPr>
            <p:ph type="body" idx="87" hasCustomPrompt="1"/>
          </p:nvPr>
        </p:nvSpPr>
        <p:spPr>
          <a:xfrm xmlns:a="http://schemas.openxmlformats.org/drawingml/2006/main">
            <a:off x="83289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D3E66203-36A8-A68C-71D0-D66CD4979C40}"/>
              </a:ext>
            </a:extLst>
          </p:cNvPr>
          <p:cNvSpPr>
            <a:spLocks xmlns:a="http://schemas.openxmlformats.org/drawingml/2006/main" noGrp="1"/>
          </p:cNvSpPr>
          <p:nvPr>
            <p:ph type="body" idx="88" hasCustomPrompt="1"/>
          </p:nvPr>
        </p:nvSpPr>
        <p:spPr>
          <a:xfrm xmlns:a="http://schemas.openxmlformats.org/drawingml/2006/main">
            <a:off x="4404673" y="3674406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87BEBE6-DD56-4ADC-394D-1AB627D56953}"/>
              </a:ext>
            </a:extLst>
          </p:cNvPr>
          <p:cNvSpPr>
            <a:spLocks xmlns:a="http://schemas.openxmlformats.org/drawingml/2006/main" noGrp="1"/>
          </p:cNvSpPr>
          <p:nvPr>
            <p:ph type="body" idx="89" hasCustomPrompt="1"/>
          </p:nvPr>
        </p:nvSpPr>
        <p:spPr>
          <a:xfrm xmlns:a="http://schemas.openxmlformats.org/drawingml/2006/main">
            <a:off x="44046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1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C01CB18F-AD26-347E-6805-6E0A1EA1AB9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2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AEC5E55C-FD30-BF75-F930-904FDC2A3BE7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43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4696532-EC4F-4679-F527-01E3D5AFE46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64.xml><?xml version="1.0" encoding="utf-8"?>
<p:sldLayout xmlns:p="http://schemas.openxmlformats.org/presentationml/2006/main" preserve="1" userDrawn="1">
  <p:cSld name="14_Texto 6 Colunas Diagonal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1">
            <a:extLst xmlns:a="http://schemas.openxmlformats.org/drawingml/2006/main">
              <a:ext uri="{FF2B5EF4-FFF2-40B4-BE49-F238E27FC236}">
                <a16:creationId xmlns:a16="http://schemas.microsoft.com/office/drawing/2014/main" id="{86D7167C-0C0F-9334-E80C-A2973FE3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331" y="3220553"/>
            <a:ext cx="2060259" cy="3637447"/>
          </a:xfrm>
          <a:custGeom xmlns:a="http://schemas.openxmlformats.org/drawingml/2006/main"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55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849c89987c14196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BBD34C8-DDD6-078B-AB86-61670052122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501200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641FE73-030A-52A0-E3C9-9EF89C4935CA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7" y="2159999"/>
            <a:ext cx="3398400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A03645B-C93A-935B-E1AE-5EBBB546FF7E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8328973" y="1501200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D89AFF3-3661-E5FE-FBAB-9A4AD8D4B420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8328972" y="2159999"/>
            <a:ext cx="3398400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564A9DB-7109-C5DA-B0AA-7769A4017136}"/>
              </a:ext>
            </a:extLst>
          </p:cNvPr>
          <p:cNvSpPr>
            <a:spLocks xmlns:a="http://schemas.openxmlformats.org/drawingml/2006/main" noGrp="1"/>
          </p:cNvSpPr>
          <p:nvPr>
            <p:ph type="body" idx="82" hasCustomPrompt="1"/>
          </p:nvPr>
        </p:nvSpPr>
        <p:spPr>
          <a:xfrm xmlns:a="http://schemas.openxmlformats.org/drawingml/2006/main">
            <a:off x="4404673" y="1501200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6BBBC236-B525-D8E3-E158-04B3A6C850DB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4404672" y="2159999"/>
            <a:ext cx="3398400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A3124AB-5ED0-A255-570A-6064276DF662}"/>
              </a:ext>
            </a:extLst>
          </p:cNvPr>
          <p:cNvSpPr>
            <a:spLocks xmlns:a="http://schemas.openxmlformats.org/drawingml/2006/main" noGrp="1"/>
          </p:cNvSpPr>
          <p:nvPr>
            <p:ph type="body" idx="84" hasCustomPrompt="1"/>
          </p:nvPr>
        </p:nvSpPr>
        <p:spPr>
          <a:xfrm xmlns:a="http://schemas.openxmlformats.org/drawingml/2006/main">
            <a:off x="470848" y="3674406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6E94381A-9E70-CEF5-D367-D868B482032A}"/>
              </a:ext>
            </a:extLst>
          </p:cNvPr>
          <p:cNvSpPr>
            <a:spLocks xmlns:a="http://schemas.openxmlformats.org/drawingml/2006/main" noGrp="1"/>
          </p:cNvSpPr>
          <p:nvPr>
            <p:ph type="body" idx="85" hasCustomPrompt="1"/>
          </p:nvPr>
        </p:nvSpPr>
        <p:spPr>
          <a:xfrm xmlns:a="http://schemas.openxmlformats.org/drawingml/2006/main">
            <a:off x="470848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4429C1B-042A-0160-0F1A-9CE204E24072}"/>
              </a:ext>
            </a:extLst>
          </p:cNvPr>
          <p:cNvSpPr>
            <a:spLocks xmlns:a="http://schemas.openxmlformats.org/drawingml/2006/main" noGrp="1"/>
          </p:cNvSpPr>
          <p:nvPr>
            <p:ph type="body" idx="86" hasCustomPrompt="1"/>
          </p:nvPr>
        </p:nvSpPr>
        <p:spPr>
          <a:xfrm xmlns:a="http://schemas.openxmlformats.org/drawingml/2006/main">
            <a:off x="8328973" y="3674406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6651BDA1-E480-AAD7-6DD7-852AB527F797}"/>
              </a:ext>
            </a:extLst>
          </p:cNvPr>
          <p:cNvSpPr>
            <a:spLocks xmlns:a="http://schemas.openxmlformats.org/drawingml/2006/main" noGrp="1"/>
          </p:cNvSpPr>
          <p:nvPr>
            <p:ph type="body" idx="87" hasCustomPrompt="1"/>
          </p:nvPr>
        </p:nvSpPr>
        <p:spPr>
          <a:xfrm xmlns:a="http://schemas.openxmlformats.org/drawingml/2006/main">
            <a:off x="83289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D3E66203-36A8-A68C-71D0-D66CD4979C40}"/>
              </a:ext>
            </a:extLst>
          </p:cNvPr>
          <p:cNvSpPr>
            <a:spLocks xmlns:a="http://schemas.openxmlformats.org/drawingml/2006/main" noGrp="1"/>
          </p:cNvSpPr>
          <p:nvPr>
            <p:ph type="body" idx="88" hasCustomPrompt="1"/>
          </p:nvPr>
        </p:nvSpPr>
        <p:spPr>
          <a:xfrm xmlns:a="http://schemas.openxmlformats.org/drawingml/2006/main">
            <a:off x="4404673" y="3674406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87BEBE6-DD56-4ADC-394D-1AB627D56953}"/>
              </a:ext>
            </a:extLst>
          </p:cNvPr>
          <p:cNvSpPr>
            <a:spLocks xmlns:a="http://schemas.openxmlformats.org/drawingml/2006/main" noGrp="1"/>
          </p:cNvSpPr>
          <p:nvPr>
            <p:ph type="body" idx="89" hasCustomPrompt="1"/>
          </p:nvPr>
        </p:nvSpPr>
        <p:spPr>
          <a:xfrm xmlns:a="http://schemas.openxmlformats.org/drawingml/2006/main">
            <a:off x="44046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1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C01CB18F-AD26-347E-6805-6E0A1EA1AB9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2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AEC5E55C-FD30-BF75-F930-904FDC2A3BE7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43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4696532-EC4F-4679-F527-01E3D5AFE46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65.xml><?xml version="1.0" encoding="utf-8"?>
<p:sldLayout xmlns:p="http://schemas.openxmlformats.org/presentationml/2006/main" preserve="1" userDrawn="1">
  <p:cSld name="15_Texto 6 Colunas Logo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73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8a18378d734d1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9151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8328973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4404673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xmlns:a="http://schemas.openxmlformats.org/drawingml/2006/main" noGrp="1"/>
          </p:cNvSpPr>
          <p:nvPr>
            <p:ph type="body" idx="85" hasCustomPrompt="1"/>
          </p:nvPr>
        </p:nvSpPr>
        <p:spPr>
          <a:xfrm xmlns:a="http://schemas.openxmlformats.org/drawingml/2006/main">
            <a:off x="470848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xmlns:a="http://schemas.openxmlformats.org/drawingml/2006/main" noGrp="1"/>
          </p:cNvSpPr>
          <p:nvPr>
            <p:ph type="body" idx="87" hasCustomPrompt="1"/>
          </p:nvPr>
        </p:nvSpPr>
        <p:spPr>
          <a:xfrm xmlns:a="http://schemas.openxmlformats.org/drawingml/2006/main">
            <a:off x="83289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xmlns:a="http://schemas.openxmlformats.org/drawingml/2006/main" noGrp="1"/>
          </p:cNvSpPr>
          <p:nvPr>
            <p:ph type="body" idx="89" hasCustomPrompt="1"/>
          </p:nvPr>
        </p:nvSpPr>
        <p:spPr>
          <a:xfrm xmlns:a="http://schemas.openxmlformats.org/drawingml/2006/main">
            <a:off x="44046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8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43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xmlns:a="http://schemas.openxmlformats.org/drawingml/2006/main" noGrp="1"/>
          </p:cNvSpPr>
          <p:nvPr>
            <p:ph type="pic" idx="91" hasCustomPrompt="1"/>
          </p:nvPr>
        </p:nvSpPr>
        <p:spPr>
          <a:xfrm xmlns:a="http://schemas.openxmlformats.org/drawingml/2006/main">
            <a:off x="466583" y="14954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xmlns:a="http://schemas.openxmlformats.org/drawingml/2006/main" noGrp="1"/>
          </p:cNvSpPr>
          <p:nvPr>
            <p:ph type="body" idx="92" hasCustomPrompt="1"/>
          </p:nvPr>
        </p:nvSpPr>
        <p:spPr>
          <a:xfrm xmlns:a="http://schemas.openxmlformats.org/drawingml/2006/main">
            <a:off x="4402768" y="19151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5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xmlns:a="http://schemas.openxmlformats.org/drawingml/2006/main" noGrp="1"/>
          </p:cNvSpPr>
          <p:nvPr>
            <p:ph type="pic" idx="93" hasCustomPrompt="1"/>
          </p:nvPr>
        </p:nvSpPr>
        <p:spPr>
          <a:xfrm xmlns:a="http://schemas.openxmlformats.org/drawingml/2006/main">
            <a:off x="4398503" y="14954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xmlns:a="http://schemas.openxmlformats.org/drawingml/2006/main" noGrp="1"/>
          </p:cNvSpPr>
          <p:nvPr>
            <p:ph type="body" idx="94" hasCustomPrompt="1"/>
          </p:nvPr>
        </p:nvSpPr>
        <p:spPr>
          <a:xfrm xmlns:a="http://schemas.openxmlformats.org/drawingml/2006/main">
            <a:off x="8334688" y="19151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7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xmlns:a="http://schemas.openxmlformats.org/drawingml/2006/main" noGrp="1"/>
          </p:cNvSpPr>
          <p:nvPr>
            <p:ph type="pic" idx="95" hasCustomPrompt="1"/>
          </p:nvPr>
        </p:nvSpPr>
        <p:spPr>
          <a:xfrm xmlns:a="http://schemas.openxmlformats.org/drawingml/2006/main">
            <a:off x="8330423" y="14954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xmlns:a="http://schemas.openxmlformats.org/drawingml/2006/main" noGrp="1"/>
          </p:cNvSpPr>
          <p:nvPr>
            <p:ph type="body" idx="96" hasCustomPrompt="1"/>
          </p:nvPr>
        </p:nvSpPr>
        <p:spPr>
          <a:xfrm xmlns:a="http://schemas.openxmlformats.org/drawingml/2006/main">
            <a:off x="470848" y="40995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65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xmlns:a="http://schemas.openxmlformats.org/drawingml/2006/main" noGrp="1"/>
          </p:cNvSpPr>
          <p:nvPr>
            <p:ph type="pic" idx="97" hasCustomPrompt="1"/>
          </p:nvPr>
        </p:nvSpPr>
        <p:spPr>
          <a:xfrm xmlns:a="http://schemas.openxmlformats.org/drawingml/2006/main">
            <a:off x="466583" y="36798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xmlns:a="http://schemas.openxmlformats.org/drawingml/2006/main" noGrp="1"/>
          </p:cNvSpPr>
          <p:nvPr>
            <p:ph type="body" idx="98" hasCustomPrompt="1"/>
          </p:nvPr>
        </p:nvSpPr>
        <p:spPr>
          <a:xfrm xmlns:a="http://schemas.openxmlformats.org/drawingml/2006/main">
            <a:off x="4402768" y="40995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67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xmlns:a="http://schemas.openxmlformats.org/drawingml/2006/main" noGrp="1"/>
          </p:cNvSpPr>
          <p:nvPr>
            <p:ph type="pic" idx="99" hasCustomPrompt="1"/>
          </p:nvPr>
        </p:nvSpPr>
        <p:spPr>
          <a:xfrm xmlns:a="http://schemas.openxmlformats.org/drawingml/2006/main">
            <a:off x="4398503" y="36798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xmlns:a="http://schemas.openxmlformats.org/drawingml/2006/main" noGrp="1"/>
          </p:cNvSpPr>
          <p:nvPr>
            <p:ph type="body" idx="100" hasCustomPrompt="1"/>
          </p:nvPr>
        </p:nvSpPr>
        <p:spPr>
          <a:xfrm xmlns:a="http://schemas.openxmlformats.org/drawingml/2006/main">
            <a:off x="8334688" y="40995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69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xmlns:a="http://schemas.openxmlformats.org/drawingml/2006/main" noGrp="1"/>
          </p:cNvSpPr>
          <p:nvPr>
            <p:ph type="pic" idx="101" hasCustomPrompt="1"/>
          </p:nvPr>
        </p:nvSpPr>
        <p:spPr>
          <a:xfrm xmlns:a="http://schemas.openxmlformats.org/drawingml/2006/main">
            <a:off x="8330423" y="36798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</p:spTree>
  </p:cSld>
</p:sldLayout>
</file>

<file path=ppt/slideLayouts/slideLayout66.xml><?xml version="1.0" encoding="utf-8"?>
<p:sldLayout xmlns:p="http://schemas.openxmlformats.org/presentationml/2006/main" preserve="1" userDrawn="1">
  <p:cSld name="15_Texto 6 Colunas Logo Diagonal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1">
            <a:extLst xmlns:a="http://schemas.openxmlformats.org/drawingml/2006/main">
              <a:ext uri="{FF2B5EF4-FFF2-40B4-BE49-F238E27FC236}">
                <a16:creationId xmlns:a16="http://schemas.microsoft.com/office/drawing/2014/main" id="{C3F77092-2773-10DB-C71E-36BD53A0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331" y="3220553"/>
            <a:ext cx="2060259" cy="3637447"/>
          </a:xfrm>
          <a:custGeom xmlns:a="http://schemas.openxmlformats.org/drawingml/2006/main"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74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29ae8ba640452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9151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8328973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4404673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xmlns:a="http://schemas.openxmlformats.org/drawingml/2006/main" noGrp="1"/>
          </p:cNvSpPr>
          <p:nvPr>
            <p:ph type="body" idx="85" hasCustomPrompt="1"/>
          </p:nvPr>
        </p:nvSpPr>
        <p:spPr>
          <a:xfrm xmlns:a="http://schemas.openxmlformats.org/drawingml/2006/main">
            <a:off x="470848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xmlns:a="http://schemas.openxmlformats.org/drawingml/2006/main" noGrp="1"/>
          </p:cNvSpPr>
          <p:nvPr>
            <p:ph type="body" idx="87" hasCustomPrompt="1"/>
          </p:nvPr>
        </p:nvSpPr>
        <p:spPr>
          <a:xfrm xmlns:a="http://schemas.openxmlformats.org/drawingml/2006/main">
            <a:off x="83289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xmlns:a="http://schemas.openxmlformats.org/drawingml/2006/main" noGrp="1"/>
          </p:cNvSpPr>
          <p:nvPr>
            <p:ph type="body" idx="89" hasCustomPrompt="1"/>
          </p:nvPr>
        </p:nvSpPr>
        <p:spPr>
          <a:xfrm xmlns:a="http://schemas.openxmlformats.org/drawingml/2006/main">
            <a:off x="44046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8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43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xmlns:a="http://schemas.openxmlformats.org/drawingml/2006/main" noGrp="1"/>
          </p:cNvSpPr>
          <p:nvPr>
            <p:ph type="pic" idx="91" hasCustomPrompt="1"/>
          </p:nvPr>
        </p:nvSpPr>
        <p:spPr>
          <a:xfrm xmlns:a="http://schemas.openxmlformats.org/drawingml/2006/main">
            <a:off x="466583" y="14954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xmlns:a="http://schemas.openxmlformats.org/drawingml/2006/main" noGrp="1"/>
          </p:cNvSpPr>
          <p:nvPr>
            <p:ph type="body" idx="92" hasCustomPrompt="1"/>
          </p:nvPr>
        </p:nvSpPr>
        <p:spPr>
          <a:xfrm xmlns:a="http://schemas.openxmlformats.org/drawingml/2006/main">
            <a:off x="4402768" y="19151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5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xmlns:a="http://schemas.openxmlformats.org/drawingml/2006/main" noGrp="1"/>
          </p:cNvSpPr>
          <p:nvPr>
            <p:ph type="pic" idx="93" hasCustomPrompt="1"/>
          </p:nvPr>
        </p:nvSpPr>
        <p:spPr>
          <a:xfrm xmlns:a="http://schemas.openxmlformats.org/drawingml/2006/main">
            <a:off x="4398503" y="14954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xmlns:a="http://schemas.openxmlformats.org/drawingml/2006/main" noGrp="1"/>
          </p:cNvSpPr>
          <p:nvPr>
            <p:ph type="body" idx="94" hasCustomPrompt="1"/>
          </p:nvPr>
        </p:nvSpPr>
        <p:spPr>
          <a:xfrm xmlns:a="http://schemas.openxmlformats.org/drawingml/2006/main">
            <a:off x="8334688" y="19151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7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xmlns:a="http://schemas.openxmlformats.org/drawingml/2006/main" noGrp="1"/>
          </p:cNvSpPr>
          <p:nvPr>
            <p:ph type="pic" idx="95" hasCustomPrompt="1"/>
          </p:nvPr>
        </p:nvSpPr>
        <p:spPr>
          <a:xfrm xmlns:a="http://schemas.openxmlformats.org/drawingml/2006/main">
            <a:off x="8330423" y="14954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xmlns:a="http://schemas.openxmlformats.org/drawingml/2006/main" noGrp="1"/>
          </p:cNvSpPr>
          <p:nvPr>
            <p:ph type="body" idx="96" hasCustomPrompt="1"/>
          </p:nvPr>
        </p:nvSpPr>
        <p:spPr>
          <a:xfrm xmlns:a="http://schemas.openxmlformats.org/drawingml/2006/main">
            <a:off x="470848" y="40995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65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xmlns:a="http://schemas.openxmlformats.org/drawingml/2006/main" noGrp="1"/>
          </p:cNvSpPr>
          <p:nvPr>
            <p:ph type="pic" idx="97" hasCustomPrompt="1"/>
          </p:nvPr>
        </p:nvSpPr>
        <p:spPr>
          <a:xfrm xmlns:a="http://schemas.openxmlformats.org/drawingml/2006/main">
            <a:off x="466583" y="36798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xmlns:a="http://schemas.openxmlformats.org/drawingml/2006/main" noGrp="1"/>
          </p:cNvSpPr>
          <p:nvPr>
            <p:ph type="body" idx="98" hasCustomPrompt="1"/>
          </p:nvPr>
        </p:nvSpPr>
        <p:spPr>
          <a:xfrm xmlns:a="http://schemas.openxmlformats.org/drawingml/2006/main">
            <a:off x="4402768" y="40995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67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xmlns:a="http://schemas.openxmlformats.org/drawingml/2006/main" noGrp="1"/>
          </p:cNvSpPr>
          <p:nvPr>
            <p:ph type="pic" idx="99" hasCustomPrompt="1"/>
          </p:nvPr>
        </p:nvSpPr>
        <p:spPr>
          <a:xfrm xmlns:a="http://schemas.openxmlformats.org/drawingml/2006/main">
            <a:off x="4398503" y="36798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xmlns:a="http://schemas.openxmlformats.org/drawingml/2006/main" noGrp="1"/>
          </p:cNvSpPr>
          <p:nvPr>
            <p:ph type="body" idx="100" hasCustomPrompt="1"/>
          </p:nvPr>
        </p:nvSpPr>
        <p:spPr>
          <a:xfrm xmlns:a="http://schemas.openxmlformats.org/drawingml/2006/main">
            <a:off x="8334688" y="40995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69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xmlns:a="http://schemas.openxmlformats.org/drawingml/2006/main" noGrp="1"/>
          </p:cNvSpPr>
          <p:nvPr>
            <p:ph type="pic" idx="101" hasCustomPrompt="1"/>
          </p:nvPr>
        </p:nvSpPr>
        <p:spPr>
          <a:xfrm xmlns:a="http://schemas.openxmlformats.org/drawingml/2006/main">
            <a:off x="8330423" y="36798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</p:spTree>
  </p:cSld>
</p:sldLayout>
</file>

<file path=ppt/slideLayouts/slideLayout67.xml><?xml version="1.0" encoding="utf-8"?>
<p:sldLayout xmlns:p="http://schemas.openxmlformats.org/presentationml/2006/main" preserve="1" userDrawn="1">
  <p:cSld name="15_Texto 6 Colunas Logo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9151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8328973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4404673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xmlns:a="http://schemas.openxmlformats.org/drawingml/2006/main" noGrp="1"/>
          </p:cNvSpPr>
          <p:nvPr>
            <p:ph type="body" idx="85" hasCustomPrompt="1"/>
          </p:nvPr>
        </p:nvSpPr>
        <p:spPr>
          <a:xfrm xmlns:a="http://schemas.openxmlformats.org/drawingml/2006/main">
            <a:off x="470848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xmlns:a="http://schemas.openxmlformats.org/drawingml/2006/main" noGrp="1"/>
          </p:cNvSpPr>
          <p:nvPr>
            <p:ph type="body" idx="87" hasCustomPrompt="1"/>
          </p:nvPr>
        </p:nvSpPr>
        <p:spPr>
          <a:xfrm xmlns:a="http://schemas.openxmlformats.org/drawingml/2006/main">
            <a:off x="83289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xmlns:a="http://schemas.openxmlformats.org/drawingml/2006/main" noGrp="1"/>
          </p:cNvSpPr>
          <p:nvPr>
            <p:ph type="body" idx="89" hasCustomPrompt="1"/>
          </p:nvPr>
        </p:nvSpPr>
        <p:spPr>
          <a:xfrm xmlns:a="http://schemas.openxmlformats.org/drawingml/2006/main">
            <a:off x="44046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8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43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xmlns:a="http://schemas.openxmlformats.org/drawingml/2006/main" noGrp="1"/>
          </p:cNvSpPr>
          <p:nvPr>
            <p:ph type="pic" idx="91" hasCustomPrompt="1"/>
          </p:nvPr>
        </p:nvSpPr>
        <p:spPr>
          <a:xfrm xmlns:a="http://schemas.openxmlformats.org/drawingml/2006/main">
            <a:off x="466583" y="14954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xmlns:a="http://schemas.openxmlformats.org/drawingml/2006/main" noGrp="1"/>
          </p:cNvSpPr>
          <p:nvPr>
            <p:ph type="body" idx="92" hasCustomPrompt="1"/>
          </p:nvPr>
        </p:nvSpPr>
        <p:spPr>
          <a:xfrm xmlns:a="http://schemas.openxmlformats.org/drawingml/2006/main">
            <a:off x="4402768" y="19151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5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xmlns:a="http://schemas.openxmlformats.org/drawingml/2006/main" noGrp="1"/>
          </p:cNvSpPr>
          <p:nvPr>
            <p:ph type="pic" idx="93" hasCustomPrompt="1"/>
          </p:nvPr>
        </p:nvSpPr>
        <p:spPr>
          <a:xfrm xmlns:a="http://schemas.openxmlformats.org/drawingml/2006/main">
            <a:off x="4398503" y="14954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xmlns:a="http://schemas.openxmlformats.org/drawingml/2006/main" noGrp="1"/>
          </p:cNvSpPr>
          <p:nvPr>
            <p:ph type="body" idx="94" hasCustomPrompt="1"/>
          </p:nvPr>
        </p:nvSpPr>
        <p:spPr>
          <a:xfrm xmlns:a="http://schemas.openxmlformats.org/drawingml/2006/main">
            <a:off x="8334688" y="19151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7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xmlns:a="http://schemas.openxmlformats.org/drawingml/2006/main" noGrp="1"/>
          </p:cNvSpPr>
          <p:nvPr>
            <p:ph type="pic" idx="95" hasCustomPrompt="1"/>
          </p:nvPr>
        </p:nvSpPr>
        <p:spPr>
          <a:xfrm xmlns:a="http://schemas.openxmlformats.org/drawingml/2006/main">
            <a:off x="8330423" y="14954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xmlns:a="http://schemas.openxmlformats.org/drawingml/2006/main" noGrp="1"/>
          </p:cNvSpPr>
          <p:nvPr>
            <p:ph type="body" idx="96" hasCustomPrompt="1"/>
          </p:nvPr>
        </p:nvSpPr>
        <p:spPr>
          <a:xfrm xmlns:a="http://schemas.openxmlformats.org/drawingml/2006/main">
            <a:off x="470848" y="40995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65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xmlns:a="http://schemas.openxmlformats.org/drawingml/2006/main" noGrp="1"/>
          </p:cNvSpPr>
          <p:nvPr>
            <p:ph type="pic" idx="97" hasCustomPrompt="1"/>
          </p:nvPr>
        </p:nvSpPr>
        <p:spPr>
          <a:xfrm xmlns:a="http://schemas.openxmlformats.org/drawingml/2006/main">
            <a:off x="466583" y="36798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xmlns:a="http://schemas.openxmlformats.org/drawingml/2006/main" noGrp="1"/>
          </p:cNvSpPr>
          <p:nvPr>
            <p:ph type="body" idx="98" hasCustomPrompt="1"/>
          </p:nvPr>
        </p:nvSpPr>
        <p:spPr>
          <a:xfrm xmlns:a="http://schemas.openxmlformats.org/drawingml/2006/main">
            <a:off x="4402768" y="40995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67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xmlns:a="http://schemas.openxmlformats.org/drawingml/2006/main" noGrp="1"/>
          </p:cNvSpPr>
          <p:nvPr>
            <p:ph type="pic" idx="99" hasCustomPrompt="1"/>
          </p:nvPr>
        </p:nvSpPr>
        <p:spPr>
          <a:xfrm xmlns:a="http://schemas.openxmlformats.org/drawingml/2006/main">
            <a:off x="4398503" y="36798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xmlns:a="http://schemas.openxmlformats.org/drawingml/2006/main" noGrp="1"/>
          </p:cNvSpPr>
          <p:nvPr>
            <p:ph type="body" idx="100" hasCustomPrompt="1"/>
          </p:nvPr>
        </p:nvSpPr>
        <p:spPr>
          <a:xfrm xmlns:a="http://schemas.openxmlformats.org/drawingml/2006/main">
            <a:off x="8334688" y="40995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69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xmlns:a="http://schemas.openxmlformats.org/drawingml/2006/main" noGrp="1"/>
          </p:cNvSpPr>
          <p:nvPr>
            <p:ph type="pic" idx="101" hasCustomPrompt="1"/>
          </p:nvPr>
        </p:nvSpPr>
        <p:spPr>
          <a:xfrm xmlns:a="http://schemas.openxmlformats.org/drawingml/2006/main">
            <a:off x="8330423" y="36798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pic>
        <p:nvPicPr>
          <p:cNvPr id="95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ba289330b364672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8.xml><?xml version="1.0" encoding="utf-8"?>
<p:sldLayout xmlns:p="http://schemas.openxmlformats.org/presentationml/2006/main" preserve="1" userDrawn="1">
  <p:cSld name="15_Texto 6 Colunas Logo Diagonal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1">
            <a:extLst xmlns:a="http://schemas.openxmlformats.org/drawingml/2006/main">
              <a:ext uri="{FF2B5EF4-FFF2-40B4-BE49-F238E27FC236}">
                <a16:creationId xmlns:a16="http://schemas.microsoft.com/office/drawing/2014/main" id="{3D17DEE0-DD3A-584C-7FE3-F82296F3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331" y="3220553"/>
            <a:ext cx="2060259" cy="3637447"/>
          </a:xfrm>
          <a:custGeom xmlns:a="http://schemas.openxmlformats.org/drawingml/2006/main"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9151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8328973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4404673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xmlns:a="http://schemas.openxmlformats.org/drawingml/2006/main" noGrp="1"/>
          </p:cNvSpPr>
          <p:nvPr>
            <p:ph type="body" idx="85" hasCustomPrompt="1"/>
          </p:nvPr>
        </p:nvSpPr>
        <p:spPr>
          <a:xfrm xmlns:a="http://schemas.openxmlformats.org/drawingml/2006/main">
            <a:off x="470848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xmlns:a="http://schemas.openxmlformats.org/drawingml/2006/main" noGrp="1"/>
          </p:cNvSpPr>
          <p:nvPr>
            <p:ph type="body" idx="87" hasCustomPrompt="1"/>
          </p:nvPr>
        </p:nvSpPr>
        <p:spPr>
          <a:xfrm xmlns:a="http://schemas.openxmlformats.org/drawingml/2006/main">
            <a:off x="83289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xmlns:a="http://schemas.openxmlformats.org/drawingml/2006/main" noGrp="1"/>
          </p:cNvSpPr>
          <p:nvPr>
            <p:ph type="body" idx="89" hasCustomPrompt="1"/>
          </p:nvPr>
        </p:nvSpPr>
        <p:spPr>
          <a:xfrm xmlns:a="http://schemas.openxmlformats.org/drawingml/2006/main">
            <a:off x="44046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8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43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xmlns:a="http://schemas.openxmlformats.org/drawingml/2006/main" noGrp="1"/>
          </p:cNvSpPr>
          <p:nvPr>
            <p:ph type="pic" idx="91" hasCustomPrompt="1"/>
          </p:nvPr>
        </p:nvSpPr>
        <p:spPr>
          <a:xfrm xmlns:a="http://schemas.openxmlformats.org/drawingml/2006/main">
            <a:off x="466583" y="14954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xmlns:a="http://schemas.openxmlformats.org/drawingml/2006/main" noGrp="1"/>
          </p:cNvSpPr>
          <p:nvPr>
            <p:ph type="body" idx="92" hasCustomPrompt="1"/>
          </p:nvPr>
        </p:nvSpPr>
        <p:spPr>
          <a:xfrm xmlns:a="http://schemas.openxmlformats.org/drawingml/2006/main">
            <a:off x="4402768" y="19151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5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xmlns:a="http://schemas.openxmlformats.org/drawingml/2006/main" noGrp="1"/>
          </p:cNvSpPr>
          <p:nvPr>
            <p:ph type="pic" idx="93" hasCustomPrompt="1"/>
          </p:nvPr>
        </p:nvSpPr>
        <p:spPr>
          <a:xfrm xmlns:a="http://schemas.openxmlformats.org/drawingml/2006/main">
            <a:off x="4398503" y="14954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xmlns:a="http://schemas.openxmlformats.org/drawingml/2006/main" noGrp="1"/>
          </p:cNvSpPr>
          <p:nvPr>
            <p:ph type="body" idx="94" hasCustomPrompt="1"/>
          </p:nvPr>
        </p:nvSpPr>
        <p:spPr>
          <a:xfrm xmlns:a="http://schemas.openxmlformats.org/drawingml/2006/main">
            <a:off x="8334688" y="19151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7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xmlns:a="http://schemas.openxmlformats.org/drawingml/2006/main" noGrp="1"/>
          </p:cNvSpPr>
          <p:nvPr>
            <p:ph type="pic" idx="95" hasCustomPrompt="1"/>
          </p:nvPr>
        </p:nvSpPr>
        <p:spPr>
          <a:xfrm xmlns:a="http://schemas.openxmlformats.org/drawingml/2006/main">
            <a:off x="8330423" y="14954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xmlns:a="http://schemas.openxmlformats.org/drawingml/2006/main" noGrp="1"/>
          </p:cNvSpPr>
          <p:nvPr>
            <p:ph type="body" idx="96" hasCustomPrompt="1"/>
          </p:nvPr>
        </p:nvSpPr>
        <p:spPr>
          <a:xfrm xmlns:a="http://schemas.openxmlformats.org/drawingml/2006/main">
            <a:off x="470848" y="40995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65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xmlns:a="http://schemas.openxmlformats.org/drawingml/2006/main" noGrp="1"/>
          </p:cNvSpPr>
          <p:nvPr>
            <p:ph type="pic" idx="97" hasCustomPrompt="1"/>
          </p:nvPr>
        </p:nvSpPr>
        <p:spPr>
          <a:xfrm xmlns:a="http://schemas.openxmlformats.org/drawingml/2006/main">
            <a:off x="466583" y="36798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xmlns:a="http://schemas.openxmlformats.org/drawingml/2006/main" noGrp="1"/>
          </p:cNvSpPr>
          <p:nvPr>
            <p:ph type="body" idx="98" hasCustomPrompt="1"/>
          </p:nvPr>
        </p:nvSpPr>
        <p:spPr>
          <a:xfrm xmlns:a="http://schemas.openxmlformats.org/drawingml/2006/main">
            <a:off x="4402768" y="40995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67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xmlns:a="http://schemas.openxmlformats.org/drawingml/2006/main" noGrp="1"/>
          </p:cNvSpPr>
          <p:nvPr>
            <p:ph type="pic" idx="99" hasCustomPrompt="1"/>
          </p:nvPr>
        </p:nvSpPr>
        <p:spPr>
          <a:xfrm xmlns:a="http://schemas.openxmlformats.org/drawingml/2006/main">
            <a:off x="4398503" y="36798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xmlns:a="http://schemas.openxmlformats.org/drawingml/2006/main" noGrp="1"/>
          </p:cNvSpPr>
          <p:nvPr>
            <p:ph type="body" idx="100" hasCustomPrompt="1"/>
          </p:nvPr>
        </p:nvSpPr>
        <p:spPr>
          <a:xfrm xmlns:a="http://schemas.openxmlformats.org/drawingml/2006/main">
            <a:off x="8334688" y="40995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69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xmlns:a="http://schemas.openxmlformats.org/drawingml/2006/main" noGrp="1"/>
          </p:cNvSpPr>
          <p:nvPr>
            <p:ph type="pic" idx="101" hasCustomPrompt="1"/>
          </p:nvPr>
        </p:nvSpPr>
        <p:spPr>
          <a:xfrm xmlns:a="http://schemas.openxmlformats.org/drawingml/2006/main">
            <a:off x="8330423" y="36798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pic>
        <p:nvPicPr>
          <p:cNvPr id="96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ddbfb55d4442d4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9.xml><?xml version="1.0" encoding="utf-8"?>
<p:sldLayout xmlns:p="http://schemas.openxmlformats.org/presentationml/2006/main" preserve="1" userDrawn="1">
  <p:cSld name="16_Gráfico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013FE857-09EF-6320-AEC5-6F9618E95C1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56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2e5ec9c69d4ca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18BFB194-2672-16B7-ED2C-9B1C972E24D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4E0F91D7-7C08-A520-E598-9CDB27F1B5E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501200"/>
            <a:ext cx="3746966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650DD8A1-947F-8F07-93AB-A40EF04FDF98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160000"/>
            <a:ext cx="3746966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B04975F1-C05A-1F8D-7E3A-2F1589A4DD2D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858445" y="1501413"/>
            <a:ext cx="6863932" cy="1690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6ED13DD-6DF2-F50D-26A3-FD10F1499543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70848" y="3663951"/>
            <a:ext cx="3746966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D917ADE9-5F71-6C61-E67F-FBE028C2519C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70848" y="4322603"/>
            <a:ext cx="3746966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9" name="Chart Placeholder 56">
            <a:extLst xmlns:a="http://schemas.openxmlformats.org/drawingml/2006/main">
              <a:ext uri="{FF2B5EF4-FFF2-40B4-BE49-F238E27FC236}">
                <a16:creationId xmlns:a16="http://schemas.microsoft.com/office/drawing/2014/main" id="{3E906642-ECAC-F54B-5543-3825A12B4E2A}"/>
              </a:ext>
            </a:extLst>
          </p:cNvPr>
          <p:cNvSpPr>
            <a:spLocks xmlns:a="http://schemas.openxmlformats.org/drawingml/2006/main" noGrp="1"/>
          </p:cNvSpPr>
          <p:nvPr>
            <p:ph type="chart" idx="20" hasCustomPrompt="1"/>
          </p:nvPr>
        </p:nvSpPr>
        <p:spPr>
          <a:xfrm xmlns:a="http://schemas.openxmlformats.org/drawingml/2006/main">
            <a:off x="4858445" y="1803600"/>
            <a:ext cx="6864295" cy="378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Gráfico</a:t>
            </a:r>
          </a:p>
        </p:txBody>
      </p:sp>
      <p:sp>
        <p:nvSpPr>
          <p:cNvPr id="50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B340CD37-1B87-00B6-5E57-D55AAF853666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51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430CE6F3-F391-1382-61C7-7841BF993D4C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52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934D75B2-B160-3924-EE10-A7E18ABF932F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70.xml><?xml version="1.0" encoding="utf-8"?>
<p:sldLayout xmlns:p="http://schemas.openxmlformats.org/presentationml/2006/main" preserve="1" userDrawn="1">
  <p:cSld name="16_Gráfico Cinza Claro"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94365A6E-758D-3E5C-AD84-D5AE473704A4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57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96dbff1faf45c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6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C1003A35-16F0-6A43-5044-7EFBF15EF17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3E8C8209-B4A1-245C-93A5-B5A89253D37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501200"/>
            <a:ext cx="3746966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3EFDD814-6412-39CF-649F-8FD4B10EB2C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160000"/>
            <a:ext cx="3746966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3499164C-4D4D-FD1A-9E9D-39C859A007D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858445" y="1501413"/>
            <a:ext cx="6863932" cy="1690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3493471-2497-21B2-4B44-74EDA5E73176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70848" y="3663951"/>
            <a:ext cx="3746966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00B1622-ABAD-5280-3CB5-9A2AAA8F0034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70848" y="4322603"/>
            <a:ext cx="3746966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3" name="Chart Placeholder 56">
            <a:extLst xmlns:a="http://schemas.openxmlformats.org/drawingml/2006/main">
              <a:ext uri="{FF2B5EF4-FFF2-40B4-BE49-F238E27FC236}">
                <a16:creationId xmlns:a16="http://schemas.microsoft.com/office/drawing/2014/main" id="{E7DA3DAF-C417-F696-7A8D-DEC16EAB0A9A}"/>
              </a:ext>
            </a:extLst>
          </p:cNvPr>
          <p:cNvSpPr>
            <a:spLocks xmlns:a="http://schemas.openxmlformats.org/drawingml/2006/main" noGrp="1"/>
          </p:cNvSpPr>
          <p:nvPr>
            <p:ph type="chart" idx="20" hasCustomPrompt="1"/>
          </p:nvPr>
        </p:nvSpPr>
        <p:spPr>
          <a:xfrm xmlns:a="http://schemas.openxmlformats.org/drawingml/2006/main">
            <a:off x="4858445" y="1803600"/>
            <a:ext cx="6864295" cy="378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Gráfico</a:t>
            </a:r>
          </a:p>
        </p:txBody>
      </p:sp>
      <p:sp>
        <p:nvSpPr>
          <p:cNvPr id="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98514E3F-27C2-0D9D-01A1-49C5239E7516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6B6AE38-B925-98EC-AD44-D816BB0AAD17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2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BF3B4464-6F82-DB5C-FD37-590D937C33D5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71.xml><?xml version="1.0" encoding="utf-8"?>
<p:sldLayout xmlns:p="http://schemas.openxmlformats.org/presentationml/2006/main" preserve="1" userDrawn="1">
  <p:cSld name="16_Gráfico Marinh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61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bb6c84205e4a85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4EE2C453-AF4E-F9F5-C41A-640E476DA5A7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501200"/>
            <a:ext cx="3746966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3256DD08-D766-F104-5485-C876BA9369C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159999"/>
            <a:ext cx="3747600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35002E8C-C568-172D-3109-85A55236B293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864348" y="1501200"/>
            <a:ext cx="3746966" cy="1690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rgbClr val="99AAB6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384326CA-7B90-4056-3C9C-24A905DEC866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70848" y="3689792"/>
            <a:ext cx="3746966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137C798-7CCC-8C7D-D495-0AEC858F970A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70848" y="4348443"/>
            <a:ext cx="3746966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7" name="Chart Placeholder 56">
            <a:extLst xmlns:a="http://schemas.openxmlformats.org/drawingml/2006/main">
              <a:ext uri="{FF2B5EF4-FFF2-40B4-BE49-F238E27FC236}">
                <a16:creationId xmlns:a16="http://schemas.microsoft.com/office/drawing/2014/main" id="{3F429A4A-06DC-1E3A-5A65-0C3997FDCCCA}"/>
              </a:ext>
            </a:extLst>
          </p:cNvPr>
          <p:cNvSpPr>
            <a:spLocks xmlns:a="http://schemas.openxmlformats.org/drawingml/2006/main" noGrp="1"/>
          </p:cNvSpPr>
          <p:nvPr>
            <p:ph type="chart" idx="20" hasCustomPrompt="1"/>
          </p:nvPr>
        </p:nvSpPr>
        <p:spPr>
          <a:xfrm xmlns:a="http://schemas.openxmlformats.org/drawingml/2006/main">
            <a:off x="4858445" y="1803600"/>
            <a:ext cx="6864295" cy="37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Gráfico</a:t>
            </a:r>
          </a:p>
        </p:txBody>
      </p:sp>
      <p:pic>
        <p:nvPicPr>
          <p:cNvPr id="70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bb6c84205e4a85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5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55BCCC9F-12BA-1AC7-F575-E03E54A2B7E7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6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8F4643BE-BB97-4DB6-085A-60C5E725A284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7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9D2B60D9-BF99-DCF4-16A1-2B2DB3AEA6D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72.xml><?xml version="1.0" encoding="utf-8"?>
<p:sldLayout xmlns:p="http://schemas.openxmlformats.org/presentationml/2006/main" preserve="1" userDrawn="1">
  <p:cSld name="17_Diagonal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8794750" cy="6857999"/>
          </a:xfrm>
          <a:custGeom xmlns:a="http://schemas.openxmlformats.org/drawingml/2006/main"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43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5f70353727462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05A2F3D-49CE-59CA-4C58-2FADDF1CF93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70848" y="1501200"/>
            <a:ext cx="3746966" cy="678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89E06BC-E95B-3DFB-697A-A20F60BE8489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2503813"/>
            <a:ext cx="3746966" cy="1332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9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38C5B79B-2514-1079-AB26-5F47208D6C4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40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05FA630A-4466-4C77-2218-F4FB71365BAC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4CADDA99-3244-BCC6-A70A-F9C2FB148A4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4" y="165544"/>
            <a:ext cx="10117976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184F7633-8106-02A1-DF08-4669C15AE428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1" y="824400"/>
            <a:ext cx="11255513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2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46FB589A-7554-89A4-B2FB-2D9E46481784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73.xml><?xml version="1.0" encoding="utf-8"?>
<p:sldLayout xmlns:p="http://schemas.openxmlformats.org/presentationml/2006/main" preserve="1" userDrawn="1">
  <p:cSld name="17_Diagonal Azu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8794750" cy="6857999"/>
          </a:xfrm>
          <a:custGeom xmlns:a="http://schemas.openxmlformats.org/drawingml/2006/main"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43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5c3923bc7484f1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5C2B49C8-5587-3CB9-BD73-530C192F484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71600" y="1501200"/>
            <a:ext cx="3746966" cy="678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CCD5DB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F406C78-B1F5-AB03-82A5-7DF8C0747FB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2505600"/>
            <a:ext cx="3746966" cy="1332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9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6F14D0AD-9C0F-D98D-BCB7-363101D50CD3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F8A4A206-C721-0C4B-953D-3F1BCB6B186F}" type="slidenum">
              <a:t>‹nº›</a:t>
            </a:fld>
            <a:endParaRPr/>
          </a:p>
        </p:txBody>
      </p:sp>
      <p:sp>
        <p:nvSpPr>
          <p:cNvPr id="40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C0D0EDD7-6D67-670B-9270-19E08DE70C0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2013F624-E35B-F58C-648D-C3A004B7084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2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2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19EEA635-C715-2C9F-7862-EE40366C91F2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6180"/>
            <a:ext cx="11255653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3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5A64E133-61F8-AFC9-4C48-ABDBEE214EEF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3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74.xml><?xml version="1.0" encoding="utf-8"?>
<p:sldLayout xmlns:p="http://schemas.openxmlformats.org/presentationml/2006/main" preserve="1" userDrawn="1">
  <p:cSld name="17_Diagonal Marinh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8794750" cy="6857999"/>
          </a:xfrm>
          <a:custGeom xmlns:a="http://schemas.openxmlformats.org/drawingml/2006/main"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43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75d1facc39e420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BF4007C-AEF5-1786-9FF8-F60CDACA0F3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70848" y="1501200"/>
            <a:ext cx="3746966" cy="678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7EA1C3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33B8C4F1-E7F7-1D6D-955B-75C67D6C5FE0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2505600"/>
            <a:ext cx="3746966" cy="1332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9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953A4B2F-B127-7B18-CE54-EC01AF7BF453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A365680-547C-C246-87C0-E4B630AEC8F9}" type="slidenum">
              <a:t>‹nº›</a:t>
            </a:fld>
            <a:endParaRPr/>
          </a:p>
        </p:txBody>
      </p:sp>
      <p:sp>
        <p:nvSpPr>
          <p:cNvPr id="40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EB28C7E4-8F9A-2C71-9E1F-4208A79CBEE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B6408949-5F76-4553-CBE0-95BB98206B47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7EA1C3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BC3ED72-423E-D7C5-D057-74AB3C389434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6180"/>
            <a:ext cx="11255653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7EA1C3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2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1711466F-E196-2186-7321-D3E46A5E611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3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75.xml><?xml version="1.0" encoding="utf-8"?>
<p:sldLayout xmlns:p="http://schemas.openxmlformats.org/presentationml/2006/main" preserve="1" userDrawn="1">
  <p:cSld name="17_Diagonal Marinho Escur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8794750" cy="6857999"/>
          </a:xfrm>
          <a:custGeom xmlns:a="http://schemas.openxmlformats.org/drawingml/2006/main"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44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8fd1504d34d479e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BA14547C-7285-CF58-B9B3-541BB365517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70848" y="1501200"/>
            <a:ext cx="3746966" cy="678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190CD48-43C1-3122-5EB1-AF7BF515572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2505600"/>
            <a:ext cx="3746966" cy="1332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0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53326B84-0BDE-C405-8470-D2F50864E2F7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2800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11C8FB31-E72F-324A-BCFE-AD2FBF56E2D4}" type="slidenum">
              <a:t>‹nº›</a:t>
            </a:fld>
            <a:endParaRPr/>
          </a:p>
        </p:txBody>
      </p:sp>
      <p:sp>
        <p:nvSpPr>
          <p:cNvPr id="41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58627F7B-32F7-BB81-CFBD-7C75ACADDC0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5BB4EE01-B1A3-8500-2FD4-449DAED000B9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D76D4820-2CC0-20DE-3F85-5CE1CEBFE4A1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6180"/>
            <a:ext cx="11255653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3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D17A222D-7D6C-D1FE-68BE-3CF57172C3EF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3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76.xml><?xml version="1.0" encoding="utf-8"?>
<p:sldLayout xmlns:p="http://schemas.openxmlformats.org/presentationml/2006/main" preserve="1" userDrawn="1">
  <p:cSld name="18_Tópicos Claro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EBEE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66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425f0060314007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6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DC81AC0E-91AA-952E-7C9E-E2CBE3CAC36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096795" y="1501326"/>
            <a:ext cx="5628480" cy="2324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27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4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3F106DBA-B124-0745-F737-8DC1607232EC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6794" y="1832991"/>
            <a:ext cx="5628480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Texto em até duas linhas</a:t>
            </a:r>
          </a:p>
        </p:txBody>
      </p:sp>
      <p:sp>
        <p:nvSpPr>
          <p:cNvPr id="56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AE1E27FE-5E43-A102-18AC-BAE6B2BE3B88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6096795" y="2417043"/>
            <a:ext cx="5628480" cy="2324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27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2</a:t>
            </a:r>
          </a:p>
        </p:txBody>
      </p:sp>
      <p:sp>
        <p:nvSpPr>
          <p:cNvPr id="5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649450C-40F3-A7B7-A8B9-EF471A5B9C7A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6096794" y="2748708"/>
            <a:ext cx="5628480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Texto em até duas linhas</a:t>
            </a:r>
          </a:p>
        </p:txBody>
      </p:sp>
      <p:sp>
        <p:nvSpPr>
          <p:cNvPr id="58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D09B29FF-05BD-62F5-43A6-1CC87DE56D12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6096795" y="3332762"/>
            <a:ext cx="5628480" cy="2324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27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3</a:t>
            </a:r>
          </a:p>
        </p:txBody>
      </p:sp>
      <p:sp>
        <p:nvSpPr>
          <p:cNvPr id="5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366530F-BACF-55EB-C870-FCC36EF8EBC4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6096794" y="3664427"/>
            <a:ext cx="5628480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Texto em até duas linhas</a:t>
            </a:r>
          </a:p>
        </p:txBody>
      </p:sp>
      <p:sp>
        <p:nvSpPr>
          <p:cNvPr id="60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020E0BFE-1B3F-408E-0092-B3107A846802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6096795" y="4248480"/>
            <a:ext cx="5628480" cy="2324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27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4</a:t>
            </a:r>
          </a:p>
        </p:txBody>
      </p:sp>
      <p:sp>
        <p:nvSpPr>
          <p:cNvPr id="6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3698253-A54A-19D1-D9A8-9F6EAB4B92F4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6096794" y="4580145"/>
            <a:ext cx="5628480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Texto em até duas linhas</a:t>
            </a:r>
          </a:p>
        </p:txBody>
      </p:sp>
      <p:sp>
        <p:nvSpPr>
          <p:cNvPr id="62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D229E26A-7AAF-7570-A182-08B378594DA0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6096795" y="5164197"/>
            <a:ext cx="5628480" cy="2324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27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5</a:t>
            </a:r>
          </a:p>
        </p:txBody>
      </p:sp>
      <p:sp>
        <p:nvSpPr>
          <p:cNvPr id="6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B6E03FA-60ED-560C-4230-2BE16C0C4217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6096794" y="5495862"/>
            <a:ext cx="5628480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Texto em até duas linhas</a:t>
            </a:r>
          </a:p>
        </p:txBody>
      </p:sp>
      <p:sp>
        <p:nvSpPr>
          <p:cNvPr id="3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C17220A-996D-8F8D-EA53-9806B5C84C30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468696" y="1501200"/>
            <a:ext cx="4159754" cy="42027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B0CEBACC-0FD0-5E17-4051-237EDDDDEF6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2800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40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1721ACD8-FC97-EAAF-AA42-15B44958F46F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DE2943D8-8ED2-C174-FD20-59469DFB9644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20538954-5FDD-BD29-0A7E-E98AE931A820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618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45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16235A52-F85A-5A37-604C-B1F80A0605EA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tx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77.xml><?xml version="1.0" encoding="utf-8"?>
<p:sldLayout xmlns:p="http://schemas.openxmlformats.org/presentationml/2006/main" preserve="1" userDrawn="1">
  <p:cSld name="18_Tópicos Escur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66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521d0d266d4a17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6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DC81AC0E-91AA-952E-7C9E-E2CBE3CAC36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096795" y="1501326"/>
            <a:ext cx="5628480" cy="2324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27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4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3F106DBA-B124-0745-F737-8DC1607232EC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6794" y="1832991"/>
            <a:ext cx="5628480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Texto em até duas linhas</a:t>
            </a:r>
          </a:p>
        </p:txBody>
      </p:sp>
      <p:sp>
        <p:nvSpPr>
          <p:cNvPr id="56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AE1E27FE-5E43-A102-18AC-BAE6B2BE3B88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6096795" y="2417043"/>
            <a:ext cx="5628480" cy="2324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27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2</a:t>
            </a:r>
          </a:p>
        </p:txBody>
      </p:sp>
      <p:sp>
        <p:nvSpPr>
          <p:cNvPr id="5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649450C-40F3-A7B7-A8B9-EF471A5B9C7A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6096794" y="2748708"/>
            <a:ext cx="5628480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Texto em até duas linhas</a:t>
            </a:r>
          </a:p>
        </p:txBody>
      </p:sp>
      <p:sp>
        <p:nvSpPr>
          <p:cNvPr id="58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D09B29FF-05BD-62F5-43A6-1CC87DE56D12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6096795" y="3332762"/>
            <a:ext cx="5628480" cy="2324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27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3</a:t>
            </a:r>
          </a:p>
        </p:txBody>
      </p:sp>
      <p:sp>
        <p:nvSpPr>
          <p:cNvPr id="5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366530F-BACF-55EB-C870-FCC36EF8EBC4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6096794" y="3664427"/>
            <a:ext cx="5628480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Texto em até duas linhas</a:t>
            </a:r>
          </a:p>
        </p:txBody>
      </p:sp>
      <p:sp>
        <p:nvSpPr>
          <p:cNvPr id="60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020E0BFE-1B3F-408E-0092-B3107A846802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6096795" y="4248480"/>
            <a:ext cx="5628480" cy="2324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27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4</a:t>
            </a:r>
          </a:p>
        </p:txBody>
      </p:sp>
      <p:sp>
        <p:nvSpPr>
          <p:cNvPr id="6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3698253-A54A-19D1-D9A8-9F6EAB4B92F4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6096794" y="4580145"/>
            <a:ext cx="5628480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Texto em até duas linhas</a:t>
            </a:r>
          </a:p>
        </p:txBody>
      </p:sp>
      <p:sp>
        <p:nvSpPr>
          <p:cNvPr id="62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D229E26A-7AAF-7570-A182-08B378594DA0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6096795" y="5164197"/>
            <a:ext cx="5628480" cy="2324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27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5</a:t>
            </a:r>
          </a:p>
        </p:txBody>
      </p:sp>
      <p:sp>
        <p:nvSpPr>
          <p:cNvPr id="6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B6E03FA-60ED-560C-4230-2BE16C0C4217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6096794" y="5495862"/>
            <a:ext cx="5628480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Texto em até duas linhas</a:t>
            </a:r>
          </a:p>
        </p:txBody>
      </p:sp>
      <p:sp>
        <p:nvSpPr>
          <p:cNvPr id="3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C17220A-996D-8F8D-EA53-9806B5C84C30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468696" y="1501200"/>
            <a:ext cx="4159754" cy="42027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B0CEBACC-0FD0-5E17-4051-237EDDDDEF6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2800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40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1721ACD8-FC97-EAAF-AA42-15B44958F46F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DE2943D8-8ED2-C174-FD20-59469DFB9644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20538954-5FDD-BD29-0A7E-E98AE931A820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618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45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16235A52-F85A-5A37-604C-B1F80A0605EA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78.xml><?xml version="1.0" encoding="utf-8"?>
<p:sldLayout xmlns:p="http://schemas.openxmlformats.org/presentationml/2006/main" preserve="1" userDrawn="1">
  <p:cSld name="19_Equipe 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Freeform 31">
            <a:extLst xmlns:a="http://schemas.openxmlformats.org/drawingml/2006/main"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60479" cy="6857999"/>
          </a:xfrm>
          <a:custGeom xmlns:a="http://schemas.openxmlformats.org/drawingml/2006/main"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00" b="0" i="0"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173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e1831d8dd9408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6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1FBCC3E6-F254-1271-02D3-8E7D096D63A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6724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47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2AEEF9D3-747E-0AF9-2735-B1FB0BD19EEF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6724" y="3338607"/>
            <a:ext cx="1638975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48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E88700D0-AF50-0AE3-4914-55445C2AD7D1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6724" y="3672236"/>
            <a:ext cx="1638975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9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72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D0D91D7B-D576-E0CF-A653-226D2E778015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2390639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73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59FC3F61-7FB1-3688-D59D-E451A69A2E26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2386635" y="3338607"/>
            <a:ext cx="1638975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74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642A086A-A6CE-4854-A9C9-6ACC4B9C4FBD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2386635" y="3672236"/>
            <a:ext cx="1638975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9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76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D86A93A7-01C6-7729-2E05-E679D1E9E7EE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314554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77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C7BC30AB-E71A-4818-D6E8-D4E2682D2E1B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310751" y="3338607"/>
            <a:ext cx="1638975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78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FF0BF134-3C85-87DB-C197-C0CA5CEAA2FF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4307725" y="3672236"/>
            <a:ext cx="1638975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9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79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46188C8A-C985-78A6-66D4-3832C406C4DB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4303937" y="1494951"/>
            <a:ext cx="1078201" cy="107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7150">
            <a:solidFill>
              <a:schemeClr val="accent4"/>
            </a:solidFill>
          </a:ln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800">
                <a:solidFill>
                  <a:schemeClr val="bg1"/>
                </a:solidFill>
              </a:defRPr>
            </a:lvl2pPr>
            <a:lvl3pPr>
              <a:buNone/>
              <a:defRPr sz="1800">
                <a:solidFill>
                  <a:schemeClr val="bg1"/>
                </a:solidFill>
              </a:defRPr>
            </a:lvl3pPr>
            <a:lvl4pPr>
              <a:buNone/>
              <a:defRPr sz="1800">
                <a:solidFill>
                  <a:schemeClr val="bg1"/>
                </a:solidFill>
              </a:defRPr>
            </a:lvl4pPr>
            <a:lvl5pPr>
              <a:buNone/>
              <a:defRPr sz="18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80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D006269E-75A3-226C-ADE1-F41E4096FA5B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6238469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81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EB96BB0D-8BE0-E46F-DA58-EE988F233AAF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6237930" y="3331874"/>
            <a:ext cx="1638975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82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9C641DBF-75C7-1771-2CF8-BC6EAACD3332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6235722" y="3672236"/>
            <a:ext cx="1638975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9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84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670AF307-9708-4A42-06DC-03BE2A566D1C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8162384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85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A2A07650-485F-4781-9344-524656466234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8158303" y="3338607"/>
            <a:ext cx="1638975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86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B84D5F0D-8CD2-4364-2E92-0B2BE5EEC471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8155902" y="3672236"/>
            <a:ext cx="1638975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9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88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46C78987-82E3-C545-6C09-F2DB1E9C1D0D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086300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89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69844F0D-82D9-2C9A-2CD8-9261D84BBFFF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086300" y="3338607"/>
            <a:ext cx="1638975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90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71A075F2-D7D5-5B33-37BD-E63A40C84D43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086300" y="3672236"/>
            <a:ext cx="1638975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9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117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EFC886AE-3FFF-D88F-6F1F-75E4441DC429}"/>
              </a:ext>
            </a:extLst>
          </p:cNvPr>
          <p:cNvSpPr>
            <a:spLocks xmlns:a="http://schemas.openxmlformats.org/drawingml/2006/main" noGrp="1"/>
          </p:cNvSpPr>
          <p:nvPr>
            <p:ph type="pic" idx="37" hasCustomPrompt="1"/>
          </p:nvPr>
        </p:nvSpPr>
        <p:spPr>
          <a:xfrm xmlns:a="http://schemas.openxmlformats.org/drawingml/2006/main">
            <a:off x="466725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1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4464FD34-1C93-7040-81B4-713987BC8EB6}"/>
              </a:ext>
            </a:extLst>
          </p:cNvPr>
          <p:cNvSpPr>
            <a:spLocks xmlns:a="http://schemas.openxmlformats.org/drawingml/2006/main" noGrp="1"/>
          </p:cNvSpPr>
          <p:nvPr>
            <p:ph type="pic" idx="38" hasCustomPrompt="1"/>
          </p:nvPr>
        </p:nvSpPr>
        <p:spPr>
          <a:xfrm xmlns:a="http://schemas.openxmlformats.org/drawingml/2006/main">
            <a:off x="1313112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19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051F496B-741B-E770-D8E1-89B776F3C1D5}"/>
              </a:ext>
            </a:extLst>
          </p:cNvPr>
          <p:cNvSpPr>
            <a:spLocks xmlns:a="http://schemas.openxmlformats.org/drawingml/2006/main" noGrp="1"/>
          </p:cNvSpPr>
          <p:nvPr>
            <p:ph type="pic" idx="39" hasCustomPrompt="1"/>
          </p:nvPr>
        </p:nvSpPr>
        <p:spPr>
          <a:xfrm xmlns:a="http://schemas.openxmlformats.org/drawingml/2006/main">
            <a:off x="466725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20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C4BF5B86-BF55-9B71-F9DD-19479EAA430F}"/>
              </a:ext>
            </a:extLst>
          </p:cNvPr>
          <p:cNvSpPr>
            <a:spLocks xmlns:a="http://schemas.openxmlformats.org/drawingml/2006/main" noGrp="1"/>
          </p:cNvSpPr>
          <p:nvPr>
            <p:ph type="pic" idx="40" hasCustomPrompt="1"/>
          </p:nvPr>
        </p:nvSpPr>
        <p:spPr>
          <a:xfrm xmlns:a="http://schemas.openxmlformats.org/drawingml/2006/main">
            <a:off x="1313112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51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086B2653-5939-A196-AD7B-E9BA87AE1684}"/>
              </a:ext>
            </a:extLst>
          </p:cNvPr>
          <p:cNvSpPr>
            <a:spLocks xmlns:a="http://schemas.openxmlformats.org/drawingml/2006/main" noGrp="1"/>
          </p:cNvSpPr>
          <p:nvPr>
            <p:ph type="pic" idx="61" hasCustomPrompt="1"/>
          </p:nvPr>
        </p:nvSpPr>
        <p:spPr>
          <a:xfrm xmlns:a="http://schemas.openxmlformats.org/drawingml/2006/main">
            <a:off x="2393495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52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95ED886E-C68F-3627-210E-CA7ACFF64733}"/>
              </a:ext>
            </a:extLst>
          </p:cNvPr>
          <p:cNvSpPr>
            <a:spLocks xmlns:a="http://schemas.openxmlformats.org/drawingml/2006/main" noGrp="1"/>
          </p:cNvSpPr>
          <p:nvPr>
            <p:ph type="pic" idx="62" hasCustomPrompt="1"/>
          </p:nvPr>
        </p:nvSpPr>
        <p:spPr>
          <a:xfrm xmlns:a="http://schemas.openxmlformats.org/drawingml/2006/main">
            <a:off x="3239882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53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02C89B8C-F038-BD43-275B-6A310132C32F}"/>
              </a:ext>
            </a:extLst>
          </p:cNvPr>
          <p:cNvSpPr>
            <a:spLocks xmlns:a="http://schemas.openxmlformats.org/drawingml/2006/main" noGrp="1"/>
          </p:cNvSpPr>
          <p:nvPr>
            <p:ph type="pic" idx="63" hasCustomPrompt="1"/>
          </p:nvPr>
        </p:nvSpPr>
        <p:spPr>
          <a:xfrm xmlns:a="http://schemas.openxmlformats.org/drawingml/2006/main">
            <a:off x="2393495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54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3ACA967E-2F7F-BC02-BC67-2E97C5B09DFD}"/>
              </a:ext>
            </a:extLst>
          </p:cNvPr>
          <p:cNvSpPr>
            <a:spLocks xmlns:a="http://schemas.openxmlformats.org/drawingml/2006/main" noGrp="1"/>
          </p:cNvSpPr>
          <p:nvPr>
            <p:ph type="pic" idx="64" hasCustomPrompt="1"/>
          </p:nvPr>
        </p:nvSpPr>
        <p:spPr>
          <a:xfrm xmlns:a="http://schemas.openxmlformats.org/drawingml/2006/main">
            <a:off x="3239882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55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6795F334-AEA2-E9D9-1F73-CB69AA374A01}"/>
              </a:ext>
            </a:extLst>
          </p:cNvPr>
          <p:cNvSpPr>
            <a:spLocks xmlns:a="http://schemas.openxmlformats.org/drawingml/2006/main" noGrp="1"/>
          </p:cNvSpPr>
          <p:nvPr>
            <p:ph type="pic" idx="65" hasCustomPrompt="1"/>
          </p:nvPr>
        </p:nvSpPr>
        <p:spPr>
          <a:xfrm xmlns:a="http://schemas.openxmlformats.org/drawingml/2006/main">
            <a:off x="4305422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56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5B7C59A9-1F7E-7F84-2656-1CBFEF340FAD}"/>
              </a:ext>
            </a:extLst>
          </p:cNvPr>
          <p:cNvSpPr>
            <a:spLocks xmlns:a="http://schemas.openxmlformats.org/drawingml/2006/main" noGrp="1"/>
          </p:cNvSpPr>
          <p:nvPr>
            <p:ph type="pic" idx="66" hasCustomPrompt="1"/>
          </p:nvPr>
        </p:nvSpPr>
        <p:spPr>
          <a:xfrm xmlns:a="http://schemas.openxmlformats.org/drawingml/2006/main">
            <a:off x="5151809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57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BF351E6D-0A32-FE10-87B8-B5CA7368FCD9}"/>
              </a:ext>
            </a:extLst>
          </p:cNvPr>
          <p:cNvSpPr>
            <a:spLocks xmlns:a="http://schemas.openxmlformats.org/drawingml/2006/main" noGrp="1"/>
          </p:cNvSpPr>
          <p:nvPr>
            <p:ph type="pic" idx="67" hasCustomPrompt="1"/>
          </p:nvPr>
        </p:nvSpPr>
        <p:spPr>
          <a:xfrm xmlns:a="http://schemas.openxmlformats.org/drawingml/2006/main">
            <a:off x="4305422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5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EA0ED369-4028-2215-2505-FA6C595573B0}"/>
              </a:ext>
            </a:extLst>
          </p:cNvPr>
          <p:cNvSpPr>
            <a:spLocks xmlns:a="http://schemas.openxmlformats.org/drawingml/2006/main" noGrp="1"/>
          </p:cNvSpPr>
          <p:nvPr>
            <p:ph type="pic" idx="68" hasCustomPrompt="1"/>
          </p:nvPr>
        </p:nvSpPr>
        <p:spPr>
          <a:xfrm xmlns:a="http://schemas.openxmlformats.org/drawingml/2006/main">
            <a:off x="5151809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59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B7BD2977-9780-B538-E033-8FC9EC830434}"/>
              </a:ext>
            </a:extLst>
          </p:cNvPr>
          <p:cNvSpPr>
            <a:spLocks xmlns:a="http://schemas.openxmlformats.org/drawingml/2006/main" noGrp="1"/>
          </p:cNvSpPr>
          <p:nvPr>
            <p:ph type="pic" idx="69" hasCustomPrompt="1"/>
          </p:nvPr>
        </p:nvSpPr>
        <p:spPr>
          <a:xfrm xmlns:a="http://schemas.openxmlformats.org/drawingml/2006/main">
            <a:off x="6238730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60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9950FEFA-7BB0-4CC2-C294-BE01645205CC}"/>
              </a:ext>
            </a:extLst>
          </p:cNvPr>
          <p:cNvSpPr>
            <a:spLocks xmlns:a="http://schemas.openxmlformats.org/drawingml/2006/main" noGrp="1"/>
          </p:cNvSpPr>
          <p:nvPr>
            <p:ph type="pic" idx="70" hasCustomPrompt="1"/>
          </p:nvPr>
        </p:nvSpPr>
        <p:spPr>
          <a:xfrm xmlns:a="http://schemas.openxmlformats.org/drawingml/2006/main">
            <a:off x="7085117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61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01C554D2-147A-0A03-9778-037D4B31307C}"/>
              </a:ext>
            </a:extLst>
          </p:cNvPr>
          <p:cNvSpPr>
            <a:spLocks xmlns:a="http://schemas.openxmlformats.org/drawingml/2006/main" noGrp="1"/>
          </p:cNvSpPr>
          <p:nvPr>
            <p:ph type="pic" idx="71" hasCustomPrompt="1"/>
          </p:nvPr>
        </p:nvSpPr>
        <p:spPr>
          <a:xfrm xmlns:a="http://schemas.openxmlformats.org/drawingml/2006/main">
            <a:off x="6238730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62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3796D47D-50C7-A02C-0E05-5B609B6026ED}"/>
              </a:ext>
            </a:extLst>
          </p:cNvPr>
          <p:cNvSpPr>
            <a:spLocks xmlns:a="http://schemas.openxmlformats.org/drawingml/2006/main" noGrp="1"/>
          </p:cNvSpPr>
          <p:nvPr>
            <p:ph type="pic" idx="72" hasCustomPrompt="1"/>
          </p:nvPr>
        </p:nvSpPr>
        <p:spPr>
          <a:xfrm xmlns:a="http://schemas.openxmlformats.org/drawingml/2006/main">
            <a:off x="7085117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63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FB8CC0EB-F747-1AC5-4A63-20852F73AACC}"/>
              </a:ext>
            </a:extLst>
          </p:cNvPr>
          <p:cNvSpPr>
            <a:spLocks xmlns:a="http://schemas.openxmlformats.org/drawingml/2006/main" noGrp="1"/>
          </p:cNvSpPr>
          <p:nvPr>
            <p:ph type="pic" idx="73" hasCustomPrompt="1"/>
          </p:nvPr>
        </p:nvSpPr>
        <p:spPr>
          <a:xfrm xmlns:a="http://schemas.openxmlformats.org/drawingml/2006/main">
            <a:off x="8150657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64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13316271-9073-FA34-D257-81CFACC2F9A9}"/>
              </a:ext>
            </a:extLst>
          </p:cNvPr>
          <p:cNvSpPr>
            <a:spLocks xmlns:a="http://schemas.openxmlformats.org/drawingml/2006/main" noGrp="1"/>
          </p:cNvSpPr>
          <p:nvPr>
            <p:ph type="pic" idx="74" hasCustomPrompt="1"/>
          </p:nvPr>
        </p:nvSpPr>
        <p:spPr>
          <a:xfrm xmlns:a="http://schemas.openxmlformats.org/drawingml/2006/main">
            <a:off x="8997044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65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2D081C9F-FFDB-5E72-CDC1-08FD1EAA9CEF}"/>
              </a:ext>
            </a:extLst>
          </p:cNvPr>
          <p:cNvSpPr>
            <a:spLocks xmlns:a="http://schemas.openxmlformats.org/drawingml/2006/main" noGrp="1"/>
          </p:cNvSpPr>
          <p:nvPr>
            <p:ph type="pic" idx="75" hasCustomPrompt="1"/>
          </p:nvPr>
        </p:nvSpPr>
        <p:spPr>
          <a:xfrm xmlns:a="http://schemas.openxmlformats.org/drawingml/2006/main">
            <a:off x="8150657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66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FCD0971A-AD15-24CB-AADC-A5A5CD3D3080}"/>
              </a:ext>
            </a:extLst>
          </p:cNvPr>
          <p:cNvSpPr>
            <a:spLocks xmlns:a="http://schemas.openxmlformats.org/drawingml/2006/main" noGrp="1"/>
          </p:cNvSpPr>
          <p:nvPr>
            <p:ph type="pic" idx="76" hasCustomPrompt="1"/>
          </p:nvPr>
        </p:nvSpPr>
        <p:spPr>
          <a:xfrm xmlns:a="http://schemas.openxmlformats.org/drawingml/2006/main">
            <a:off x="8997044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67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1EDAEA0A-1F9E-0266-BFBB-C120CB2AF84F}"/>
              </a:ext>
            </a:extLst>
          </p:cNvPr>
          <p:cNvSpPr>
            <a:spLocks xmlns:a="http://schemas.openxmlformats.org/drawingml/2006/main" noGrp="1"/>
          </p:cNvSpPr>
          <p:nvPr>
            <p:ph type="pic" idx="77" hasCustomPrompt="1"/>
          </p:nvPr>
        </p:nvSpPr>
        <p:spPr>
          <a:xfrm xmlns:a="http://schemas.openxmlformats.org/drawingml/2006/main">
            <a:off x="10083366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6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2F5FA254-F578-81A3-41F5-C3A4188C9153}"/>
              </a:ext>
            </a:extLst>
          </p:cNvPr>
          <p:cNvSpPr>
            <a:spLocks xmlns:a="http://schemas.openxmlformats.org/drawingml/2006/main" noGrp="1"/>
          </p:cNvSpPr>
          <p:nvPr>
            <p:ph type="pic" idx="78" hasCustomPrompt="1"/>
          </p:nvPr>
        </p:nvSpPr>
        <p:spPr>
          <a:xfrm xmlns:a="http://schemas.openxmlformats.org/drawingml/2006/main">
            <a:off x="10929753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69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02ADE5EA-819B-4009-A707-05360E76DE58}"/>
              </a:ext>
            </a:extLst>
          </p:cNvPr>
          <p:cNvSpPr>
            <a:spLocks xmlns:a="http://schemas.openxmlformats.org/drawingml/2006/main" noGrp="1"/>
          </p:cNvSpPr>
          <p:nvPr>
            <p:ph type="pic" idx="79" hasCustomPrompt="1"/>
          </p:nvPr>
        </p:nvSpPr>
        <p:spPr>
          <a:xfrm xmlns:a="http://schemas.openxmlformats.org/drawingml/2006/main">
            <a:off x="10083366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70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C4EA6999-AB5E-2535-979C-4547E9F93104}"/>
              </a:ext>
            </a:extLst>
          </p:cNvPr>
          <p:cNvSpPr>
            <a:spLocks xmlns:a="http://schemas.openxmlformats.org/drawingml/2006/main" noGrp="1"/>
          </p:cNvSpPr>
          <p:nvPr>
            <p:ph type="pic" idx="80" hasCustomPrompt="1"/>
          </p:nvPr>
        </p:nvSpPr>
        <p:spPr>
          <a:xfrm xmlns:a="http://schemas.openxmlformats.org/drawingml/2006/main">
            <a:off x="10929753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3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CE98C3B-F2FD-4710-D7AF-EC1A816EBB49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35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41490688-2F65-8813-6E96-E782F8AB17E5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0997925-6C1B-75CB-9C47-5312C73D4159}"/>
              </a:ext>
            </a:extLst>
          </p:cNvPr>
          <p:cNvSpPr>
            <a:spLocks xmlns:a="http://schemas.openxmlformats.org/drawingml/2006/main" noGrp="1"/>
          </p:cNvSpPr>
          <p:nvPr>
            <p:ph type="pic" idx="82" hasCustomPrompt="1"/>
          </p:nvPr>
        </p:nvSpPr>
        <p:spPr>
          <a:xfrm xmlns:a="http://schemas.openxmlformats.org/drawingml/2006/main">
            <a:off x="4303937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3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B2A9D99-7A40-D467-4341-077D5AC15500}"/>
              </a:ext>
            </a:extLst>
          </p:cNvPr>
          <p:cNvSpPr>
            <a:spLocks xmlns:a="http://schemas.openxmlformats.org/drawingml/2006/main" noGrp="1"/>
          </p:cNvSpPr>
          <p:nvPr>
            <p:ph type="pic" idx="83" hasCustomPrompt="1"/>
          </p:nvPr>
        </p:nvSpPr>
        <p:spPr>
          <a:xfrm xmlns:a="http://schemas.openxmlformats.org/drawingml/2006/main">
            <a:off x="6185782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4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58B31671-5EE3-00D1-EA29-BBE17921CD02}"/>
              </a:ext>
            </a:extLst>
          </p:cNvPr>
          <p:cNvSpPr>
            <a:spLocks xmlns:a="http://schemas.openxmlformats.org/drawingml/2006/main" noGrp="1"/>
          </p:cNvSpPr>
          <p:nvPr>
            <p:ph type="body" idx="87" hasCustomPrompt="1"/>
          </p:nvPr>
        </p:nvSpPr>
        <p:spPr>
          <a:xfrm xmlns:a="http://schemas.openxmlformats.org/drawingml/2006/main">
            <a:off x="12613498" y="1494951"/>
            <a:ext cx="3746966" cy="678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2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87106C0-D350-5125-E860-B60E2D3276FC}"/>
              </a:ext>
            </a:extLst>
          </p:cNvPr>
          <p:cNvSpPr>
            <a:spLocks xmlns:a="http://schemas.openxmlformats.org/drawingml/2006/main" noGrp="1"/>
          </p:cNvSpPr>
          <p:nvPr>
            <p:ph type="pic" idx="88" hasCustomPrompt="1"/>
          </p:nvPr>
        </p:nvSpPr>
        <p:spPr>
          <a:xfrm xmlns:a="http://schemas.openxmlformats.org/drawingml/2006/main">
            <a:off x="2393495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4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E8C993E-EF4E-8727-7C79-6E3D1180AEFF}"/>
              </a:ext>
            </a:extLst>
          </p:cNvPr>
          <p:cNvSpPr>
            <a:spLocks xmlns:a="http://schemas.openxmlformats.org/drawingml/2006/main" noGrp="1"/>
          </p:cNvSpPr>
          <p:nvPr>
            <p:ph type="pic" idx="89" hasCustomPrompt="1"/>
          </p:nvPr>
        </p:nvSpPr>
        <p:spPr>
          <a:xfrm xmlns:a="http://schemas.openxmlformats.org/drawingml/2006/main">
            <a:off x="8160055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4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C415ADE-C3F8-91AC-F68C-D5E927FD832E}"/>
              </a:ext>
            </a:extLst>
          </p:cNvPr>
          <p:cNvSpPr>
            <a:spLocks xmlns:a="http://schemas.openxmlformats.org/drawingml/2006/main" noGrp="1"/>
          </p:cNvSpPr>
          <p:nvPr>
            <p:ph type="pic" idx="90" hasCustomPrompt="1"/>
          </p:nvPr>
        </p:nvSpPr>
        <p:spPr>
          <a:xfrm xmlns:a="http://schemas.openxmlformats.org/drawingml/2006/main">
            <a:off x="10086300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49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89E0082-032B-70FF-9173-66B12D61DB04}"/>
              </a:ext>
            </a:extLst>
          </p:cNvPr>
          <p:cNvSpPr>
            <a:spLocks xmlns:a="http://schemas.openxmlformats.org/drawingml/2006/main" noGrp="1"/>
          </p:cNvSpPr>
          <p:nvPr>
            <p:ph type="pic" idx="91" hasCustomPrompt="1"/>
          </p:nvPr>
        </p:nvSpPr>
        <p:spPr>
          <a:xfrm xmlns:a="http://schemas.openxmlformats.org/drawingml/2006/main">
            <a:off x="474709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51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C8369EF3-1596-2394-03AC-0A91B472CB90}"/>
              </a:ext>
            </a:extLst>
          </p:cNvPr>
          <p:cNvSpPr>
            <a:spLocks xmlns:a="http://schemas.openxmlformats.org/drawingml/2006/main" noGrp="1"/>
          </p:cNvSpPr>
          <p:nvPr>
            <p:ph type="body" idx="92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52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8693DB5C-7904-70C2-FCEF-ABD2C965D52E}"/>
              </a:ext>
            </a:extLst>
          </p:cNvPr>
          <p:cNvSpPr>
            <a:spLocks xmlns:a="http://schemas.openxmlformats.org/drawingml/2006/main" noGrp="1"/>
          </p:cNvSpPr>
          <p:nvPr>
            <p:ph type="body" idx="93" hasCustomPrompt="1"/>
          </p:nvPr>
        </p:nvSpPr>
        <p:spPr>
          <a:xfrm xmlns:a="http://schemas.openxmlformats.org/drawingml/2006/main">
            <a:off x="469762" y="822256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53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505A0876-127F-1D5E-0992-B049EAAA0F09}"/>
              </a:ext>
            </a:extLst>
          </p:cNvPr>
          <p:cNvSpPr>
            <a:spLocks xmlns:a="http://schemas.openxmlformats.org/drawingml/2006/main" noGrp="1"/>
          </p:cNvSpPr>
          <p:nvPr>
            <p:ph type="body" idx="94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79.xml><?xml version="1.0" encoding="utf-8"?>
<p:sldLayout xmlns:p="http://schemas.openxmlformats.org/presentationml/2006/main" preserve="1" userDrawn="1">
  <p:cSld name="19_Equipe 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Freeform 31">
            <a:extLst xmlns:a="http://schemas.openxmlformats.org/drawingml/2006/main"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60479" cy="6857999"/>
          </a:xfrm>
          <a:custGeom xmlns:a="http://schemas.openxmlformats.org/drawingml/2006/main"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88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ee05fcae58e4fa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184BEF38-BA57-9233-BF32-353FC9FCD75A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2781299" y="3672236"/>
            <a:ext cx="1998000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9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0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BE8E19FD-DD8D-5555-7920-3C12693E3EDF}"/>
              </a:ext>
            </a:extLst>
          </p:cNvPr>
          <p:cNvSpPr>
            <a:spLocks xmlns:a="http://schemas.openxmlformats.org/drawingml/2006/main" noGrp="1"/>
          </p:cNvSpPr>
          <p:nvPr>
            <p:ph type="body" idx="86" hasCustomPrompt="1"/>
          </p:nvPr>
        </p:nvSpPr>
        <p:spPr>
          <a:xfrm xmlns:a="http://schemas.openxmlformats.org/drawingml/2006/main">
            <a:off x="5095874" y="3672236"/>
            <a:ext cx="1998000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9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4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079AD012-955D-AE9B-8117-2C6FA7564B1A}"/>
              </a:ext>
            </a:extLst>
          </p:cNvPr>
          <p:cNvSpPr>
            <a:spLocks xmlns:a="http://schemas.openxmlformats.org/drawingml/2006/main" noGrp="1"/>
          </p:cNvSpPr>
          <p:nvPr>
            <p:ph type="body" idx="89" hasCustomPrompt="1"/>
          </p:nvPr>
        </p:nvSpPr>
        <p:spPr>
          <a:xfrm xmlns:a="http://schemas.openxmlformats.org/drawingml/2006/main">
            <a:off x="7410449" y="3672236"/>
            <a:ext cx="1998000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9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5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C026705F-51AF-1B05-9BB9-12BC90AFB327}"/>
              </a:ext>
            </a:extLst>
          </p:cNvPr>
          <p:cNvSpPr>
            <a:spLocks xmlns:a="http://schemas.openxmlformats.org/drawingml/2006/main" noGrp="1"/>
          </p:cNvSpPr>
          <p:nvPr>
            <p:ph type="body" idx="90" hasCustomPrompt="1"/>
          </p:nvPr>
        </p:nvSpPr>
        <p:spPr>
          <a:xfrm xmlns:a="http://schemas.openxmlformats.org/drawingml/2006/main">
            <a:off x="9721742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49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C05C7977-0EB4-D1DB-AC0F-A4E6F70944AA}"/>
              </a:ext>
            </a:extLst>
          </p:cNvPr>
          <p:cNvSpPr>
            <a:spLocks xmlns:a="http://schemas.openxmlformats.org/drawingml/2006/main" noGrp="1"/>
          </p:cNvSpPr>
          <p:nvPr>
            <p:ph type="body" idx="91" hasCustomPrompt="1"/>
          </p:nvPr>
        </p:nvSpPr>
        <p:spPr>
          <a:xfrm xmlns:a="http://schemas.openxmlformats.org/drawingml/2006/main">
            <a:off x="9721742" y="3338607"/>
            <a:ext cx="1998000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50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D13853F8-E884-3F6A-37C8-60DE3B863DE7}"/>
              </a:ext>
            </a:extLst>
          </p:cNvPr>
          <p:cNvSpPr>
            <a:spLocks xmlns:a="http://schemas.openxmlformats.org/drawingml/2006/main" noGrp="1"/>
          </p:cNvSpPr>
          <p:nvPr>
            <p:ph type="body" idx="92" hasCustomPrompt="1"/>
          </p:nvPr>
        </p:nvSpPr>
        <p:spPr>
          <a:xfrm xmlns:a="http://schemas.openxmlformats.org/drawingml/2006/main">
            <a:off x="9725024" y="3672236"/>
            <a:ext cx="1998000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9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1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78F24FCF-0EC8-F34A-D906-F142EE9EE429}"/>
              </a:ext>
            </a:extLst>
          </p:cNvPr>
          <p:cNvSpPr>
            <a:spLocks xmlns:a="http://schemas.openxmlformats.org/drawingml/2006/main" noGrp="1"/>
          </p:cNvSpPr>
          <p:nvPr>
            <p:ph type="body" idx="93" hasCustomPrompt="1"/>
          </p:nvPr>
        </p:nvSpPr>
        <p:spPr>
          <a:xfrm xmlns:a="http://schemas.openxmlformats.org/drawingml/2006/main">
            <a:off x="7404734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52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D4CACC7C-0A4F-9F8D-8E3C-57DEA8E6C0DF}"/>
              </a:ext>
            </a:extLst>
          </p:cNvPr>
          <p:cNvSpPr>
            <a:spLocks xmlns:a="http://schemas.openxmlformats.org/drawingml/2006/main" noGrp="1"/>
          </p:cNvSpPr>
          <p:nvPr>
            <p:ph type="body" idx="94" hasCustomPrompt="1"/>
          </p:nvPr>
        </p:nvSpPr>
        <p:spPr>
          <a:xfrm xmlns:a="http://schemas.openxmlformats.org/drawingml/2006/main">
            <a:off x="7404734" y="3338607"/>
            <a:ext cx="1998000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53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69B840AF-EFC8-FB29-99C1-7C1B78335862}"/>
              </a:ext>
            </a:extLst>
          </p:cNvPr>
          <p:cNvSpPr>
            <a:spLocks xmlns:a="http://schemas.openxmlformats.org/drawingml/2006/main" noGrp="1"/>
          </p:cNvSpPr>
          <p:nvPr>
            <p:ph type="body" idx="95" hasCustomPrompt="1"/>
          </p:nvPr>
        </p:nvSpPr>
        <p:spPr>
          <a:xfrm xmlns:a="http://schemas.openxmlformats.org/drawingml/2006/main">
            <a:off x="5094233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54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87C8AD8F-B1BA-D416-A5DD-13F662AF0E06}"/>
              </a:ext>
            </a:extLst>
          </p:cNvPr>
          <p:cNvSpPr>
            <a:spLocks xmlns:a="http://schemas.openxmlformats.org/drawingml/2006/main" noGrp="1"/>
          </p:cNvSpPr>
          <p:nvPr>
            <p:ph type="body" idx="96" hasCustomPrompt="1"/>
          </p:nvPr>
        </p:nvSpPr>
        <p:spPr>
          <a:xfrm xmlns:a="http://schemas.openxmlformats.org/drawingml/2006/main">
            <a:off x="5094233" y="3338607"/>
            <a:ext cx="1998000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55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F3EEA961-FF4F-9EB2-69E5-E19924923EAA}"/>
              </a:ext>
            </a:extLst>
          </p:cNvPr>
          <p:cNvSpPr>
            <a:spLocks xmlns:a="http://schemas.openxmlformats.org/drawingml/2006/main" noGrp="1"/>
          </p:cNvSpPr>
          <p:nvPr>
            <p:ph type="body" idx="97" hasCustomPrompt="1"/>
          </p:nvPr>
        </p:nvSpPr>
        <p:spPr>
          <a:xfrm xmlns:a="http://schemas.openxmlformats.org/drawingml/2006/main">
            <a:off x="2777225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56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21447B95-70B2-E5FD-E24A-FC67D4385B01}"/>
              </a:ext>
            </a:extLst>
          </p:cNvPr>
          <p:cNvSpPr>
            <a:spLocks xmlns:a="http://schemas.openxmlformats.org/drawingml/2006/main" noGrp="1"/>
          </p:cNvSpPr>
          <p:nvPr>
            <p:ph type="body" idx="98" hasCustomPrompt="1"/>
          </p:nvPr>
        </p:nvSpPr>
        <p:spPr>
          <a:xfrm xmlns:a="http://schemas.openxmlformats.org/drawingml/2006/main">
            <a:off x="2777225" y="3338607"/>
            <a:ext cx="1998000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3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9725F242-22D1-387E-1CEF-6BFE9A78FA5A}"/>
              </a:ext>
            </a:extLst>
          </p:cNvPr>
          <p:cNvSpPr>
            <a:spLocks xmlns:a="http://schemas.openxmlformats.org/drawingml/2006/main" noGrp="1"/>
          </p:cNvSpPr>
          <p:nvPr>
            <p:ph type="pic" idx="37" hasCustomPrompt="1"/>
          </p:nvPr>
        </p:nvSpPr>
        <p:spPr>
          <a:xfrm xmlns:a="http://schemas.openxmlformats.org/drawingml/2006/main">
            <a:off x="466725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39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E384AB8E-6BD9-FF09-4073-A1FAF4A77E6F}"/>
              </a:ext>
            </a:extLst>
          </p:cNvPr>
          <p:cNvSpPr>
            <a:spLocks xmlns:a="http://schemas.openxmlformats.org/drawingml/2006/main" noGrp="1"/>
          </p:cNvSpPr>
          <p:nvPr>
            <p:ph type="pic" idx="38" hasCustomPrompt="1"/>
          </p:nvPr>
        </p:nvSpPr>
        <p:spPr>
          <a:xfrm xmlns:a="http://schemas.openxmlformats.org/drawingml/2006/main">
            <a:off x="1313112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2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D9636A67-51C5-7A83-C35B-88F450504397}"/>
              </a:ext>
            </a:extLst>
          </p:cNvPr>
          <p:cNvSpPr>
            <a:spLocks xmlns:a="http://schemas.openxmlformats.org/drawingml/2006/main" noGrp="1"/>
          </p:cNvSpPr>
          <p:nvPr>
            <p:ph type="pic" idx="39" hasCustomPrompt="1"/>
          </p:nvPr>
        </p:nvSpPr>
        <p:spPr>
          <a:xfrm xmlns:a="http://schemas.openxmlformats.org/drawingml/2006/main">
            <a:off x="466725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3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61E875A4-B648-1039-EF17-648980A0A6D5}"/>
              </a:ext>
            </a:extLst>
          </p:cNvPr>
          <p:cNvSpPr>
            <a:spLocks xmlns:a="http://schemas.openxmlformats.org/drawingml/2006/main" noGrp="1"/>
          </p:cNvSpPr>
          <p:nvPr>
            <p:ph type="pic" idx="40" hasCustomPrompt="1"/>
          </p:nvPr>
        </p:nvSpPr>
        <p:spPr>
          <a:xfrm xmlns:a="http://schemas.openxmlformats.org/drawingml/2006/main">
            <a:off x="1313112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2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CF3E0D15-B00C-6931-2ECA-29D1EAE08352}"/>
              </a:ext>
            </a:extLst>
          </p:cNvPr>
          <p:cNvSpPr>
            <a:spLocks xmlns:a="http://schemas.openxmlformats.org/drawingml/2006/main" noGrp="1"/>
          </p:cNvSpPr>
          <p:nvPr>
            <p:ph type="pic" idx="61" hasCustomPrompt="1"/>
          </p:nvPr>
        </p:nvSpPr>
        <p:spPr>
          <a:xfrm xmlns:a="http://schemas.openxmlformats.org/drawingml/2006/main">
            <a:off x="2783732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3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0536C028-A154-D1F3-1B94-1D6C9CB55701}"/>
              </a:ext>
            </a:extLst>
          </p:cNvPr>
          <p:cNvSpPr>
            <a:spLocks xmlns:a="http://schemas.openxmlformats.org/drawingml/2006/main" noGrp="1"/>
          </p:cNvSpPr>
          <p:nvPr>
            <p:ph type="pic" idx="62" hasCustomPrompt="1"/>
          </p:nvPr>
        </p:nvSpPr>
        <p:spPr>
          <a:xfrm xmlns:a="http://schemas.openxmlformats.org/drawingml/2006/main">
            <a:off x="3630119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4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75EF1F6A-112A-3B2B-6CDF-59BF6EB4BC2C}"/>
              </a:ext>
            </a:extLst>
          </p:cNvPr>
          <p:cNvSpPr>
            <a:spLocks xmlns:a="http://schemas.openxmlformats.org/drawingml/2006/main" noGrp="1"/>
          </p:cNvSpPr>
          <p:nvPr>
            <p:ph type="pic" idx="63" hasCustomPrompt="1"/>
          </p:nvPr>
        </p:nvSpPr>
        <p:spPr>
          <a:xfrm xmlns:a="http://schemas.openxmlformats.org/drawingml/2006/main">
            <a:off x="2783732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5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10BDBBED-1442-5A27-AAFD-AA804B45752B}"/>
              </a:ext>
            </a:extLst>
          </p:cNvPr>
          <p:cNvSpPr>
            <a:spLocks xmlns:a="http://schemas.openxmlformats.org/drawingml/2006/main" noGrp="1"/>
          </p:cNvSpPr>
          <p:nvPr>
            <p:ph type="pic" idx="64" hasCustomPrompt="1"/>
          </p:nvPr>
        </p:nvSpPr>
        <p:spPr>
          <a:xfrm xmlns:a="http://schemas.openxmlformats.org/drawingml/2006/main">
            <a:off x="3630119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6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88AA171C-6D7D-16DD-C625-FD357EF52E9D}"/>
              </a:ext>
            </a:extLst>
          </p:cNvPr>
          <p:cNvSpPr>
            <a:spLocks xmlns:a="http://schemas.openxmlformats.org/drawingml/2006/main" noGrp="1"/>
          </p:cNvSpPr>
          <p:nvPr>
            <p:ph type="pic" idx="65" hasCustomPrompt="1"/>
          </p:nvPr>
        </p:nvSpPr>
        <p:spPr>
          <a:xfrm xmlns:a="http://schemas.openxmlformats.org/drawingml/2006/main">
            <a:off x="5090814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7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6A129352-6C9F-86C0-B95F-3D3E42A9C237}"/>
              </a:ext>
            </a:extLst>
          </p:cNvPr>
          <p:cNvSpPr>
            <a:spLocks xmlns:a="http://schemas.openxmlformats.org/drawingml/2006/main" noGrp="1"/>
          </p:cNvSpPr>
          <p:nvPr>
            <p:ph type="pic" idx="66" hasCustomPrompt="1"/>
          </p:nvPr>
        </p:nvSpPr>
        <p:spPr>
          <a:xfrm xmlns:a="http://schemas.openxmlformats.org/drawingml/2006/main">
            <a:off x="5937201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914857E5-53CF-D040-A651-C41C6C01DE7C}"/>
              </a:ext>
            </a:extLst>
          </p:cNvPr>
          <p:cNvSpPr>
            <a:spLocks xmlns:a="http://schemas.openxmlformats.org/drawingml/2006/main" noGrp="1"/>
          </p:cNvSpPr>
          <p:nvPr>
            <p:ph type="pic" idx="67" hasCustomPrompt="1"/>
          </p:nvPr>
        </p:nvSpPr>
        <p:spPr>
          <a:xfrm xmlns:a="http://schemas.openxmlformats.org/drawingml/2006/main">
            <a:off x="5090814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9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46F1550C-FEA2-AEA3-87ED-0707444F1AE0}"/>
              </a:ext>
            </a:extLst>
          </p:cNvPr>
          <p:cNvSpPr>
            <a:spLocks xmlns:a="http://schemas.openxmlformats.org/drawingml/2006/main" noGrp="1"/>
          </p:cNvSpPr>
          <p:nvPr>
            <p:ph type="pic" idx="68" hasCustomPrompt="1"/>
          </p:nvPr>
        </p:nvSpPr>
        <p:spPr>
          <a:xfrm xmlns:a="http://schemas.openxmlformats.org/drawingml/2006/main">
            <a:off x="5937201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0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902AE775-8DB5-9035-189C-7F1A39BC579A}"/>
              </a:ext>
            </a:extLst>
          </p:cNvPr>
          <p:cNvSpPr>
            <a:spLocks xmlns:a="http://schemas.openxmlformats.org/drawingml/2006/main" noGrp="1"/>
          </p:cNvSpPr>
          <p:nvPr>
            <p:ph type="pic" idx="69" hasCustomPrompt="1"/>
          </p:nvPr>
        </p:nvSpPr>
        <p:spPr>
          <a:xfrm xmlns:a="http://schemas.openxmlformats.org/drawingml/2006/main">
            <a:off x="7404735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1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E16E7B59-3B86-42B9-64FC-AD62C3DC6729}"/>
              </a:ext>
            </a:extLst>
          </p:cNvPr>
          <p:cNvSpPr>
            <a:spLocks xmlns:a="http://schemas.openxmlformats.org/drawingml/2006/main" noGrp="1"/>
          </p:cNvSpPr>
          <p:nvPr>
            <p:ph type="pic" idx="70" hasCustomPrompt="1"/>
          </p:nvPr>
        </p:nvSpPr>
        <p:spPr>
          <a:xfrm xmlns:a="http://schemas.openxmlformats.org/drawingml/2006/main">
            <a:off x="8251122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2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83DC49ED-EDA8-E6EB-7A6F-D95390AA8CCD}"/>
              </a:ext>
            </a:extLst>
          </p:cNvPr>
          <p:cNvSpPr>
            <a:spLocks xmlns:a="http://schemas.openxmlformats.org/drawingml/2006/main" noGrp="1"/>
          </p:cNvSpPr>
          <p:nvPr>
            <p:ph type="pic" idx="71" hasCustomPrompt="1"/>
          </p:nvPr>
        </p:nvSpPr>
        <p:spPr>
          <a:xfrm xmlns:a="http://schemas.openxmlformats.org/drawingml/2006/main">
            <a:off x="7404735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3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26F60E47-19D1-BFC3-6C8F-749C4B12AAF6}"/>
              </a:ext>
            </a:extLst>
          </p:cNvPr>
          <p:cNvSpPr>
            <a:spLocks xmlns:a="http://schemas.openxmlformats.org/drawingml/2006/main" noGrp="1"/>
          </p:cNvSpPr>
          <p:nvPr>
            <p:ph type="pic" idx="72" hasCustomPrompt="1"/>
          </p:nvPr>
        </p:nvSpPr>
        <p:spPr>
          <a:xfrm xmlns:a="http://schemas.openxmlformats.org/drawingml/2006/main">
            <a:off x="8251122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4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42275787-A019-11AD-46FE-A7DDC6704D54}"/>
              </a:ext>
            </a:extLst>
          </p:cNvPr>
          <p:cNvSpPr>
            <a:spLocks xmlns:a="http://schemas.openxmlformats.org/drawingml/2006/main" noGrp="1"/>
          </p:cNvSpPr>
          <p:nvPr>
            <p:ph type="pic" idx="73" hasCustomPrompt="1"/>
          </p:nvPr>
        </p:nvSpPr>
        <p:spPr>
          <a:xfrm xmlns:a="http://schemas.openxmlformats.org/drawingml/2006/main">
            <a:off x="9721742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5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5DF57175-AB66-192C-5CB7-93049ECC0CF1}"/>
              </a:ext>
            </a:extLst>
          </p:cNvPr>
          <p:cNvSpPr>
            <a:spLocks xmlns:a="http://schemas.openxmlformats.org/drawingml/2006/main" noGrp="1"/>
          </p:cNvSpPr>
          <p:nvPr>
            <p:ph type="pic" idx="74" hasCustomPrompt="1"/>
          </p:nvPr>
        </p:nvSpPr>
        <p:spPr>
          <a:xfrm xmlns:a="http://schemas.openxmlformats.org/drawingml/2006/main">
            <a:off x="10568129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6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F060C51A-D08F-54FB-FCB0-EAB2C4861B82}"/>
              </a:ext>
            </a:extLst>
          </p:cNvPr>
          <p:cNvSpPr>
            <a:spLocks xmlns:a="http://schemas.openxmlformats.org/drawingml/2006/main" noGrp="1"/>
          </p:cNvSpPr>
          <p:nvPr>
            <p:ph type="pic" idx="75" hasCustomPrompt="1"/>
          </p:nvPr>
        </p:nvSpPr>
        <p:spPr>
          <a:xfrm xmlns:a="http://schemas.openxmlformats.org/drawingml/2006/main">
            <a:off x="9721742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7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E1F4FC93-69A8-3BD1-3329-13A5836424E9}"/>
              </a:ext>
            </a:extLst>
          </p:cNvPr>
          <p:cNvSpPr>
            <a:spLocks xmlns:a="http://schemas.openxmlformats.org/drawingml/2006/main" noGrp="1"/>
          </p:cNvSpPr>
          <p:nvPr>
            <p:ph type="pic" idx="76" hasCustomPrompt="1"/>
          </p:nvPr>
        </p:nvSpPr>
        <p:spPr>
          <a:xfrm xmlns:a="http://schemas.openxmlformats.org/drawingml/2006/main">
            <a:off x="10568129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8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3547A98-9145-52DB-0778-F0964B59096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79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76CD81D2-BF90-68D8-E1AE-B8E0CF4C5A4A}"/>
              </a:ext>
            </a:extLst>
          </p:cNvPr>
          <p:cNvSpPr>
            <a:spLocks xmlns:a="http://schemas.openxmlformats.org/drawingml/2006/main" noGrp="1"/>
          </p:cNvSpPr>
          <p:nvPr>
            <p:ph type="body" idx="103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50374A75-F50D-5070-A973-581B679CC4B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F1624A0F-DB18-4583-6553-B7380C6BCA0F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2256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3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1AE847BA-635A-59E4-30D3-6F045F2092C7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34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89BC3310-EF60-69C0-3707-2C9B77B411B8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6724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35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8FAFCE19-6536-97A8-08AE-68DC35A66EB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6724" y="3338607"/>
            <a:ext cx="1638975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36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27DE418C-1E9A-7C24-A28E-C30E5B7365B0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6724" y="3672236"/>
            <a:ext cx="1638975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9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81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01BEAB5-0771-F15C-BA83-EFF62E182721}"/>
              </a:ext>
            </a:extLst>
          </p:cNvPr>
          <p:cNvSpPr>
            <a:spLocks xmlns:a="http://schemas.openxmlformats.org/drawingml/2006/main" noGrp="1"/>
          </p:cNvSpPr>
          <p:nvPr>
            <p:ph type="pic" idx="104" hasCustomPrompt="1"/>
          </p:nvPr>
        </p:nvSpPr>
        <p:spPr>
          <a:xfrm xmlns:a="http://schemas.openxmlformats.org/drawingml/2006/main">
            <a:off x="474709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82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7B2CDD9-20B4-A792-0865-2F1F48726D14}"/>
              </a:ext>
            </a:extLst>
          </p:cNvPr>
          <p:cNvSpPr>
            <a:spLocks xmlns:a="http://schemas.openxmlformats.org/drawingml/2006/main" noGrp="1"/>
          </p:cNvSpPr>
          <p:nvPr>
            <p:ph type="pic" idx="105" hasCustomPrompt="1"/>
          </p:nvPr>
        </p:nvSpPr>
        <p:spPr>
          <a:xfrm xmlns:a="http://schemas.openxmlformats.org/drawingml/2006/main">
            <a:off x="2781490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8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A90DFAB-D24E-2600-E000-0F70F5A05CC0}"/>
              </a:ext>
            </a:extLst>
          </p:cNvPr>
          <p:cNvSpPr>
            <a:spLocks xmlns:a="http://schemas.openxmlformats.org/drawingml/2006/main" noGrp="1"/>
          </p:cNvSpPr>
          <p:nvPr>
            <p:ph type="pic" idx="106" hasCustomPrompt="1"/>
          </p:nvPr>
        </p:nvSpPr>
        <p:spPr>
          <a:xfrm xmlns:a="http://schemas.openxmlformats.org/drawingml/2006/main">
            <a:off x="5098662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8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227A52C-BD35-961E-2984-AD74E25BC609}"/>
              </a:ext>
            </a:extLst>
          </p:cNvPr>
          <p:cNvSpPr>
            <a:spLocks xmlns:a="http://schemas.openxmlformats.org/drawingml/2006/main" noGrp="1"/>
          </p:cNvSpPr>
          <p:nvPr>
            <p:ph type="pic" idx="107" hasCustomPrompt="1"/>
          </p:nvPr>
        </p:nvSpPr>
        <p:spPr>
          <a:xfrm xmlns:a="http://schemas.openxmlformats.org/drawingml/2006/main">
            <a:off x="7405444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85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D4D05F0-1624-0D4B-287B-C5C59F1C3E0F}"/>
              </a:ext>
            </a:extLst>
          </p:cNvPr>
          <p:cNvSpPr>
            <a:spLocks xmlns:a="http://schemas.openxmlformats.org/drawingml/2006/main" noGrp="1"/>
          </p:cNvSpPr>
          <p:nvPr>
            <p:ph type="pic" idx="108" hasCustomPrompt="1"/>
          </p:nvPr>
        </p:nvSpPr>
        <p:spPr>
          <a:xfrm xmlns:a="http://schemas.openxmlformats.org/drawingml/2006/main">
            <a:off x="9712226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</p:spTree>
  </p:cSld>
</p:sldLayout>
</file>

<file path=ppt/slideLayouts/slideLayout80.xml><?xml version="1.0" encoding="utf-8"?>
<p:sldLayout xmlns:p="http://schemas.openxmlformats.org/presentationml/2006/main" preserve="1" userDrawn="1">
  <p:cSld name="19_Equipe 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Freeform 31">
            <a:extLst xmlns:a="http://schemas.openxmlformats.org/drawingml/2006/main"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60479" cy="6857999"/>
          </a:xfrm>
          <a:custGeom xmlns:a="http://schemas.openxmlformats.org/drawingml/2006/main"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82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703752048f247c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2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DC65AB71-C922-A189-49ED-4BC9D2BBE859}"/>
              </a:ext>
            </a:extLst>
          </p:cNvPr>
          <p:cNvSpPr>
            <a:spLocks xmlns:a="http://schemas.openxmlformats.org/drawingml/2006/main" noGrp="1"/>
          </p:cNvSpPr>
          <p:nvPr>
            <p:ph type="pic" idx="45" hasCustomPrompt="1"/>
          </p:nvPr>
        </p:nvSpPr>
        <p:spPr>
          <a:xfrm xmlns:a="http://schemas.openxmlformats.org/drawingml/2006/main">
            <a:off x="3408045" y="5754583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3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F9251813-DD1D-2BFF-6D52-6830DDD47DAC}"/>
              </a:ext>
            </a:extLst>
          </p:cNvPr>
          <p:cNvSpPr>
            <a:spLocks xmlns:a="http://schemas.openxmlformats.org/drawingml/2006/main" noGrp="1"/>
          </p:cNvSpPr>
          <p:nvPr>
            <p:ph type="pic" idx="46" hasCustomPrompt="1"/>
          </p:nvPr>
        </p:nvSpPr>
        <p:spPr>
          <a:xfrm xmlns:a="http://schemas.openxmlformats.org/drawingml/2006/main">
            <a:off x="4254432" y="5754583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2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AF5B231E-3349-6127-B3CE-183B91821566}"/>
              </a:ext>
            </a:extLst>
          </p:cNvPr>
          <p:cNvSpPr>
            <a:spLocks xmlns:a="http://schemas.openxmlformats.org/drawingml/2006/main" noGrp="1"/>
          </p:cNvSpPr>
          <p:nvPr>
            <p:ph type="pic" idx="47" hasCustomPrompt="1"/>
          </p:nvPr>
        </p:nvSpPr>
        <p:spPr>
          <a:xfrm xmlns:a="http://schemas.openxmlformats.org/drawingml/2006/main">
            <a:off x="3408045" y="6071978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3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7030EC6E-69BD-46A3-BE79-C8117E139BAC}"/>
              </a:ext>
            </a:extLst>
          </p:cNvPr>
          <p:cNvSpPr>
            <a:spLocks xmlns:a="http://schemas.openxmlformats.org/drawingml/2006/main" noGrp="1"/>
          </p:cNvSpPr>
          <p:nvPr>
            <p:ph type="pic" idx="48" hasCustomPrompt="1"/>
          </p:nvPr>
        </p:nvSpPr>
        <p:spPr>
          <a:xfrm xmlns:a="http://schemas.openxmlformats.org/drawingml/2006/main">
            <a:off x="4254432" y="6071978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BC53E746-7367-459A-6188-8E855A260304}"/>
              </a:ext>
            </a:extLst>
          </p:cNvPr>
          <p:cNvSpPr>
            <a:spLocks xmlns:a="http://schemas.openxmlformats.org/drawingml/2006/main" noGrp="1"/>
          </p:cNvSpPr>
          <p:nvPr>
            <p:ph type="pic" idx="53" hasCustomPrompt="1"/>
          </p:nvPr>
        </p:nvSpPr>
        <p:spPr>
          <a:xfrm xmlns:a="http://schemas.openxmlformats.org/drawingml/2006/main">
            <a:off x="6334125" y="5754583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9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59914CBB-B775-F30B-9C2D-755D85E37108}"/>
              </a:ext>
            </a:extLst>
          </p:cNvPr>
          <p:cNvSpPr>
            <a:spLocks xmlns:a="http://schemas.openxmlformats.org/drawingml/2006/main" noGrp="1"/>
          </p:cNvSpPr>
          <p:nvPr>
            <p:ph type="pic" idx="54" hasCustomPrompt="1"/>
          </p:nvPr>
        </p:nvSpPr>
        <p:spPr>
          <a:xfrm xmlns:a="http://schemas.openxmlformats.org/drawingml/2006/main">
            <a:off x="7180512" y="5754583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0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2F2C4C2B-C205-0B8A-9CAC-4CE9C9488CD8}"/>
              </a:ext>
            </a:extLst>
          </p:cNvPr>
          <p:cNvSpPr>
            <a:spLocks xmlns:a="http://schemas.openxmlformats.org/drawingml/2006/main" noGrp="1"/>
          </p:cNvSpPr>
          <p:nvPr>
            <p:ph type="pic" idx="55" hasCustomPrompt="1"/>
          </p:nvPr>
        </p:nvSpPr>
        <p:spPr>
          <a:xfrm xmlns:a="http://schemas.openxmlformats.org/drawingml/2006/main">
            <a:off x="6334125" y="6071978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1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940B2693-2B7A-51E1-6A78-E370410795E1}"/>
              </a:ext>
            </a:extLst>
          </p:cNvPr>
          <p:cNvSpPr>
            <a:spLocks xmlns:a="http://schemas.openxmlformats.org/drawingml/2006/main" noGrp="1"/>
          </p:cNvSpPr>
          <p:nvPr>
            <p:ph type="pic" idx="56" hasCustomPrompt="1"/>
          </p:nvPr>
        </p:nvSpPr>
        <p:spPr>
          <a:xfrm xmlns:a="http://schemas.openxmlformats.org/drawingml/2006/main">
            <a:off x="7180512" y="6071978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6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FE53505D-F00A-91F9-EA4B-6EBAABB31912}"/>
              </a:ext>
            </a:extLst>
          </p:cNvPr>
          <p:cNvSpPr>
            <a:spLocks xmlns:a="http://schemas.openxmlformats.org/drawingml/2006/main" noGrp="1"/>
          </p:cNvSpPr>
          <p:nvPr>
            <p:ph type="pic" idx="61" hasCustomPrompt="1"/>
          </p:nvPr>
        </p:nvSpPr>
        <p:spPr>
          <a:xfrm xmlns:a="http://schemas.openxmlformats.org/drawingml/2006/main">
            <a:off x="9264652" y="5754583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7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6502E604-42FB-3F41-8347-55FF4DD22D10}"/>
              </a:ext>
            </a:extLst>
          </p:cNvPr>
          <p:cNvSpPr>
            <a:spLocks xmlns:a="http://schemas.openxmlformats.org/drawingml/2006/main" noGrp="1"/>
          </p:cNvSpPr>
          <p:nvPr>
            <p:ph type="pic" idx="62" hasCustomPrompt="1"/>
          </p:nvPr>
        </p:nvSpPr>
        <p:spPr>
          <a:xfrm xmlns:a="http://schemas.openxmlformats.org/drawingml/2006/main">
            <a:off x="10111039" y="5754583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7050719D-2D83-5090-F8F0-5940214BC72D}"/>
              </a:ext>
            </a:extLst>
          </p:cNvPr>
          <p:cNvSpPr>
            <a:spLocks xmlns:a="http://schemas.openxmlformats.org/drawingml/2006/main" noGrp="1"/>
          </p:cNvSpPr>
          <p:nvPr>
            <p:ph type="pic" idx="63" hasCustomPrompt="1"/>
          </p:nvPr>
        </p:nvSpPr>
        <p:spPr>
          <a:xfrm xmlns:a="http://schemas.openxmlformats.org/drawingml/2006/main">
            <a:off x="9264652" y="6071978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9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132EAAD5-5480-8B4F-FF0A-C5501D3B90ED}"/>
              </a:ext>
            </a:extLst>
          </p:cNvPr>
          <p:cNvSpPr>
            <a:spLocks xmlns:a="http://schemas.openxmlformats.org/drawingml/2006/main" noGrp="1"/>
          </p:cNvSpPr>
          <p:nvPr>
            <p:ph type="pic" idx="64" hasCustomPrompt="1"/>
          </p:nvPr>
        </p:nvSpPr>
        <p:spPr>
          <a:xfrm xmlns:a="http://schemas.openxmlformats.org/drawingml/2006/main">
            <a:off x="10111039" y="6071978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4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38FD6EB8-FA08-A0A4-D3E2-695547506E25}"/>
              </a:ext>
            </a:extLst>
          </p:cNvPr>
          <p:cNvSpPr>
            <a:spLocks xmlns:a="http://schemas.openxmlformats.org/drawingml/2006/main" noGrp="1"/>
          </p:cNvSpPr>
          <p:nvPr>
            <p:ph type="body" idx="65" hasCustomPrompt="1"/>
          </p:nvPr>
        </p:nvSpPr>
        <p:spPr>
          <a:xfrm xmlns:a="http://schemas.openxmlformats.org/drawingml/2006/main">
            <a:off x="465592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45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AD51EA36-41BD-B941-8FA7-859C36EB4CCC}"/>
              </a:ext>
            </a:extLst>
          </p:cNvPr>
          <p:cNvSpPr>
            <a:spLocks xmlns:a="http://schemas.openxmlformats.org/drawingml/2006/main" noGrp="1"/>
          </p:cNvSpPr>
          <p:nvPr>
            <p:ph type="body" idx="66" hasCustomPrompt="1"/>
          </p:nvPr>
        </p:nvSpPr>
        <p:spPr>
          <a:xfrm xmlns:a="http://schemas.openxmlformats.org/drawingml/2006/main">
            <a:off x="465592" y="3338607"/>
            <a:ext cx="246221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49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F86F3DB1-87B9-2F52-7DB3-B046A2E72BBC}"/>
              </a:ext>
            </a:extLst>
          </p:cNvPr>
          <p:cNvSpPr>
            <a:spLocks xmlns:a="http://schemas.openxmlformats.org/drawingml/2006/main" noGrp="1"/>
          </p:cNvSpPr>
          <p:nvPr>
            <p:ph type="body" idx="67" hasCustomPrompt="1"/>
          </p:nvPr>
        </p:nvSpPr>
        <p:spPr>
          <a:xfrm xmlns:a="http://schemas.openxmlformats.org/drawingml/2006/main">
            <a:off x="465592" y="3672236"/>
            <a:ext cx="2462214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0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5E65EA7F-2CEE-19E0-B3BC-A3C2F8FBA263}"/>
              </a:ext>
            </a:extLst>
          </p:cNvPr>
          <p:cNvSpPr>
            <a:spLocks xmlns:a="http://schemas.openxmlformats.org/drawingml/2006/main" noGrp="1"/>
          </p:cNvSpPr>
          <p:nvPr>
            <p:ph type="body" idx="68" hasCustomPrompt="1"/>
          </p:nvPr>
        </p:nvSpPr>
        <p:spPr>
          <a:xfrm xmlns:a="http://schemas.openxmlformats.org/drawingml/2006/main">
            <a:off x="3398835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51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8B335C8B-C11C-039E-CA1A-594F6336AEDB}"/>
              </a:ext>
            </a:extLst>
          </p:cNvPr>
          <p:cNvSpPr>
            <a:spLocks xmlns:a="http://schemas.openxmlformats.org/drawingml/2006/main" noGrp="1"/>
          </p:cNvSpPr>
          <p:nvPr>
            <p:ph type="body" idx="69" hasCustomPrompt="1"/>
          </p:nvPr>
        </p:nvSpPr>
        <p:spPr>
          <a:xfrm xmlns:a="http://schemas.openxmlformats.org/drawingml/2006/main">
            <a:off x="3398835" y="3338607"/>
            <a:ext cx="246221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52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7A60940E-1A8B-585D-7E19-A1BAA4E4DCE0}"/>
              </a:ext>
            </a:extLst>
          </p:cNvPr>
          <p:cNvSpPr>
            <a:spLocks xmlns:a="http://schemas.openxmlformats.org/drawingml/2006/main" noGrp="1"/>
          </p:cNvSpPr>
          <p:nvPr>
            <p:ph type="body" idx="70" hasCustomPrompt="1"/>
          </p:nvPr>
        </p:nvSpPr>
        <p:spPr>
          <a:xfrm xmlns:a="http://schemas.openxmlformats.org/drawingml/2006/main">
            <a:off x="3398835" y="3672236"/>
            <a:ext cx="2462214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3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82899622-523C-9AB1-337B-F8E074B574AB}"/>
              </a:ext>
            </a:extLst>
          </p:cNvPr>
          <p:cNvSpPr>
            <a:spLocks xmlns:a="http://schemas.openxmlformats.org/drawingml/2006/main" noGrp="1"/>
          </p:cNvSpPr>
          <p:nvPr>
            <p:ph type="body" idx="71" hasCustomPrompt="1"/>
          </p:nvPr>
        </p:nvSpPr>
        <p:spPr>
          <a:xfrm xmlns:a="http://schemas.openxmlformats.org/drawingml/2006/main">
            <a:off x="6332458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54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1F384043-12A3-0396-C1EC-A9142BEE14B9}"/>
              </a:ext>
            </a:extLst>
          </p:cNvPr>
          <p:cNvSpPr>
            <a:spLocks xmlns:a="http://schemas.openxmlformats.org/drawingml/2006/main" noGrp="1"/>
          </p:cNvSpPr>
          <p:nvPr>
            <p:ph type="body" idx="72" hasCustomPrompt="1"/>
          </p:nvPr>
        </p:nvSpPr>
        <p:spPr>
          <a:xfrm xmlns:a="http://schemas.openxmlformats.org/drawingml/2006/main">
            <a:off x="6332458" y="3338607"/>
            <a:ext cx="246221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55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15C72B9A-D508-4C61-FACC-2B9A80CE0807}"/>
              </a:ext>
            </a:extLst>
          </p:cNvPr>
          <p:cNvSpPr>
            <a:spLocks xmlns:a="http://schemas.openxmlformats.org/drawingml/2006/main" noGrp="1"/>
          </p:cNvSpPr>
          <p:nvPr>
            <p:ph type="body" idx="73" hasCustomPrompt="1"/>
          </p:nvPr>
        </p:nvSpPr>
        <p:spPr>
          <a:xfrm xmlns:a="http://schemas.openxmlformats.org/drawingml/2006/main">
            <a:off x="6332458" y="3672236"/>
            <a:ext cx="2462214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6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905FB018-5618-752D-8BFF-09903305D44B}"/>
              </a:ext>
            </a:extLst>
          </p:cNvPr>
          <p:cNvSpPr>
            <a:spLocks xmlns:a="http://schemas.openxmlformats.org/drawingml/2006/main" noGrp="1"/>
          </p:cNvSpPr>
          <p:nvPr>
            <p:ph type="body" idx="74" hasCustomPrompt="1"/>
          </p:nvPr>
        </p:nvSpPr>
        <p:spPr>
          <a:xfrm xmlns:a="http://schemas.openxmlformats.org/drawingml/2006/main">
            <a:off x="9268908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57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7F361DBF-C125-FCED-FA60-5878757504E2}"/>
              </a:ext>
            </a:extLst>
          </p:cNvPr>
          <p:cNvSpPr>
            <a:spLocks xmlns:a="http://schemas.openxmlformats.org/drawingml/2006/main" noGrp="1"/>
          </p:cNvSpPr>
          <p:nvPr>
            <p:ph type="body" idx="75" hasCustomPrompt="1"/>
          </p:nvPr>
        </p:nvSpPr>
        <p:spPr>
          <a:xfrm xmlns:a="http://schemas.openxmlformats.org/drawingml/2006/main">
            <a:off x="9268908" y="3338607"/>
            <a:ext cx="246221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58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AEF9B4EF-C4C4-2D5A-764F-EFDA5A50F67D}"/>
              </a:ext>
            </a:extLst>
          </p:cNvPr>
          <p:cNvSpPr>
            <a:spLocks xmlns:a="http://schemas.openxmlformats.org/drawingml/2006/main" noGrp="1"/>
          </p:cNvSpPr>
          <p:nvPr>
            <p:ph type="body" idx="76" hasCustomPrompt="1"/>
          </p:nvPr>
        </p:nvSpPr>
        <p:spPr>
          <a:xfrm xmlns:a="http://schemas.openxmlformats.org/drawingml/2006/main">
            <a:off x="9268908" y="3672236"/>
            <a:ext cx="2462214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9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D5B949DC-8E4A-9477-F36F-55499BCF785F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60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6022A746-CC42-07BB-D855-3C1831AE2CEF}"/>
              </a:ext>
            </a:extLst>
          </p:cNvPr>
          <p:cNvSpPr>
            <a:spLocks xmlns:a="http://schemas.openxmlformats.org/drawingml/2006/main" noGrp="1"/>
          </p:cNvSpPr>
          <p:nvPr>
            <p:ph type="body" idx="7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D98D070B-E010-4FEB-6F8B-E1AF05DFA6F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61E7177-5D27-5C74-2B13-71583190D779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2256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0AF116EC-BEF6-0A08-2CAD-8E48415BF480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46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8A5B360B-8334-6CCB-0A54-579E5AB43F5B}"/>
              </a:ext>
            </a:extLst>
          </p:cNvPr>
          <p:cNvSpPr>
            <a:spLocks xmlns:a="http://schemas.openxmlformats.org/drawingml/2006/main" noGrp="1"/>
          </p:cNvSpPr>
          <p:nvPr>
            <p:ph type="pic" idx="78" hasCustomPrompt="1"/>
          </p:nvPr>
        </p:nvSpPr>
        <p:spPr>
          <a:xfrm xmlns:a="http://schemas.openxmlformats.org/drawingml/2006/main">
            <a:off x="466725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7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A962791C-B85F-C7DA-9FB2-13C30147287A}"/>
              </a:ext>
            </a:extLst>
          </p:cNvPr>
          <p:cNvSpPr>
            <a:spLocks xmlns:a="http://schemas.openxmlformats.org/drawingml/2006/main" noGrp="1"/>
          </p:cNvSpPr>
          <p:nvPr>
            <p:ph type="pic" idx="79" hasCustomPrompt="1"/>
          </p:nvPr>
        </p:nvSpPr>
        <p:spPr>
          <a:xfrm xmlns:a="http://schemas.openxmlformats.org/drawingml/2006/main">
            <a:off x="1313112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4E0516D7-C80C-49F8-B236-D18D99CB20AB}"/>
              </a:ext>
            </a:extLst>
          </p:cNvPr>
          <p:cNvSpPr>
            <a:spLocks xmlns:a="http://schemas.openxmlformats.org/drawingml/2006/main" noGrp="1"/>
          </p:cNvSpPr>
          <p:nvPr>
            <p:ph type="pic" idx="80" hasCustomPrompt="1"/>
          </p:nvPr>
        </p:nvSpPr>
        <p:spPr>
          <a:xfrm xmlns:a="http://schemas.openxmlformats.org/drawingml/2006/main">
            <a:off x="466725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4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D9650A1B-9E9D-E562-38D9-45BB0ECA5DD9}"/>
              </a:ext>
            </a:extLst>
          </p:cNvPr>
          <p:cNvSpPr>
            <a:spLocks xmlns:a="http://schemas.openxmlformats.org/drawingml/2006/main" noGrp="1"/>
          </p:cNvSpPr>
          <p:nvPr>
            <p:ph type="pic" idx="81" hasCustomPrompt="1"/>
          </p:nvPr>
        </p:nvSpPr>
        <p:spPr>
          <a:xfrm xmlns:a="http://schemas.openxmlformats.org/drawingml/2006/main">
            <a:off x="1313112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5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FFB0EF2-31FC-E8E6-33AE-A978ACAFADE7}"/>
              </a:ext>
            </a:extLst>
          </p:cNvPr>
          <p:cNvSpPr>
            <a:spLocks xmlns:a="http://schemas.openxmlformats.org/drawingml/2006/main" noGrp="1"/>
          </p:cNvSpPr>
          <p:nvPr>
            <p:ph type="pic" idx="104" hasCustomPrompt="1"/>
          </p:nvPr>
        </p:nvSpPr>
        <p:spPr>
          <a:xfrm xmlns:a="http://schemas.openxmlformats.org/drawingml/2006/main">
            <a:off x="474709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66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EA1AB80-0D8A-7B25-3D69-FB7EED69F625}"/>
              </a:ext>
            </a:extLst>
          </p:cNvPr>
          <p:cNvSpPr>
            <a:spLocks xmlns:a="http://schemas.openxmlformats.org/drawingml/2006/main" noGrp="1"/>
          </p:cNvSpPr>
          <p:nvPr>
            <p:ph type="pic" idx="105" hasCustomPrompt="1"/>
          </p:nvPr>
        </p:nvSpPr>
        <p:spPr>
          <a:xfrm xmlns:a="http://schemas.openxmlformats.org/drawingml/2006/main">
            <a:off x="3398835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72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435D54C-D48F-8A80-6A94-A5D7B7ED0F2F}"/>
              </a:ext>
            </a:extLst>
          </p:cNvPr>
          <p:cNvSpPr>
            <a:spLocks xmlns:a="http://schemas.openxmlformats.org/drawingml/2006/main" noGrp="1"/>
          </p:cNvSpPr>
          <p:nvPr>
            <p:ph type="pic" idx="106" hasCustomPrompt="1"/>
          </p:nvPr>
        </p:nvSpPr>
        <p:spPr>
          <a:xfrm xmlns:a="http://schemas.openxmlformats.org/drawingml/2006/main">
            <a:off x="6332458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7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4708B90-BFFC-AC2D-E8A6-239E07CB5C38}"/>
              </a:ext>
            </a:extLst>
          </p:cNvPr>
          <p:cNvSpPr>
            <a:spLocks xmlns:a="http://schemas.openxmlformats.org/drawingml/2006/main" noGrp="1"/>
          </p:cNvSpPr>
          <p:nvPr>
            <p:ph type="pic" idx="107" hasCustomPrompt="1"/>
          </p:nvPr>
        </p:nvSpPr>
        <p:spPr>
          <a:xfrm xmlns:a="http://schemas.openxmlformats.org/drawingml/2006/main">
            <a:off x="9268908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</p:spTree>
  </p:cSld>
</p:sldLayout>
</file>

<file path=ppt/slideLayouts/slideLayout81.xml><?xml version="1.0" encoding="utf-8"?>
<p:sldLayout xmlns:p="http://schemas.openxmlformats.org/presentationml/2006/main" preserve="1" userDrawn="1">
  <p:cSld name="19_Equipe 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Freeform 31">
            <a:extLst xmlns:a="http://schemas.openxmlformats.org/drawingml/2006/main"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60479" cy="6857999"/>
          </a:xfrm>
          <a:custGeom xmlns:a="http://schemas.openxmlformats.org/drawingml/2006/main"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99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33781f02514d3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4FB47104-05AB-F959-CC2B-C55944736CA1}"/>
              </a:ext>
            </a:extLst>
          </p:cNvPr>
          <p:cNvSpPr>
            <a:spLocks xmlns:a="http://schemas.openxmlformats.org/drawingml/2006/main" noGrp="1"/>
          </p:cNvSpPr>
          <p:nvPr>
            <p:ph type="body" idx="77" hasCustomPrompt="1"/>
          </p:nvPr>
        </p:nvSpPr>
        <p:spPr>
          <a:xfrm xmlns:a="http://schemas.openxmlformats.org/drawingml/2006/main">
            <a:off x="468239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87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FD9BDD92-6A6B-6575-FFB2-A083DA24942B}"/>
              </a:ext>
            </a:extLst>
          </p:cNvPr>
          <p:cNvSpPr>
            <a:spLocks xmlns:a="http://schemas.openxmlformats.org/drawingml/2006/main" noGrp="1"/>
          </p:cNvSpPr>
          <p:nvPr>
            <p:ph type="body" idx="78" hasCustomPrompt="1"/>
          </p:nvPr>
        </p:nvSpPr>
        <p:spPr>
          <a:xfrm xmlns:a="http://schemas.openxmlformats.org/drawingml/2006/main">
            <a:off x="468239" y="3338607"/>
            <a:ext cx="246221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88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A3799709-E02F-EB91-5C64-E86F20212DF8}"/>
              </a:ext>
            </a:extLst>
          </p:cNvPr>
          <p:cNvSpPr>
            <a:spLocks xmlns:a="http://schemas.openxmlformats.org/drawingml/2006/main" noGrp="1"/>
          </p:cNvSpPr>
          <p:nvPr>
            <p:ph type="body" idx="79" hasCustomPrompt="1"/>
          </p:nvPr>
        </p:nvSpPr>
        <p:spPr>
          <a:xfrm xmlns:a="http://schemas.openxmlformats.org/drawingml/2006/main">
            <a:off x="468238" y="3672236"/>
            <a:ext cx="3400641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89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8F8CF298-DF97-ED45-B093-56367D0C2AA9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4398065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90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A0C6D49E-8B2E-11B4-DC60-2B4E3A9763E9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4398065" y="3338607"/>
            <a:ext cx="246221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91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895A063C-E7F9-1644-609D-CD895FAB3867}"/>
              </a:ext>
            </a:extLst>
          </p:cNvPr>
          <p:cNvSpPr>
            <a:spLocks xmlns:a="http://schemas.openxmlformats.org/drawingml/2006/main" noGrp="1"/>
          </p:cNvSpPr>
          <p:nvPr>
            <p:ph type="body" idx="82" hasCustomPrompt="1"/>
          </p:nvPr>
        </p:nvSpPr>
        <p:spPr>
          <a:xfrm xmlns:a="http://schemas.openxmlformats.org/drawingml/2006/main">
            <a:off x="4398064" y="3672236"/>
            <a:ext cx="3400641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92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737A549F-309E-E290-D495-3091A1CCDBB1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8327891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93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517C5E15-6C1C-4465-2D55-385978071443}"/>
              </a:ext>
            </a:extLst>
          </p:cNvPr>
          <p:cNvSpPr>
            <a:spLocks xmlns:a="http://schemas.openxmlformats.org/drawingml/2006/main" noGrp="1"/>
          </p:cNvSpPr>
          <p:nvPr>
            <p:ph type="body" idx="84" hasCustomPrompt="1"/>
          </p:nvPr>
        </p:nvSpPr>
        <p:spPr>
          <a:xfrm xmlns:a="http://schemas.openxmlformats.org/drawingml/2006/main">
            <a:off x="8327891" y="3338607"/>
            <a:ext cx="246221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94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691C9150-7ECF-93A2-6868-E1D1BC6EC186}"/>
              </a:ext>
            </a:extLst>
          </p:cNvPr>
          <p:cNvSpPr>
            <a:spLocks xmlns:a="http://schemas.openxmlformats.org/drawingml/2006/main" noGrp="1"/>
          </p:cNvSpPr>
          <p:nvPr>
            <p:ph type="body" idx="85" hasCustomPrompt="1"/>
          </p:nvPr>
        </p:nvSpPr>
        <p:spPr>
          <a:xfrm xmlns:a="http://schemas.openxmlformats.org/drawingml/2006/main">
            <a:off x="8327890" y="3672236"/>
            <a:ext cx="3400641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95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17322D5-038E-2FA7-9F29-EC97D8955389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96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B7A6DF6F-63E1-D210-CE01-59B350B9365A}"/>
              </a:ext>
            </a:extLst>
          </p:cNvPr>
          <p:cNvSpPr>
            <a:spLocks xmlns:a="http://schemas.openxmlformats.org/drawingml/2006/main" noGrp="1"/>
          </p:cNvSpPr>
          <p:nvPr>
            <p:ph type="body" idx="8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234FC260-27B4-BBEC-33CB-B747888472F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5C62E8DE-62BC-4B0F-802B-96F211FC098D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2256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3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E295935C-3475-1D0A-6612-639B74DBEF36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42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9A56846C-3944-27A1-FB3E-2E39071B885E}"/>
              </a:ext>
            </a:extLst>
          </p:cNvPr>
          <p:cNvSpPr>
            <a:spLocks xmlns:a="http://schemas.openxmlformats.org/drawingml/2006/main" noGrp="1"/>
          </p:cNvSpPr>
          <p:nvPr>
            <p:ph type="pic" idx="37" hasCustomPrompt="1"/>
          </p:nvPr>
        </p:nvSpPr>
        <p:spPr>
          <a:xfrm xmlns:a="http://schemas.openxmlformats.org/drawingml/2006/main">
            <a:off x="466725" y="57642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3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E0B43B2E-D350-8DA8-B494-38CAF3B0CEBB}"/>
              </a:ext>
            </a:extLst>
          </p:cNvPr>
          <p:cNvSpPr>
            <a:spLocks xmlns:a="http://schemas.openxmlformats.org/drawingml/2006/main" noGrp="1"/>
          </p:cNvSpPr>
          <p:nvPr>
            <p:ph type="pic" idx="38" hasCustomPrompt="1"/>
          </p:nvPr>
        </p:nvSpPr>
        <p:spPr>
          <a:xfrm xmlns:a="http://schemas.openxmlformats.org/drawingml/2006/main">
            <a:off x="1313112" y="57642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4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E06D1F11-1B6A-63F8-D776-0CC786BC82DF}"/>
              </a:ext>
            </a:extLst>
          </p:cNvPr>
          <p:cNvSpPr>
            <a:spLocks xmlns:a="http://schemas.openxmlformats.org/drawingml/2006/main" noGrp="1"/>
          </p:cNvSpPr>
          <p:nvPr>
            <p:ph type="pic" idx="39" hasCustomPrompt="1"/>
          </p:nvPr>
        </p:nvSpPr>
        <p:spPr>
          <a:xfrm xmlns:a="http://schemas.openxmlformats.org/drawingml/2006/main">
            <a:off x="466725" y="608161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6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48B2F433-F7C5-077F-E8E3-6A78FB8A32B3}"/>
              </a:ext>
            </a:extLst>
          </p:cNvPr>
          <p:cNvSpPr>
            <a:spLocks xmlns:a="http://schemas.openxmlformats.org/drawingml/2006/main" noGrp="1"/>
          </p:cNvSpPr>
          <p:nvPr>
            <p:ph type="pic" idx="40" hasCustomPrompt="1"/>
          </p:nvPr>
        </p:nvSpPr>
        <p:spPr>
          <a:xfrm xmlns:a="http://schemas.openxmlformats.org/drawingml/2006/main">
            <a:off x="1313112" y="608161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7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24D368B3-06EE-320F-A632-E201AC667073}"/>
              </a:ext>
            </a:extLst>
          </p:cNvPr>
          <p:cNvSpPr>
            <a:spLocks xmlns:a="http://schemas.openxmlformats.org/drawingml/2006/main" noGrp="1"/>
          </p:cNvSpPr>
          <p:nvPr>
            <p:ph type="pic" idx="69" hasCustomPrompt="1"/>
          </p:nvPr>
        </p:nvSpPr>
        <p:spPr>
          <a:xfrm xmlns:a="http://schemas.openxmlformats.org/drawingml/2006/main">
            <a:off x="4398645" y="57642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CD644C02-AC36-F309-FBBE-25CBD3406D8A}"/>
              </a:ext>
            </a:extLst>
          </p:cNvPr>
          <p:cNvSpPr>
            <a:spLocks xmlns:a="http://schemas.openxmlformats.org/drawingml/2006/main" noGrp="1"/>
          </p:cNvSpPr>
          <p:nvPr>
            <p:ph type="pic" idx="70" hasCustomPrompt="1"/>
          </p:nvPr>
        </p:nvSpPr>
        <p:spPr>
          <a:xfrm xmlns:a="http://schemas.openxmlformats.org/drawingml/2006/main">
            <a:off x="5245032" y="57642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9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358FC273-3BAB-3B7F-BFDA-58B0C2447F37}"/>
              </a:ext>
            </a:extLst>
          </p:cNvPr>
          <p:cNvSpPr>
            <a:spLocks xmlns:a="http://schemas.openxmlformats.org/drawingml/2006/main" noGrp="1"/>
          </p:cNvSpPr>
          <p:nvPr>
            <p:ph type="pic" idx="71" hasCustomPrompt="1"/>
          </p:nvPr>
        </p:nvSpPr>
        <p:spPr>
          <a:xfrm xmlns:a="http://schemas.openxmlformats.org/drawingml/2006/main">
            <a:off x="4398645" y="608161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0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387999AB-EA53-7A44-25FF-C161955524AC}"/>
              </a:ext>
            </a:extLst>
          </p:cNvPr>
          <p:cNvSpPr>
            <a:spLocks xmlns:a="http://schemas.openxmlformats.org/drawingml/2006/main" noGrp="1"/>
          </p:cNvSpPr>
          <p:nvPr>
            <p:ph type="pic" idx="72" hasCustomPrompt="1"/>
          </p:nvPr>
        </p:nvSpPr>
        <p:spPr>
          <a:xfrm xmlns:a="http://schemas.openxmlformats.org/drawingml/2006/main">
            <a:off x="5245032" y="608161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1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7D8118F4-491B-DB48-BF4E-05CEF3F970D0}"/>
              </a:ext>
            </a:extLst>
          </p:cNvPr>
          <p:cNvSpPr>
            <a:spLocks xmlns:a="http://schemas.openxmlformats.org/drawingml/2006/main" noGrp="1"/>
          </p:cNvSpPr>
          <p:nvPr>
            <p:ph type="pic" idx="73" hasCustomPrompt="1"/>
          </p:nvPr>
        </p:nvSpPr>
        <p:spPr>
          <a:xfrm xmlns:a="http://schemas.openxmlformats.org/drawingml/2006/main">
            <a:off x="8321421" y="57642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2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16EE0C90-2BA6-0C41-48E3-265438620598}"/>
              </a:ext>
            </a:extLst>
          </p:cNvPr>
          <p:cNvSpPr>
            <a:spLocks xmlns:a="http://schemas.openxmlformats.org/drawingml/2006/main" noGrp="1"/>
          </p:cNvSpPr>
          <p:nvPr>
            <p:ph type="pic" idx="74" hasCustomPrompt="1"/>
          </p:nvPr>
        </p:nvSpPr>
        <p:spPr>
          <a:xfrm xmlns:a="http://schemas.openxmlformats.org/drawingml/2006/main">
            <a:off x="9167808" y="57642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3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C222AFDC-D942-D82C-A35D-EE2CAC98BEC7}"/>
              </a:ext>
            </a:extLst>
          </p:cNvPr>
          <p:cNvSpPr>
            <a:spLocks xmlns:a="http://schemas.openxmlformats.org/drawingml/2006/main" noGrp="1"/>
          </p:cNvSpPr>
          <p:nvPr>
            <p:ph type="pic" idx="75" hasCustomPrompt="1"/>
          </p:nvPr>
        </p:nvSpPr>
        <p:spPr>
          <a:xfrm xmlns:a="http://schemas.openxmlformats.org/drawingml/2006/main">
            <a:off x="8321421" y="608161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4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C2F6A864-0DC7-D96C-350D-57A24353F64A}"/>
              </a:ext>
            </a:extLst>
          </p:cNvPr>
          <p:cNvSpPr>
            <a:spLocks xmlns:a="http://schemas.openxmlformats.org/drawingml/2006/main" noGrp="1"/>
          </p:cNvSpPr>
          <p:nvPr>
            <p:ph type="pic" idx="76" hasCustomPrompt="1"/>
          </p:nvPr>
        </p:nvSpPr>
        <p:spPr>
          <a:xfrm xmlns:a="http://schemas.openxmlformats.org/drawingml/2006/main">
            <a:off x="9167808" y="608161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5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498B515-6E8A-7B62-FA93-36A2AE935AD1}"/>
              </a:ext>
            </a:extLst>
          </p:cNvPr>
          <p:cNvSpPr>
            <a:spLocks xmlns:a="http://schemas.openxmlformats.org/drawingml/2006/main" noGrp="1"/>
          </p:cNvSpPr>
          <p:nvPr>
            <p:ph type="pic" idx="104" hasCustomPrompt="1"/>
          </p:nvPr>
        </p:nvSpPr>
        <p:spPr>
          <a:xfrm xmlns:a="http://schemas.openxmlformats.org/drawingml/2006/main">
            <a:off x="474709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57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CD1BCE2-0464-ED5E-8BED-DBBBBE4A9338}"/>
              </a:ext>
            </a:extLst>
          </p:cNvPr>
          <p:cNvSpPr>
            <a:spLocks xmlns:a="http://schemas.openxmlformats.org/drawingml/2006/main" noGrp="1"/>
          </p:cNvSpPr>
          <p:nvPr>
            <p:ph type="pic" idx="105" hasCustomPrompt="1"/>
          </p:nvPr>
        </p:nvSpPr>
        <p:spPr>
          <a:xfrm xmlns:a="http://schemas.openxmlformats.org/drawingml/2006/main">
            <a:off x="4402473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58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6261CC2-6FA1-BEAD-AD50-1E8BF5149ECD}"/>
              </a:ext>
            </a:extLst>
          </p:cNvPr>
          <p:cNvSpPr>
            <a:spLocks xmlns:a="http://schemas.openxmlformats.org/drawingml/2006/main" noGrp="1"/>
          </p:cNvSpPr>
          <p:nvPr>
            <p:ph type="pic" idx="106" hasCustomPrompt="1"/>
          </p:nvPr>
        </p:nvSpPr>
        <p:spPr>
          <a:xfrm xmlns:a="http://schemas.openxmlformats.org/drawingml/2006/main">
            <a:off x="8319845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</p:spTree>
  </p:cSld>
</p:sldLayout>
</file>

<file path=ppt/slideLayouts/slideLayout82.xml><?xml version="1.0" encoding="utf-8"?>
<p:sldLayout xmlns:p="http://schemas.openxmlformats.org/presentationml/2006/main" preserve="1" userDrawn="1">
  <p:cSld name="19_Equipe 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Freeform 80">
            <a:extLst xmlns:a="http://schemas.openxmlformats.org/drawingml/2006/main">
              <a:ext uri="{FF2B5EF4-FFF2-40B4-BE49-F238E27FC236}">
                <a16:creationId xmlns:a16="http://schemas.microsoft.com/office/drawing/2014/main" id="{CAC1AD48-42E9-F9A8-69CF-369C6A88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60479" cy="6857999"/>
          </a:xfrm>
          <a:custGeom xmlns:a="http://schemas.openxmlformats.org/drawingml/2006/main"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87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b437ee4b1fe413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4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97AA01CA-292A-F8BE-32EB-FF5E7C064B59}"/>
              </a:ext>
            </a:extLst>
          </p:cNvPr>
          <p:cNvSpPr>
            <a:spLocks xmlns:a="http://schemas.openxmlformats.org/drawingml/2006/main" noGrp="1"/>
          </p:cNvSpPr>
          <p:nvPr>
            <p:ph type="pic" idx="37" hasCustomPrompt="1"/>
          </p:nvPr>
        </p:nvSpPr>
        <p:spPr>
          <a:xfrm xmlns:a="http://schemas.openxmlformats.org/drawingml/2006/main">
            <a:off x="466725" y="575358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5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1B696CCB-40AF-F338-6FD7-59BDD5AEB600}"/>
              </a:ext>
            </a:extLst>
          </p:cNvPr>
          <p:cNvSpPr>
            <a:spLocks xmlns:a="http://schemas.openxmlformats.org/drawingml/2006/main" noGrp="1"/>
          </p:cNvSpPr>
          <p:nvPr>
            <p:ph type="pic" idx="38" hasCustomPrompt="1"/>
          </p:nvPr>
        </p:nvSpPr>
        <p:spPr>
          <a:xfrm xmlns:a="http://schemas.openxmlformats.org/drawingml/2006/main">
            <a:off x="1313112" y="575358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6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F3841364-4E1B-24E4-BA35-7DBA4224680F}"/>
              </a:ext>
            </a:extLst>
          </p:cNvPr>
          <p:cNvSpPr>
            <a:spLocks xmlns:a="http://schemas.openxmlformats.org/drawingml/2006/main" noGrp="1"/>
          </p:cNvSpPr>
          <p:nvPr>
            <p:ph type="pic" idx="39" hasCustomPrompt="1"/>
          </p:nvPr>
        </p:nvSpPr>
        <p:spPr>
          <a:xfrm xmlns:a="http://schemas.openxmlformats.org/drawingml/2006/main">
            <a:off x="466725" y="607097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7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866F270C-D053-5181-935F-A9219FE6D39C}"/>
              </a:ext>
            </a:extLst>
          </p:cNvPr>
          <p:cNvSpPr>
            <a:spLocks xmlns:a="http://schemas.openxmlformats.org/drawingml/2006/main" noGrp="1"/>
          </p:cNvSpPr>
          <p:nvPr>
            <p:ph type="pic" idx="40" hasCustomPrompt="1"/>
          </p:nvPr>
        </p:nvSpPr>
        <p:spPr>
          <a:xfrm xmlns:a="http://schemas.openxmlformats.org/drawingml/2006/main">
            <a:off x="1313112" y="607097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5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9B2BE02F-B85D-5DB2-5797-EF405921DCED}"/>
              </a:ext>
            </a:extLst>
          </p:cNvPr>
          <p:cNvSpPr>
            <a:spLocks xmlns:a="http://schemas.openxmlformats.org/drawingml/2006/main" noGrp="1"/>
          </p:cNvSpPr>
          <p:nvPr>
            <p:ph type="pic" idx="86" hasCustomPrompt="1"/>
          </p:nvPr>
        </p:nvSpPr>
        <p:spPr>
          <a:xfrm xmlns:a="http://schemas.openxmlformats.org/drawingml/2006/main">
            <a:off x="6336584" y="575358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6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5B991AB5-B14A-8BB5-C049-259CF161535D}"/>
              </a:ext>
            </a:extLst>
          </p:cNvPr>
          <p:cNvSpPr>
            <a:spLocks xmlns:a="http://schemas.openxmlformats.org/drawingml/2006/main" noGrp="1"/>
          </p:cNvSpPr>
          <p:nvPr>
            <p:ph type="pic" idx="87" hasCustomPrompt="1"/>
          </p:nvPr>
        </p:nvSpPr>
        <p:spPr>
          <a:xfrm xmlns:a="http://schemas.openxmlformats.org/drawingml/2006/main">
            <a:off x="7182971" y="575358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7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688F9D75-124C-EA17-DD50-B381E97653CD}"/>
              </a:ext>
            </a:extLst>
          </p:cNvPr>
          <p:cNvSpPr>
            <a:spLocks xmlns:a="http://schemas.openxmlformats.org/drawingml/2006/main" noGrp="1"/>
          </p:cNvSpPr>
          <p:nvPr>
            <p:ph type="pic" idx="88" hasCustomPrompt="1"/>
          </p:nvPr>
        </p:nvSpPr>
        <p:spPr>
          <a:xfrm xmlns:a="http://schemas.openxmlformats.org/drawingml/2006/main">
            <a:off x="6336584" y="607097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DBF140F7-2D02-2629-9675-8E8C8BD47CCA}"/>
              </a:ext>
            </a:extLst>
          </p:cNvPr>
          <p:cNvSpPr>
            <a:spLocks xmlns:a="http://schemas.openxmlformats.org/drawingml/2006/main" noGrp="1"/>
          </p:cNvSpPr>
          <p:nvPr>
            <p:ph type="pic" idx="89" hasCustomPrompt="1"/>
          </p:nvPr>
        </p:nvSpPr>
        <p:spPr>
          <a:xfrm xmlns:a="http://schemas.openxmlformats.org/drawingml/2006/main">
            <a:off x="7182971" y="607097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3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6539CBD3-1DA4-A720-4494-A76BB8CA50AD}"/>
              </a:ext>
            </a:extLst>
          </p:cNvPr>
          <p:cNvSpPr>
            <a:spLocks xmlns:a="http://schemas.openxmlformats.org/drawingml/2006/main" noGrp="1"/>
          </p:cNvSpPr>
          <p:nvPr>
            <p:ph type="body" idx="77" hasCustomPrompt="1"/>
          </p:nvPr>
        </p:nvSpPr>
        <p:spPr>
          <a:xfrm xmlns:a="http://schemas.openxmlformats.org/drawingml/2006/main">
            <a:off x="468239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74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B9BEAAE2-AD37-E17E-377E-7BA811ACE377}"/>
              </a:ext>
            </a:extLst>
          </p:cNvPr>
          <p:cNvSpPr>
            <a:spLocks xmlns:a="http://schemas.openxmlformats.org/drawingml/2006/main" noGrp="1"/>
          </p:cNvSpPr>
          <p:nvPr>
            <p:ph type="body" idx="78" hasCustomPrompt="1"/>
          </p:nvPr>
        </p:nvSpPr>
        <p:spPr>
          <a:xfrm xmlns:a="http://schemas.openxmlformats.org/drawingml/2006/main">
            <a:off x="468239" y="3338607"/>
            <a:ext cx="246221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75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1541C547-93D3-858D-BC61-538939400DDB}"/>
              </a:ext>
            </a:extLst>
          </p:cNvPr>
          <p:cNvSpPr>
            <a:spLocks xmlns:a="http://schemas.openxmlformats.org/drawingml/2006/main" noGrp="1"/>
          </p:cNvSpPr>
          <p:nvPr>
            <p:ph type="body" idx="79" hasCustomPrompt="1"/>
          </p:nvPr>
        </p:nvSpPr>
        <p:spPr>
          <a:xfrm xmlns:a="http://schemas.openxmlformats.org/drawingml/2006/main">
            <a:off x="468238" y="3672236"/>
            <a:ext cx="4924499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78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20D77299-9F37-393B-0E25-FF4E0DA5634F}"/>
              </a:ext>
            </a:extLst>
          </p:cNvPr>
          <p:cNvSpPr>
            <a:spLocks xmlns:a="http://schemas.openxmlformats.org/drawingml/2006/main" noGrp="1"/>
          </p:cNvSpPr>
          <p:nvPr>
            <p:ph type="body" idx="91" hasCustomPrompt="1"/>
          </p:nvPr>
        </p:nvSpPr>
        <p:spPr>
          <a:xfrm xmlns:a="http://schemas.openxmlformats.org/drawingml/2006/main">
            <a:off x="6333772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79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4796DE47-8C8F-F47D-F769-C8BB036265F1}"/>
              </a:ext>
            </a:extLst>
          </p:cNvPr>
          <p:cNvSpPr>
            <a:spLocks xmlns:a="http://schemas.openxmlformats.org/drawingml/2006/main" noGrp="1"/>
          </p:cNvSpPr>
          <p:nvPr>
            <p:ph type="body" idx="92" hasCustomPrompt="1"/>
          </p:nvPr>
        </p:nvSpPr>
        <p:spPr>
          <a:xfrm xmlns:a="http://schemas.openxmlformats.org/drawingml/2006/main">
            <a:off x="6333772" y="3338607"/>
            <a:ext cx="246221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80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9CE2676F-B739-440B-1A04-53A860B709E3}"/>
              </a:ext>
            </a:extLst>
          </p:cNvPr>
          <p:cNvSpPr>
            <a:spLocks xmlns:a="http://schemas.openxmlformats.org/drawingml/2006/main" noGrp="1"/>
          </p:cNvSpPr>
          <p:nvPr>
            <p:ph type="body" idx="93" hasCustomPrompt="1"/>
          </p:nvPr>
        </p:nvSpPr>
        <p:spPr>
          <a:xfrm xmlns:a="http://schemas.openxmlformats.org/drawingml/2006/main">
            <a:off x="6333771" y="3672236"/>
            <a:ext cx="4924499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8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C69A28D3-DD60-D554-AC12-917AEA74F27F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8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E0F88562-F96B-8609-4E1D-C001B3E7A371}"/>
              </a:ext>
            </a:extLst>
          </p:cNvPr>
          <p:cNvSpPr>
            <a:spLocks xmlns:a="http://schemas.openxmlformats.org/drawingml/2006/main" noGrp="1"/>
          </p:cNvSpPr>
          <p:nvPr>
            <p:ph type="body" idx="94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8EC9C4EB-3828-05C5-2EE8-D791600CFC7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FB7FCF10-2CF5-B0BB-A321-AF91D56BA26A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2256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2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6CF63297-CAFC-A0CF-12CC-8C078F34D4A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3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A06D9F4-9E5A-4CE3-5516-40CA7044D02F}"/>
              </a:ext>
            </a:extLst>
          </p:cNvPr>
          <p:cNvSpPr>
            <a:spLocks xmlns:a="http://schemas.openxmlformats.org/drawingml/2006/main" noGrp="1"/>
          </p:cNvSpPr>
          <p:nvPr>
            <p:ph type="pic" idx="104" hasCustomPrompt="1"/>
          </p:nvPr>
        </p:nvSpPr>
        <p:spPr>
          <a:xfrm xmlns:a="http://schemas.openxmlformats.org/drawingml/2006/main">
            <a:off x="474709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38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3413F62-B916-6013-4BE5-5A54E9929835}"/>
              </a:ext>
            </a:extLst>
          </p:cNvPr>
          <p:cNvSpPr>
            <a:spLocks xmlns:a="http://schemas.openxmlformats.org/drawingml/2006/main" noGrp="1"/>
          </p:cNvSpPr>
          <p:nvPr>
            <p:ph type="pic" idx="108" hasCustomPrompt="1"/>
          </p:nvPr>
        </p:nvSpPr>
        <p:spPr>
          <a:xfrm xmlns:a="http://schemas.openxmlformats.org/drawingml/2006/main">
            <a:off x="6335182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</p:spTree>
  </p:cSld>
</p:sldLayout>
</file>

<file path=ppt/slideLayouts/slideLayout83.xml><?xml version="1.0" encoding="utf-8"?>
<p:sldLayout xmlns:p="http://schemas.openxmlformats.org/presentationml/2006/main" preserve="1" userDrawn="1">
  <p:cSld name="19_Equipe B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Freeform 52">
            <a:extLst xmlns:a="http://schemas.openxmlformats.org/drawingml/2006/main">
              <a:ext uri="{FF2B5EF4-FFF2-40B4-BE49-F238E27FC236}">
                <a16:creationId xmlns:a16="http://schemas.microsoft.com/office/drawing/2014/main" id="{EDBE913B-C502-F40B-9169-EE6267C4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60479" cy="6857999"/>
          </a:xfrm>
          <a:custGeom xmlns:a="http://schemas.openxmlformats.org/drawingml/2006/main"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87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7415f89582b424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0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9CE2676F-B739-440B-1A04-53A860B709E3}"/>
              </a:ext>
            </a:extLst>
          </p:cNvPr>
          <p:cNvSpPr>
            <a:spLocks xmlns:a="http://schemas.openxmlformats.org/drawingml/2006/main" noGrp="1"/>
          </p:cNvSpPr>
          <p:nvPr>
            <p:ph type="body" idx="93" hasCustomPrompt="1"/>
          </p:nvPr>
        </p:nvSpPr>
        <p:spPr>
          <a:xfrm xmlns:a="http://schemas.openxmlformats.org/drawingml/2006/main">
            <a:off x="4571398" y="2543075"/>
            <a:ext cx="5864225" cy="2966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6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8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C69A28D3-DD60-D554-AC12-917AEA74F27F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8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E0F88562-F96B-8609-4E1D-C001B3E7A371}"/>
              </a:ext>
            </a:extLst>
          </p:cNvPr>
          <p:cNvSpPr>
            <a:spLocks xmlns:a="http://schemas.openxmlformats.org/drawingml/2006/main" noGrp="1"/>
          </p:cNvSpPr>
          <p:nvPr>
            <p:ph type="body" idx="94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8EC9C4EB-3828-05C5-2EE8-D791600CFC7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FB7FCF10-2CF5-B0BB-A321-AF91D56BA26A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2256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2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6CF63297-CAFC-A0CF-12CC-8C078F34D4A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cxnSp>
        <p:nvCxnSpPr>
          <p:cNvPr id="94" name="Google Shape;3493;p411"/>
          <p:cNvCxnSpPr/>
          <p:nvPr/>
        </p:nvCxnSpPr>
        <p:spPr>
          <a:xfrm xmlns:a="http://schemas.openxmlformats.org/drawingml/2006/main" flipV="1">
            <a:off x="10589634" y="3984689"/>
            <a:ext cx="1660973" cy="296677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bg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49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0F784DCA-9360-1C78-DC88-51D07E5BA468}"/>
              </a:ext>
            </a:extLst>
          </p:cNvPr>
          <p:cNvSpPr>
            <a:spLocks xmlns:a="http://schemas.openxmlformats.org/drawingml/2006/main" noGrp="1"/>
          </p:cNvSpPr>
          <p:nvPr>
            <p:ph type="body" idx="77" hasCustomPrompt="1"/>
          </p:nvPr>
        </p:nvSpPr>
        <p:spPr>
          <a:xfrm xmlns:a="http://schemas.openxmlformats.org/drawingml/2006/main">
            <a:off x="4588152" y="1630843"/>
            <a:ext cx="4907745" cy="291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27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50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8B7C5652-0FC9-0AD4-5F6F-E2CA450601AE}"/>
              </a:ext>
            </a:extLst>
          </p:cNvPr>
          <p:cNvSpPr>
            <a:spLocks xmlns:a="http://schemas.openxmlformats.org/drawingml/2006/main" noGrp="1"/>
          </p:cNvSpPr>
          <p:nvPr>
            <p:ph type="body" idx="78" hasCustomPrompt="1"/>
          </p:nvPr>
        </p:nvSpPr>
        <p:spPr>
          <a:xfrm xmlns:a="http://schemas.openxmlformats.org/drawingml/2006/main">
            <a:off x="4588152" y="2066574"/>
            <a:ext cx="490774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6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52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24BDB89-018E-698E-CBD4-CFAD6FDB6EA3}"/>
              </a:ext>
            </a:extLst>
          </p:cNvPr>
          <p:cNvSpPr>
            <a:spLocks xmlns:a="http://schemas.openxmlformats.org/drawingml/2006/main" noGrp="1"/>
          </p:cNvSpPr>
          <p:nvPr>
            <p:ph type="pic" idx="104" hasCustomPrompt="1"/>
          </p:nvPr>
        </p:nvSpPr>
        <p:spPr>
          <a:xfrm xmlns:a="http://schemas.openxmlformats.org/drawingml/2006/main">
            <a:off x="466724" y="2311633"/>
            <a:ext cx="2930526" cy="293052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5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17219938-892C-015F-D864-74BEF4A6B268}"/>
              </a:ext>
            </a:extLst>
          </p:cNvPr>
          <p:cNvSpPr>
            <a:spLocks xmlns:a="http://schemas.openxmlformats.org/drawingml/2006/main" noGrp="1"/>
          </p:cNvSpPr>
          <p:nvPr>
            <p:ph type="pic" idx="86" hasCustomPrompt="1"/>
          </p:nvPr>
        </p:nvSpPr>
        <p:spPr>
          <a:xfrm xmlns:a="http://schemas.openxmlformats.org/drawingml/2006/main">
            <a:off x="4567782" y="566728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9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48773842-1770-4EA8-9525-C012110030B5}"/>
              </a:ext>
            </a:extLst>
          </p:cNvPr>
          <p:cNvSpPr>
            <a:spLocks xmlns:a="http://schemas.openxmlformats.org/drawingml/2006/main" noGrp="1"/>
          </p:cNvSpPr>
          <p:nvPr>
            <p:ph type="pic" idx="87" hasCustomPrompt="1"/>
          </p:nvPr>
        </p:nvSpPr>
        <p:spPr>
          <a:xfrm xmlns:a="http://schemas.openxmlformats.org/drawingml/2006/main">
            <a:off x="5414169" y="566728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0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8FB49647-C55A-2FE2-6AD7-DDE189395316}"/>
              </a:ext>
            </a:extLst>
          </p:cNvPr>
          <p:cNvSpPr>
            <a:spLocks xmlns:a="http://schemas.openxmlformats.org/drawingml/2006/main" noGrp="1"/>
          </p:cNvSpPr>
          <p:nvPr>
            <p:ph type="pic" idx="107" hasCustomPrompt="1"/>
          </p:nvPr>
        </p:nvSpPr>
        <p:spPr>
          <a:xfrm xmlns:a="http://schemas.openxmlformats.org/drawingml/2006/main">
            <a:off x="6260556" y="566728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1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50B99053-DE49-32A9-D3CB-5A194CD43C84}"/>
              </a:ext>
            </a:extLst>
          </p:cNvPr>
          <p:cNvSpPr>
            <a:spLocks xmlns:a="http://schemas.openxmlformats.org/drawingml/2006/main" noGrp="1"/>
          </p:cNvSpPr>
          <p:nvPr>
            <p:ph type="pic" idx="108" hasCustomPrompt="1"/>
          </p:nvPr>
        </p:nvSpPr>
        <p:spPr>
          <a:xfrm xmlns:a="http://schemas.openxmlformats.org/drawingml/2006/main">
            <a:off x="7106943" y="566728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</p:spTree>
  </p:cSld>
</p:sldLayout>
</file>

<file path=ppt/slideLayouts/slideLayout84.xml><?xml version="1.0" encoding="utf-8"?>
<p:sldLayout xmlns:p="http://schemas.openxmlformats.org/presentationml/2006/main" preserve="1" userDrawn="1">
  <p:cSld name="20_Despedida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190CD48-43C1-3122-5EB1-AF7BF515572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330588" y="3453157"/>
            <a:ext cx="3746966" cy="1332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3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D17A222D-7D6C-D1FE-68BE-3CF57172C3EF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6329362" y="2510756"/>
            <a:ext cx="3746967" cy="678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700" b="0" i="0">
                <a:solidFill>
                  <a:schemeClr val="bg2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Mensagem de despedida com até duas linhas</a:t>
            </a:r>
          </a:p>
        </p:txBody>
      </p:sp>
      <p:pic>
        <p:nvPicPr>
          <p:cNvPr id="44" name="Google Shape;4895;p46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f67104400249f5">
            <a:alphaModFix/>
          </a:blip>
          <a:srcRect xmlns:a="http://schemas.openxmlformats.org/drawingml/2006/main" l="0" t="0" r="4906" b="3809"/>
          <a:stretch xmlns:a="http://schemas.openxmlformats.org/drawingml/2006/main"/>
        </p:blipFill>
        <p:spPr>
          <a:xfrm xmlns:a="http://schemas.openxmlformats.org/drawingml/2006/main">
            <a:off x="-1328529" y="-965731"/>
            <a:ext cx="7037531" cy="78948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5" name="Google Shape;2192;p7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2ae1969300452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54240" y="1671305"/>
            <a:ext cx="2773825" cy="5023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6875BC9F-40E8-ECC5-D4AC-9C8CE7C69DE4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6330588" y="5830645"/>
            <a:ext cx="2464162" cy="5365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</p:spTree>
  </p:cSld>
</p:sldLayout>
</file>

<file path=ppt/slideLayouts/slideLayout85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6.xml><?xml version="1.0" encoding="utf-8"?>
<p:sldLayout xmlns:p="http://schemas.openxmlformats.org/presentationml/2006/main" userDrawn="1">
  <p:cSld name="54_Custom Layou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pic>
        <p:nvPicPr>
          <p:cNvPr id="28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5dc06c51b524fe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2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87.xml><?xml version="1.0" encoding="utf-8"?>
<p:sldLayout xmlns:p="http://schemas.openxmlformats.org/presentationml/2006/main" preserve="1" userDrawn="1">
  <p:cSld name="Tít em 1 linha"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D1C17A-0574-4BC4-8F85-2BF35E201A32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457260" y="6548610"/>
            <a:ext cx="7725447" cy="2077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 sz="896" i="1">
                <a:solidFill>
                  <a:srgbClr val="002B4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marL="210581" lvl="0" indent="-210581" defTabSz="842442">
              <a:spcBef>
                <a:spcPts val="0"/>
              </a:spcBef>
              <a:buNone/>
            </a:pPr>
            <a:r>
              <a:t>Clique para inserir rodapé/fonte</a:t>
            </a:r>
          </a:p>
        </p:txBody>
      </p:sp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B22479EE-D2FD-4BCE-8401-4F542E50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1"/>
            <a:ext cx="110250" cy="110257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buNone/>
            </a:pPr>
            <a:endParaRPr sz="2560" b="0" i="1" u="none" cap="none" baseline="0">
              <a:latin typeface="Georgia"/>
              <a:ea typeface="Georgia"/>
              <a:cs typeface="Georgia"/>
            </a:endParaRPr>
          </a:p>
        </p:txBody>
      </p:sp>
      <p:sp>
        <p:nvSpPr>
          <p:cNvPr id="20" name="Título 19">
            <a:extLst xmlns:a="http://schemas.openxmlformats.org/drawingml/2006/main">
              <a:ext uri="{FF2B5EF4-FFF2-40B4-BE49-F238E27FC236}">
                <a16:creationId xmlns:a16="http://schemas.microsoft.com/office/drawing/2014/main" id="{193F2136-C3EC-4977-8324-CA9CC4B2BDD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59982" y="255356"/>
            <a:ext cx="11273625" cy="533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>
            <a:lvl1pPr algn="l">
              <a:buNone/>
              <a:defRPr sz="3628" b="1" i="0" spc="-200" baseline="0">
                <a:solidFill>
                  <a:srgbClr val="002B49"/>
                </a:solidFill>
                <a:latin typeface="Avenir Next LT Pro Demi"/>
                <a:ea typeface="Avenir Next LT Pro Demi"/>
                <a:cs typeface="Avenir Next LT Pro Demi"/>
              </a:defRPr>
            </a:lvl1pPr>
          </a:lstStyle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42" name="Conector reto 41">
            <a:extLst xmlns:a="http://schemas.openxmlformats.org/drawingml/2006/main">
              <a:ext uri="{FF2B5EF4-FFF2-40B4-BE49-F238E27FC236}">
                <a16:creationId xmlns:a16="http://schemas.microsoft.com/office/drawing/2014/main" id="{50C931D9-81B1-4286-B405-A87F55B5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5142" y="852817"/>
            <a:ext cx="1173844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2B49"/>
            </a:solidFill>
            <a:tailEnd type="oval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Conector reto 24">
            <a:extLst xmlns:a="http://schemas.openxmlformats.org/drawingml/2006/main">
              <a:ext uri="{FF2B5EF4-FFF2-40B4-BE49-F238E27FC236}">
                <a16:creationId xmlns:a16="http://schemas.microsoft.com/office/drawing/2014/main" id="{FB16FDB2-C02F-4B1C-B907-99A5AE17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2781"/>
            <a:ext cx="1107584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2B49"/>
            </a:solidFill>
            <a:tailEnd type="oval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3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05c7354b364a4d"/>
          <a:srcRect xmlns:a="http://schemas.openxmlformats.org/drawingml/2006/main" l="0" t="26469" r="0" b="0"/>
          <a:stretch xmlns:a="http://schemas.openxmlformats.org/drawingml/2006/main"/>
        </p:blipFill>
        <p:spPr>
          <a:xfrm xmlns:a="http://schemas.openxmlformats.org/drawingml/2006/main">
            <a:off x="10682424" y="139528"/>
            <a:ext cx="1295914" cy="42770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8.xml><?xml version="1.0" encoding="utf-8"?>
<p:sldLayout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A880F8DC-A41A-47B0-93A7-23CCC278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034" cy="14007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Aft>
                <a:spcPts val="353"/>
              </a:spcAft>
              <a:buNone/>
            </a:pPr>
            <a:endParaRPr sz="2281" b="0" i="0" baseline="0">
              <a:solidFill>
                <a:schemeClr val="bg1"/>
              </a:solidFill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7" name="Title 6">
            <a:extLst xmlns:a="http://schemas.openxmlformats.org/drawingml/2006/main">
              <a:ext uri="{FF2B5EF4-FFF2-40B4-BE49-F238E27FC236}">
                <a16:creationId xmlns:a16="http://schemas.microsoft.com/office/drawing/2014/main" id="{4E60E66B-2420-4757-A060-ACAC8CB1A34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15761" y="403413"/>
            <a:ext cx="10981001" cy="724321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to </a:t>
            </a:r>
            <a:r>
              <a:t>edit</a:t>
            </a:r>
            <a:r>
              <a:t> Master </a:t>
            </a:r>
            <a:r>
              <a:t>title</a:t>
            </a:r>
            <a:r>
              <a:t> </a:t>
            </a:r>
            <a:r>
              <a:t>style</a:t>
            </a:r>
            <a:endParaRPr/>
          </a:p>
        </p:txBody>
      </p:sp>
      <p:sp>
        <p:nvSpPr>
          <p:cNvPr id="12" name="Text Placeholder 52">
            <a:extLst xmlns:a="http://schemas.openxmlformats.org/drawingml/2006/main">
              <a:ext uri="{FF2B5EF4-FFF2-40B4-BE49-F238E27FC236}">
                <a16:creationId xmlns:a16="http://schemas.microsoft.com/office/drawing/2014/main" id="{B84F12BB-8E38-4DF5-8358-475DC0D2CDE3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615761" y="1277471"/>
            <a:ext cx="10981001" cy="225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66" b="0" i="0" kern="800" spc="0" baseline="0">
                <a:solidFill>
                  <a:schemeClr val="accent3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  <a:r>
              <a:t> to slide </a:t>
            </a:r>
            <a:r>
              <a:t>goes</a:t>
            </a:r>
            <a:r>
              <a:t> </a:t>
            </a:r>
            <a:r>
              <a:t>here</a:t>
            </a:r>
            <a:endParaRPr/>
          </a:p>
        </p:txBody>
      </p:sp>
    </p:spTree>
  </p:cSld>
</p:sldLayout>
</file>

<file path=ppt/slideLayouts/slideLayout89.xml><?xml version="1.0" encoding="utf-8"?>
<p:sldLayout xmlns:p="http://schemas.openxmlformats.org/presentationml/2006/main" userDrawn="1">
  <p:cSld name="55_Custom Layou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Google Shape;4623;p127"/>
          <p:cNvCxnSpPr/>
          <p:nvPr/>
        </p:nvCxnSpPr>
        <p:spPr>
          <a:xfrm xmlns:a="http://schemas.openxmlformats.org/drawingml/2006/main" rot="10800000" flipH="1" flipV="0">
            <a:off x="7092469" y="-107233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2" name="Google Shape;4624;p127"/>
          <p:cNvCxnSpPr/>
          <p:nvPr/>
        </p:nvCxnSpPr>
        <p:spPr>
          <a:xfrm xmlns:a="http://schemas.openxmlformats.org/drawingml/2006/main" rot="10800000" flipH="1" flipV="0">
            <a:off x="4106216" y="5236138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1615956"/>
            <a:ext cx="11258551" cy="1813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2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6724" y="3663950"/>
            <a:ext cx="11258551" cy="15721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6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pic>
        <p:nvPicPr>
          <p:cNvPr id="15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756d925ae8a432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B74BE4B2-8753-E6D3-7633-5B17D67ABBE4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24D8D5F8-286B-3681-8A2C-F2F1C541761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90.xml><?xml version="1.0" encoding="utf-8"?>
<p:sldLayout xmlns:p="http://schemas.openxmlformats.org/presentationml/2006/main" userDrawn="1">
  <p:cSld name="56_Custom Layout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2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  <p:pic>
        <p:nvPicPr>
          <p:cNvPr id="13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99cb1e0d8504953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8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9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91.xml><?xml version="1.0" encoding="utf-8"?>
<p:sldLayout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6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09dc761ce3430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BE271676-4442-1054-6203-40B9D4DD41E8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92.xml><?xml version="1.0" encoding="utf-8"?>
<p:sldLayout xmlns:p="http://schemas.openxmlformats.org/presentationml/2006/main" userDrawn="1">
  <p:cSld name="33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48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34d73110534f3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494951"/>
            <a:ext cx="11254426" cy="816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7" y="2584875"/>
            <a:ext cx="11254427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0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3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44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</p:spTree>
  </p:cSld>
</p:sldLayout>
</file>

<file path=ppt/slideLayouts/slideLayout93.xml><?xml version="1.0" encoding="utf-8"?>
<p:sldLayout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6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00cbbdd9fa44ae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BE271676-4442-1054-6203-40B9D4DD41E8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94.xml><?xml version="1.0" encoding="utf-8"?>
<p:sldLayout xmlns:p="http://schemas.openxmlformats.org/presentationml/2006/main" preserve="1" userDrawn="1">
  <p:cSld name="2_Custom Layout">
    <p:bg>
      <p:bgPr>
        <a:solidFill xmlns:a="http://schemas.openxmlformats.org/drawingml/2006/main">
          <a:srgbClr val="EBEE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6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1b39ac856f438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9257063A-81C8-6751-6622-58637AD0AF94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95.xml><?xml version="1.0" encoding="utf-8"?>
<p:sldLayout xmlns:p="http://schemas.openxmlformats.org/presentationml/2006/main" preserve="1" userDrawn="1">
  <p:cSld name="5_Custom Layout">
    <p:bg>
      <p:bgPr>
        <a:solidFill xmlns:a="http://schemas.openxmlformats.org/drawingml/2006/main">
          <a:srgbClr val="D7DD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8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c6d5a85d6c445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06FC8AF5-82C3-EAD1-2B87-483779D92D8C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96.xml><?xml version="1.0" encoding="utf-8"?>
<p:sldLayout xmlns:p="http://schemas.openxmlformats.org/presentationml/2006/main" preserve="1" userDrawn="1">
  <p:cSld name="11_Custom Layout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8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c48b4741d844adb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1ED28277-C797-016B-FA7D-94004CF448D2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97.xml><?xml version="1.0" encoding="utf-8"?>
<p:sldLayout xmlns:p="http://schemas.openxmlformats.org/presentationml/2006/main" preserve="1" userDrawn="1">
  <p:cSld name="1_Custom Layout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6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6784152ec64ca0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9A7938FC-6001-9AF2-3CC3-BDD6FA7B022B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98.xml><?xml version="1.0" encoding="utf-8"?>
<p:sldLayout xmlns:p="http://schemas.openxmlformats.org/presentationml/2006/main" preserve="1" userDrawn="1">
  <p:cSld name="51_Custom Layout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10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a834a004054bdd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11" name="Google Shape;3493;p411"/>
          <p:cNvCxnSpPr/>
          <p:nvPr/>
        </p:nvCxnSpPr>
        <p:spPr>
          <a:xfrm xmlns:a="http://schemas.openxmlformats.org/drawingml/2006/main" flipV="1">
            <a:off x="9801225" y="2643188"/>
            <a:ext cx="2396152" cy="427992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69900"/>
            <a:ext cx="585974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endParaRPr/>
          </a:p>
        </p:txBody>
      </p:sp>
      <p:sp>
        <p:nvSpPr>
          <p:cNvPr id="7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72C3BB23-2528-2D51-6D17-1D8A3A425D8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9624" y="5262680"/>
            <a:ext cx="3658240" cy="11190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2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Texto introdutório</a:t>
            </a:r>
          </a:p>
        </p:txBody>
      </p:sp>
    </p:spTree>
  </p:cSld>
</p:sldLayout>
</file>

<file path=ppt/slideLayouts/slideLayout99.xml><?xml version="1.0" encoding="utf-8"?>
<p:sldLayout xmlns:p="http://schemas.openxmlformats.org/presentationml/2006/main" preserve="1" userDrawn="1">
  <p:cSld name="52_Custom Layou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69900"/>
            <a:ext cx="585974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endParaRPr/>
          </a:p>
        </p:txBody>
      </p:sp>
      <p:pic>
        <p:nvPicPr>
          <p:cNvPr id="10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16264edd52441f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0.xml><?xml version="1.0" encoding="utf-8"?>
<p:sldLayout xmlns:p="http://schemas.openxmlformats.org/presentationml/2006/main" preserve="1" userDrawn="1">
  <p:cSld name="54_Custom Layou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pic>
        <p:nvPicPr>
          <p:cNvPr id="28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0e53614de5422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2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101.xml><?xml version="1.0" encoding="utf-8"?>
<p:sldLayout xmlns:p="http://schemas.openxmlformats.org/presentationml/2006/main" preserve="1" userDrawn="1">
  <p:cSld name="61_Custom Layout">
    <p:bg>
      <p:bgPr>
        <a:solidFill xmlns:a="http://schemas.openxmlformats.org/drawingml/2006/main">
          <a:srgbClr val="EBEE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2" y="469899"/>
            <a:ext cx="11255653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pic>
        <p:nvPicPr>
          <p:cNvPr id="16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0562ddc633e48c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11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12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102.xml><?xml version="1.0" encoding="utf-8"?>
<p:sldLayout xmlns:p="http://schemas.openxmlformats.org/presentationml/2006/main" preserve="1" userDrawn="1">
  <p:cSld name="58_Custom Layout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pic>
        <p:nvPicPr>
          <p:cNvPr id="16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9f78481349479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11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12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103.xml><?xml version="1.0" encoding="utf-8"?>
<p:sldLayout xmlns:p="http://schemas.openxmlformats.org/presentationml/2006/main" preserve="1" userDrawn="1">
  <p:cSld name="56_Custom Layout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2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  <p:pic>
        <p:nvPicPr>
          <p:cNvPr id="13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3dca2050b74fe8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8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9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104.xml><?xml version="1.0" encoding="utf-8"?>
<p:sldLayout xmlns:p="http://schemas.openxmlformats.org/presentationml/2006/main" preserve="1" userDrawn="1">
  <p:cSld name="57_Custom Layout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pic>
        <p:nvPicPr>
          <p:cNvPr id="12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09749abdbf43f4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C4984434-7A1D-7CDF-D681-37A99AF191DA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7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76B9E8F8-919C-3971-93A9-82E1B6C38338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8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6554AAFF-C395-2035-E271-806791E5AE01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105.xml><?xml version="1.0" encoding="utf-8"?>
<p:sldLayout xmlns:p="http://schemas.openxmlformats.org/presentationml/2006/main" preserve="1" userDrawn="1">
  <p:cSld name="53_Custom Layout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sp>
        <p:nvSpPr>
          <p:cNvPr id="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69900"/>
            <a:ext cx="585974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endParaRPr/>
          </a:p>
        </p:txBody>
      </p:sp>
      <p:pic>
        <p:nvPicPr>
          <p:cNvPr id="10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8f84e4191846b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6.xml><?xml version="1.0" encoding="utf-8"?>
<p:sldLayout xmlns:p="http://schemas.openxmlformats.org/presentationml/2006/main" preserve="1" userDrawn="1">
  <p:cSld name="12_Custom Layout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57" name="Google Shape;2192;p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f64e3a3a7470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3085" y="379284"/>
            <a:ext cx="3397213" cy="6154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5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BB825E7-E693-CE59-F74B-7F92BD15878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3673678"/>
            <a:ext cx="5859740" cy="1624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endParaRPr/>
          </a:p>
        </p:txBody>
      </p:sp>
      <p:sp>
        <p:nvSpPr>
          <p:cNvPr id="52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89470320-04B6-E012-821E-C5810C6A60E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9623" y="5836630"/>
            <a:ext cx="5873109" cy="2985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2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Nome do Cliente</a:t>
            </a:r>
          </a:p>
        </p:txBody>
      </p:sp>
      <p:sp>
        <p:nvSpPr>
          <p:cNvPr id="53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DB69DF21-0C32-BB89-2274-B336F285045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6222044"/>
            <a:ext cx="2459315" cy="2022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14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Mês . Ano</a:t>
            </a:r>
          </a:p>
        </p:txBody>
      </p:sp>
      <p:pic>
        <p:nvPicPr>
          <p:cNvPr id="61" name="Google Shape;2191;p7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4d300a1bc64e93">
            <a:alphaModFix/>
          </a:blip>
          <a:srcRect xmlns:a="http://schemas.openxmlformats.org/drawingml/2006/main" l="0" t="9998" r="12703" b="4392"/>
          <a:stretch xmlns:a="http://schemas.openxmlformats.org/drawingml/2006/main"/>
        </p:blipFill>
        <p:spPr>
          <a:xfrm xmlns:a="http://schemas.openxmlformats.org/drawingml/2006/main">
            <a:off x="5887945" y="1"/>
            <a:ext cx="6305644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7.xml><?xml version="1.0" encoding="utf-8"?>
<p:sldLayout xmlns:p="http://schemas.openxmlformats.org/presentationml/2006/main" preserve="1" userDrawn="1">
  <p:cSld name="14_Custom Layout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37" name="Google Shape;2192;p7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edb9a4c1224f7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4800" y="378000"/>
            <a:ext cx="3398400" cy="6154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" name="Google Shape;2191;p7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6667e785dfc4ed7">
            <a:alphaModFix/>
          </a:blip>
          <a:srcRect xmlns:a="http://schemas.openxmlformats.org/drawingml/2006/main" l="0" t="9998" r="12703" b="4392"/>
          <a:stretch xmlns:a="http://schemas.openxmlformats.org/drawingml/2006/main"/>
        </p:blipFill>
        <p:spPr>
          <a:xfrm xmlns:a="http://schemas.openxmlformats.org/drawingml/2006/main">
            <a:off x="5887945" y="1"/>
            <a:ext cx="6305644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4C14F297-9874-216E-C433-100105B3709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3673678"/>
            <a:ext cx="5859740" cy="1624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endParaRPr/>
          </a:p>
        </p:txBody>
      </p:sp>
      <p:sp>
        <p:nvSpPr>
          <p:cNvPr id="32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75372B82-6F2D-B889-B523-C81CB9485F7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9623" y="5836630"/>
            <a:ext cx="5873109" cy="2985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2000" b="0" i="0">
                <a:solidFill>
                  <a:srgbClr val="99AAB6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Nome do Cliente</a:t>
            </a:r>
          </a:p>
        </p:txBody>
      </p:sp>
      <p:sp>
        <p:nvSpPr>
          <p:cNvPr id="33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6F7FB5DE-6524-46C4-6448-A348016D6779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6222044"/>
            <a:ext cx="2459315" cy="2022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Mês . Ano</a:t>
            </a:r>
          </a:p>
        </p:txBody>
      </p:sp>
    </p:spTree>
  </p:cSld>
</p:sldLayout>
</file>

<file path=ppt/slideLayouts/slideLayout108.xml><?xml version="1.0" encoding="utf-8"?>
<p:sldLayout xmlns:p="http://schemas.openxmlformats.org/presentationml/2006/main" preserve="1" userDrawn="1">
  <p:cSld name="13_Custom Layout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342732" y="0"/>
            <a:ext cx="5850855" cy="6858000"/>
          </a:xfrm>
          <a:custGeom xmlns:a="http://schemas.openxmlformats.org/drawingml/2006/main"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r"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Inclua uma imagem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39" name="Google Shape;2192;p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7691444ef455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3085" y="379284"/>
            <a:ext cx="3397213" cy="6154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FD806D67-10BF-4023-D51A-4B0FFC7EB26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3673678"/>
            <a:ext cx="5859740" cy="1624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endParaRPr/>
          </a:p>
        </p:txBody>
      </p:sp>
      <p:sp>
        <p:nvSpPr>
          <p:cNvPr id="33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A49D5658-F6E3-FA36-C79E-1D395337D14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9623" y="5836630"/>
            <a:ext cx="5873109" cy="2985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2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Nome do Cliente</a:t>
            </a:r>
          </a:p>
        </p:txBody>
      </p:sp>
      <p:sp>
        <p:nvSpPr>
          <p:cNvPr id="35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7B650764-6019-64E1-2A79-56579C7204E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6222044"/>
            <a:ext cx="2459315" cy="2022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14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Mês . Ano</a:t>
            </a:r>
          </a:p>
        </p:txBody>
      </p:sp>
    </p:spTree>
  </p:cSld>
</p:sldLayout>
</file>

<file path=ppt/slideLayouts/slideLayout109.xml><?xml version="1.0" encoding="utf-8"?>
<p:sldLayout xmlns:p="http://schemas.openxmlformats.org/presentationml/2006/main" preserve="1" userDrawn="1">
  <p:cSld name="48_Custom Layout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342732" y="0"/>
            <a:ext cx="5850855" cy="6858000"/>
          </a:xfrm>
          <a:custGeom xmlns:a="http://schemas.openxmlformats.org/drawingml/2006/main"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r"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Inclua uma imagem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43" name="Google Shape;2192;p7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43d14e35cc4ee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4800" y="378000"/>
            <a:ext cx="3398400" cy="6154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3673678"/>
            <a:ext cx="5859740" cy="1624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endParaRPr/>
          </a:p>
        </p:txBody>
      </p:sp>
      <p:sp>
        <p:nvSpPr>
          <p:cNvPr id="38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322E9E79-6045-FA6A-58CF-6EB6D9AFBEC0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9623" y="5836630"/>
            <a:ext cx="5873109" cy="2985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2000" b="0" i="0">
                <a:solidFill>
                  <a:srgbClr val="99AAB6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Nome do Cliente</a:t>
            </a:r>
          </a:p>
        </p:txBody>
      </p:sp>
      <p:sp>
        <p:nvSpPr>
          <p:cNvPr id="39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ECAB87F8-1ACF-E19D-3CD4-E63CF8A3BE3A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6222044"/>
            <a:ext cx="2459315" cy="2022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Mês . Ano</a:t>
            </a:r>
          </a:p>
        </p:txBody>
      </p:sp>
    </p:spTree>
  </p:cSld>
</p:sldLayout>
</file>

<file path=ppt/slideLayouts/slideLayout110.xml><?xml version="1.0" encoding="utf-8"?>
<p:sldLayout xmlns:p="http://schemas.openxmlformats.org/presentationml/2006/main" preserve="1" userDrawn="1">
  <p:cSld name="59_Custom Layout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342732" y="0"/>
            <a:ext cx="5850855" cy="6858000"/>
          </a:xfrm>
          <a:custGeom xmlns:a="http://schemas.openxmlformats.org/drawingml/2006/main"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r"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Inclua uma imagem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sp>
        <p:nvSpPr>
          <p:cNvPr id="37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481330"/>
            <a:ext cx="5859740" cy="1624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endParaRPr/>
          </a:p>
        </p:txBody>
      </p:sp>
    </p:spTree>
  </p:cSld>
</p:sldLayout>
</file>

<file path=ppt/slideLayouts/slideLayout111.xml><?xml version="1.0" encoding="utf-8"?>
<p:sldLayout xmlns:p="http://schemas.openxmlformats.org/presentationml/2006/main" preserve="1" userDrawn="1">
  <p:cSld name="15_Custom Layout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342732" y="0"/>
            <a:ext cx="5850855" cy="6858000"/>
          </a:xfrm>
          <a:custGeom xmlns:a="http://schemas.openxmlformats.org/drawingml/2006/main"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r"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Inclua uma imagem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cxnSp>
        <p:nvCxnSpPr>
          <p:cNvPr id="46" name="Google Shape;2418;p84"/>
          <p:cNvCxnSpPr/>
          <p:nvPr/>
        </p:nvCxnSpPr>
        <p:spPr>
          <a:xfrm xmlns:a="http://schemas.openxmlformats.org/drawingml/2006/main" rot="10800000" flipH="1">
            <a:off x="-119939" y="-162500"/>
            <a:ext cx="661600" cy="1146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002B49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70848" y="1321731"/>
            <a:ext cx="5369112" cy="9899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4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7" y="3194050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chemeClr val="tx1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3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050437" y="3194050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36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70847" y="3896925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chemeClr val="tx1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050437" y="3896925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38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70847" y="4599800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chemeClr val="tx1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3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1050437" y="4599800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40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470847" y="5302675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chemeClr val="tx1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4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050437" y="5302675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42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70847" y="6005551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chemeClr val="tx1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4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1050437" y="6005551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</p:spTree>
  </p:cSld>
</p:sldLayout>
</file>

<file path=ppt/slideLayouts/slideLayout112.xml><?xml version="1.0" encoding="utf-8"?>
<p:sldLayout xmlns:p="http://schemas.openxmlformats.org/presentationml/2006/main" preserve="1" userDrawn="1">
  <p:cSld name="50_Custom Layout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342732" y="0"/>
            <a:ext cx="5850855" cy="6858000"/>
          </a:xfrm>
          <a:custGeom xmlns:a="http://schemas.openxmlformats.org/drawingml/2006/main"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r"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Inclua uma imagem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cxnSp>
        <p:nvCxnSpPr>
          <p:cNvPr id="46" name="Google Shape;2418;p84"/>
          <p:cNvCxnSpPr/>
          <p:nvPr/>
        </p:nvCxnSpPr>
        <p:spPr>
          <a:xfrm xmlns:a="http://schemas.openxmlformats.org/drawingml/2006/main" rot="10800000" flipH="1">
            <a:off x="-119939" y="-162500"/>
            <a:ext cx="661600" cy="1146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70848" y="1321731"/>
            <a:ext cx="5369112" cy="9899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1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4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7" y="3194050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3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050437" y="3194050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36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70847" y="3896925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050437" y="3896925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38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70847" y="4599800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3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1050437" y="4599800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40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470847" y="5302675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4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050437" y="5302675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42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70847" y="6005551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4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1050437" y="6005551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</p:spTree>
  </p:cSld>
</p:sldLayout>
</file>

<file path=ppt/slideLayouts/slideLayout113.xml><?xml version="1.0" encoding="utf-8"?>
<p:sldLayout xmlns:p="http://schemas.openxmlformats.org/presentationml/2006/main" preserve="1" userDrawn="1">
  <p:cSld name="49_Custom Layout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342732" y="0"/>
            <a:ext cx="5850855" cy="6858000"/>
          </a:xfrm>
          <a:custGeom xmlns:a="http://schemas.openxmlformats.org/drawingml/2006/main"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r"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Inclua uma imagem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cxnSp>
        <p:nvCxnSpPr>
          <p:cNvPr id="46" name="Google Shape;2418;p84"/>
          <p:cNvCxnSpPr/>
          <p:nvPr/>
        </p:nvCxnSpPr>
        <p:spPr>
          <a:xfrm xmlns:a="http://schemas.openxmlformats.org/drawingml/2006/main" rot="10800000" flipH="1">
            <a:off x="-119939" y="-162500"/>
            <a:ext cx="661600" cy="1146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4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70848" y="1321731"/>
            <a:ext cx="5369112" cy="9899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rgbClr val="7EA1C3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4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7" y="3194050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rgbClr val="7EA1C3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3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050437" y="3194050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36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70847" y="3896925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rgbClr val="7EA1C3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050437" y="3896925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38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70847" y="4599800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rgbClr val="7EA1C3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3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1050437" y="4599800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40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470847" y="5302675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rgbClr val="7EA1C3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4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050437" y="5302675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  <p:sp>
        <p:nvSpPr>
          <p:cNvPr id="42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70847" y="6005551"/>
            <a:ext cx="579589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3500" b="0" i="0">
                <a:solidFill>
                  <a:srgbClr val="7EA1C3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4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1050437" y="6005551"/>
            <a:ext cx="4789522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Tópico</a:t>
            </a:r>
          </a:p>
        </p:txBody>
      </p:sp>
    </p:spTree>
  </p:cSld>
</p:sldLayout>
</file>

<file path=ppt/slideLayouts/slideLayout114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958CAD3D-53F0-C007-3B6F-487D8D4CFAB4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</p:spTree>
  </p:cSld>
</p:sldLayout>
</file>

<file path=ppt/slideLayouts/slideLayout115.xml><?xml version="1.0" encoding="utf-8"?>
<p:sldLayout xmlns:p="http://schemas.openxmlformats.org/presentationml/2006/main" preserve="1" userDrawn="1">
  <p:cSld name="17_Custom Layou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Google Shape;4623;p127"/>
          <p:cNvCxnSpPr/>
          <p:nvPr/>
        </p:nvCxnSpPr>
        <p:spPr>
          <a:xfrm xmlns:a="http://schemas.openxmlformats.org/drawingml/2006/main" rot="10800000" flipH="1" flipV="0">
            <a:off x="7092469" y="-107233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2" name="Google Shape;4624;p127"/>
          <p:cNvCxnSpPr/>
          <p:nvPr/>
        </p:nvCxnSpPr>
        <p:spPr>
          <a:xfrm xmlns:a="http://schemas.openxmlformats.org/drawingml/2006/main" rot="10800000" flipH="1" flipV="0">
            <a:off x="4106216" y="5236138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1615956"/>
            <a:ext cx="11258551" cy="3618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</a:p>
          <a:p xmlns:a="http://schemas.openxmlformats.org/drawingml/2006/main">
            <a:pPr lvl="0">
              <a:buNone/>
            </a:pP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pic>
        <p:nvPicPr>
          <p:cNvPr id="14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aa35f05e47466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D274087C-72B1-96E7-75D7-4BDB29B42B57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8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2A037618-E33F-236A-769A-CE8780F812EC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116.xml><?xml version="1.0" encoding="utf-8"?>
<p:sldLayout xmlns:p="http://schemas.openxmlformats.org/presentationml/2006/main" preserve="1" userDrawn="1">
  <p:cSld name="55_Custom Layou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Google Shape;4623;p127"/>
          <p:cNvCxnSpPr/>
          <p:nvPr/>
        </p:nvCxnSpPr>
        <p:spPr>
          <a:xfrm xmlns:a="http://schemas.openxmlformats.org/drawingml/2006/main" rot="10800000" flipH="1" flipV="0">
            <a:off x="7092469" y="-107233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2" name="Google Shape;4624;p127"/>
          <p:cNvCxnSpPr/>
          <p:nvPr/>
        </p:nvCxnSpPr>
        <p:spPr>
          <a:xfrm xmlns:a="http://schemas.openxmlformats.org/drawingml/2006/main" rot="10800000" flipH="1" flipV="0">
            <a:off x="4106216" y="5236138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1615956"/>
            <a:ext cx="11258551" cy="1813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2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6724" y="3663950"/>
            <a:ext cx="11258551" cy="15721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6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pic>
        <p:nvPicPr>
          <p:cNvPr id="15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14ad7baffa6456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B74BE4B2-8753-E6D3-7633-5B17D67ABBE4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24D8D5F8-286B-3681-8A2C-F2F1C541761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117.xml><?xml version="1.0" encoding="utf-8"?>
<p:sldLayout xmlns:p="http://schemas.openxmlformats.org/presentationml/2006/main" preserve="1" userDrawn="1">
  <p:cSld name="7_Custom Layout">
    <p:bg>
      <p:bgPr>
        <a:solidFill xmlns:a="http://schemas.openxmlformats.org/drawingml/2006/main">
          <a:srgbClr val="D7DD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Google Shape;4623;p127"/>
          <p:cNvCxnSpPr/>
          <p:nvPr/>
        </p:nvCxnSpPr>
        <p:spPr>
          <a:xfrm xmlns:a="http://schemas.openxmlformats.org/drawingml/2006/main" rot="10800000" flipH="1" flipV="0">
            <a:off x="7092469" y="-107233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2" name="Google Shape;4624;p127"/>
          <p:cNvCxnSpPr/>
          <p:nvPr/>
        </p:nvCxnSpPr>
        <p:spPr>
          <a:xfrm xmlns:a="http://schemas.openxmlformats.org/drawingml/2006/main" rot="10800000" flipH="1" flipV="0">
            <a:off x="4106216" y="5236138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1615956"/>
            <a:ext cx="11258551" cy="3618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</a:p>
          <a:p xmlns:a="http://schemas.openxmlformats.org/drawingml/2006/main">
            <a:pPr lvl="0">
              <a:buNone/>
            </a:pP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pic>
        <p:nvPicPr>
          <p:cNvPr id="14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4535414d2f499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5ECAFDD1-7D78-2A7E-03A2-6743279AFD13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8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B7F0073E-EB2D-D16E-80E9-A09645EDDED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118.xml><?xml version="1.0" encoding="utf-8"?>
<p:sldLayout xmlns:p="http://schemas.openxmlformats.org/presentationml/2006/main" preserve="1" userDrawn="1">
  <p:cSld name="8_Custom Layout">
    <p:bg>
      <p:bgPr>
        <a:solidFill xmlns:a="http://schemas.openxmlformats.org/drawingml/2006/main">
          <a:srgbClr val="D7DD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Google Shape;4623;p127"/>
          <p:cNvCxnSpPr/>
          <p:nvPr/>
        </p:nvCxnSpPr>
        <p:spPr>
          <a:xfrm xmlns:a="http://schemas.openxmlformats.org/drawingml/2006/main" rot="10800000" flipH="1" flipV="0">
            <a:off x="7092469" y="-107233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2" name="Google Shape;4624;p127"/>
          <p:cNvCxnSpPr/>
          <p:nvPr/>
        </p:nvCxnSpPr>
        <p:spPr>
          <a:xfrm xmlns:a="http://schemas.openxmlformats.org/drawingml/2006/main" rot="10800000" flipH="1" flipV="0">
            <a:off x="4106216" y="5236138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1615956"/>
            <a:ext cx="11258551" cy="1813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2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6724" y="3663950"/>
            <a:ext cx="11258551" cy="15721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6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pic>
        <p:nvPicPr>
          <p:cNvPr id="15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cd77875dc284c4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AD71CC5C-2A4E-7204-7756-A5B0FE4733B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955A47EE-45A2-013D-C6BA-D422F5D193EB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119.xml><?xml version="1.0" encoding="utf-8"?>
<p:sldLayout xmlns:p="http://schemas.openxmlformats.org/presentationml/2006/main" preserve="1" userDrawn="1">
  <p:cSld name="9_Custom Layout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Google Shape;4623;p127"/>
          <p:cNvCxnSpPr/>
          <p:nvPr/>
        </p:nvCxnSpPr>
        <p:spPr>
          <a:xfrm xmlns:a="http://schemas.openxmlformats.org/drawingml/2006/main" rot="10800000" flipH="1" flipV="0">
            <a:off x="7092469" y="-107233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3" name="Google Shape;4624;p127"/>
          <p:cNvCxnSpPr/>
          <p:nvPr/>
        </p:nvCxnSpPr>
        <p:spPr>
          <a:xfrm xmlns:a="http://schemas.openxmlformats.org/drawingml/2006/main" rot="10800000" flipH="1" flipV="0">
            <a:off x="4106216" y="5236138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1615956"/>
            <a:ext cx="11258551" cy="3618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rgbClr val="5E8AB4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</a:p>
          <a:p xmlns:a="http://schemas.openxmlformats.org/drawingml/2006/main">
            <a:pPr lvl="0">
              <a:buNone/>
            </a:pP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pic>
        <p:nvPicPr>
          <p:cNvPr id="15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a3df62905034d69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07058441-2B0D-8A51-03AE-0720107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tx1"/>
                </a:solidFill>
                <a:latin typeface="Arial Nova"/>
                <a:ea typeface="Arial Nova"/>
                <a:cs typeface="Arial Nova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fld id="{D275052D-D27A-7447-8473-BC7C732ED008}" type="slidenum">
              <a:rPr>
                <a:latin typeface="Arial Nova Cond"/>
                <a:ea typeface="Arial Nova Cond"/>
                <a:cs typeface="Arial Nova Cond"/>
              </a:rPr>
              <a:t>‹nº›</a:t>
            </a:fld>
            <a:endParaRPr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8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B4CE061C-E9CC-50FC-7D29-A3E07C5FE8CB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10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1F22D8B2-F079-A72A-5DEC-76F9134FCDC3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120.xml><?xml version="1.0" encoding="utf-8"?>
<p:sldLayout xmlns:p="http://schemas.openxmlformats.org/presentationml/2006/main" preserve="1" userDrawn="1">
  <p:cSld name="10_Custom Layout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Google Shape;4623;p127"/>
          <p:cNvCxnSpPr/>
          <p:nvPr/>
        </p:nvCxnSpPr>
        <p:spPr>
          <a:xfrm xmlns:a="http://schemas.openxmlformats.org/drawingml/2006/main" rot="10800000" flipH="1" flipV="0">
            <a:off x="7092469" y="-107233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2" name="Google Shape;4624;p127"/>
          <p:cNvCxnSpPr/>
          <p:nvPr/>
        </p:nvCxnSpPr>
        <p:spPr>
          <a:xfrm xmlns:a="http://schemas.openxmlformats.org/drawingml/2006/main" rot="10800000" flipH="1" flipV="0">
            <a:off x="4106216" y="5236138"/>
            <a:ext cx="994903" cy="172318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1615956"/>
            <a:ext cx="11258551" cy="1813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accent2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2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6724" y="3663950"/>
            <a:ext cx="11258551" cy="15721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600" b="0" i="0">
                <a:solidFill>
                  <a:schemeClr val="accent2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pic>
        <p:nvPicPr>
          <p:cNvPr id="15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c09407a4d34710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30B53ED4-2A73-E2FC-9899-EA6F4C416ADF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C8A4A75A-82B3-7F4B-B4EA-AD1D685CA36E}" type="slidenum">
              <a:t>‹nº›</a:t>
            </a:fld>
            <a:endParaRPr/>
          </a:p>
        </p:txBody>
      </p:sp>
      <p:sp>
        <p:nvSpPr>
          <p:cNvPr id="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CB2D25B6-DC85-6734-010A-2F74DAE856C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Nota ou fonte</a:t>
            </a:r>
          </a:p>
        </p:txBody>
      </p:sp>
    </p:spTree>
  </p:cSld>
</p:sldLayout>
</file>

<file path=ppt/slideLayouts/slideLayout121.xml><?xml version="1.0" encoding="utf-8"?>
<p:sldLayout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" name="Google Shape;2113;p66"/>
          <p:cNvCxnSpPr/>
          <p:nvPr/>
        </p:nvCxnSpPr>
        <p:spPr>
          <a:xfrm xmlns:a="http://schemas.openxmlformats.org/drawingml/2006/main" rot="10800000" flipH="1" flipV="0">
            <a:off x="6558798" y="2454880"/>
            <a:ext cx="2643385" cy="4527117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002B49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52" name="Google Shape;2114;p66"/>
          <p:cNvCxnSpPr/>
          <p:nvPr/>
        </p:nvCxnSpPr>
        <p:spPr>
          <a:xfrm xmlns:a="http://schemas.openxmlformats.org/drawingml/2006/main" rot="10800000" flipH="0" flipV="0">
            <a:off x="9201228" y="2455074"/>
            <a:ext cx="0" cy="4567555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2C455D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53" name="Google Shape;2115;p66"/>
          <p:cNvCxnSpPr/>
          <p:nvPr/>
        </p:nvCxnSpPr>
        <p:spPr>
          <a:xfrm xmlns:a="http://schemas.openxmlformats.org/drawingml/2006/main" rot="10800000" flipH="1" flipV="0">
            <a:off x="8368313" y="-1640735"/>
            <a:ext cx="5058411" cy="8663295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F78C16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54" name="Google Shape;2116;p66"/>
          <p:cNvCxnSpPr/>
          <p:nvPr/>
        </p:nvCxnSpPr>
        <p:spPr>
          <a:xfrm xmlns:a="http://schemas.openxmlformats.org/drawingml/2006/main" rot="10800000" flipH="1" flipV="0">
            <a:off x="5770002" y="4802227"/>
            <a:ext cx="1286154" cy="2201257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002B49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55" name="Google Shape;2117;p66"/>
          <p:cNvCxnSpPr/>
          <p:nvPr/>
        </p:nvCxnSpPr>
        <p:spPr>
          <a:xfrm xmlns:a="http://schemas.openxmlformats.org/drawingml/2006/main" rot="10800000" flipH="0" flipV="0">
            <a:off x="7055699" y="4802328"/>
            <a:ext cx="0" cy="2220924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002B49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56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798945d188431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70848" y="1321731"/>
            <a:ext cx="3746966" cy="678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2331268"/>
            <a:ext cx="3746966" cy="1332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8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49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9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44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122.xml><?xml version="1.0" encoding="utf-8"?>
<p:sldLayout xmlns:p="http://schemas.openxmlformats.org/presentationml/2006/main" preserve="1" userDrawn="1">
  <p:cSld name="6_Custom Layout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46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0ca39a5b6d4130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4EE2C453-AF4E-F9F5-C41A-640E476DA5A7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494951"/>
            <a:ext cx="11254426" cy="816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3256DD08-D766-F104-5485-C876BA9369C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7" y="2584875"/>
            <a:ext cx="11254427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4E101AEF-D689-9E28-7B2C-F7655788B5C6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66955176-744E-1429-BC0C-E4467D20788D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4FFC1185-F28D-A38D-6B29-E7C2DE6D3C46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123.xml><?xml version="1.0" encoding="utf-8"?>
<p:sldLayout xmlns:p="http://schemas.openxmlformats.org/presentationml/2006/main" preserve="1" userDrawn="1">
  <p:cSld name="33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48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f644bf72e75486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494951"/>
            <a:ext cx="11254426" cy="816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7" y="2584875"/>
            <a:ext cx="11254427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0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3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44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</p:spTree>
  </p:cSld>
</p:sldLayout>
</file>

<file path=ppt/slideLayouts/slideLayout124.xml><?xml version="1.0" encoding="utf-8"?>
<p:sldLayout xmlns:p="http://schemas.openxmlformats.org/presentationml/2006/main" preserve="1" userDrawn="1">
  <p:cSld name="35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47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eb561ea8b5467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492648"/>
            <a:ext cx="5390202" cy="816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6331105" y="1494951"/>
            <a:ext cx="5390202" cy="816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584875"/>
            <a:ext cx="5390202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6331105" y="2584875"/>
            <a:ext cx="5390202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5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05958F34-5EC6-F939-ED8F-2FE9D998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tx1"/>
                </a:solidFill>
                <a:latin typeface="Arial Nova"/>
                <a:ea typeface="Arial Nova"/>
                <a:cs typeface="Arial Nova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fld id="{D275052D-D27A-7447-8473-BC7C732ED008}" type="slidenum">
              <a:rPr>
                <a:latin typeface="Arial Nova Cond"/>
                <a:ea typeface="Arial Nova Cond"/>
                <a:cs typeface="Arial Nova Cond"/>
              </a:rPr>
              <a:t>‹nº›</a:t>
            </a:fld>
            <a:endParaRPr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40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A27B8202-C5C1-DC4D-2B47-8EA9B7D34567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2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8A1DD62E-88D3-AA9A-DAD2-8707187DE87A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43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4B076240-A6C9-0E67-A854-3EA1F075D087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125.xml><?xml version="1.0" encoding="utf-8"?>
<p:sldLayout xmlns:p="http://schemas.openxmlformats.org/presentationml/2006/main" preserve="1" userDrawn="1">
  <p:cSld name="34_Custom Layout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53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61395b7f83467c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497691"/>
            <a:ext cx="5390202" cy="8116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6331105" y="1492648"/>
            <a:ext cx="5390202" cy="818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584875"/>
            <a:ext cx="5390202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6331105" y="2584875"/>
            <a:ext cx="5390202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895FEAB3-5FC5-E626-884D-AB64F77A04E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902C0BE3-C867-25C4-B63D-BF984A31BDE2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9A786047-89C9-296A-B203-733D40992473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126.xml><?xml version="1.0" encoding="utf-8"?>
<p:sldLayout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48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9d1a0c9d7049f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494000"/>
            <a:ext cx="3398031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8328973" y="1494000"/>
            <a:ext cx="3398031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xmlns:a="http://schemas.openxmlformats.org/drawingml/2006/main" noGrp="1"/>
          </p:cNvSpPr>
          <p:nvPr>
            <p:ph type="body" idx="82" hasCustomPrompt="1"/>
          </p:nvPr>
        </p:nvSpPr>
        <p:spPr>
          <a:xfrm xmlns:a="http://schemas.openxmlformats.org/drawingml/2006/main">
            <a:off x="4404673" y="1494000"/>
            <a:ext cx="3398031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595600"/>
            <a:ext cx="3398031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8328973" y="2595600"/>
            <a:ext cx="3398031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4404673" y="2595600"/>
            <a:ext cx="3398031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7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127.xml><?xml version="1.0" encoding="utf-8"?>
<p:sldLayout xmlns:p="http://schemas.openxmlformats.org/presentationml/2006/main" preserve="1" userDrawn="1">
  <p:cSld name="32_Custom Layout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Google Shape;4367;p121">
            <a:extLst xmlns:a="http://schemas.openxmlformats.org/drawingml/2006/main">
              <a:ext uri="{FF2B5EF4-FFF2-40B4-BE49-F238E27FC236}">
                <a16:creationId xmlns:a16="http://schemas.microsoft.com/office/drawing/2014/main" id="{D4339293-FEF3-F663-098B-1A146867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28544" y="899057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6" name="Google Shape;4368;p121">
            <a:extLst xmlns:a="http://schemas.openxmlformats.org/drawingml/2006/main">
              <a:ext uri="{FF2B5EF4-FFF2-40B4-BE49-F238E27FC236}">
                <a16:creationId xmlns:a16="http://schemas.microsoft.com/office/drawing/2014/main" id="{56C7BD4E-5E66-8E6C-3678-A4E9F83A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28703" y="899057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7" name="Google Shape;4369;p121">
            <a:extLst xmlns:a="http://schemas.openxmlformats.org/drawingml/2006/main">
              <a:ext uri="{FF2B5EF4-FFF2-40B4-BE49-F238E27FC236}">
                <a16:creationId xmlns:a16="http://schemas.microsoft.com/office/drawing/2014/main" id="{4E1D14F5-3E07-D0C5-7C88-18ED177A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28863" y="899057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8" name="Google Shape;4370;p121">
            <a:extLst xmlns:a="http://schemas.openxmlformats.org/drawingml/2006/main">
              <a:ext uri="{FF2B5EF4-FFF2-40B4-BE49-F238E27FC236}">
                <a16:creationId xmlns:a16="http://schemas.microsoft.com/office/drawing/2014/main" id="{1C04547F-1C5C-E632-8E94-D925CC3F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29029" y="899057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9" name="Google Shape;4371;p121">
            <a:extLst xmlns:a="http://schemas.openxmlformats.org/drawingml/2006/main">
              <a:ext uri="{FF2B5EF4-FFF2-40B4-BE49-F238E27FC236}">
                <a16:creationId xmlns:a16="http://schemas.microsoft.com/office/drawing/2014/main" id="{3A46FC81-9D85-21BA-948B-9AB506CD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28545" y="749135"/>
            <a:ext cx="299827" cy="73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400" b="1">
                <a:solidFill>
                  <a:srgbClr val="002B49"/>
                </a:solidFill>
                <a:latin typeface="Helvetica Neue"/>
                <a:ea typeface="Helvetica Neue"/>
                <a:cs typeface="Helvetica Neue"/>
              </a:rPr>
              <a:t>Principais</a:t>
            </a:r>
          </a:p>
        </p:txBody>
      </p:sp>
      <p:sp>
        <p:nvSpPr>
          <p:cNvPr id="10" name="Google Shape;4372;p121">
            <a:extLst xmlns:a="http://schemas.openxmlformats.org/drawingml/2006/main">
              <a:ext uri="{FF2B5EF4-FFF2-40B4-BE49-F238E27FC236}">
                <a16:creationId xmlns:a16="http://schemas.microsoft.com/office/drawing/2014/main" id="{B849B5E4-5123-21BC-43B3-32154DF5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28545" y="1306480"/>
            <a:ext cx="299827" cy="73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400" b="1">
                <a:solidFill>
                  <a:srgbClr val="002B49"/>
                </a:solidFill>
                <a:latin typeface="Helvetica Neue"/>
                <a:ea typeface="Helvetica Neue"/>
                <a:cs typeface="Helvetica Neue"/>
              </a:rPr>
              <a:t>Proporções</a:t>
            </a:r>
          </a:p>
        </p:txBody>
      </p:sp>
      <p:sp>
        <p:nvSpPr>
          <p:cNvPr id="11" name="Google Shape;4373;p121">
            <a:extLst xmlns:a="http://schemas.openxmlformats.org/drawingml/2006/main">
              <a:ext uri="{FF2B5EF4-FFF2-40B4-BE49-F238E27FC236}">
                <a16:creationId xmlns:a16="http://schemas.microsoft.com/office/drawing/2014/main" id="{EF3B06C7-B890-EAF7-285E-DC94D4E1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39232" y="1494951"/>
            <a:ext cx="489433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2" name="Google Shape;4374;p121">
            <a:extLst xmlns:a="http://schemas.openxmlformats.org/drawingml/2006/main">
              <a:ext uri="{FF2B5EF4-FFF2-40B4-BE49-F238E27FC236}">
                <a16:creationId xmlns:a16="http://schemas.microsoft.com/office/drawing/2014/main" id="{2B594578-FB8A-B469-524A-242DAA4A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39558" y="1494951"/>
            <a:ext cx="110355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3" name="Google Shape;4375;p121">
            <a:extLst xmlns:a="http://schemas.openxmlformats.org/drawingml/2006/main">
              <a:ext uri="{FF2B5EF4-FFF2-40B4-BE49-F238E27FC236}">
                <a16:creationId xmlns:a16="http://schemas.microsoft.com/office/drawing/2014/main" id="{F22D117F-90E1-C78E-9901-5EF7E456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28545" y="1494951"/>
            <a:ext cx="489433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4" name="Google Shape;4376;p121">
            <a:extLst xmlns:a="http://schemas.openxmlformats.org/drawingml/2006/main">
              <a:ext uri="{FF2B5EF4-FFF2-40B4-BE49-F238E27FC236}">
                <a16:creationId xmlns:a16="http://schemas.microsoft.com/office/drawing/2014/main" id="{85E29869-2B29-E368-310E-8503183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49913" y="1494951"/>
            <a:ext cx="110355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5" name="Google Shape;4377;p121">
            <a:extLst xmlns:a="http://schemas.openxmlformats.org/drawingml/2006/main">
              <a:ext uri="{FF2B5EF4-FFF2-40B4-BE49-F238E27FC236}">
                <a16:creationId xmlns:a16="http://schemas.microsoft.com/office/drawing/2014/main" id="{97C067ED-BFB4-CB88-E489-913D7342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28545" y="1848602"/>
            <a:ext cx="299827" cy="73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400" b="1">
                <a:solidFill>
                  <a:srgbClr val="002B49"/>
                </a:solidFill>
                <a:latin typeface="Helvetica Neue"/>
                <a:ea typeface="Helvetica Neue"/>
                <a:cs typeface="Helvetica Neue"/>
              </a:rPr>
              <a:t>Variações</a:t>
            </a:r>
          </a:p>
        </p:txBody>
      </p:sp>
      <p:sp>
        <p:nvSpPr>
          <p:cNvPr id="16" name="Google Shape;4378;p121">
            <a:extLst xmlns:a="http://schemas.openxmlformats.org/drawingml/2006/main">
              <a:ext uri="{FF2B5EF4-FFF2-40B4-BE49-F238E27FC236}">
                <a16:creationId xmlns:a16="http://schemas.microsoft.com/office/drawing/2014/main" id="{E77A94A2-BE0B-1586-79A8-6EBC95B6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28544" y="2062010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7" name="Google Shape;4379;p121">
            <a:extLst xmlns:a="http://schemas.openxmlformats.org/drawingml/2006/main">
              <a:ext uri="{FF2B5EF4-FFF2-40B4-BE49-F238E27FC236}">
                <a16:creationId xmlns:a16="http://schemas.microsoft.com/office/drawing/2014/main" id="{AE8F4D1B-B67F-E93A-CB50-842E8806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28703" y="2062010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8" name="Google Shape;4380;p121">
            <a:extLst xmlns:a="http://schemas.openxmlformats.org/drawingml/2006/main">
              <a:ext uri="{FF2B5EF4-FFF2-40B4-BE49-F238E27FC236}">
                <a16:creationId xmlns:a16="http://schemas.microsoft.com/office/drawing/2014/main" id="{EFC5B8C6-8CEC-11E9-C078-DEDE2E89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28863" y="2062010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9" name="Google Shape;4381;p121">
            <a:extLst xmlns:a="http://schemas.openxmlformats.org/drawingml/2006/main">
              <a:ext uri="{FF2B5EF4-FFF2-40B4-BE49-F238E27FC236}">
                <a16:creationId xmlns:a16="http://schemas.microsoft.com/office/drawing/2014/main" id="{022AF7CF-A0F9-4989-6A92-686EFF8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29029" y="2062010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0" name="Google Shape;4382;p121">
            <a:extLst xmlns:a="http://schemas.openxmlformats.org/drawingml/2006/main">
              <a:ext uri="{FF2B5EF4-FFF2-40B4-BE49-F238E27FC236}">
                <a16:creationId xmlns:a16="http://schemas.microsoft.com/office/drawing/2014/main" id="{0DC5CD3D-E0C2-39F3-D95B-705276DE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28544" y="2311634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1" name="Google Shape;4383;p121">
            <a:extLst xmlns:a="http://schemas.openxmlformats.org/drawingml/2006/main">
              <a:ext uri="{FF2B5EF4-FFF2-40B4-BE49-F238E27FC236}">
                <a16:creationId xmlns:a16="http://schemas.microsoft.com/office/drawing/2014/main" id="{0D532DCC-E581-1DC7-F516-DAA9A053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28703" y="2311634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3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2" name="Google Shape;4384;p121">
            <a:extLst xmlns:a="http://schemas.openxmlformats.org/drawingml/2006/main">
              <a:ext uri="{FF2B5EF4-FFF2-40B4-BE49-F238E27FC236}">
                <a16:creationId xmlns:a16="http://schemas.microsoft.com/office/drawing/2014/main" id="{F7A5E766-2AEA-48FB-26A4-700EF970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28863" y="2311634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3" name="Google Shape;4385;p121">
            <a:extLst xmlns:a="http://schemas.openxmlformats.org/drawingml/2006/main">
              <a:ext uri="{FF2B5EF4-FFF2-40B4-BE49-F238E27FC236}">
                <a16:creationId xmlns:a16="http://schemas.microsoft.com/office/drawing/2014/main" id="{37C6ED8F-D40B-CF0D-B423-55A8BAE7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29029" y="2311634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1C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4" name="Google Shape;4386;p121">
            <a:extLst xmlns:a="http://schemas.openxmlformats.org/drawingml/2006/main">
              <a:ext uri="{FF2B5EF4-FFF2-40B4-BE49-F238E27FC236}">
                <a16:creationId xmlns:a16="http://schemas.microsoft.com/office/drawing/2014/main" id="{C11B80B9-53A8-C7AA-A5DD-E4E8850B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28544" y="2561257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A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5" name="Google Shape;4387;p121">
            <a:extLst xmlns:a="http://schemas.openxmlformats.org/drawingml/2006/main">
              <a:ext uri="{FF2B5EF4-FFF2-40B4-BE49-F238E27FC236}">
                <a16:creationId xmlns:a16="http://schemas.microsoft.com/office/drawing/2014/main" id="{20DC67CF-0EC8-8F3F-2AD7-8D01AFBF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28703" y="2561257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D1A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6" name="Google Shape;4388;p121">
            <a:extLst xmlns:a="http://schemas.openxmlformats.org/drawingml/2006/main">
              <a:ext uri="{FF2B5EF4-FFF2-40B4-BE49-F238E27FC236}">
                <a16:creationId xmlns:a16="http://schemas.microsoft.com/office/drawing/2014/main" id="{BEEE1928-A90A-B29B-4C4F-10F2E5F3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28863" y="2561257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E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7" name="Google Shape;4389;p121">
            <a:extLst xmlns:a="http://schemas.openxmlformats.org/drawingml/2006/main">
              <a:ext uri="{FF2B5EF4-FFF2-40B4-BE49-F238E27FC236}">
                <a16:creationId xmlns:a16="http://schemas.microsoft.com/office/drawing/2014/main" id="{37F719F8-4E1B-9BF1-174E-8AE6E15B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29029" y="2561257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8" name="Google Shape;4390;p121">
            <a:extLst xmlns:a="http://schemas.openxmlformats.org/drawingml/2006/main">
              <a:ext uri="{FF2B5EF4-FFF2-40B4-BE49-F238E27FC236}">
                <a16:creationId xmlns:a16="http://schemas.microsoft.com/office/drawing/2014/main" id="{80BB6BBE-D597-4D2D-178F-84C5466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28544" y="2810881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9" name="Google Shape;4391;p121">
            <a:extLst xmlns:a="http://schemas.openxmlformats.org/drawingml/2006/main">
              <a:ext uri="{FF2B5EF4-FFF2-40B4-BE49-F238E27FC236}">
                <a16:creationId xmlns:a16="http://schemas.microsoft.com/office/drawing/2014/main" id="{CA697B94-E355-3A1F-D165-E99BED14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28703" y="2810881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30" name="Google Shape;4392;p121">
            <a:extLst xmlns:a="http://schemas.openxmlformats.org/drawingml/2006/main">
              <a:ext uri="{FF2B5EF4-FFF2-40B4-BE49-F238E27FC236}">
                <a16:creationId xmlns:a16="http://schemas.microsoft.com/office/drawing/2014/main" id="{38760D9B-A5D7-3036-5693-5A7102C3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28863" y="2810881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31" name="Google Shape;4393;p121">
            <a:extLst xmlns:a="http://schemas.openxmlformats.org/drawingml/2006/main">
              <a:ext uri="{FF2B5EF4-FFF2-40B4-BE49-F238E27FC236}">
                <a16:creationId xmlns:a16="http://schemas.microsoft.com/office/drawing/2014/main" id="{300562F7-51CC-9FB3-A223-87E281A1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29029" y="2810881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82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b7693396be04280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1600" y="1494951"/>
            <a:ext cx="3398031" cy="814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8328973" y="1494951"/>
            <a:ext cx="3398031" cy="814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556AF50E-B3A6-2916-6F5D-01D3C11D09D4}"/>
              </a:ext>
            </a:extLst>
          </p:cNvPr>
          <p:cNvSpPr>
            <a:spLocks xmlns:a="http://schemas.openxmlformats.org/drawingml/2006/main" noGrp="1"/>
          </p:cNvSpPr>
          <p:nvPr>
            <p:ph type="body" idx="82" hasCustomPrompt="1"/>
          </p:nvPr>
        </p:nvSpPr>
        <p:spPr>
          <a:xfrm xmlns:a="http://schemas.openxmlformats.org/drawingml/2006/main">
            <a:off x="4404673" y="1494951"/>
            <a:ext cx="3398031" cy="814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595600"/>
            <a:ext cx="3398031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8328973" y="2594400"/>
            <a:ext cx="3398031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DE71C7C-498B-8507-5FA3-621BB594553C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4404673" y="2594400"/>
            <a:ext cx="3398031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F7C0C00C-7DC0-32C9-C1CC-72AC30B36245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516616F0-0398-B25F-6325-50064F77CA15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5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E26DB6D7-A77A-F4A2-0030-F7201304325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128.xml><?xml version="1.0" encoding="utf-8"?>
<p:sldLayout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55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cb25d56db174fd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500739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8328973" y="1500739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8328973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xmlns:a="http://schemas.openxmlformats.org/drawingml/2006/main" noGrp="1"/>
          </p:cNvSpPr>
          <p:nvPr>
            <p:ph type="body" idx="82" hasCustomPrompt="1"/>
          </p:nvPr>
        </p:nvSpPr>
        <p:spPr>
          <a:xfrm xmlns:a="http://schemas.openxmlformats.org/drawingml/2006/main">
            <a:off x="4404673" y="1500739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4404673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AB3606E-EC67-B757-1293-E2C1D8A358A3}"/>
              </a:ext>
            </a:extLst>
          </p:cNvPr>
          <p:cNvSpPr>
            <a:spLocks xmlns:a="http://schemas.openxmlformats.org/drawingml/2006/main" noGrp="1"/>
          </p:cNvSpPr>
          <p:nvPr>
            <p:ph type="body" idx="84" hasCustomPrompt="1"/>
          </p:nvPr>
        </p:nvSpPr>
        <p:spPr>
          <a:xfrm xmlns:a="http://schemas.openxmlformats.org/drawingml/2006/main">
            <a:off x="470848" y="3674406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xmlns:a="http://schemas.openxmlformats.org/drawingml/2006/main" noGrp="1"/>
          </p:cNvSpPr>
          <p:nvPr>
            <p:ph type="body" idx="85" hasCustomPrompt="1"/>
          </p:nvPr>
        </p:nvSpPr>
        <p:spPr>
          <a:xfrm xmlns:a="http://schemas.openxmlformats.org/drawingml/2006/main">
            <a:off x="470848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95511CB-5997-810F-699F-FA8199928227}"/>
              </a:ext>
            </a:extLst>
          </p:cNvPr>
          <p:cNvSpPr>
            <a:spLocks xmlns:a="http://schemas.openxmlformats.org/drawingml/2006/main" noGrp="1"/>
          </p:cNvSpPr>
          <p:nvPr>
            <p:ph type="body" idx="86" hasCustomPrompt="1"/>
          </p:nvPr>
        </p:nvSpPr>
        <p:spPr>
          <a:xfrm xmlns:a="http://schemas.openxmlformats.org/drawingml/2006/main">
            <a:off x="8328973" y="3674406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xmlns:a="http://schemas.openxmlformats.org/drawingml/2006/main" noGrp="1"/>
          </p:cNvSpPr>
          <p:nvPr>
            <p:ph type="body" idx="87" hasCustomPrompt="1"/>
          </p:nvPr>
        </p:nvSpPr>
        <p:spPr>
          <a:xfrm xmlns:a="http://schemas.openxmlformats.org/drawingml/2006/main">
            <a:off x="83289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D5AEF6D-6A27-0166-1F89-265A20ECEE89}"/>
              </a:ext>
            </a:extLst>
          </p:cNvPr>
          <p:cNvSpPr>
            <a:spLocks xmlns:a="http://schemas.openxmlformats.org/drawingml/2006/main" noGrp="1"/>
          </p:cNvSpPr>
          <p:nvPr>
            <p:ph type="body" idx="88" hasCustomPrompt="1"/>
          </p:nvPr>
        </p:nvSpPr>
        <p:spPr>
          <a:xfrm xmlns:a="http://schemas.openxmlformats.org/drawingml/2006/main">
            <a:off x="4404673" y="3674406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xmlns:a="http://schemas.openxmlformats.org/drawingml/2006/main" noGrp="1"/>
          </p:cNvSpPr>
          <p:nvPr>
            <p:ph type="body" idx="89" hasCustomPrompt="1"/>
          </p:nvPr>
        </p:nvSpPr>
        <p:spPr>
          <a:xfrm xmlns:a="http://schemas.openxmlformats.org/drawingml/2006/main">
            <a:off x="44046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8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129.xml><?xml version="1.0" encoding="utf-8"?>
<p:sldLayout xmlns:p="http://schemas.openxmlformats.org/presentationml/2006/main" preserve="1" userDrawn="1">
  <p:cSld name="29_Custom Layout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Google Shape;4367;p121">
            <a:extLst xmlns:a="http://schemas.openxmlformats.org/drawingml/2006/main">
              <a:ext uri="{FF2B5EF4-FFF2-40B4-BE49-F238E27FC236}">
                <a16:creationId xmlns:a16="http://schemas.microsoft.com/office/drawing/2014/main" id="{D4339293-FEF3-F663-098B-1A146867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594799" y="2364175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6" name="Google Shape;4368;p121">
            <a:extLst xmlns:a="http://schemas.openxmlformats.org/drawingml/2006/main">
              <a:ext uri="{FF2B5EF4-FFF2-40B4-BE49-F238E27FC236}">
                <a16:creationId xmlns:a16="http://schemas.microsoft.com/office/drawing/2014/main" id="{56C7BD4E-5E66-8E6C-3678-A4E9F83A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94958" y="2364175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7" name="Google Shape;4369;p121">
            <a:extLst xmlns:a="http://schemas.openxmlformats.org/drawingml/2006/main">
              <a:ext uri="{FF2B5EF4-FFF2-40B4-BE49-F238E27FC236}">
                <a16:creationId xmlns:a16="http://schemas.microsoft.com/office/drawing/2014/main" id="{4E1D14F5-3E07-D0C5-7C88-18ED177A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95118" y="2364175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8" name="Google Shape;4370;p121">
            <a:extLst xmlns:a="http://schemas.openxmlformats.org/drawingml/2006/main">
              <a:ext uri="{FF2B5EF4-FFF2-40B4-BE49-F238E27FC236}">
                <a16:creationId xmlns:a16="http://schemas.microsoft.com/office/drawing/2014/main" id="{1C04547F-1C5C-E632-8E94-D925CC3F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284" y="2364175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9" name="Google Shape;4371;p121">
            <a:extLst xmlns:a="http://schemas.openxmlformats.org/drawingml/2006/main">
              <a:ext uri="{FF2B5EF4-FFF2-40B4-BE49-F238E27FC236}">
                <a16:creationId xmlns:a16="http://schemas.microsoft.com/office/drawing/2014/main" id="{3A46FC81-9D85-21BA-948B-9AB506CD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594800" y="2214253"/>
            <a:ext cx="299827" cy="73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400" b="1">
                <a:solidFill>
                  <a:srgbClr val="002B49"/>
                </a:solidFill>
                <a:latin typeface="Helvetica Neue"/>
                <a:ea typeface="Helvetica Neue"/>
                <a:cs typeface="Helvetica Neue"/>
              </a:rPr>
              <a:t>Principais</a:t>
            </a:r>
          </a:p>
        </p:txBody>
      </p:sp>
      <p:sp>
        <p:nvSpPr>
          <p:cNvPr id="10" name="Google Shape;4372;p121">
            <a:extLst xmlns:a="http://schemas.openxmlformats.org/drawingml/2006/main">
              <a:ext uri="{FF2B5EF4-FFF2-40B4-BE49-F238E27FC236}">
                <a16:creationId xmlns:a16="http://schemas.microsoft.com/office/drawing/2014/main" id="{B849B5E4-5123-21BC-43B3-32154DF5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594800" y="2771598"/>
            <a:ext cx="299827" cy="73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400" b="1">
                <a:solidFill>
                  <a:srgbClr val="002B49"/>
                </a:solidFill>
                <a:latin typeface="Helvetica Neue"/>
                <a:ea typeface="Helvetica Neue"/>
                <a:cs typeface="Helvetica Neue"/>
              </a:rPr>
              <a:t>Proporções</a:t>
            </a:r>
          </a:p>
        </p:txBody>
      </p:sp>
      <p:sp>
        <p:nvSpPr>
          <p:cNvPr id="11" name="Google Shape;4373;p121">
            <a:extLst xmlns:a="http://schemas.openxmlformats.org/drawingml/2006/main">
              <a:ext uri="{FF2B5EF4-FFF2-40B4-BE49-F238E27FC236}">
                <a16:creationId xmlns:a16="http://schemas.microsoft.com/office/drawing/2014/main" id="{EF3B06C7-B890-EAF7-285E-DC94D4E1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05487" y="2960069"/>
            <a:ext cx="489433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2" name="Google Shape;4374;p121">
            <a:extLst xmlns:a="http://schemas.openxmlformats.org/drawingml/2006/main">
              <a:ext uri="{FF2B5EF4-FFF2-40B4-BE49-F238E27FC236}">
                <a16:creationId xmlns:a16="http://schemas.microsoft.com/office/drawing/2014/main" id="{2B594578-FB8A-B469-524A-242DAA4A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05813" y="2960069"/>
            <a:ext cx="110355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3" name="Google Shape;4375;p121">
            <a:extLst xmlns:a="http://schemas.openxmlformats.org/drawingml/2006/main">
              <a:ext uri="{FF2B5EF4-FFF2-40B4-BE49-F238E27FC236}">
                <a16:creationId xmlns:a16="http://schemas.microsoft.com/office/drawing/2014/main" id="{F22D117F-90E1-C78E-9901-5EF7E456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594800" y="2960069"/>
            <a:ext cx="489433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4" name="Google Shape;4376;p121">
            <a:extLst xmlns:a="http://schemas.openxmlformats.org/drawingml/2006/main">
              <a:ext uri="{FF2B5EF4-FFF2-40B4-BE49-F238E27FC236}">
                <a16:creationId xmlns:a16="http://schemas.microsoft.com/office/drawing/2014/main" id="{85E29869-2B29-E368-310E-8503183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16168" y="2960069"/>
            <a:ext cx="110355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5" name="Google Shape;4377;p121">
            <a:extLst xmlns:a="http://schemas.openxmlformats.org/drawingml/2006/main">
              <a:ext uri="{FF2B5EF4-FFF2-40B4-BE49-F238E27FC236}">
                <a16:creationId xmlns:a16="http://schemas.microsoft.com/office/drawing/2014/main" id="{97C067ED-BFB4-CB88-E489-913D7342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594800" y="3313720"/>
            <a:ext cx="299827" cy="73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400" b="1">
                <a:solidFill>
                  <a:srgbClr val="002B49"/>
                </a:solidFill>
                <a:latin typeface="Helvetica Neue"/>
                <a:ea typeface="Helvetica Neue"/>
                <a:cs typeface="Helvetica Neue"/>
              </a:rPr>
              <a:t>Variações</a:t>
            </a:r>
          </a:p>
        </p:txBody>
      </p:sp>
      <p:sp>
        <p:nvSpPr>
          <p:cNvPr id="16" name="Google Shape;4378;p121">
            <a:extLst xmlns:a="http://schemas.openxmlformats.org/drawingml/2006/main">
              <a:ext uri="{FF2B5EF4-FFF2-40B4-BE49-F238E27FC236}">
                <a16:creationId xmlns:a16="http://schemas.microsoft.com/office/drawing/2014/main" id="{E77A94A2-BE0B-1586-79A8-6EBC95B6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594799" y="3527128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7" name="Google Shape;4379;p121">
            <a:extLst xmlns:a="http://schemas.openxmlformats.org/drawingml/2006/main">
              <a:ext uri="{FF2B5EF4-FFF2-40B4-BE49-F238E27FC236}">
                <a16:creationId xmlns:a16="http://schemas.microsoft.com/office/drawing/2014/main" id="{AE8F4D1B-B67F-E93A-CB50-842E8806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94958" y="3527128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8" name="Google Shape;4380;p121">
            <a:extLst xmlns:a="http://schemas.openxmlformats.org/drawingml/2006/main">
              <a:ext uri="{FF2B5EF4-FFF2-40B4-BE49-F238E27FC236}">
                <a16:creationId xmlns:a16="http://schemas.microsoft.com/office/drawing/2014/main" id="{EFC5B8C6-8CEC-11E9-C078-DEDE2E89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95118" y="3527128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9" name="Google Shape;4381;p121">
            <a:extLst xmlns:a="http://schemas.openxmlformats.org/drawingml/2006/main">
              <a:ext uri="{FF2B5EF4-FFF2-40B4-BE49-F238E27FC236}">
                <a16:creationId xmlns:a16="http://schemas.microsoft.com/office/drawing/2014/main" id="{022AF7CF-A0F9-4989-6A92-686EFF8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284" y="3527128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0" name="Google Shape;4382;p121">
            <a:extLst xmlns:a="http://schemas.openxmlformats.org/drawingml/2006/main">
              <a:ext uri="{FF2B5EF4-FFF2-40B4-BE49-F238E27FC236}">
                <a16:creationId xmlns:a16="http://schemas.microsoft.com/office/drawing/2014/main" id="{0DC5CD3D-E0C2-39F3-D95B-705276DE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594799" y="3776752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1" name="Google Shape;4383;p121">
            <a:extLst xmlns:a="http://schemas.openxmlformats.org/drawingml/2006/main">
              <a:ext uri="{FF2B5EF4-FFF2-40B4-BE49-F238E27FC236}">
                <a16:creationId xmlns:a16="http://schemas.microsoft.com/office/drawing/2014/main" id="{0D532DCC-E581-1DC7-F516-DAA9A053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94958" y="3776752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3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2" name="Google Shape;4384;p121">
            <a:extLst xmlns:a="http://schemas.openxmlformats.org/drawingml/2006/main">
              <a:ext uri="{FF2B5EF4-FFF2-40B4-BE49-F238E27FC236}">
                <a16:creationId xmlns:a16="http://schemas.microsoft.com/office/drawing/2014/main" id="{F7A5E766-2AEA-48FB-26A4-700EF970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95118" y="3776752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3" name="Google Shape;4385;p121">
            <a:extLst xmlns:a="http://schemas.openxmlformats.org/drawingml/2006/main">
              <a:ext uri="{FF2B5EF4-FFF2-40B4-BE49-F238E27FC236}">
                <a16:creationId xmlns:a16="http://schemas.microsoft.com/office/drawing/2014/main" id="{37C6ED8F-D40B-CF0D-B423-55A8BAE7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284" y="3776752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1C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4" name="Google Shape;4386;p121">
            <a:extLst xmlns:a="http://schemas.openxmlformats.org/drawingml/2006/main">
              <a:ext uri="{FF2B5EF4-FFF2-40B4-BE49-F238E27FC236}">
                <a16:creationId xmlns:a16="http://schemas.microsoft.com/office/drawing/2014/main" id="{C11B80B9-53A8-C7AA-A5DD-E4E8850B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594799" y="4026375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A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5" name="Google Shape;4387;p121">
            <a:extLst xmlns:a="http://schemas.openxmlformats.org/drawingml/2006/main">
              <a:ext uri="{FF2B5EF4-FFF2-40B4-BE49-F238E27FC236}">
                <a16:creationId xmlns:a16="http://schemas.microsoft.com/office/drawing/2014/main" id="{20DC67CF-0EC8-8F3F-2AD7-8D01AFBF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94958" y="4026375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D1A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6" name="Google Shape;4388;p121">
            <a:extLst xmlns:a="http://schemas.openxmlformats.org/drawingml/2006/main">
              <a:ext uri="{FF2B5EF4-FFF2-40B4-BE49-F238E27FC236}">
                <a16:creationId xmlns:a16="http://schemas.microsoft.com/office/drawing/2014/main" id="{BEEE1928-A90A-B29B-4C4F-10F2E5F3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95118" y="4026375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E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7" name="Google Shape;4389;p121">
            <a:extLst xmlns:a="http://schemas.openxmlformats.org/drawingml/2006/main">
              <a:ext uri="{FF2B5EF4-FFF2-40B4-BE49-F238E27FC236}">
                <a16:creationId xmlns:a16="http://schemas.microsoft.com/office/drawing/2014/main" id="{37F719F8-4E1B-9BF1-174E-8AE6E15B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284" y="4026375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8" name="Google Shape;4390;p121">
            <a:extLst xmlns:a="http://schemas.openxmlformats.org/drawingml/2006/main">
              <a:ext uri="{FF2B5EF4-FFF2-40B4-BE49-F238E27FC236}">
                <a16:creationId xmlns:a16="http://schemas.microsoft.com/office/drawing/2014/main" id="{80BB6BBE-D597-4D2D-178F-84C5466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594799" y="4275999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9" name="Google Shape;4391;p121">
            <a:extLst xmlns:a="http://schemas.openxmlformats.org/drawingml/2006/main">
              <a:ext uri="{FF2B5EF4-FFF2-40B4-BE49-F238E27FC236}">
                <a16:creationId xmlns:a16="http://schemas.microsoft.com/office/drawing/2014/main" id="{CA697B94-E355-3A1F-D165-E99BED14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94958" y="4275999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30" name="Google Shape;4392;p121">
            <a:extLst xmlns:a="http://schemas.openxmlformats.org/drawingml/2006/main">
              <a:ext uri="{FF2B5EF4-FFF2-40B4-BE49-F238E27FC236}">
                <a16:creationId xmlns:a16="http://schemas.microsoft.com/office/drawing/2014/main" id="{38760D9B-A5D7-3036-5693-5A7102C3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95118" y="4275999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31" name="Google Shape;4393;p121">
            <a:extLst xmlns:a="http://schemas.openxmlformats.org/drawingml/2006/main">
              <a:ext uri="{FF2B5EF4-FFF2-40B4-BE49-F238E27FC236}">
                <a16:creationId xmlns:a16="http://schemas.microsoft.com/office/drawing/2014/main" id="{300562F7-51CC-9FB3-A223-87E281A1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284" y="4275999"/>
            <a:ext cx="299827" cy="249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81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f71f450efd4aa8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BBD34C8-DDD6-078B-AB86-61670052122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501200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641FE73-030A-52A0-E3C9-9EF89C4935CA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7" y="2159999"/>
            <a:ext cx="3398400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A03645B-C93A-935B-E1AE-5EBBB546FF7E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8328973" y="1501200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D89AFF3-3661-E5FE-FBAB-9A4AD8D4B420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8328972" y="2159999"/>
            <a:ext cx="3398400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564A9DB-7109-C5DA-B0AA-7769A4017136}"/>
              </a:ext>
            </a:extLst>
          </p:cNvPr>
          <p:cNvSpPr>
            <a:spLocks xmlns:a="http://schemas.openxmlformats.org/drawingml/2006/main" noGrp="1"/>
          </p:cNvSpPr>
          <p:nvPr>
            <p:ph type="body" idx="82" hasCustomPrompt="1"/>
          </p:nvPr>
        </p:nvSpPr>
        <p:spPr>
          <a:xfrm xmlns:a="http://schemas.openxmlformats.org/drawingml/2006/main">
            <a:off x="4404673" y="1501200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6BBBC236-B525-D8E3-E158-04B3A6C850DB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4404672" y="2159999"/>
            <a:ext cx="3398400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A3124AB-5ED0-A255-570A-6064276DF662}"/>
              </a:ext>
            </a:extLst>
          </p:cNvPr>
          <p:cNvSpPr>
            <a:spLocks xmlns:a="http://schemas.openxmlformats.org/drawingml/2006/main" noGrp="1"/>
          </p:cNvSpPr>
          <p:nvPr>
            <p:ph type="body" idx="84" hasCustomPrompt="1"/>
          </p:nvPr>
        </p:nvSpPr>
        <p:spPr>
          <a:xfrm xmlns:a="http://schemas.openxmlformats.org/drawingml/2006/main">
            <a:off x="470848" y="3674406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6E94381A-9E70-CEF5-D367-D868B482032A}"/>
              </a:ext>
            </a:extLst>
          </p:cNvPr>
          <p:cNvSpPr>
            <a:spLocks xmlns:a="http://schemas.openxmlformats.org/drawingml/2006/main" noGrp="1"/>
          </p:cNvSpPr>
          <p:nvPr>
            <p:ph type="body" idx="85" hasCustomPrompt="1"/>
          </p:nvPr>
        </p:nvSpPr>
        <p:spPr>
          <a:xfrm xmlns:a="http://schemas.openxmlformats.org/drawingml/2006/main">
            <a:off x="470848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4429C1B-042A-0160-0F1A-9CE204E24072}"/>
              </a:ext>
            </a:extLst>
          </p:cNvPr>
          <p:cNvSpPr>
            <a:spLocks xmlns:a="http://schemas.openxmlformats.org/drawingml/2006/main" noGrp="1"/>
          </p:cNvSpPr>
          <p:nvPr>
            <p:ph type="body" idx="86" hasCustomPrompt="1"/>
          </p:nvPr>
        </p:nvSpPr>
        <p:spPr>
          <a:xfrm xmlns:a="http://schemas.openxmlformats.org/drawingml/2006/main">
            <a:off x="8328973" y="3674406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6651BDA1-E480-AAD7-6DD7-852AB527F797}"/>
              </a:ext>
            </a:extLst>
          </p:cNvPr>
          <p:cNvSpPr>
            <a:spLocks xmlns:a="http://schemas.openxmlformats.org/drawingml/2006/main" noGrp="1"/>
          </p:cNvSpPr>
          <p:nvPr>
            <p:ph type="body" idx="87" hasCustomPrompt="1"/>
          </p:nvPr>
        </p:nvSpPr>
        <p:spPr>
          <a:xfrm xmlns:a="http://schemas.openxmlformats.org/drawingml/2006/main">
            <a:off x="83289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D3E66203-36A8-A68C-71D0-D66CD4979C40}"/>
              </a:ext>
            </a:extLst>
          </p:cNvPr>
          <p:cNvSpPr>
            <a:spLocks xmlns:a="http://schemas.openxmlformats.org/drawingml/2006/main" noGrp="1"/>
          </p:cNvSpPr>
          <p:nvPr>
            <p:ph type="body" idx="88" hasCustomPrompt="1"/>
          </p:nvPr>
        </p:nvSpPr>
        <p:spPr>
          <a:xfrm xmlns:a="http://schemas.openxmlformats.org/drawingml/2006/main">
            <a:off x="4404673" y="3674406"/>
            <a:ext cx="3398031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87BEBE6-DD56-4ADC-394D-1AB627D56953}"/>
              </a:ext>
            </a:extLst>
          </p:cNvPr>
          <p:cNvSpPr>
            <a:spLocks xmlns:a="http://schemas.openxmlformats.org/drawingml/2006/main" noGrp="1"/>
          </p:cNvSpPr>
          <p:nvPr>
            <p:ph type="body" idx="89" hasCustomPrompt="1"/>
          </p:nvPr>
        </p:nvSpPr>
        <p:spPr>
          <a:xfrm xmlns:a="http://schemas.openxmlformats.org/drawingml/2006/main">
            <a:off x="44046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1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C01CB18F-AD26-347E-6805-6E0A1EA1AB9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2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AEC5E55C-FD30-BF75-F930-904FDC2A3BE7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43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4696532-EC4F-4679-F527-01E3D5AFE46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130.xml><?xml version="1.0" encoding="utf-8"?>
<p:sldLayout xmlns:p="http://schemas.openxmlformats.org/presentationml/2006/main" preserve="1" userDrawn="1">
  <p:cSld name="36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73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bb9da8e92a2460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9151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8328973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4404673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xmlns:a="http://schemas.openxmlformats.org/drawingml/2006/main" noGrp="1"/>
          </p:cNvSpPr>
          <p:nvPr>
            <p:ph type="body" idx="85" hasCustomPrompt="1"/>
          </p:nvPr>
        </p:nvSpPr>
        <p:spPr>
          <a:xfrm xmlns:a="http://schemas.openxmlformats.org/drawingml/2006/main">
            <a:off x="470848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xmlns:a="http://schemas.openxmlformats.org/drawingml/2006/main" noGrp="1"/>
          </p:cNvSpPr>
          <p:nvPr>
            <p:ph type="body" idx="87" hasCustomPrompt="1"/>
          </p:nvPr>
        </p:nvSpPr>
        <p:spPr>
          <a:xfrm xmlns:a="http://schemas.openxmlformats.org/drawingml/2006/main">
            <a:off x="83289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xmlns:a="http://schemas.openxmlformats.org/drawingml/2006/main" noGrp="1"/>
          </p:cNvSpPr>
          <p:nvPr>
            <p:ph type="body" idx="89" hasCustomPrompt="1"/>
          </p:nvPr>
        </p:nvSpPr>
        <p:spPr>
          <a:xfrm xmlns:a="http://schemas.openxmlformats.org/drawingml/2006/main">
            <a:off x="44046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8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43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xmlns:a="http://schemas.openxmlformats.org/drawingml/2006/main" noGrp="1"/>
          </p:cNvSpPr>
          <p:nvPr>
            <p:ph type="pic" idx="91" hasCustomPrompt="1"/>
          </p:nvPr>
        </p:nvSpPr>
        <p:spPr>
          <a:xfrm xmlns:a="http://schemas.openxmlformats.org/drawingml/2006/main">
            <a:off x="466583" y="14954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xmlns:a="http://schemas.openxmlformats.org/drawingml/2006/main" noGrp="1"/>
          </p:cNvSpPr>
          <p:nvPr>
            <p:ph type="body" idx="92" hasCustomPrompt="1"/>
          </p:nvPr>
        </p:nvSpPr>
        <p:spPr>
          <a:xfrm xmlns:a="http://schemas.openxmlformats.org/drawingml/2006/main">
            <a:off x="4402768" y="19151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5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xmlns:a="http://schemas.openxmlformats.org/drawingml/2006/main" noGrp="1"/>
          </p:cNvSpPr>
          <p:nvPr>
            <p:ph type="pic" idx="93" hasCustomPrompt="1"/>
          </p:nvPr>
        </p:nvSpPr>
        <p:spPr>
          <a:xfrm xmlns:a="http://schemas.openxmlformats.org/drawingml/2006/main">
            <a:off x="4398503" y="14954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xmlns:a="http://schemas.openxmlformats.org/drawingml/2006/main" noGrp="1"/>
          </p:cNvSpPr>
          <p:nvPr>
            <p:ph type="body" idx="94" hasCustomPrompt="1"/>
          </p:nvPr>
        </p:nvSpPr>
        <p:spPr>
          <a:xfrm xmlns:a="http://schemas.openxmlformats.org/drawingml/2006/main">
            <a:off x="8334688" y="19151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7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xmlns:a="http://schemas.openxmlformats.org/drawingml/2006/main" noGrp="1"/>
          </p:cNvSpPr>
          <p:nvPr>
            <p:ph type="pic" idx="95" hasCustomPrompt="1"/>
          </p:nvPr>
        </p:nvSpPr>
        <p:spPr>
          <a:xfrm xmlns:a="http://schemas.openxmlformats.org/drawingml/2006/main">
            <a:off x="8330423" y="14954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xmlns:a="http://schemas.openxmlformats.org/drawingml/2006/main" noGrp="1"/>
          </p:cNvSpPr>
          <p:nvPr>
            <p:ph type="body" idx="96" hasCustomPrompt="1"/>
          </p:nvPr>
        </p:nvSpPr>
        <p:spPr>
          <a:xfrm xmlns:a="http://schemas.openxmlformats.org/drawingml/2006/main">
            <a:off x="470848" y="40995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65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xmlns:a="http://schemas.openxmlformats.org/drawingml/2006/main" noGrp="1"/>
          </p:cNvSpPr>
          <p:nvPr>
            <p:ph type="pic" idx="97" hasCustomPrompt="1"/>
          </p:nvPr>
        </p:nvSpPr>
        <p:spPr>
          <a:xfrm xmlns:a="http://schemas.openxmlformats.org/drawingml/2006/main">
            <a:off x="466583" y="36798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xmlns:a="http://schemas.openxmlformats.org/drawingml/2006/main" noGrp="1"/>
          </p:cNvSpPr>
          <p:nvPr>
            <p:ph type="body" idx="98" hasCustomPrompt="1"/>
          </p:nvPr>
        </p:nvSpPr>
        <p:spPr>
          <a:xfrm xmlns:a="http://schemas.openxmlformats.org/drawingml/2006/main">
            <a:off x="4402768" y="40995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67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xmlns:a="http://schemas.openxmlformats.org/drawingml/2006/main" noGrp="1"/>
          </p:cNvSpPr>
          <p:nvPr>
            <p:ph type="pic" idx="99" hasCustomPrompt="1"/>
          </p:nvPr>
        </p:nvSpPr>
        <p:spPr>
          <a:xfrm xmlns:a="http://schemas.openxmlformats.org/drawingml/2006/main">
            <a:off x="4398503" y="36798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xmlns:a="http://schemas.openxmlformats.org/drawingml/2006/main" noGrp="1"/>
          </p:cNvSpPr>
          <p:nvPr>
            <p:ph type="body" idx="100" hasCustomPrompt="1"/>
          </p:nvPr>
        </p:nvSpPr>
        <p:spPr>
          <a:xfrm xmlns:a="http://schemas.openxmlformats.org/drawingml/2006/main">
            <a:off x="8334688" y="40995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69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xmlns:a="http://schemas.openxmlformats.org/drawingml/2006/main" noGrp="1"/>
          </p:cNvSpPr>
          <p:nvPr>
            <p:ph type="pic" idx="101" hasCustomPrompt="1"/>
          </p:nvPr>
        </p:nvSpPr>
        <p:spPr>
          <a:xfrm xmlns:a="http://schemas.openxmlformats.org/drawingml/2006/main">
            <a:off x="8330423" y="36798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</p:spTree>
  </p:cSld>
</p:sldLayout>
</file>

<file path=ppt/slideLayouts/slideLayout131.xml><?xml version="1.0" encoding="utf-8"?>
<p:sldLayout xmlns:p="http://schemas.openxmlformats.org/presentationml/2006/main" preserve="1" userDrawn="1">
  <p:cSld name="37_Custom Layout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9151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8328973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4404673" y="2159390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xmlns:a="http://schemas.openxmlformats.org/drawingml/2006/main" noGrp="1"/>
          </p:cNvSpPr>
          <p:nvPr>
            <p:ph type="body" idx="85" hasCustomPrompt="1"/>
          </p:nvPr>
        </p:nvSpPr>
        <p:spPr>
          <a:xfrm xmlns:a="http://schemas.openxmlformats.org/drawingml/2006/main">
            <a:off x="470848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xmlns:a="http://schemas.openxmlformats.org/drawingml/2006/main" noGrp="1"/>
          </p:cNvSpPr>
          <p:nvPr>
            <p:ph type="body" idx="87" hasCustomPrompt="1"/>
          </p:nvPr>
        </p:nvSpPr>
        <p:spPr>
          <a:xfrm xmlns:a="http://schemas.openxmlformats.org/drawingml/2006/main">
            <a:off x="83289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xmlns:a="http://schemas.openxmlformats.org/drawingml/2006/main" noGrp="1"/>
          </p:cNvSpPr>
          <p:nvPr>
            <p:ph type="body" idx="89" hasCustomPrompt="1"/>
          </p:nvPr>
        </p:nvSpPr>
        <p:spPr>
          <a:xfrm xmlns:a="http://schemas.openxmlformats.org/drawingml/2006/main">
            <a:off x="4404673" y="4333057"/>
            <a:ext cx="3398031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8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43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xmlns:a="http://schemas.openxmlformats.org/drawingml/2006/main" noGrp="1"/>
          </p:cNvSpPr>
          <p:nvPr>
            <p:ph type="pic" idx="91" hasCustomPrompt="1"/>
          </p:nvPr>
        </p:nvSpPr>
        <p:spPr>
          <a:xfrm xmlns:a="http://schemas.openxmlformats.org/drawingml/2006/main">
            <a:off x="466583" y="14954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xmlns:a="http://schemas.openxmlformats.org/drawingml/2006/main" noGrp="1"/>
          </p:cNvSpPr>
          <p:nvPr>
            <p:ph type="body" idx="92" hasCustomPrompt="1"/>
          </p:nvPr>
        </p:nvSpPr>
        <p:spPr>
          <a:xfrm xmlns:a="http://schemas.openxmlformats.org/drawingml/2006/main">
            <a:off x="4402768" y="19151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5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xmlns:a="http://schemas.openxmlformats.org/drawingml/2006/main" noGrp="1"/>
          </p:cNvSpPr>
          <p:nvPr>
            <p:ph type="pic" idx="93" hasCustomPrompt="1"/>
          </p:nvPr>
        </p:nvSpPr>
        <p:spPr>
          <a:xfrm xmlns:a="http://schemas.openxmlformats.org/drawingml/2006/main">
            <a:off x="4398503" y="14954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xmlns:a="http://schemas.openxmlformats.org/drawingml/2006/main" noGrp="1"/>
          </p:cNvSpPr>
          <p:nvPr>
            <p:ph type="body" idx="94" hasCustomPrompt="1"/>
          </p:nvPr>
        </p:nvSpPr>
        <p:spPr>
          <a:xfrm xmlns:a="http://schemas.openxmlformats.org/drawingml/2006/main">
            <a:off x="8334688" y="19151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7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xmlns:a="http://schemas.openxmlformats.org/drawingml/2006/main" noGrp="1"/>
          </p:cNvSpPr>
          <p:nvPr>
            <p:ph type="pic" idx="95" hasCustomPrompt="1"/>
          </p:nvPr>
        </p:nvSpPr>
        <p:spPr>
          <a:xfrm xmlns:a="http://schemas.openxmlformats.org/drawingml/2006/main">
            <a:off x="8330423" y="14954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xmlns:a="http://schemas.openxmlformats.org/drawingml/2006/main" noGrp="1"/>
          </p:cNvSpPr>
          <p:nvPr>
            <p:ph type="body" idx="96" hasCustomPrompt="1"/>
          </p:nvPr>
        </p:nvSpPr>
        <p:spPr>
          <a:xfrm xmlns:a="http://schemas.openxmlformats.org/drawingml/2006/main">
            <a:off x="470848" y="40995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65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xmlns:a="http://schemas.openxmlformats.org/drawingml/2006/main" noGrp="1"/>
          </p:cNvSpPr>
          <p:nvPr>
            <p:ph type="pic" idx="97" hasCustomPrompt="1"/>
          </p:nvPr>
        </p:nvSpPr>
        <p:spPr>
          <a:xfrm xmlns:a="http://schemas.openxmlformats.org/drawingml/2006/main">
            <a:off x="466583" y="36798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xmlns:a="http://schemas.openxmlformats.org/drawingml/2006/main" noGrp="1"/>
          </p:cNvSpPr>
          <p:nvPr>
            <p:ph type="body" idx="98" hasCustomPrompt="1"/>
          </p:nvPr>
        </p:nvSpPr>
        <p:spPr>
          <a:xfrm xmlns:a="http://schemas.openxmlformats.org/drawingml/2006/main">
            <a:off x="4402768" y="40995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67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xmlns:a="http://schemas.openxmlformats.org/drawingml/2006/main" noGrp="1"/>
          </p:cNvSpPr>
          <p:nvPr>
            <p:ph type="pic" idx="99" hasCustomPrompt="1"/>
          </p:nvPr>
        </p:nvSpPr>
        <p:spPr>
          <a:xfrm xmlns:a="http://schemas.openxmlformats.org/drawingml/2006/main">
            <a:off x="4398503" y="36798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xmlns:a="http://schemas.openxmlformats.org/drawingml/2006/main" noGrp="1"/>
          </p:cNvSpPr>
          <p:nvPr>
            <p:ph type="body" idx="100" hasCustomPrompt="1"/>
          </p:nvPr>
        </p:nvSpPr>
        <p:spPr>
          <a:xfrm xmlns:a="http://schemas.openxmlformats.org/drawingml/2006/main">
            <a:off x="8334688" y="4099574"/>
            <a:ext cx="3398031" cy="112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69" name="Picture Placeholder 42">
            <a:extLst xmlns:a="http://schemas.openxmlformats.org/drawingml/2006/main"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xmlns:a="http://schemas.openxmlformats.org/drawingml/2006/main" noGrp="1"/>
          </p:cNvSpPr>
          <p:nvPr>
            <p:ph type="pic" idx="101" hasCustomPrompt="1"/>
          </p:nvPr>
        </p:nvSpPr>
        <p:spPr>
          <a:xfrm xmlns:a="http://schemas.openxmlformats.org/drawingml/2006/main">
            <a:off x="8330423" y="3679825"/>
            <a:ext cx="1702875" cy="287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pic>
        <p:nvPicPr>
          <p:cNvPr id="95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43de04a91e42fa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32.xml><?xml version="1.0" encoding="utf-8"?>
<p:sldLayout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013FE857-09EF-6320-AEC5-6F9618E95C1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56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c885369bb8493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18BFB194-2672-16B7-ED2C-9B1C972E24D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4E0F91D7-7C08-A520-E598-9CDB27F1B5E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501200"/>
            <a:ext cx="3746966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5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650DD8A1-947F-8F07-93AB-A40EF04FDF98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160000"/>
            <a:ext cx="3746966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B04975F1-C05A-1F8D-7E3A-2F1589A4DD2D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858445" y="1501413"/>
            <a:ext cx="6863932" cy="1690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6ED13DD-6DF2-F50D-26A3-FD10F1499543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70848" y="3663951"/>
            <a:ext cx="3746966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D917ADE9-5F71-6C61-E67F-FBE028C2519C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70848" y="4322603"/>
            <a:ext cx="3746966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9" name="Chart Placeholder 56">
            <a:extLst xmlns:a="http://schemas.openxmlformats.org/drawingml/2006/main">
              <a:ext uri="{FF2B5EF4-FFF2-40B4-BE49-F238E27FC236}">
                <a16:creationId xmlns:a16="http://schemas.microsoft.com/office/drawing/2014/main" id="{3E906642-ECAC-F54B-5543-3825A12B4E2A}"/>
              </a:ext>
            </a:extLst>
          </p:cNvPr>
          <p:cNvSpPr>
            <a:spLocks xmlns:a="http://schemas.openxmlformats.org/drawingml/2006/main" noGrp="1"/>
          </p:cNvSpPr>
          <p:nvPr>
            <p:ph type="chart" idx="20" hasCustomPrompt="1"/>
          </p:nvPr>
        </p:nvSpPr>
        <p:spPr>
          <a:xfrm xmlns:a="http://schemas.openxmlformats.org/drawingml/2006/main">
            <a:off x="4858445" y="1803600"/>
            <a:ext cx="6864295" cy="378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Gráfico</a:t>
            </a:r>
          </a:p>
        </p:txBody>
      </p:sp>
      <p:sp>
        <p:nvSpPr>
          <p:cNvPr id="50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B340CD37-1B87-00B6-5E57-D55AAF853666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51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430CE6F3-F391-1382-61C7-7841BF993D4C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52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934D75B2-B160-3924-EE10-A7E18ABF932F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133.xml><?xml version="1.0" encoding="utf-8"?>
<p:sldLayout xmlns:p="http://schemas.openxmlformats.org/presentationml/2006/main" preserve="1" userDrawn="1">
  <p:cSld name="4_Custom Layout"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94365A6E-758D-3E5C-AD84-D5AE473704A4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57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45ae97e38544ee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6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C1003A35-16F0-6A43-5044-7EFBF15EF17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3E8C8209-B4A1-245C-93A5-B5A89253D37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501200"/>
            <a:ext cx="3746966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3EFDD814-6412-39CF-649F-8FD4B10EB2C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160000"/>
            <a:ext cx="3746966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3499164C-4D4D-FD1A-9E9D-39C859A007D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858445" y="1501413"/>
            <a:ext cx="6863932" cy="1690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3493471-2497-21B2-4B44-74EDA5E73176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70848" y="3663951"/>
            <a:ext cx="3746966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00B1622-ABAD-5280-3CB5-9A2AAA8F0034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70848" y="4322603"/>
            <a:ext cx="3746966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3" name="Chart Placeholder 56">
            <a:extLst xmlns:a="http://schemas.openxmlformats.org/drawingml/2006/main">
              <a:ext uri="{FF2B5EF4-FFF2-40B4-BE49-F238E27FC236}">
                <a16:creationId xmlns:a16="http://schemas.microsoft.com/office/drawing/2014/main" id="{E7DA3DAF-C417-F696-7A8D-DEC16EAB0A9A}"/>
              </a:ext>
            </a:extLst>
          </p:cNvPr>
          <p:cNvSpPr>
            <a:spLocks xmlns:a="http://schemas.openxmlformats.org/drawingml/2006/main" noGrp="1"/>
          </p:cNvSpPr>
          <p:nvPr>
            <p:ph type="chart" idx="20" hasCustomPrompt="1"/>
          </p:nvPr>
        </p:nvSpPr>
        <p:spPr>
          <a:xfrm xmlns:a="http://schemas.openxmlformats.org/drawingml/2006/main">
            <a:off x="4858445" y="1803600"/>
            <a:ext cx="6864295" cy="378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Gráfico</a:t>
            </a:r>
          </a:p>
        </p:txBody>
      </p:sp>
      <p:sp>
        <p:nvSpPr>
          <p:cNvPr id="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98514E3F-27C2-0D9D-01A1-49C5239E7516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6B6AE38-B925-98EC-AD44-D816BB0AAD17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2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BF3B4464-6F82-DB5C-FD37-590D937C33D5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134.xml><?xml version="1.0" encoding="utf-8"?>
<p:sldLayout xmlns:p="http://schemas.openxmlformats.org/presentationml/2006/main" preserve="1" userDrawn="1">
  <p:cSld name="30_Custom Layout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61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82fbeb007874a2e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4EE2C453-AF4E-F9F5-C41A-640E476DA5A7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501200"/>
            <a:ext cx="3746966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3256DD08-D766-F104-5485-C876BA9369C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159999"/>
            <a:ext cx="3747600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35002E8C-C568-172D-3109-85A55236B293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864348" y="1501200"/>
            <a:ext cx="3746966" cy="1690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rgbClr val="99AAB6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384326CA-7B90-4056-3C9C-24A905DEC866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70848" y="3689792"/>
            <a:ext cx="3746966" cy="526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137C798-7CCC-8C7D-D495-0AEC858F970A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70848" y="4348443"/>
            <a:ext cx="3746966" cy="127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7" name="Chart Placeholder 56">
            <a:extLst xmlns:a="http://schemas.openxmlformats.org/drawingml/2006/main">
              <a:ext uri="{FF2B5EF4-FFF2-40B4-BE49-F238E27FC236}">
                <a16:creationId xmlns:a16="http://schemas.microsoft.com/office/drawing/2014/main" id="{3F429A4A-06DC-1E3A-5A65-0C3997FDCCCA}"/>
              </a:ext>
            </a:extLst>
          </p:cNvPr>
          <p:cNvSpPr>
            <a:spLocks xmlns:a="http://schemas.openxmlformats.org/drawingml/2006/main" noGrp="1"/>
          </p:cNvSpPr>
          <p:nvPr>
            <p:ph type="chart" idx="20" hasCustomPrompt="1"/>
          </p:nvPr>
        </p:nvSpPr>
        <p:spPr>
          <a:xfrm xmlns:a="http://schemas.openxmlformats.org/drawingml/2006/main">
            <a:off x="4858445" y="1803600"/>
            <a:ext cx="6864295" cy="37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Gráfico</a:t>
            </a:r>
          </a:p>
        </p:txBody>
      </p:sp>
      <p:pic>
        <p:nvPicPr>
          <p:cNvPr id="70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82fbeb007874a2e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5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55BCCC9F-12BA-1AC7-F575-E03E54A2B7E7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6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8F4643BE-BB97-4DB6-085A-60C5E725A284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7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9D2B60D9-BF99-DCF4-16A1-2B2DB3AEA6D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135.xml><?xml version="1.0" encoding="utf-8"?>
<p:sldLayout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8794750" cy="6857999"/>
          </a:xfrm>
          <a:custGeom xmlns:a="http://schemas.openxmlformats.org/drawingml/2006/main"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43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58fad758cd40a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05A2F3D-49CE-59CA-4C58-2FADDF1CF93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70848" y="1501200"/>
            <a:ext cx="3746966" cy="678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89E06BC-E95B-3DFB-697A-A20F60BE8489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2503813"/>
            <a:ext cx="3746966" cy="1332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9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38C5B79B-2514-1079-AB26-5F47208D6C4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40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05FA630A-4466-4C77-2218-F4FB71365BAC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4CADDA99-3244-BCC6-A70A-F9C2FB148A4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4" y="165544"/>
            <a:ext cx="10117976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184F7633-8106-02A1-DF08-4669C15AE428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1" y="824400"/>
            <a:ext cx="11255513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2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46FB589A-7554-89A4-B2FB-2D9E46481784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136.xml><?xml version="1.0" encoding="utf-8"?>
<p:sldLayout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8794750" cy="6857999"/>
          </a:xfrm>
          <a:custGeom xmlns:a="http://schemas.openxmlformats.org/drawingml/2006/main"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43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f7157086537470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5C2B49C8-5587-3CB9-BD73-530C192F484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71600" y="1501200"/>
            <a:ext cx="3746966" cy="678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CCD5DB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F406C78-B1F5-AB03-82A5-7DF8C0747FB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2505600"/>
            <a:ext cx="3746966" cy="1332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9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6F14D0AD-9C0F-D98D-BCB7-363101D50CD3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F8A4A206-C721-0C4B-953D-3F1BCB6B186F}" type="slidenum">
              <a:t>‹nº›</a:t>
            </a:fld>
            <a:endParaRPr/>
          </a:p>
        </p:txBody>
      </p:sp>
      <p:sp>
        <p:nvSpPr>
          <p:cNvPr id="40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C0D0EDD7-6D67-670B-9270-19E08DE70C0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2013F624-E35B-F58C-648D-C3A004B7084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2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2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19EEA635-C715-2C9F-7862-EE40366C91F2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6180"/>
            <a:ext cx="11255653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3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5A64E133-61F8-AFC9-4C48-ABDBEE214EEF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3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137.xml><?xml version="1.0" encoding="utf-8"?>
<p:sldLayout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8794750" cy="6857999"/>
          </a:xfrm>
          <a:custGeom xmlns:a="http://schemas.openxmlformats.org/drawingml/2006/main"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43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d52c261b8e346a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BF4007C-AEF5-1786-9FF8-F60CDACA0F3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70848" y="1501200"/>
            <a:ext cx="3746966" cy="678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7EA1C3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33B8C4F1-E7F7-1D6D-955B-75C67D6C5FE0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2505600"/>
            <a:ext cx="3746966" cy="1332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9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953A4B2F-B127-7B18-CE54-EC01AF7BF453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A365680-547C-C246-87C0-E4B630AEC8F9}" type="slidenum">
              <a:t>‹nº›</a:t>
            </a:fld>
            <a:endParaRPr/>
          </a:p>
        </p:txBody>
      </p:sp>
      <p:sp>
        <p:nvSpPr>
          <p:cNvPr id="40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EB28C7E4-8F9A-2C71-9E1F-4208A79CBEE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B6408949-5F76-4553-CBE0-95BB98206B47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7EA1C3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BC3ED72-423E-D7C5-D057-74AB3C389434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6180"/>
            <a:ext cx="11255653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7EA1C3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2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1711466F-E196-2186-7321-D3E46A5E611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3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138.xml><?xml version="1.0" encoding="utf-8"?>
<p:sldLayout xmlns:p="http://schemas.openxmlformats.org/presentationml/2006/main" preserve="1" userDrawn="1">
  <p:cSld name="22_Custom Layout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8794750" cy="6857999"/>
          </a:xfrm>
          <a:custGeom xmlns:a="http://schemas.openxmlformats.org/drawingml/2006/main"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44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ed594a01994806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BA14547C-7285-CF58-B9B3-541BB365517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70848" y="1501200"/>
            <a:ext cx="3746966" cy="678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190CD48-43C1-3122-5EB1-AF7BF515572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2505600"/>
            <a:ext cx="3746966" cy="1332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0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53326B84-0BDE-C405-8470-D2F50864E2F7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2800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11C8FB31-E72F-324A-BCFE-AD2FBF56E2D4}" type="slidenum">
              <a:t>‹nº›</a:t>
            </a:fld>
            <a:endParaRPr/>
          </a:p>
        </p:txBody>
      </p:sp>
      <p:sp>
        <p:nvSpPr>
          <p:cNvPr id="41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58627F7B-32F7-BB81-CFBD-7C75ACADDC0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5BB4EE01-B1A3-8500-2FD4-449DAED000B9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D76D4820-2CC0-20DE-3F85-5CE1CEBFE4A1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6180"/>
            <a:ext cx="11255653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3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D17A222D-7D6C-D1FE-68BE-3CF57172C3EF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3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139.xml><?xml version="1.0" encoding="utf-8"?>
<p:sldLayout xmlns:p="http://schemas.openxmlformats.org/presentationml/2006/main" preserve="1" userDrawn="1">
  <p:cSld name="16_Custom Layout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66" name="Google Shape;2417;p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a9cd6fb24a244ae">
            <a:alphaModFix/>
          </a:blip>
          <a:srcRect xmlns:a="http://schemas.openxmlformats.org/drawingml/2006/main" l="0" t="159" r="0" b="159"/>
          <a:stretch xmlns:a="http://schemas.openxmlformats.org/drawingml/2006/main"/>
        </p:blipFill>
        <p:spPr>
          <a:xfrm xmlns:a="http://schemas.openxmlformats.org/drawingml/2006/main">
            <a:off x="10587600" y="134942"/>
            <a:ext cx="1199469" cy="193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6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DC81AC0E-91AA-952E-7C9E-E2CBE3CAC36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096795" y="1501326"/>
            <a:ext cx="5628480" cy="2324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27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1</a:t>
            </a:r>
          </a:p>
        </p:txBody>
      </p:sp>
      <p:sp>
        <p:nvSpPr>
          <p:cNvPr id="4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3F106DBA-B124-0745-F737-8DC1607232EC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6794" y="1832991"/>
            <a:ext cx="5628480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Texto em até duas linhas</a:t>
            </a:r>
          </a:p>
        </p:txBody>
      </p:sp>
      <p:sp>
        <p:nvSpPr>
          <p:cNvPr id="56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AE1E27FE-5E43-A102-18AC-BAE6B2BE3B88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6096795" y="2417043"/>
            <a:ext cx="5628480" cy="2324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27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2</a:t>
            </a:r>
          </a:p>
        </p:txBody>
      </p:sp>
      <p:sp>
        <p:nvSpPr>
          <p:cNvPr id="5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649450C-40F3-A7B7-A8B9-EF471A5B9C7A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6096794" y="2748708"/>
            <a:ext cx="5628480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Texto em até duas linhas</a:t>
            </a:r>
          </a:p>
        </p:txBody>
      </p:sp>
      <p:sp>
        <p:nvSpPr>
          <p:cNvPr id="58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D09B29FF-05BD-62F5-43A6-1CC87DE56D12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6096795" y="3332762"/>
            <a:ext cx="5628480" cy="2324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27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3</a:t>
            </a:r>
          </a:p>
        </p:txBody>
      </p:sp>
      <p:sp>
        <p:nvSpPr>
          <p:cNvPr id="5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366530F-BACF-55EB-C870-FCC36EF8EBC4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6096794" y="3664427"/>
            <a:ext cx="5628480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Texto em até duas linhas</a:t>
            </a:r>
          </a:p>
        </p:txBody>
      </p:sp>
      <p:sp>
        <p:nvSpPr>
          <p:cNvPr id="60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020E0BFE-1B3F-408E-0092-B3107A846802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6096795" y="4248480"/>
            <a:ext cx="5628480" cy="2324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27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4</a:t>
            </a:r>
          </a:p>
        </p:txBody>
      </p:sp>
      <p:sp>
        <p:nvSpPr>
          <p:cNvPr id="61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3698253-A54A-19D1-D9A8-9F6EAB4B92F4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6096794" y="4580145"/>
            <a:ext cx="5628480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Texto em até duas linhas</a:t>
            </a:r>
          </a:p>
        </p:txBody>
      </p:sp>
      <p:sp>
        <p:nvSpPr>
          <p:cNvPr id="62" name="Text Placeholder 35">
            <a:extLst xmlns:a="http://schemas.openxmlformats.org/drawingml/2006/main">
              <a:ext uri="{FF2B5EF4-FFF2-40B4-BE49-F238E27FC236}">
                <a16:creationId xmlns:a16="http://schemas.microsoft.com/office/drawing/2014/main" id="{D229E26A-7AAF-7570-A182-08B378594DA0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6096795" y="5164197"/>
            <a:ext cx="5628480" cy="2324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27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 xmlns:a="http://schemas.openxmlformats.org/drawingml/2006/main">
            <a:pPr lvl="0">
              <a:buNone/>
            </a:pPr>
            <a:r>
              <a:t>5</a:t>
            </a:r>
          </a:p>
        </p:txBody>
      </p:sp>
      <p:sp>
        <p:nvSpPr>
          <p:cNvPr id="6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B6E03FA-60ED-560C-4230-2BE16C0C4217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6096794" y="5495862"/>
            <a:ext cx="5628480" cy="3761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400">
                <a:solidFill>
                  <a:schemeClr val="bg1"/>
                </a:solidFill>
              </a:defRPr>
            </a:lvl2pPr>
            <a:lvl3pPr>
              <a:buNone/>
              <a:defRPr sz="1400">
                <a:solidFill>
                  <a:schemeClr val="bg1"/>
                </a:solidFill>
              </a:defRPr>
            </a:lvl3pPr>
            <a:lvl4pPr>
              <a:buNone/>
              <a:defRPr sz="1400">
                <a:solidFill>
                  <a:schemeClr val="bg1"/>
                </a:solidFill>
              </a:defRPr>
            </a:lvl4pPr>
            <a:lvl5pPr>
              <a:buNone/>
              <a:defRPr sz="14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Texto em até duas linhas</a:t>
            </a:r>
          </a:p>
        </p:txBody>
      </p:sp>
      <p:sp>
        <p:nvSpPr>
          <p:cNvPr id="3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C17220A-996D-8F8D-EA53-9806B5C84C30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468696" y="1501200"/>
            <a:ext cx="4159754" cy="42027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99AAB6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B0CEBACC-0FD0-5E17-4051-237EDDDDEF6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2800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40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1721ACD8-FC97-EAAF-AA42-15B44958F46F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DE2943D8-8ED2-C174-FD20-59469DFB9644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20538954-5FDD-BD29-0A7E-E98AE931A820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618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rgbClr val="CCD5DB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45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16235A52-F85A-5A37-604C-B1F80A0605EA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9622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 </a:t>
            </a:r>
          </a:p>
        </p:txBody>
      </p:sp>
    </p:spTree>
  </p:cSld>
</p:sldLayout>
</file>

<file path=ppt/slideLayouts/slideLayout140.xml><?xml version="1.0" encoding="utf-8"?>
<p:sldLayout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Freeform 31">
            <a:extLst xmlns:a="http://schemas.openxmlformats.org/drawingml/2006/main"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60479" cy="6857999"/>
          </a:xfrm>
          <a:custGeom xmlns:a="http://schemas.openxmlformats.org/drawingml/2006/main"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00" b="0" i="0"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173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39eb4c74d44eb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6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1FBCC3E6-F254-1271-02D3-8E7D096D63A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6724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47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2AEEF9D3-747E-0AF9-2735-B1FB0BD19EEF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6724" y="3338607"/>
            <a:ext cx="1638975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48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E88700D0-AF50-0AE3-4914-55445C2AD7D1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6724" y="3672236"/>
            <a:ext cx="1638975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9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72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D0D91D7B-D576-E0CF-A653-226D2E778015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2390639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73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59FC3F61-7FB1-3688-D59D-E451A69A2E26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2386635" y="3338607"/>
            <a:ext cx="1638975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74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642A086A-A6CE-4854-A9C9-6ACC4B9C4FBD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2386635" y="3672236"/>
            <a:ext cx="1638975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9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76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D86A93A7-01C6-7729-2E05-E679D1E9E7EE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314554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77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C7BC30AB-E71A-4818-D6E8-D4E2682D2E1B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310751" y="3338607"/>
            <a:ext cx="1638975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78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FF0BF134-3C85-87DB-C197-C0CA5CEAA2FF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4307725" y="3672236"/>
            <a:ext cx="1638975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9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79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46188C8A-C985-78A6-66D4-3832C406C4DB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4303937" y="1494951"/>
            <a:ext cx="1078201" cy="107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7150">
            <a:solidFill>
              <a:schemeClr val="accent4"/>
            </a:solidFill>
          </a:ln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1800">
                <a:solidFill>
                  <a:schemeClr val="bg1"/>
                </a:solidFill>
              </a:defRPr>
            </a:lvl2pPr>
            <a:lvl3pPr>
              <a:buNone/>
              <a:defRPr sz="1800">
                <a:solidFill>
                  <a:schemeClr val="bg1"/>
                </a:solidFill>
              </a:defRPr>
            </a:lvl3pPr>
            <a:lvl4pPr>
              <a:buNone/>
              <a:defRPr sz="1800">
                <a:solidFill>
                  <a:schemeClr val="bg1"/>
                </a:solidFill>
              </a:defRPr>
            </a:lvl4pPr>
            <a:lvl5pPr>
              <a:buNone/>
              <a:defRPr sz="18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80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D006269E-75A3-226C-ADE1-F41E4096FA5B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6238469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81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EB96BB0D-8BE0-E46F-DA58-EE988F233AAF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6237930" y="3331874"/>
            <a:ext cx="1638975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82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9C641DBF-75C7-1771-2CF8-BC6EAACD3332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6235722" y="3672236"/>
            <a:ext cx="1638975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9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84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670AF307-9708-4A42-06DC-03BE2A566D1C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8162384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85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A2A07650-485F-4781-9344-524656466234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8158303" y="3338607"/>
            <a:ext cx="1638975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86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B84D5F0D-8CD2-4364-2E92-0B2BE5EEC471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8155902" y="3672236"/>
            <a:ext cx="1638975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9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88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46C78987-82E3-C545-6C09-F2DB1E9C1D0D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086300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89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69844F0D-82D9-2C9A-2CD8-9261D84BBFFF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086300" y="3338607"/>
            <a:ext cx="1638975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90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71A075F2-D7D5-5B33-37BD-E63A40C84D43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086300" y="3672236"/>
            <a:ext cx="1638975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9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117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EFC886AE-3FFF-D88F-6F1F-75E4441DC429}"/>
              </a:ext>
            </a:extLst>
          </p:cNvPr>
          <p:cNvSpPr>
            <a:spLocks xmlns:a="http://schemas.openxmlformats.org/drawingml/2006/main" noGrp="1"/>
          </p:cNvSpPr>
          <p:nvPr>
            <p:ph type="pic" idx="37" hasCustomPrompt="1"/>
          </p:nvPr>
        </p:nvSpPr>
        <p:spPr>
          <a:xfrm xmlns:a="http://schemas.openxmlformats.org/drawingml/2006/main">
            <a:off x="466725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1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4464FD34-1C93-7040-81B4-713987BC8EB6}"/>
              </a:ext>
            </a:extLst>
          </p:cNvPr>
          <p:cNvSpPr>
            <a:spLocks xmlns:a="http://schemas.openxmlformats.org/drawingml/2006/main" noGrp="1"/>
          </p:cNvSpPr>
          <p:nvPr>
            <p:ph type="pic" idx="38" hasCustomPrompt="1"/>
          </p:nvPr>
        </p:nvSpPr>
        <p:spPr>
          <a:xfrm xmlns:a="http://schemas.openxmlformats.org/drawingml/2006/main">
            <a:off x="1313112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19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051F496B-741B-E770-D8E1-89B776F3C1D5}"/>
              </a:ext>
            </a:extLst>
          </p:cNvPr>
          <p:cNvSpPr>
            <a:spLocks xmlns:a="http://schemas.openxmlformats.org/drawingml/2006/main" noGrp="1"/>
          </p:cNvSpPr>
          <p:nvPr>
            <p:ph type="pic" idx="39" hasCustomPrompt="1"/>
          </p:nvPr>
        </p:nvSpPr>
        <p:spPr>
          <a:xfrm xmlns:a="http://schemas.openxmlformats.org/drawingml/2006/main">
            <a:off x="466725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20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C4BF5B86-BF55-9B71-F9DD-19479EAA430F}"/>
              </a:ext>
            </a:extLst>
          </p:cNvPr>
          <p:cNvSpPr>
            <a:spLocks xmlns:a="http://schemas.openxmlformats.org/drawingml/2006/main" noGrp="1"/>
          </p:cNvSpPr>
          <p:nvPr>
            <p:ph type="pic" idx="40" hasCustomPrompt="1"/>
          </p:nvPr>
        </p:nvSpPr>
        <p:spPr>
          <a:xfrm xmlns:a="http://schemas.openxmlformats.org/drawingml/2006/main">
            <a:off x="1313112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51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086B2653-5939-A196-AD7B-E9BA87AE1684}"/>
              </a:ext>
            </a:extLst>
          </p:cNvPr>
          <p:cNvSpPr>
            <a:spLocks xmlns:a="http://schemas.openxmlformats.org/drawingml/2006/main" noGrp="1"/>
          </p:cNvSpPr>
          <p:nvPr>
            <p:ph type="pic" idx="61" hasCustomPrompt="1"/>
          </p:nvPr>
        </p:nvSpPr>
        <p:spPr>
          <a:xfrm xmlns:a="http://schemas.openxmlformats.org/drawingml/2006/main">
            <a:off x="2393495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52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95ED886E-C68F-3627-210E-CA7ACFF64733}"/>
              </a:ext>
            </a:extLst>
          </p:cNvPr>
          <p:cNvSpPr>
            <a:spLocks xmlns:a="http://schemas.openxmlformats.org/drawingml/2006/main" noGrp="1"/>
          </p:cNvSpPr>
          <p:nvPr>
            <p:ph type="pic" idx="62" hasCustomPrompt="1"/>
          </p:nvPr>
        </p:nvSpPr>
        <p:spPr>
          <a:xfrm xmlns:a="http://schemas.openxmlformats.org/drawingml/2006/main">
            <a:off x="3239882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53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02C89B8C-F038-BD43-275B-6A310132C32F}"/>
              </a:ext>
            </a:extLst>
          </p:cNvPr>
          <p:cNvSpPr>
            <a:spLocks xmlns:a="http://schemas.openxmlformats.org/drawingml/2006/main" noGrp="1"/>
          </p:cNvSpPr>
          <p:nvPr>
            <p:ph type="pic" idx="63" hasCustomPrompt="1"/>
          </p:nvPr>
        </p:nvSpPr>
        <p:spPr>
          <a:xfrm xmlns:a="http://schemas.openxmlformats.org/drawingml/2006/main">
            <a:off x="2393495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54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3ACA967E-2F7F-BC02-BC67-2E97C5B09DFD}"/>
              </a:ext>
            </a:extLst>
          </p:cNvPr>
          <p:cNvSpPr>
            <a:spLocks xmlns:a="http://schemas.openxmlformats.org/drawingml/2006/main" noGrp="1"/>
          </p:cNvSpPr>
          <p:nvPr>
            <p:ph type="pic" idx="64" hasCustomPrompt="1"/>
          </p:nvPr>
        </p:nvSpPr>
        <p:spPr>
          <a:xfrm xmlns:a="http://schemas.openxmlformats.org/drawingml/2006/main">
            <a:off x="3239882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55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6795F334-AEA2-E9D9-1F73-CB69AA374A01}"/>
              </a:ext>
            </a:extLst>
          </p:cNvPr>
          <p:cNvSpPr>
            <a:spLocks xmlns:a="http://schemas.openxmlformats.org/drawingml/2006/main" noGrp="1"/>
          </p:cNvSpPr>
          <p:nvPr>
            <p:ph type="pic" idx="65" hasCustomPrompt="1"/>
          </p:nvPr>
        </p:nvSpPr>
        <p:spPr>
          <a:xfrm xmlns:a="http://schemas.openxmlformats.org/drawingml/2006/main">
            <a:off x="4305422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56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5B7C59A9-1F7E-7F84-2656-1CBFEF340FAD}"/>
              </a:ext>
            </a:extLst>
          </p:cNvPr>
          <p:cNvSpPr>
            <a:spLocks xmlns:a="http://schemas.openxmlformats.org/drawingml/2006/main" noGrp="1"/>
          </p:cNvSpPr>
          <p:nvPr>
            <p:ph type="pic" idx="66" hasCustomPrompt="1"/>
          </p:nvPr>
        </p:nvSpPr>
        <p:spPr>
          <a:xfrm xmlns:a="http://schemas.openxmlformats.org/drawingml/2006/main">
            <a:off x="5151809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57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BF351E6D-0A32-FE10-87B8-B5CA7368FCD9}"/>
              </a:ext>
            </a:extLst>
          </p:cNvPr>
          <p:cNvSpPr>
            <a:spLocks xmlns:a="http://schemas.openxmlformats.org/drawingml/2006/main" noGrp="1"/>
          </p:cNvSpPr>
          <p:nvPr>
            <p:ph type="pic" idx="67" hasCustomPrompt="1"/>
          </p:nvPr>
        </p:nvSpPr>
        <p:spPr>
          <a:xfrm xmlns:a="http://schemas.openxmlformats.org/drawingml/2006/main">
            <a:off x="4305422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5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EA0ED369-4028-2215-2505-FA6C595573B0}"/>
              </a:ext>
            </a:extLst>
          </p:cNvPr>
          <p:cNvSpPr>
            <a:spLocks xmlns:a="http://schemas.openxmlformats.org/drawingml/2006/main" noGrp="1"/>
          </p:cNvSpPr>
          <p:nvPr>
            <p:ph type="pic" idx="68" hasCustomPrompt="1"/>
          </p:nvPr>
        </p:nvSpPr>
        <p:spPr>
          <a:xfrm xmlns:a="http://schemas.openxmlformats.org/drawingml/2006/main">
            <a:off x="5151809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59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B7BD2977-9780-B538-E033-8FC9EC830434}"/>
              </a:ext>
            </a:extLst>
          </p:cNvPr>
          <p:cNvSpPr>
            <a:spLocks xmlns:a="http://schemas.openxmlformats.org/drawingml/2006/main" noGrp="1"/>
          </p:cNvSpPr>
          <p:nvPr>
            <p:ph type="pic" idx="69" hasCustomPrompt="1"/>
          </p:nvPr>
        </p:nvSpPr>
        <p:spPr>
          <a:xfrm xmlns:a="http://schemas.openxmlformats.org/drawingml/2006/main">
            <a:off x="6238730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60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9950FEFA-7BB0-4CC2-C294-BE01645205CC}"/>
              </a:ext>
            </a:extLst>
          </p:cNvPr>
          <p:cNvSpPr>
            <a:spLocks xmlns:a="http://schemas.openxmlformats.org/drawingml/2006/main" noGrp="1"/>
          </p:cNvSpPr>
          <p:nvPr>
            <p:ph type="pic" idx="70" hasCustomPrompt="1"/>
          </p:nvPr>
        </p:nvSpPr>
        <p:spPr>
          <a:xfrm xmlns:a="http://schemas.openxmlformats.org/drawingml/2006/main">
            <a:off x="7085117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61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01C554D2-147A-0A03-9778-037D4B31307C}"/>
              </a:ext>
            </a:extLst>
          </p:cNvPr>
          <p:cNvSpPr>
            <a:spLocks xmlns:a="http://schemas.openxmlformats.org/drawingml/2006/main" noGrp="1"/>
          </p:cNvSpPr>
          <p:nvPr>
            <p:ph type="pic" idx="71" hasCustomPrompt="1"/>
          </p:nvPr>
        </p:nvSpPr>
        <p:spPr>
          <a:xfrm xmlns:a="http://schemas.openxmlformats.org/drawingml/2006/main">
            <a:off x="6238730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62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3796D47D-50C7-A02C-0E05-5B609B6026ED}"/>
              </a:ext>
            </a:extLst>
          </p:cNvPr>
          <p:cNvSpPr>
            <a:spLocks xmlns:a="http://schemas.openxmlformats.org/drawingml/2006/main" noGrp="1"/>
          </p:cNvSpPr>
          <p:nvPr>
            <p:ph type="pic" idx="72" hasCustomPrompt="1"/>
          </p:nvPr>
        </p:nvSpPr>
        <p:spPr>
          <a:xfrm xmlns:a="http://schemas.openxmlformats.org/drawingml/2006/main">
            <a:off x="7085117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63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FB8CC0EB-F747-1AC5-4A63-20852F73AACC}"/>
              </a:ext>
            </a:extLst>
          </p:cNvPr>
          <p:cNvSpPr>
            <a:spLocks xmlns:a="http://schemas.openxmlformats.org/drawingml/2006/main" noGrp="1"/>
          </p:cNvSpPr>
          <p:nvPr>
            <p:ph type="pic" idx="73" hasCustomPrompt="1"/>
          </p:nvPr>
        </p:nvSpPr>
        <p:spPr>
          <a:xfrm xmlns:a="http://schemas.openxmlformats.org/drawingml/2006/main">
            <a:off x="8150657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64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13316271-9073-FA34-D257-81CFACC2F9A9}"/>
              </a:ext>
            </a:extLst>
          </p:cNvPr>
          <p:cNvSpPr>
            <a:spLocks xmlns:a="http://schemas.openxmlformats.org/drawingml/2006/main" noGrp="1"/>
          </p:cNvSpPr>
          <p:nvPr>
            <p:ph type="pic" idx="74" hasCustomPrompt="1"/>
          </p:nvPr>
        </p:nvSpPr>
        <p:spPr>
          <a:xfrm xmlns:a="http://schemas.openxmlformats.org/drawingml/2006/main">
            <a:off x="8997044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65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2D081C9F-FFDB-5E72-CDC1-08FD1EAA9CEF}"/>
              </a:ext>
            </a:extLst>
          </p:cNvPr>
          <p:cNvSpPr>
            <a:spLocks xmlns:a="http://schemas.openxmlformats.org/drawingml/2006/main" noGrp="1"/>
          </p:cNvSpPr>
          <p:nvPr>
            <p:ph type="pic" idx="75" hasCustomPrompt="1"/>
          </p:nvPr>
        </p:nvSpPr>
        <p:spPr>
          <a:xfrm xmlns:a="http://schemas.openxmlformats.org/drawingml/2006/main">
            <a:off x="8150657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66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FCD0971A-AD15-24CB-AADC-A5A5CD3D3080}"/>
              </a:ext>
            </a:extLst>
          </p:cNvPr>
          <p:cNvSpPr>
            <a:spLocks xmlns:a="http://schemas.openxmlformats.org/drawingml/2006/main" noGrp="1"/>
          </p:cNvSpPr>
          <p:nvPr>
            <p:ph type="pic" idx="76" hasCustomPrompt="1"/>
          </p:nvPr>
        </p:nvSpPr>
        <p:spPr>
          <a:xfrm xmlns:a="http://schemas.openxmlformats.org/drawingml/2006/main">
            <a:off x="8997044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67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1EDAEA0A-1F9E-0266-BFBB-C120CB2AF84F}"/>
              </a:ext>
            </a:extLst>
          </p:cNvPr>
          <p:cNvSpPr>
            <a:spLocks xmlns:a="http://schemas.openxmlformats.org/drawingml/2006/main" noGrp="1"/>
          </p:cNvSpPr>
          <p:nvPr>
            <p:ph type="pic" idx="77" hasCustomPrompt="1"/>
          </p:nvPr>
        </p:nvSpPr>
        <p:spPr>
          <a:xfrm xmlns:a="http://schemas.openxmlformats.org/drawingml/2006/main">
            <a:off x="10083366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6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2F5FA254-F578-81A3-41F5-C3A4188C9153}"/>
              </a:ext>
            </a:extLst>
          </p:cNvPr>
          <p:cNvSpPr>
            <a:spLocks xmlns:a="http://schemas.openxmlformats.org/drawingml/2006/main" noGrp="1"/>
          </p:cNvSpPr>
          <p:nvPr>
            <p:ph type="pic" idx="78" hasCustomPrompt="1"/>
          </p:nvPr>
        </p:nvSpPr>
        <p:spPr>
          <a:xfrm xmlns:a="http://schemas.openxmlformats.org/drawingml/2006/main">
            <a:off x="10929753" y="5759530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69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02ADE5EA-819B-4009-A707-05360E76DE58}"/>
              </a:ext>
            </a:extLst>
          </p:cNvPr>
          <p:cNvSpPr>
            <a:spLocks xmlns:a="http://schemas.openxmlformats.org/drawingml/2006/main" noGrp="1"/>
          </p:cNvSpPr>
          <p:nvPr>
            <p:ph type="pic" idx="79" hasCustomPrompt="1"/>
          </p:nvPr>
        </p:nvSpPr>
        <p:spPr>
          <a:xfrm xmlns:a="http://schemas.openxmlformats.org/drawingml/2006/main">
            <a:off x="10083366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170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C4EA6999-AB5E-2535-979C-4547E9F93104}"/>
              </a:ext>
            </a:extLst>
          </p:cNvPr>
          <p:cNvSpPr>
            <a:spLocks xmlns:a="http://schemas.openxmlformats.org/drawingml/2006/main" noGrp="1"/>
          </p:cNvSpPr>
          <p:nvPr>
            <p:ph type="pic" idx="80" hasCustomPrompt="1"/>
          </p:nvPr>
        </p:nvSpPr>
        <p:spPr>
          <a:xfrm xmlns:a="http://schemas.openxmlformats.org/drawingml/2006/main">
            <a:off x="10929753" y="6076925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3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CE98C3B-F2FD-4710-D7AF-EC1A816EBB49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35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41490688-2F65-8813-6E96-E782F8AB17E5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0997925-6C1B-75CB-9C47-5312C73D4159}"/>
              </a:ext>
            </a:extLst>
          </p:cNvPr>
          <p:cNvSpPr>
            <a:spLocks xmlns:a="http://schemas.openxmlformats.org/drawingml/2006/main" noGrp="1"/>
          </p:cNvSpPr>
          <p:nvPr>
            <p:ph type="pic" idx="82" hasCustomPrompt="1"/>
          </p:nvPr>
        </p:nvSpPr>
        <p:spPr>
          <a:xfrm xmlns:a="http://schemas.openxmlformats.org/drawingml/2006/main">
            <a:off x="4303937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3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B2A9D99-7A40-D467-4341-077D5AC15500}"/>
              </a:ext>
            </a:extLst>
          </p:cNvPr>
          <p:cNvSpPr>
            <a:spLocks xmlns:a="http://schemas.openxmlformats.org/drawingml/2006/main" noGrp="1"/>
          </p:cNvSpPr>
          <p:nvPr>
            <p:ph type="pic" idx="83" hasCustomPrompt="1"/>
          </p:nvPr>
        </p:nvSpPr>
        <p:spPr>
          <a:xfrm xmlns:a="http://schemas.openxmlformats.org/drawingml/2006/main">
            <a:off x="6185782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4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58B31671-5EE3-00D1-EA29-BBE17921CD02}"/>
              </a:ext>
            </a:extLst>
          </p:cNvPr>
          <p:cNvSpPr>
            <a:spLocks xmlns:a="http://schemas.openxmlformats.org/drawingml/2006/main" noGrp="1"/>
          </p:cNvSpPr>
          <p:nvPr>
            <p:ph type="body" idx="87" hasCustomPrompt="1"/>
          </p:nvPr>
        </p:nvSpPr>
        <p:spPr>
          <a:xfrm xmlns:a="http://schemas.openxmlformats.org/drawingml/2006/main">
            <a:off x="12613498" y="1494951"/>
            <a:ext cx="3746966" cy="678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2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87106C0-D350-5125-E860-B60E2D3276FC}"/>
              </a:ext>
            </a:extLst>
          </p:cNvPr>
          <p:cNvSpPr>
            <a:spLocks xmlns:a="http://schemas.openxmlformats.org/drawingml/2006/main" noGrp="1"/>
          </p:cNvSpPr>
          <p:nvPr>
            <p:ph type="pic" idx="88" hasCustomPrompt="1"/>
          </p:nvPr>
        </p:nvSpPr>
        <p:spPr>
          <a:xfrm xmlns:a="http://schemas.openxmlformats.org/drawingml/2006/main">
            <a:off x="2393495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4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E8C993E-EF4E-8727-7C79-6E3D1180AEFF}"/>
              </a:ext>
            </a:extLst>
          </p:cNvPr>
          <p:cNvSpPr>
            <a:spLocks xmlns:a="http://schemas.openxmlformats.org/drawingml/2006/main" noGrp="1"/>
          </p:cNvSpPr>
          <p:nvPr>
            <p:ph type="pic" idx="89" hasCustomPrompt="1"/>
          </p:nvPr>
        </p:nvSpPr>
        <p:spPr>
          <a:xfrm xmlns:a="http://schemas.openxmlformats.org/drawingml/2006/main">
            <a:off x="8160055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4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C415ADE-C3F8-91AC-F68C-D5E927FD832E}"/>
              </a:ext>
            </a:extLst>
          </p:cNvPr>
          <p:cNvSpPr>
            <a:spLocks xmlns:a="http://schemas.openxmlformats.org/drawingml/2006/main" noGrp="1"/>
          </p:cNvSpPr>
          <p:nvPr>
            <p:ph type="pic" idx="90" hasCustomPrompt="1"/>
          </p:nvPr>
        </p:nvSpPr>
        <p:spPr>
          <a:xfrm xmlns:a="http://schemas.openxmlformats.org/drawingml/2006/main">
            <a:off x="10086300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49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89E0082-032B-70FF-9173-66B12D61DB04}"/>
              </a:ext>
            </a:extLst>
          </p:cNvPr>
          <p:cNvSpPr>
            <a:spLocks xmlns:a="http://schemas.openxmlformats.org/drawingml/2006/main" noGrp="1"/>
          </p:cNvSpPr>
          <p:nvPr>
            <p:ph type="pic" idx="91" hasCustomPrompt="1"/>
          </p:nvPr>
        </p:nvSpPr>
        <p:spPr>
          <a:xfrm xmlns:a="http://schemas.openxmlformats.org/drawingml/2006/main">
            <a:off x="474709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51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C8369EF3-1596-2394-03AC-0A91B472CB90}"/>
              </a:ext>
            </a:extLst>
          </p:cNvPr>
          <p:cNvSpPr>
            <a:spLocks xmlns:a="http://schemas.openxmlformats.org/drawingml/2006/main" noGrp="1"/>
          </p:cNvSpPr>
          <p:nvPr>
            <p:ph type="body" idx="92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52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8693DB5C-7904-70C2-FCEF-ABD2C965D52E}"/>
              </a:ext>
            </a:extLst>
          </p:cNvPr>
          <p:cNvSpPr>
            <a:spLocks xmlns:a="http://schemas.openxmlformats.org/drawingml/2006/main" noGrp="1"/>
          </p:cNvSpPr>
          <p:nvPr>
            <p:ph type="body" idx="93" hasCustomPrompt="1"/>
          </p:nvPr>
        </p:nvSpPr>
        <p:spPr>
          <a:xfrm xmlns:a="http://schemas.openxmlformats.org/drawingml/2006/main">
            <a:off x="469762" y="822256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53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505A0876-127F-1D5E-0992-B049EAAA0F09}"/>
              </a:ext>
            </a:extLst>
          </p:cNvPr>
          <p:cNvSpPr>
            <a:spLocks xmlns:a="http://schemas.openxmlformats.org/drawingml/2006/main" noGrp="1"/>
          </p:cNvSpPr>
          <p:nvPr>
            <p:ph type="body" idx="94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141.xml><?xml version="1.0" encoding="utf-8"?>
<p:sldLayout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Freeform 31">
            <a:extLst xmlns:a="http://schemas.openxmlformats.org/drawingml/2006/main"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60479" cy="6857999"/>
          </a:xfrm>
          <a:custGeom xmlns:a="http://schemas.openxmlformats.org/drawingml/2006/main"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88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64ab93e7a604f0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184BEF38-BA57-9233-BF32-353FC9FCD75A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2781299" y="3672236"/>
            <a:ext cx="1998000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9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0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BE8E19FD-DD8D-5555-7920-3C12693E3EDF}"/>
              </a:ext>
            </a:extLst>
          </p:cNvPr>
          <p:cNvSpPr>
            <a:spLocks xmlns:a="http://schemas.openxmlformats.org/drawingml/2006/main" noGrp="1"/>
          </p:cNvSpPr>
          <p:nvPr>
            <p:ph type="body" idx="86" hasCustomPrompt="1"/>
          </p:nvPr>
        </p:nvSpPr>
        <p:spPr>
          <a:xfrm xmlns:a="http://schemas.openxmlformats.org/drawingml/2006/main">
            <a:off x="5095874" y="3672236"/>
            <a:ext cx="1998000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9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4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079AD012-955D-AE9B-8117-2C6FA7564B1A}"/>
              </a:ext>
            </a:extLst>
          </p:cNvPr>
          <p:cNvSpPr>
            <a:spLocks xmlns:a="http://schemas.openxmlformats.org/drawingml/2006/main" noGrp="1"/>
          </p:cNvSpPr>
          <p:nvPr>
            <p:ph type="body" idx="89" hasCustomPrompt="1"/>
          </p:nvPr>
        </p:nvSpPr>
        <p:spPr>
          <a:xfrm xmlns:a="http://schemas.openxmlformats.org/drawingml/2006/main">
            <a:off x="7410449" y="3672236"/>
            <a:ext cx="1998000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9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5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C026705F-51AF-1B05-9BB9-12BC90AFB327}"/>
              </a:ext>
            </a:extLst>
          </p:cNvPr>
          <p:cNvSpPr>
            <a:spLocks xmlns:a="http://schemas.openxmlformats.org/drawingml/2006/main" noGrp="1"/>
          </p:cNvSpPr>
          <p:nvPr>
            <p:ph type="body" idx="90" hasCustomPrompt="1"/>
          </p:nvPr>
        </p:nvSpPr>
        <p:spPr>
          <a:xfrm xmlns:a="http://schemas.openxmlformats.org/drawingml/2006/main">
            <a:off x="9721742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49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C05C7977-0EB4-D1DB-AC0F-A4E6F70944AA}"/>
              </a:ext>
            </a:extLst>
          </p:cNvPr>
          <p:cNvSpPr>
            <a:spLocks xmlns:a="http://schemas.openxmlformats.org/drawingml/2006/main" noGrp="1"/>
          </p:cNvSpPr>
          <p:nvPr>
            <p:ph type="body" idx="91" hasCustomPrompt="1"/>
          </p:nvPr>
        </p:nvSpPr>
        <p:spPr>
          <a:xfrm xmlns:a="http://schemas.openxmlformats.org/drawingml/2006/main">
            <a:off x="9721742" y="3338607"/>
            <a:ext cx="1998000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50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D13853F8-E884-3F6A-37C8-60DE3B863DE7}"/>
              </a:ext>
            </a:extLst>
          </p:cNvPr>
          <p:cNvSpPr>
            <a:spLocks xmlns:a="http://schemas.openxmlformats.org/drawingml/2006/main" noGrp="1"/>
          </p:cNvSpPr>
          <p:nvPr>
            <p:ph type="body" idx="92" hasCustomPrompt="1"/>
          </p:nvPr>
        </p:nvSpPr>
        <p:spPr>
          <a:xfrm xmlns:a="http://schemas.openxmlformats.org/drawingml/2006/main">
            <a:off x="9725024" y="3672236"/>
            <a:ext cx="1998000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9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1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78F24FCF-0EC8-F34A-D906-F142EE9EE429}"/>
              </a:ext>
            </a:extLst>
          </p:cNvPr>
          <p:cNvSpPr>
            <a:spLocks xmlns:a="http://schemas.openxmlformats.org/drawingml/2006/main" noGrp="1"/>
          </p:cNvSpPr>
          <p:nvPr>
            <p:ph type="body" idx="93" hasCustomPrompt="1"/>
          </p:nvPr>
        </p:nvSpPr>
        <p:spPr>
          <a:xfrm xmlns:a="http://schemas.openxmlformats.org/drawingml/2006/main">
            <a:off x="7404734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52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D4CACC7C-0A4F-9F8D-8E3C-57DEA8E6C0DF}"/>
              </a:ext>
            </a:extLst>
          </p:cNvPr>
          <p:cNvSpPr>
            <a:spLocks xmlns:a="http://schemas.openxmlformats.org/drawingml/2006/main" noGrp="1"/>
          </p:cNvSpPr>
          <p:nvPr>
            <p:ph type="body" idx="94" hasCustomPrompt="1"/>
          </p:nvPr>
        </p:nvSpPr>
        <p:spPr>
          <a:xfrm xmlns:a="http://schemas.openxmlformats.org/drawingml/2006/main">
            <a:off x="7404734" y="3338607"/>
            <a:ext cx="1998000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53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69B840AF-EFC8-FB29-99C1-7C1B78335862}"/>
              </a:ext>
            </a:extLst>
          </p:cNvPr>
          <p:cNvSpPr>
            <a:spLocks xmlns:a="http://schemas.openxmlformats.org/drawingml/2006/main" noGrp="1"/>
          </p:cNvSpPr>
          <p:nvPr>
            <p:ph type="body" idx="95" hasCustomPrompt="1"/>
          </p:nvPr>
        </p:nvSpPr>
        <p:spPr>
          <a:xfrm xmlns:a="http://schemas.openxmlformats.org/drawingml/2006/main">
            <a:off x="5094233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54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87C8AD8F-B1BA-D416-A5DD-13F662AF0E06}"/>
              </a:ext>
            </a:extLst>
          </p:cNvPr>
          <p:cNvSpPr>
            <a:spLocks xmlns:a="http://schemas.openxmlformats.org/drawingml/2006/main" noGrp="1"/>
          </p:cNvSpPr>
          <p:nvPr>
            <p:ph type="body" idx="96" hasCustomPrompt="1"/>
          </p:nvPr>
        </p:nvSpPr>
        <p:spPr>
          <a:xfrm xmlns:a="http://schemas.openxmlformats.org/drawingml/2006/main">
            <a:off x="5094233" y="3338607"/>
            <a:ext cx="1998000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55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F3EEA961-FF4F-9EB2-69E5-E19924923EAA}"/>
              </a:ext>
            </a:extLst>
          </p:cNvPr>
          <p:cNvSpPr>
            <a:spLocks xmlns:a="http://schemas.openxmlformats.org/drawingml/2006/main" noGrp="1"/>
          </p:cNvSpPr>
          <p:nvPr>
            <p:ph type="body" idx="97" hasCustomPrompt="1"/>
          </p:nvPr>
        </p:nvSpPr>
        <p:spPr>
          <a:xfrm xmlns:a="http://schemas.openxmlformats.org/drawingml/2006/main">
            <a:off x="2777225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56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21447B95-70B2-E5FD-E24A-FC67D4385B01}"/>
              </a:ext>
            </a:extLst>
          </p:cNvPr>
          <p:cNvSpPr>
            <a:spLocks xmlns:a="http://schemas.openxmlformats.org/drawingml/2006/main" noGrp="1"/>
          </p:cNvSpPr>
          <p:nvPr>
            <p:ph type="body" idx="98" hasCustomPrompt="1"/>
          </p:nvPr>
        </p:nvSpPr>
        <p:spPr>
          <a:xfrm xmlns:a="http://schemas.openxmlformats.org/drawingml/2006/main">
            <a:off x="2777225" y="3338607"/>
            <a:ext cx="1998000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3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9725F242-22D1-387E-1CEF-6BFE9A78FA5A}"/>
              </a:ext>
            </a:extLst>
          </p:cNvPr>
          <p:cNvSpPr>
            <a:spLocks xmlns:a="http://schemas.openxmlformats.org/drawingml/2006/main" noGrp="1"/>
          </p:cNvSpPr>
          <p:nvPr>
            <p:ph type="pic" idx="37" hasCustomPrompt="1"/>
          </p:nvPr>
        </p:nvSpPr>
        <p:spPr>
          <a:xfrm xmlns:a="http://schemas.openxmlformats.org/drawingml/2006/main">
            <a:off x="466725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39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E384AB8E-6BD9-FF09-4073-A1FAF4A77E6F}"/>
              </a:ext>
            </a:extLst>
          </p:cNvPr>
          <p:cNvSpPr>
            <a:spLocks xmlns:a="http://schemas.openxmlformats.org/drawingml/2006/main" noGrp="1"/>
          </p:cNvSpPr>
          <p:nvPr>
            <p:ph type="pic" idx="38" hasCustomPrompt="1"/>
          </p:nvPr>
        </p:nvSpPr>
        <p:spPr>
          <a:xfrm xmlns:a="http://schemas.openxmlformats.org/drawingml/2006/main">
            <a:off x="1313112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2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D9636A67-51C5-7A83-C35B-88F450504397}"/>
              </a:ext>
            </a:extLst>
          </p:cNvPr>
          <p:cNvSpPr>
            <a:spLocks xmlns:a="http://schemas.openxmlformats.org/drawingml/2006/main" noGrp="1"/>
          </p:cNvSpPr>
          <p:nvPr>
            <p:ph type="pic" idx="39" hasCustomPrompt="1"/>
          </p:nvPr>
        </p:nvSpPr>
        <p:spPr>
          <a:xfrm xmlns:a="http://schemas.openxmlformats.org/drawingml/2006/main">
            <a:off x="466725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3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61E875A4-B648-1039-EF17-648980A0A6D5}"/>
              </a:ext>
            </a:extLst>
          </p:cNvPr>
          <p:cNvSpPr>
            <a:spLocks xmlns:a="http://schemas.openxmlformats.org/drawingml/2006/main" noGrp="1"/>
          </p:cNvSpPr>
          <p:nvPr>
            <p:ph type="pic" idx="40" hasCustomPrompt="1"/>
          </p:nvPr>
        </p:nvSpPr>
        <p:spPr>
          <a:xfrm xmlns:a="http://schemas.openxmlformats.org/drawingml/2006/main">
            <a:off x="1313112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2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CF3E0D15-B00C-6931-2ECA-29D1EAE08352}"/>
              </a:ext>
            </a:extLst>
          </p:cNvPr>
          <p:cNvSpPr>
            <a:spLocks xmlns:a="http://schemas.openxmlformats.org/drawingml/2006/main" noGrp="1"/>
          </p:cNvSpPr>
          <p:nvPr>
            <p:ph type="pic" idx="61" hasCustomPrompt="1"/>
          </p:nvPr>
        </p:nvSpPr>
        <p:spPr>
          <a:xfrm xmlns:a="http://schemas.openxmlformats.org/drawingml/2006/main">
            <a:off x="2783732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3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0536C028-A154-D1F3-1B94-1D6C9CB55701}"/>
              </a:ext>
            </a:extLst>
          </p:cNvPr>
          <p:cNvSpPr>
            <a:spLocks xmlns:a="http://schemas.openxmlformats.org/drawingml/2006/main" noGrp="1"/>
          </p:cNvSpPr>
          <p:nvPr>
            <p:ph type="pic" idx="62" hasCustomPrompt="1"/>
          </p:nvPr>
        </p:nvSpPr>
        <p:spPr>
          <a:xfrm xmlns:a="http://schemas.openxmlformats.org/drawingml/2006/main">
            <a:off x="3630119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4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75EF1F6A-112A-3B2B-6CDF-59BF6EB4BC2C}"/>
              </a:ext>
            </a:extLst>
          </p:cNvPr>
          <p:cNvSpPr>
            <a:spLocks xmlns:a="http://schemas.openxmlformats.org/drawingml/2006/main" noGrp="1"/>
          </p:cNvSpPr>
          <p:nvPr>
            <p:ph type="pic" idx="63" hasCustomPrompt="1"/>
          </p:nvPr>
        </p:nvSpPr>
        <p:spPr>
          <a:xfrm xmlns:a="http://schemas.openxmlformats.org/drawingml/2006/main">
            <a:off x="2783732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5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10BDBBED-1442-5A27-AAFD-AA804B45752B}"/>
              </a:ext>
            </a:extLst>
          </p:cNvPr>
          <p:cNvSpPr>
            <a:spLocks xmlns:a="http://schemas.openxmlformats.org/drawingml/2006/main" noGrp="1"/>
          </p:cNvSpPr>
          <p:nvPr>
            <p:ph type="pic" idx="64" hasCustomPrompt="1"/>
          </p:nvPr>
        </p:nvSpPr>
        <p:spPr>
          <a:xfrm xmlns:a="http://schemas.openxmlformats.org/drawingml/2006/main">
            <a:off x="3630119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6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88AA171C-6D7D-16DD-C625-FD357EF52E9D}"/>
              </a:ext>
            </a:extLst>
          </p:cNvPr>
          <p:cNvSpPr>
            <a:spLocks xmlns:a="http://schemas.openxmlformats.org/drawingml/2006/main" noGrp="1"/>
          </p:cNvSpPr>
          <p:nvPr>
            <p:ph type="pic" idx="65" hasCustomPrompt="1"/>
          </p:nvPr>
        </p:nvSpPr>
        <p:spPr>
          <a:xfrm xmlns:a="http://schemas.openxmlformats.org/drawingml/2006/main">
            <a:off x="5090814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7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6A129352-6C9F-86C0-B95F-3D3E42A9C237}"/>
              </a:ext>
            </a:extLst>
          </p:cNvPr>
          <p:cNvSpPr>
            <a:spLocks xmlns:a="http://schemas.openxmlformats.org/drawingml/2006/main" noGrp="1"/>
          </p:cNvSpPr>
          <p:nvPr>
            <p:ph type="pic" idx="66" hasCustomPrompt="1"/>
          </p:nvPr>
        </p:nvSpPr>
        <p:spPr>
          <a:xfrm xmlns:a="http://schemas.openxmlformats.org/drawingml/2006/main">
            <a:off x="5937201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914857E5-53CF-D040-A651-C41C6C01DE7C}"/>
              </a:ext>
            </a:extLst>
          </p:cNvPr>
          <p:cNvSpPr>
            <a:spLocks xmlns:a="http://schemas.openxmlformats.org/drawingml/2006/main" noGrp="1"/>
          </p:cNvSpPr>
          <p:nvPr>
            <p:ph type="pic" idx="67" hasCustomPrompt="1"/>
          </p:nvPr>
        </p:nvSpPr>
        <p:spPr>
          <a:xfrm xmlns:a="http://schemas.openxmlformats.org/drawingml/2006/main">
            <a:off x="5090814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9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46F1550C-FEA2-AEA3-87ED-0707444F1AE0}"/>
              </a:ext>
            </a:extLst>
          </p:cNvPr>
          <p:cNvSpPr>
            <a:spLocks xmlns:a="http://schemas.openxmlformats.org/drawingml/2006/main" noGrp="1"/>
          </p:cNvSpPr>
          <p:nvPr>
            <p:ph type="pic" idx="68" hasCustomPrompt="1"/>
          </p:nvPr>
        </p:nvSpPr>
        <p:spPr>
          <a:xfrm xmlns:a="http://schemas.openxmlformats.org/drawingml/2006/main">
            <a:off x="5937201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0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902AE775-8DB5-9035-189C-7F1A39BC579A}"/>
              </a:ext>
            </a:extLst>
          </p:cNvPr>
          <p:cNvSpPr>
            <a:spLocks xmlns:a="http://schemas.openxmlformats.org/drawingml/2006/main" noGrp="1"/>
          </p:cNvSpPr>
          <p:nvPr>
            <p:ph type="pic" idx="69" hasCustomPrompt="1"/>
          </p:nvPr>
        </p:nvSpPr>
        <p:spPr>
          <a:xfrm xmlns:a="http://schemas.openxmlformats.org/drawingml/2006/main">
            <a:off x="7404735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1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E16E7B59-3B86-42B9-64FC-AD62C3DC6729}"/>
              </a:ext>
            </a:extLst>
          </p:cNvPr>
          <p:cNvSpPr>
            <a:spLocks xmlns:a="http://schemas.openxmlformats.org/drawingml/2006/main" noGrp="1"/>
          </p:cNvSpPr>
          <p:nvPr>
            <p:ph type="pic" idx="70" hasCustomPrompt="1"/>
          </p:nvPr>
        </p:nvSpPr>
        <p:spPr>
          <a:xfrm xmlns:a="http://schemas.openxmlformats.org/drawingml/2006/main">
            <a:off x="8251122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2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83DC49ED-EDA8-E6EB-7A6F-D95390AA8CCD}"/>
              </a:ext>
            </a:extLst>
          </p:cNvPr>
          <p:cNvSpPr>
            <a:spLocks xmlns:a="http://schemas.openxmlformats.org/drawingml/2006/main" noGrp="1"/>
          </p:cNvSpPr>
          <p:nvPr>
            <p:ph type="pic" idx="71" hasCustomPrompt="1"/>
          </p:nvPr>
        </p:nvSpPr>
        <p:spPr>
          <a:xfrm xmlns:a="http://schemas.openxmlformats.org/drawingml/2006/main">
            <a:off x="7404735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3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26F60E47-19D1-BFC3-6C8F-749C4B12AAF6}"/>
              </a:ext>
            </a:extLst>
          </p:cNvPr>
          <p:cNvSpPr>
            <a:spLocks xmlns:a="http://schemas.openxmlformats.org/drawingml/2006/main" noGrp="1"/>
          </p:cNvSpPr>
          <p:nvPr>
            <p:ph type="pic" idx="72" hasCustomPrompt="1"/>
          </p:nvPr>
        </p:nvSpPr>
        <p:spPr>
          <a:xfrm xmlns:a="http://schemas.openxmlformats.org/drawingml/2006/main">
            <a:off x="8251122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4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42275787-A019-11AD-46FE-A7DDC6704D54}"/>
              </a:ext>
            </a:extLst>
          </p:cNvPr>
          <p:cNvSpPr>
            <a:spLocks xmlns:a="http://schemas.openxmlformats.org/drawingml/2006/main" noGrp="1"/>
          </p:cNvSpPr>
          <p:nvPr>
            <p:ph type="pic" idx="73" hasCustomPrompt="1"/>
          </p:nvPr>
        </p:nvSpPr>
        <p:spPr>
          <a:xfrm xmlns:a="http://schemas.openxmlformats.org/drawingml/2006/main">
            <a:off x="9721742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5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5DF57175-AB66-192C-5CB7-93049ECC0CF1}"/>
              </a:ext>
            </a:extLst>
          </p:cNvPr>
          <p:cNvSpPr>
            <a:spLocks xmlns:a="http://schemas.openxmlformats.org/drawingml/2006/main" noGrp="1"/>
          </p:cNvSpPr>
          <p:nvPr>
            <p:ph type="pic" idx="74" hasCustomPrompt="1"/>
          </p:nvPr>
        </p:nvSpPr>
        <p:spPr>
          <a:xfrm xmlns:a="http://schemas.openxmlformats.org/drawingml/2006/main">
            <a:off x="10568129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6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F060C51A-D08F-54FB-FCB0-EAB2C4861B82}"/>
              </a:ext>
            </a:extLst>
          </p:cNvPr>
          <p:cNvSpPr>
            <a:spLocks xmlns:a="http://schemas.openxmlformats.org/drawingml/2006/main" noGrp="1"/>
          </p:cNvSpPr>
          <p:nvPr>
            <p:ph type="pic" idx="75" hasCustomPrompt="1"/>
          </p:nvPr>
        </p:nvSpPr>
        <p:spPr>
          <a:xfrm xmlns:a="http://schemas.openxmlformats.org/drawingml/2006/main">
            <a:off x="9721742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7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E1F4FC93-69A8-3BD1-3329-13A5836424E9}"/>
              </a:ext>
            </a:extLst>
          </p:cNvPr>
          <p:cNvSpPr>
            <a:spLocks xmlns:a="http://schemas.openxmlformats.org/drawingml/2006/main" noGrp="1"/>
          </p:cNvSpPr>
          <p:nvPr>
            <p:ph type="pic" idx="76" hasCustomPrompt="1"/>
          </p:nvPr>
        </p:nvSpPr>
        <p:spPr>
          <a:xfrm xmlns:a="http://schemas.openxmlformats.org/drawingml/2006/main">
            <a:off x="10568129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8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3547A98-9145-52DB-0778-F0964B59096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79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76CD81D2-BF90-68D8-E1AE-B8E0CF4C5A4A}"/>
              </a:ext>
            </a:extLst>
          </p:cNvPr>
          <p:cNvSpPr>
            <a:spLocks xmlns:a="http://schemas.openxmlformats.org/drawingml/2006/main" noGrp="1"/>
          </p:cNvSpPr>
          <p:nvPr>
            <p:ph type="body" idx="103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50374A75-F50D-5070-A973-581B679CC4B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F1624A0F-DB18-4583-6553-B7380C6BCA0F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2256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3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1AE847BA-635A-59E4-30D3-6F045F2092C7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34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89BC3310-EF60-69C0-3707-2C9B77B411B8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6724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35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8FAFCE19-6536-97A8-08AE-68DC35A66EB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6724" y="3338607"/>
            <a:ext cx="1638975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36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27DE418C-1E9A-7C24-A28E-C30E5B7365B0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6724" y="3672236"/>
            <a:ext cx="1638975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9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81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01BEAB5-0771-F15C-BA83-EFF62E182721}"/>
              </a:ext>
            </a:extLst>
          </p:cNvPr>
          <p:cNvSpPr>
            <a:spLocks xmlns:a="http://schemas.openxmlformats.org/drawingml/2006/main" noGrp="1"/>
          </p:cNvSpPr>
          <p:nvPr>
            <p:ph type="pic" idx="104" hasCustomPrompt="1"/>
          </p:nvPr>
        </p:nvSpPr>
        <p:spPr>
          <a:xfrm xmlns:a="http://schemas.openxmlformats.org/drawingml/2006/main">
            <a:off x="474709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82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7B2CDD9-20B4-A792-0865-2F1F48726D14}"/>
              </a:ext>
            </a:extLst>
          </p:cNvPr>
          <p:cNvSpPr>
            <a:spLocks xmlns:a="http://schemas.openxmlformats.org/drawingml/2006/main" noGrp="1"/>
          </p:cNvSpPr>
          <p:nvPr>
            <p:ph type="pic" idx="105" hasCustomPrompt="1"/>
          </p:nvPr>
        </p:nvSpPr>
        <p:spPr>
          <a:xfrm xmlns:a="http://schemas.openxmlformats.org/drawingml/2006/main">
            <a:off x="2781490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8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A90DFAB-D24E-2600-E000-0F70F5A05CC0}"/>
              </a:ext>
            </a:extLst>
          </p:cNvPr>
          <p:cNvSpPr>
            <a:spLocks xmlns:a="http://schemas.openxmlformats.org/drawingml/2006/main" noGrp="1"/>
          </p:cNvSpPr>
          <p:nvPr>
            <p:ph type="pic" idx="106" hasCustomPrompt="1"/>
          </p:nvPr>
        </p:nvSpPr>
        <p:spPr>
          <a:xfrm xmlns:a="http://schemas.openxmlformats.org/drawingml/2006/main">
            <a:off x="5098662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8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227A52C-BD35-961E-2984-AD74E25BC609}"/>
              </a:ext>
            </a:extLst>
          </p:cNvPr>
          <p:cNvSpPr>
            <a:spLocks xmlns:a="http://schemas.openxmlformats.org/drawingml/2006/main" noGrp="1"/>
          </p:cNvSpPr>
          <p:nvPr>
            <p:ph type="pic" idx="107" hasCustomPrompt="1"/>
          </p:nvPr>
        </p:nvSpPr>
        <p:spPr>
          <a:xfrm xmlns:a="http://schemas.openxmlformats.org/drawingml/2006/main">
            <a:off x="7405444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85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D4D05F0-1624-0D4B-287B-C5C59F1C3E0F}"/>
              </a:ext>
            </a:extLst>
          </p:cNvPr>
          <p:cNvSpPr>
            <a:spLocks xmlns:a="http://schemas.openxmlformats.org/drawingml/2006/main" noGrp="1"/>
          </p:cNvSpPr>
          <p:nvPr>
            <p:ph type="pic" idx="108" hasCustomPrompt="1"/>
          </p:nvPr>
        </p:nvSpPr>
        <p:spPr>
          <a:xfrm xmlns:a="http://schemas.openxmlformats.org/drawingml/2006/main">
            <a:off x="9712226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</p:spTree>
  </p:cSld>
</p:sldLayout>
</file>

<file path=ppt/slideLayouts/slideLayout142.xml><?xml version="1.0" encoding="utf-8"?>
<p:sldLayout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Freeform 31">
            <a:extLst xmlns:a="http://schemas.openxmlformats.org/drawingml/2006/main"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60479" cy="6857999"/>
          </a:xfrm>
          <a:custGeom xmlns:a="http://schemas.openxmlformats.org/drawingml/2006/main"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82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1bc0de3734346f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2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DC65AB71-C922-A189-49ED-4BC9D2BBE859}"/>
              </a:ext>
            </a:extLst>
          </p:cNvPr>
          <p:cNvSpPr>
            <a:spLocks xmlns:a="http://schemas.openxmlformats.org/drawingml/2006/main" noGrp="1"/>
          </p:cNvSpPr>
          <p:nvPr>
            <p:ph type="pic" idx="45" hasCustomPrompt="1"/>
          </p:nvPr>
        </p:nvSpPr>
        <p:spPr>
          <a:xfrm xmlns:a="http://schemas.openxmlformats.org/drawingml/2006/main">
            <a:off x="3408045" y="5754583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3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F9251813-DD1D-2BFF-6D52-6830DDD47DAC}"/>
              </a:ext>
            </a:extLst>
          </p:cNvPr>
          <p:cNvSpPr>
            <a:spLocks xmlns:a="http://schemas.openxmlformats.org/drawingml/2006/main" noGrp="1"/>
          </p:cNvSpPr>
          <p:nvPr>
            <p:ph type="pic" idx="46" hasCustomPrompt="1"/>
          </p:nvPr>
        </p:nvSpPr>
        <p:spPr>
          <a:xfrm xmlns:a="http://schemas.openxmlformats.org/drawingml/2006/main">
            <a:off x="4254432" y="5754583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2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AF5B231E-3349-6127-B3CE-183B91821566}"/>
              </a:ext>
            </a:extLst>
          </p:cNvPr>
          <p:cNvSpPr>
            <a:spLocks xmlns:a="http://schemas.openxmlformats.org/drawingml/2006/main" noGrp="1"/>
          </p:cNvSpPr>
          <p:nvPr>
            <p:ph type="pic" idx="47" hasCustomPrompt="1"/>
          </p:nvPr>
        </p:nvSpPr>
        <p:spPr>
          <a:xfrm xmlns:a="http://schemas.openxmlformats.org/drawingml/2006/main">
            <a:off x="3408045" y="6071978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3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7030EC6E-69BD-46A3-BE79-C8117E139BAC}"/>
              </a:ext>
            </a:extLst>
          </p:cNvPr>
          <p:cNvSpPr>
            <a:spLocks xmlns:a="http://schemas.openxmlformats.org/drawingml/2006/main" noGrp="1"/>
          </p:cNvSpPr>
          <p:nvPr>
            <p:ph type="pic" idx="48" hasCustomPrompt="1"/>
          </p:nvPr>
        </p:nvSpPr>
        <p:spPr>
          <a:xfrm xmlns:a="http://schemas.openxmlformats.org/drawingml/2006/main">
            <a:off x="4254432" y="6071978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BC53E746-7367-459A-6188-8E855A260304}"/>
              </a:ext>
            </a:extLst>
          </p:cNvPr>
          <p:cNvSpPr>
            <a:spLocks xmlns:a="http://schemas.openxmlformats.org/drawingml/2006/main" noGrp="1"/>
          </p:cNvSpPr>
          <p:nvPr>
            <p:ph type="pic" idx="53" hasCustomPrompt="1"/>
          </p:nvPr>
        </p:nvSpPr>
        <p:spPr>
          <a:xfrm xmlns:a="http://schemas.openxmlformats.org/drawingml/2006/main">
            <a:off x="6334125" y="5754583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9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59914CBB-B775-F30B-9C2D-755D85E37108}"/>
              </a:ext>
            </a:extLst>
          </p:cNvPr>
          <p:cNvSpPr>
            <a:spLocks xmlns:a="http://schemas.openxmlformats.org/drawingml/2006/main" noGrp="1"/>
          </p:cNvSpPr>
          <p:nvPr>
            <p:ph type="pic" idx="54" hasCustomPrompt="1"/>
          </p:nvPr>
        </p:nvSpPr>
        <p:spPr>
          <a:xfrm xmlns:a="http://schemas.openxmlformats.org/drawingml/2006/main">
            <a:off x="7180512" y="5754583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0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2F2C4C2B-C205-0B8A-9CAC-4CE9C9488CD8}"/>
              </a:ext>
            </a:extLst>
          </p:cNvPr>
          <p:cNvSpPr>
            <a:spLocks xmlns:a="http://schemas.openxmlformats.org/drawingml/2006/main" noGrp="1"/>
          </p:cNvSpPr>
          <p:nvPr>
            <p:ph type="pic" idx="55" hasCustomPrompt="1"/>
          </p:nvPr>
        </p:nvSpPr>
        <p:spPr>
          <a:xfrm xmlns:a="http://schemas.openxmlformats.org/drawingml/2006/main">
            <a:off x="6334125" y="6071978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1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940B2693-2B7A-51E1-6A78-E370410795E1}"/>
              </a:ext>
            </a:extLst>
          </p:cNvPr>
          <p:cNvSpPr>
            <a:spLocks xmlns:a="http://schemas.openxmlformats.org/drawingml/2006/main" noGrp="1"/>
          </p:cNvSpPr>
          <p:nvPr>
            <p:ph type="pic" idx="56" hasCustomPrompt="1"/>
          </p:nvPr>
        </p:nvSpPr>
        <p:spPr>
          <a:xfrm xmlns:a="http://schemas.openxmlformats.org/drawingml/2006/main">
            <a:off x="7180512" y="6071978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6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FE53505D-F00A-91F9-EA4B-6EBAABB31912}"/>
              </a:ext>
            </a:extLst>
          </p:cNvPr>
          <p:cNvSpPr>
            <a:spLocks xmlns:a="http://schemas.openxmlformats.org/drawingml/2006/main" noGrp="1"/>
          </p:cNvSpPr>
          <p:nvPr>
            <p:ph type="pic" idx="61" hasCustomPrompt="1"/>
          </p:nvPr>
        </p:nvSpPr>
        <p:spPr>
          <a:xfrm xmlns:a="http://schemas.openxmlformats.org/drawingml/2006/main">
            <a:off x="9264652" y="5754583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7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6502E604-42FB-3F41-8347-55FF4DD22D10}"/>
              </a:ext>
            </a:extLst>
          </p:cNvPr>
          <p:cNvSpPr>
            <a:spLocks xmlns:a="http://schemas.openxmlformats.org/drawingml/2006/main" noGrp="1"/>
          </p:cNvSpPr>
          <p:nvPr>
            <p:ph type="pic" idx="62" hasCustomPrompt="1"/>
          </p:nvPr>
        </p:nvSpPr>
        <p:spPr>
          <a:xfrm xmlns:a="http://schemas.openxmlformats.org/drawingml/2006/main">
            <a:off x="10111039" y="5754583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7050719D-2D83-5090-F8F0-5940214BC72D}"/>
              </a:ext>
            </a:extLst>
          </p:cNvPr>
          <p:cNvSpPr>
            <a:spLocks xmlns:a="http://schemas.openxmlformats.org/drawingml/2006/main" noGrp="1"/>
          </p:cNvSpPr>
          <p:nvPr>
            <p:ph type="pic" idx="63" hasCustomPrompt="1"/>
          </p:nvPr>
        </p:nvSpPr>
        <p:spPr>
          <a:xfrm xmlns:a="http://schemas.openxmlformats.org/drawingml/2006/main">
            <a:off x="9264652" y="6071978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9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132EAAD5-5480-8B4F-FF0A-C5501D3B90ED}"/>
              </a:ext>
            </a:extLst>
          </p:cNvPr>
          <p:cNvSpPr>
            <a:spLocks xmlns:a="http://schemas.openxmlformats.org/drawingml/2006/main" noGrp="1"/>
          </p:cNvSpPr>
          <p:nvPr>
            <p:ph type="pic" idx="64" hasCustomPrompt="1"/>
          </p:nvPr>
        </p:nvSpPr>
        <p:spPr>
          <a:xfrm xmlns:a="http://schemas.openxmlformats.org/drawingml/2006/main">
            <a:off x="10111039" y="6071978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4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38FD6EB8-FA08-A0A4-D3E2-695547506E25}"/>
              </a:ext>
            </a:extLst>
          </p:cNvPr>
          <p:cNvSpPr>
            <a:spLocks xmlns:a="http://schemas.openxmlformats.org/drawingml/2006/main" noGrp="1"/>
          </p:cNvSpPr>
          <p:nvPr>
            <p:ph type="body" idx="65" hasCustomPrompt="1"/>
          </p:nvPr>
        </p:nvSpPr>
        <p:spPr>
          <a:xfrm xmlns:a="http://schemas.openxmlformats.org/drawingml/2006/main">
            <a:off x="465592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45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AD51EA36-41BD-B941-8FA7-859C36EB4CCC}"/>
              </a:ext>
            </a:extLst>
          </p:cNvPr>
          <p:cNvSpPr>
            <a:spLocks xmlns:a="http://schemas.openxmlformats.org/drawingml/2006/main" noGrp="1"/>
          </p:cNvSpPr>
          <p:nvPr>
            <p:ph type="body" idx="66" hasCustomPrompt="1"/>
          </p:nvPr>
        </p:nvSpPr>
        <p:spPr>
          <a:xfrm xmlns:a="http://schemas.openxmlformats.org/drawingml/2006/main">
            <a:off x="465592" y="3338607"/>
            <a:ext cx="246221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49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F86F3DB1-87B9-2F52-7DB3-B046A2E72BBC}"/>
              </a:ext>
            </a:extLst>
          </p:cNvPr>
          <p:cNvSpPr>
            <a:spLocks xmlns:a="http://schemas.openxmlformats.org/drawingml/2006/main" noGrp="1"/>
          </p:cNvSpPr>
          <p:nvPr>
            <p:ph type="body" idx="67" hasCustomPrompt="1"/>
          </p:nvPr>
        </p:nvSpPr>
        <p:spPr>
          <a:xfrm xmlns:a="http://schemas.openxmlformats.org/drawingml/2006/main">
            <a:off x="465592" y="3672236"/>
            <a:ext cx="2462214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0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5E65EA7F-2CEE-19E0-B3BC-A3C2F8FBA263}"/>
              </a:ext>
            </a:extLst>
          </p:cNvPr>
          <p:cNvSpPr>
            <a:spLocks xmlns:a="http://schemas.openxmlformats.org/drawingml/2006/main" noGrp="1"/>
          </p:cNvSpPr>
          <p:nvPr>
            <p:ph type="body" idx="68" hasCustomPrompt="1"/>
          </p:nvPr>
        </p:nvSpPr>
        <p:spPr>
          <a:xfrm xmlns:a="http://schemas.openxmlformats.org/drawingml/2006/main">
            <a:off x="3398835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51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8B335C8B-C11C-039E-CA1A-594F6336AEDB}"/>
              </a:ext>
            </a:extLst>
          </p:cNvPr>
          <p:cNvSpPr>
            <a:spLocks xmlns:a="http://schemas.openxmlformats.org/drawingml/2006/main" noGrp="1"/>
          </p:cNvSpPr>
          <p:nvPr>
            <p:ph type="body" idx="69" hasCustomPrompt="1"/>
          </p:nvPr>
        </p:nvSpPr>
        <p:spPr>
          <a:xfrm xmlns:a="http://schemas.openxmlformats.org/drawingml/2006/main">
            <a:off x="3398835" y="3338607"/>
            <a:ext cx="246221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52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7A60940E-1A8B-585D-7E19-A1BAA4E4DCE0}"/>
              </a:ext>
            </a:extLst>
          </p:cNvPr>
          <p:cNvSpPr>
            <a:spLocks xmlns:a="http://schemas.openxmlformats.org/drawingml/2006/main" noGrp="1"/>
          </p:cNvSpPr>
          <p:nvPr>
            <p:ph type="body" idx="70" hasCustomPrompt="1"/>
          </p:nvPr>
        </p:nvSpPr>
        <p:spPr>
          <a:xfrm xmlns:a="http://schemas.openxmlformats.org/drawingml/2006/main">
            <a:off x="3398835" y="3672236"/>
            <a:ext cx="2462214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3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82899622-523C-9AB1-337B-F8E074B574AB}"/>
              </a:ext>
            </a:extLst>
          </p:cNvPr>
          <p:cNvSpPr>
            <a:spLocks xmlns:a="http://schemas.openxmlformats.org/drawingml/2006/main" noGrp="1"/>
          </p:cNvSpPr>
          <p:nvPr>
            <p:ph type="body" idx="71" hasCustomPrompt="1"/>
          </p:nvPr>
        </p:nvSpPr>
        <p:spPr>
          <a:xfrm xmlns:a="http://schemas.openxmlformats.org/drawingml/2006/main">
            <a:off x="6332458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54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1F384043-12A3-0396-C1EC-A9142BEE14B9}"/>
              </a:ext>
            </a:extLst>
          </p:cNvPr>
          <p:cNvSpPr>
            <a:spLocks xmlns:a="http://schemas.openxmlformats.org/drawingml/2006/main" noGrp="1"/>
          </p:cNvSpPr>
          <p:nvPr>
            <p:ph type="body" idx="72" hasCustomPrompt="1"/>
          </p:nvPr>
        </p:nvSpPr>
        <p:spPr>
          <a:xfrm xmlns:a="http://schemas.openxmlformats.org/drawingml/2006/main">
            <a:off x="6332458" y="3338607"/>
            <a:ext cx="246221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55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15C72B9A-D508-4C61-FACC-2B9A80CE0807}"/>
              </a:ext>
            </a:extLst>
          </p:cNvPr>
          <p:cNvSpPr>
            <a:spLocks xmlns:a="http://schemas.openxmlformats.org/drawingml/2006/main" noGrp="1"/>
          </p:cNvSpPr>
          <p:nvPr>
            <p:ph type="body" idx="73" hasCustomPrompt="1"/>
          </p:nvPr>
        </p:nvSpPr>
        <p:spPr>
          <a:xfrm xmlns:a="http://schemas.openxmlformats.org/drawingml/2006/main">
            <a:off x="6332458" y="3672236"/>
            <a:ext cx="2462214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6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905FB018-5618-752D-8BFF-09903305D44B}"/>
              </a:ext>
            </a:extLst>
          </p:cNvPr>
          <p:cNvSpPr>
            <a:spLocks xmlns:a="http://schemas.openxmlformats.org/drawingml/2006/main" noGrp="1"/>
          </p:cNvSpPr>
          <p:nvPr>
            <p:ph type="body" idx="74" hasCustomPrompt="1"/>
          </p:nvPr>
        </p:nvSpPr>
        <p:spPr>
          <a:xfrm xmlns:a="http://schemas.openxmlformats.org/drawingml/2006/main">
            <a:off x="9268908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57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7F361DBF-C125-FCED-FA60-5878757504E2}"/>
              </a:ext>
            </a:extLst>
          </p:cNvPr>
          <p:cNvSpPr>
            <a:spLocks xmlns:a="http://schemas.openxmlformats.org/drawingml/2006/main" noGrp="1"/>
          </p:cNvSpPr>
          <p:nvPr>
            <p:ph type="body" idx="75" hasCustomPrompt="1"/>
          </p:nvPr>
        </p:nvSpPr>
        <p:spPr>
          <a:xfrm xmlns:a="http://schemas.openxmlformats.org/drawingml/2006/main">
            <a:off x="9268908" y="3338607"/>
            <a:ext cx="246221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58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AEF9B4EF-C4C4-2D5A-764F-EFDA5A50F67D}"/>
              </a:ext>
            </a:extLst>
          </p:cNvPr>
          <p:cNvSpPr>
            <a:spLocks xmlns:a="http://schemas.openxmlformats.org/drawingml/2006/main" noGrp="1"/>
          </p:cNvSpPr>
          <p:nvPr>
            <p:ph type="body" idx="76" hasCustomPrompt="1"/>
          </p:nvPr>
        </p:nvSpPr>
        <p:spPr>
          <a:xfrm xmlns:a="http://schemas.openxmlformats.org/drawingml/2006/main">
            <a:off x="9268908" y="3672236"/>
            <a:ext cx="2462214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9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D5B949DC-8E4A-9477-F36F-55499BCF785F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60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6022A746-CC42-07BB-D855-3C1831AE2CEF}"/>
              </a:ext>
            </a:extLst>
          </p:cNvPr>
          <p:cNvSpPr>
            <a:spLocks xmlns:a="http://schemas.openxmlformats.org/drawingml/2006/main" noGrp="1"/>
          </p:cNvSpPr>
          <p:nvPr>
            <p:ph type="body" idx="7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D98D070B-E010-4FEB-6F8B-E1AF05DFA6F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61E7177-5D27-5C74-2B13-71583190D779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2256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0AF116EC-BEF6-0A08-2CAD-8E48415BF480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46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8A5B360B-8334-6CCB-0A54-579E5AB43F5B}"/>
              </a:ext>
            </a:extLst>
          </p:cNvPr>
          <p:cNvSpPr>
            <a:spLocks xmlns:a="http://schemas.openxmlformats.org/drawingml/2006/main" noGrp="1"/>
          </p:cNvSpPr>
          <p:nvPr>
            <p:ph type="pic" idx="78" hasCustomPrompt="1"/>
          </p:nvPr>
        </p:nvSpPr>
        <p:spPr>
          <a:xfrm xmlns:a="http://schemas.openxmlformats.org/drawingml/2006/main">
            <a:off x="466725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7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A962791C-B85F-C7DA-9FB2-13C30147287A}"/>
              </a:ext>
            </a:extLst>
          </p:cNvPr>
          <p:cNvSpPr>
            <a:spLocks xmlns:a="http://schemas.openxmlformats.org/drawingml/2006/main" noGrp="1"/>
          </p:cNvSpPr>
          <p:nvPr>
            <p:ph type="pic" idx="79" hasCustomPrompt="1"/>
          </p:nvPr>
        </p:nvSpPr>
        <p:spPr>
          <a:xfrm xmlns:a="http://schemas.openxmlformats.org/drawingml/2006/main">
            <a:off x="1313112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4E0516D7-C80C-49F8-B236-D18D99CB20AB}"/>
              </a:ext>
            </a:extLst>
          </p:cNvPr>
          <p:cNvSpPr>
            <a:spLocks xmlns:a="http://schemas.openxmlformats.org/drawingml/2006/main" noGrp="1"/>
          </p:cNvSpPr>
          <p:nvPr>
            <p:ph type="pic" idx="80" hasCustomPrompt="1"/>
          </p:nvPr>
        </p:nvSpPr>
        <p:spPr>
          <a:xfrm xmlns:a="http://schemas.openxmlformats.org/drawingml/2006/main">
            <a:off x="466725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4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D9650A1B-9E9D-E562-38D9-45BB0ECA5DD9}"/>
              </a:ext>
            </a:extLst>
          </p:cNvPr>
          <p:cNvSpPr>
            <a:spLocks xmlns:a="http://schemas.openxmlformats.org/drawingml/2006/main" noGrp="1"/>
          </p:cNvSpPr>
          <p:nvPr>
            <p:ph type="pic" idx="81" hasCustomPrompt="1"/>
          </p:nvPr>
        </p:nvSpPr>
        <p:spPr>
          <a:xfrm xmlns:a="http://schemas.openxmlformats.org/drawingml/2006/main">
            <a:off x="1313112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5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FFB0EF2-31FC-E8E6-33AE-A978ACAFADE7}"/>
              </a:ext>
            </a:extLst>
          </p:cNvPr>
          <p:cNvSpPr>
            <a:spLocks xmlns:a="http://schemas.openxmlformats.org/drawingml/2006/main" noGrp="1"/>
          </p:cNvSpPr>
          <p:nvPr>
            <p:ph type="pic" idx="104" hasCustomPrompt="1"/>
          </p:nvPr>
        </p:nvSpPr>
        <p:spPr>
          <a:xfrm xmlns:a="http://schemas.openxmlformats.org/drawingml/2006/main">
            <a:off x="474709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66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EA1AB80-0D8A-7B25-3D69-FB7EED69F625}"/>
              </a:ext>
            </a:extLst>
          </p:cNvPr>
          <p:cNvSpPr>
            <a:spLocks xmlns:a="http://schemas.openxmlformats.org/drawingml/2006/main" noGrp="1"/>
          </p:cNvSpPr>
          <p:nvPr>
            <p:ph type="pic" idx="105" hasCustomPrompt="1"/>
          </p:nvPr>
        </p:nvSpPr>
        <p:spPr>
          <a:xfrm xmlns:a="http://schemas.openxmlformats.org/drawingml/2006/main">
            <a:off x="3398835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72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435D54C-D48F-8A80-6A94-A5D7B7ED0F2F}"/>
              </a:ext>
            </a:extLst>
          </p:cNvPr>
          <p:cNvSpPr>
            <a:spLocks xmlns:a="http://schemas.openxmlformats.org/drawingml/2006/main" noGrp="1"/>
          </p:cNvSpPr>
          <p:nvPr>
            <p:ph type="pic" idx="106" hasCustomPrompt="1"/>
          </p:nvPr>
        </p:nvSpPr>
        <p:spPr>
          <a:xfrm xmlns:a="http://schemas.openxmlformats.org/drawingml/2006/main">
            <a:off x="6332458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7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4708B90-BFFC-AC2D-E8A6-239E07CB5C38}"/>
              </a:ext>
            </a:extLst>
          </p:cNvPr>
          <p:cNvSpPr>
            <a:spLocks xmlns:a="http://schemas.openxmlformats.org/drawingml/2006/main" noGrp="1"/>
          </p:cNvSpPr>
          <p:nvPr>
            <p:ph type="pic" idx="107" hasCustomPrompt="1"/>
          </p:nvPr>
        </p:nvSpPr>
        <p:spPr>
          <a:xfrm xmlns:a="http://schemas.openxmlformats.org/drawingml/2006/main">
            <a:off x="9268908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</p:spTree>
  </p:cSld>
</p:sldLayout>
</file>

<file path=ppt/slideLayouts/slideLayout143.xml><?xml version="1.0" encoding="utf-8"?>
<p:sldLayout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Freeform 31">
            <a:extLst xmlns:a="http://schemas.openxmlformats.org/drawingml/2006/main"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60479" cy="6857999"/>
          </a:xfrm>
          <a:custGeom xmlns:a="http://schemas.openxmlformats.org/drawingml/2006/main"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99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d96c852c48486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4FB47104-05AB-F959-CC2B-C55944736CA1}"/>
              </a:ext>
            </a:extLst>
          </p:cNvPr>
          <p:cNvSpPr>
            <a:spLocks xmlns:a="http://schemas.openxmlformats.org/drawingml/2006/main" noGrp="1"/>
          </p:cNvSpPr>
          <p:nvPr>
            <p:ph type="body" idx="77" hasCustomPrompt="1"/>
          </p:nvPr>
        </p:nvSpPr>
        <p:spPr>
          <a:xfrm xmlns:a="http://schemas.openxmlformats.org/drawingml/2006/main">
            <a:off x="468239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87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FD9BDD92-6A6B-6575-FFB2-A083DA24942B}"/>
              </a:ext>
            </a:extLst>
          </p:cNvPr>
          <p:cNvSpPr>
            <a:spLocks xmlns:a="http://schemas.openxmlformats.org/drawingml/2006/main" noGrp="1"/>
          </p:cNvSpPr>
          <p:nvPr>
            <p:ph type="body" idx="78" hasCustomPrompt="1"/>
          </p:nvPr>
        </p:nvSpPr>
        <p:spPr>
          <a:xfrm xmlns:a="http://schemas.openxmlformats.org/drawingml/2006/main">
            <a:off x="468239" y="3338607"/>
            <a:ext cx="246221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88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A3799709-E02F-EB91-5C64-E86F20212DF8}"/>
              </a:ext>
            </a:extLst>
          </p:cNvPr>
          <p:cNvSpPr>
            <a:spLocks xmlns:a="http://schemas.openxmlformats.org/drawingml/2006/main" noGrp="1"/>
          </p:cNvSpPr>
          <p:nvPr>
            <p:ph type="body" idx="79" hasCustomPrompt="1"/>
          </p:nvPr>
        </p:nvSpPr>
        <p:spPr>
          <a:xfrm xmlns:a="http://schemas.openxmlformats.org/drawingml/2006/main">
            <a:off x="468238" y="3672236"/>
            <a:ext cx="3400641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89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8F8CF298-DF97-ED45-B093-56367D0C2AA9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4398065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90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A0C6D49E-8B2E-11B4-DC60-2B4E3A9763E9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4398065" y="3338607"/>
            <a:ext cx="246221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91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895A063C-E7F9-1644-609D-CD895FAB3867}"/>
              </a:ext>
            </a:extLst>
          </p:cNvPr>
          <p:cNvSpPr>
            <a:spLocks xmlns:a="http://schemas.openxmlformats.org/drawingml/2006/main" noGrp="1"/>
          </p:cNvSpPr>
          <p:nvPr>
            <p:ph type="body" idx="82" hasCustomPrompt="1"/>
          </p:nvPr>
        </p:nvSpPr>
        <p:spPr>
          <a:xfrm xmlns:a="http://schemas.openxmlformats.org/drawingml/2006/main">
            <a:off x="4398064" y="3672236"/>
            <a:ext cx="3400641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92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737A549F-309E-E290-D495-3091A1CCDBB1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8327891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93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517C5E15-6C1C-4465-2D55-385978071443}"/>
              </a:ext>
            </a:extLst>
          </p:cNvPr>
          <p:cNvSpPr>
            <a:spLocks xmlns:a="http://schemas.openxmlformats.org/drawingml/2006/main" noGrp="1"/>
          </p:cNvSpPr>
          <p:nvPr>
            <p:ph type="body" idx="84" hasCustomPrompt="1"/>
          </p:nvPr>
        </p:nvSpPr>
        <p:spPr>
          <a:xfrm xmlns:a="http://schemas.openxmlformats.org/drawingml/2006/main">
            <a:off x="8327891" y="3338607"/>
            <a:ext cx="246221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94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691C9150-7ECF-93A2-6868-E1D1BC6EC186}"/>
              </a:ext>
            </a:extLst>
          </p:cNvPr>
          <p:cNvSpPr>
            <a:spLocks xmlns:a="http://schemas.openxmlformats.org/drawingml/2006/main" noGrp="1"/>
          </p:cNvSpPr>
          <p:nvPr>
            <p:ph type="body" idx="85" hasCustomPrompt="1"/>
          </p:nvPr>
        </p:nvSpPr>
        <p:spPr>
          <a:xfrm xmlns:a="http://schemas.openxmlformats.org/drawingml/2006/main">
            <a:off x="8327890" y="3672236"/>
            <a:ext cx="3400641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95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17322D5-038E-2FA7-9F29-EC97D8955389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96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B7A6DF6F-63E1-D210-CE01-59B350B9365A}"/>
              </a:ext>
            </a:extLst>
          </p:cNvPr>
          <p:cNvSpPr>
            <a:spLocks xmlns:a="http://schemas.openxmlformats.org/drawingml/2006/main" noGrp="1"/>
          </p:cNvSpPr>
          <p:nvPr>
            <p:ph type="body" idx="86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234FC260-27B4-BBEC-33CB-B747888472F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5C62E8DE-62BC-4B0F-802B-96F211FC098D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2256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3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E295935C-3475-1D0A-6612-639B74DBEF36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42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9A56846C-3944-27A1-FB3E-2E39071B885E}"/>
              </a:ext>
            </a:extLst>
          </p:cNvPr>
          <p:cNvSpPr>
            <a:spLocks xmlns:a="http://schemas.openxmlformats.org/drawingml/2006/main" noGrp="1"/>
          </p:cNvSpPr>
          <p:nvPr>
            <p:ph type="pic" idx="37" hasCustomPrompt="1"/>
          </p:nvPr>
        </p:nvSpPr>
        <p:spPr>
          <a:xfrm xmlns:a="http://schemas.openxmlformats.org/drawingml/2006/main">
            <a:off x="466725" y="57642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3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E0B43B2E-D350-8DA8-B494-38CAF3B0CEBB}"/>
              </a:ext>
            </a:extLst>
          </p:cNvPr>
          <p:cNvSpPr>
            <a:spLocks xmlns:a="http://schemas.openxmlformats.org/drawingml/2006/main" noGrp="1"/>
          </p:cNvSpPr>
          <p:nvPr>
            <p:ph type="pic" idx="38" hasCustomPrompt="1"/>
          </p:nvPr>
        </p:nvSpPr>
        <p:spPr>
          <a:xfrm xmlns:a="http://schemas.openxmlformats.org/drawingml/2006/main">
            <a:off x="1313112" y="57642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4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E06D1F11-1B6A-63F8-D776-0CC786BC82DF}"/>
              </a:ext>
            </a:extLst>
          </p:cNvPr>
          <p:cNvSpPr>
            <a:spLocks xmlns:a="http://schemas.openxmlformats.org/drawingml/2006/main" noGrp="1"/>
          </p:cNvSpPr>
          <p:nvPr>
            <p:ph type="pic" idx="39" hasCustomPrompt="1"/>
          </p:nvPr>
        </p:nvSpPr>
        <p:spPr>
          <a:xfrm xmlns:a="http://schemas.openxmlformats.org/drawingml/2006/main">
            <a:off x="466725" y="608161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6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48B2F433-F7C5-077F-E8E3-6A78FB8A32B3}"/>
              </a:ext>
            </a:extLst>
          </p:cNvPr>
          <p:cNvSpPr>
            <a:spLocks xmlns:a="http://schemas.openxmlformats.org/drawingml/2006/main" noGrp="1"/>
          </p:cNvSpPr>
          <p:nvPr>
            <p:ph type="pic" idx="40" hasCustomPrompt="1"/>
          </p:nvPr>
        </p:nvSpPr>
        <p:spPr>
          <a:xfrm xmlns:a="http://schemas.openxmlformats.org/drawingml/2006/main">
            <a:off x="1313112" y="608161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7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24D368B3-06EE-320F-A632-E201AC667073}"/>
              </a:ext>
            </a:extLst>
          </p:cNvPr>
          <p:cNvSpPr>
            <a:spLocks xmlns:a="http://schemas.openxmlformats.org/drawingml/2006/main" noGrp="1"/>
          </p:cNvSpPr>
          <p:nvPr>
            <p:ph type="pic" idx="69" hasCustomPrompt="1"/>
          </p:nvPr>
        </p:nvSpPr>
        <p:spPr>
          <a:xfrm xmlns:a="http://schemas.openxmlformats.org/drawingml/2006/main">
            <a:off x="4398645" y="57642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CD644C02-AC36-F309-FBBE-25CBD3406D8A}"/>
              </a:ext>
            </a:extLst>
          </p:cNvPr>
          <p:cNvSpPr>
            <a:spLocks xmlns:a="http://schemas.openxmlformats.org/drawingml/2006/main" noGrp="1"/>
          </p:cNvSpPr>
          <p:nvPr>
            <p:ph type="pic" idx="70" hasCustomPrompt="1"/>
          </p:nvPr>
        </p:nvSpPr>
        <p:spPr>
          <a:xfrm xmlns:a="http://schemas.openxmlformats.org/drawingml/2006/main">
            <a:off x="5245032" y="57642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9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358FC273-3BAB-3B7F-BFDA-58B0C2447F37}"/>
              </a:ext>
            </a:extLst>
          </p:cNvPr>
          <p:cNvSpPr>
            <a:spLocks xmlns:a="http://schemas.openxmlformats.org/drawingml/2006/main" noGrp="1"/>
          </p:cNvSpPr>
          <p:nvPr>
            <p:ph type="pic" idx="71" hasCustomPrompt="1"/>
          </p:nvPr>
        </p:nvSpPr>
        <p:spPr>
          <a:xfrm xmlns:a="http://schemas.openxmlformats.org/drawingml/2006/main">
            <a:off x="4398645" y="608161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0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387999AB-EA53-7A44-25FF-C161955524AC}"/>
              </a:ext>
            </a:extLst>
          </p:cNvPr>
          <p:cNvSpPr>
            <a:spLocks xmlns:a="http://schemas.openxmlformats.org/drawingml/2006/main" noGrp="1"/>
          </p:cNvSpPr>
          <p:nvPr>
            <p:ph type="pic" idx="72" hasCustomPrompt="1"/>
          </p:nvPr>
        </p:nvSpPr>
        <p:spPr>
          <a:xfrm xmlns:a="http://schemas.openxmlformats.org/drawingml/2006/main">
            <a:off x="5245032" y="608161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1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7D8118F4-491B-DB48-BF4E-05CEF3F970D0}"/>
              </a:ext>
            </a:extLst>
          </p:cNvPr>
          <p:cNvSpPr>
            <a:spLocks xmlns:a="http://schemas.openxmlformats.org/drawingml/2006/main" noGrp="1"/>
          </p:cNvSpPr>
          <p:nvPr>
            <p:ph type="pic" idx="73" hasCustomPrompt="1"/>
          </p:nvPr>
        </p:nvSpPr>
        <p:spPr>
          <a:xfrm xmlns:a="http://schemas.openxmlformats.org/drawingml/2006/main">
            <a:off x="8321421" y="57642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2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16EE0C90-2BA6-0C41-48E3-265438620598}"/>
              </a:ext>
            </a:extLst>
          </p:cNvPr>
          <p:cNvSpPr>
            <a:spLocks xmlns:a="http://schemas.openxmlformats.org/drawingml/2006/main" noGrp="1"/>
          </p:cNvSpPr>
          <p:nvPr>
            <p:ph type="pic" idx="74" hasCustomPrompt="1"/>
          </p:nvPr>
        </p:nvSpPr>
        <p:spPr>
          <a:xfrm xmlns:a="http://schemas.openxmlformats.org/drawingml/2006/main">
            <a:off x="9167808" y="57642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3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C222AFDC-D942-D82C-A35D-EE2CAC98BEC7}"/>
              </a:ext>
            </a:extLst>
          </p:cNvPr>
          <p:cNvSpPr>
            <a:spLocks xmlns:a="http://schemas.openxmlformats.org/drawingml/2006/main" noGrp="1"/>
          </p:cNvSpPr>
          <p:nvPr>
            <p:ph type="pic" idx="75" hasCustomPrompt="1"/>
          </p:nvPr>
        </p:nvSpPr>
        <p:spPr>
          <a:xfrm xmlns:a="http://schemas.openxmlformats.org/drawingml/2006/main">
            <a:off x="8321421" y="608161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4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C2F6A864-0DC7-D96C-350D-57A24353F64A}"/>
              </a:ext>
            </a:extLst>
          </p:cNvPr>
          <p:cNvSpPr>
            <a:spLocks xmlns:a="http://schemas.openxmlformats.org/drawingml/2006/main" noGrp="1"/>
          </p:cNvSpPr>
          <p:nvPr>
            <p:ph type="pic" idx="76" hasCustomPrompt="1"/>
          </p:nvPr>
        </p:nvSpPr>
        <p:spPr>
          <a:xfrm xmlns:a="http://schemas.openxmlformats.org/drawingml/2006/main">
            <a:off x="9167808" y="608161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5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498B515-6E8A-7B62-FA93-36A2AE935AD1}"/>
              </a:ext>
            </a:extLst>
          </p:cNvPr>
          <p:cNvSpPr>
            <a:spLocks xmlns:a="http://schemas.openxmlformats.org/drawingml/2006/main" noGrp="1"/>
          </p:cNvSpPr>
          <p:nvPr>
            <p:ph type="pic" idx="104" hasCustomPrompt="1"/>
          </p:nvPr>
        </p:nvSpPr>
        <p:spPr>
          <a:xfrm xmlns:a="http://schemas.openxmlformats.org/drawingml/2006/main">
            <a:off x="474709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57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CD1BCE2-0464-ED5E-8BED-DBBBBE4A9338}"/>
              </a:ext>
            </a:extLst>
          </p:cNvPr>
          <p:cNvSpPr>
            <a:spLocks xmlns:a="http://schemas.openxmlformats.org/drawingml/2006/main" noGrp="1"/>
          </p:cNvSpPr>
          <p:nvPr>
            <p:ph type="pic" idx="105" hasCustomPrompt="1"/>
          </p:nvPr>
        </p:nvSpPr>
        <p:spPr>
          <a:xfrm xmlns:a="http://schemas.openxmlformats.org/drawingml/2006/main">
            <a:off x="4402473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58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6261CC2-6FA1-BEAD-AD50-1E8BF5149ECD}"/>
              </a:ext>
            </a:extLst>
          </p:cNvPr>
          <p:cNvSpPr>
            <a:spLocks xmlns:a="http://schemas.openxmlformats.org/drawingml/2006/main" noGrp="1"/>
          </p:cNvSpPr>
          <p:nvPr>
            <p:ph type="pic" idx="106" hasCustomPrompt="1"/>
          </p:nvPr>
        </p:nvSpPr>
        <p:spPr>
          <a:xfrm xmlns:a="http://schemas.openxmlformats.org/drawingml/2006/main">
            <a:off x="8319845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</p:spTree>
  </p:cSld>
</p:sldLayout>
</file>

<file path=ppt/slideLayouts/slideLayout144.xml><?xml version="1.0" encoding="utf-8"?>
<p:sldLayout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Freeform 80">
            <a:extLst xmlns:a="http://schemas.openxmlformats.org/drawingml/2006/main">
              <a:ext uri="{FF2B5EF4-FFF2-40B4-BE49-F238E27FC236}">
                <a16:creationId xmlns:a16="http://schemas.microsoft.com/office/drawing/2014/main" id="{CAC1AD48-42E9-F9A8-69CF-369C6A88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60479" cy="6857999"/>
          </a:xfrm>
          <a:custGeom xmlns:a="http://schemas.openxmlformats.org/drawingml/2006/main"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87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43043312a7431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4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97AA01CA-292A-F8BE-32EB-FF5E7C064B59}"/>
              </a:ext>
            </a:extLst>
          </p:cNvPr>
          <p:cNvSpPr>
            <a:spLocks xmlns:a="http://schemas.openxmlformats.org/drawingml/2006/main" noGrp="1"/>
          </p:cNvSpPr>
          <p:nvPr>
            <p:ph type="pic" idx="37" hasCustomPrompt="1"/>
          </p:nvPr>
        </p:nvSpPr>
        <p:spPr>
          <a:xfrm xmlns:a="http://schemas.openxmlformats.org/drawingml/2006/main">
            <a:off x="466725" y="575358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5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1B696CCB-40AF-F338-6FD7-59BDD5AEB600}"/>
              </a:ext>
            </a:extLst>
          </p:cNvPr>
          <p:cNvSpPr>
            <a:spLocks xmlns:a="http://schemas.openxmlformats.org/drawingml/2006/main" noGrp="1"/>
          </p:cNvSpPr>
          <p:nvPr>
            <p:ph type="pic" idx="38" hasCustomPrompt="1"/>
          </p:nvPr>
        </p:nvSpPr>
        <p:spPr>
          <a:xfrm xmlns:a="http://schemas.openxmlformats.org/drawingml/2006/main">
            <a:off x="1313112" y="575358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6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F3841364-4E1B-24E4-BA35-7DBA4224680F}"/>
              </a:ext>
            </a:extLst>
          </p:cNvPr>
          <p:cNvSpPr>
            <a:spLocks xmlns:a="http://schemas.openxmlformats.org/drawingml/2006/main" noGrp="1"/>
          </p:cNvSpPr>
          <p:nvPr>
            <p:ph type="pic" idx="39" hasCustomPrompt="1"/>
          </p:nvPr>
        </p:nvSpPr>
        <p:spPr>
          <a:xfrm xmlns:a="http://schemas.openxmlformats.org/drawingml/2006/main">
            <a:off x="466725" y="607097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7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866F270C-D053-5181-935F-A9219FE6D39C}"/>
              </a:ext>
            </a:extLst>
          </p:cNvPr>
          <p:cNvSpPr>
            <a:spLocks xmlns:a="http://schemas.openxmlformats.org/drawingml/2006/main" noGrp="1"/>
          </p:cNvSpPr>
          <p:nvPr>
            <p:ph type="pic" idx="40" hasCustomPrompt="1"/>
          </p:nvPr>
        </p:nvSpPr>
        <p:spPr>
          <a:xfrm xmlns:a="http://schemas.openxmlformats.org/drawingml/2006/main">
            <a:off x="1313112" y="607097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5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9B2BE02F-B85D-5DB2-5797-EF405921DCED}"/>
              </a:ext>
            </a:extLst>
          </p:cNvPr>
          <p:cNvSpPr>
            <a:spLocks xmlns:a="http://schemas.openxmlformats.org/drawingml/2006/main" noGrp="1"/>
          </p:cNvSpPr>
          <p:nvPr>
            <p:ph type="pic" idx="86" hasCustomPrompt="1"/>
          </p:nvPr>
        </p:nvSpPr>
        <p:spPr>
          <a:xfrm xmlns:a="http://schemas.openxmlformats.org/drawingml/2006/main">
            <a:off x="6336584" y="575358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6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5B991AB5-B14A-8BB5-C049-259CF161535D}"/>
              </a:ext>
            </a:extLst>
          </p:cNvPr>
          <p:cNvSpPr>
            <a:spLocks xmlns:a="http://schemas.openxmlformats.org/drawingml/2006/main" noGrp="1"/>
          </p:cNvSpPr>
          <p:nvPr>
            <p:ph type="pic" idx="87" hasCustomPrompt="1"/>
          </p:nvPr>
        </p:nvSpPr>
        <p:spPr>
          <a:xfrm xmlns:a="http://schemas.openxmlformats.org/drawingml/2006/main">
            <a:off x="7182971" y="575358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7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688F9D75-124C-EA17-DD50-B381E97653CD}"/>
              </a:ext>
            </a:extLst>
          </p:cNvPr>
          <p:cNvSpPr>
            <a:spLocks xmlns:a="http://schemas.openxmlformats.org/drawingml/2006/main" noGrp="1"/>
          </p:cNvSpPr>
          <p:nvPr>
            <p:ph type="pic" idx="88" hasCustomPrompt="1"/>
          </p:nvPr>
        </p:nvSpPr>
        <p:spPr>
          <a:xfrm xmlns:a="http://schemas.openxmlformats.org/drawingml/2006/main">
            <a:off x="6336584" y="607097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DBF140F7-2D02-2629-9675-8E8C8BD47CCA}"/>
              </a:ext>
            </a:extLst>
          </p:cNvPr>
          <p:cNvSpPr>
            <a:spLocks xmlns:a="http://schemas.openxmlformats.org/drawingml/2006/main" noGrp="1"/>
          </p:cNvSpPr>
          <p:nvPr>
            <p:ph type="pic" idx="89" hasCustomPrompt="1"/>
          </p:nvPr>
        </p:nvSpPr>
        <p:spPr>
          <a:xfrm xmlns:a="http://schemas.openxmlformats.org/drawingml/2006/main">
            <a:off x="7182971" y="607097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3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6539CBD3-1DA4-A720-4494-A76BB8CA50AD}"/>
              </a:ext>
            </a:extLst>
          </p:cNvPr>
          <p:cNvSpPr>
            <a:spLocks xmlns:a="http://schemas.openxmlformats.org/drawingml/2006/main" noGrp="1"/>
          </p:cNvSpPr>
          <p:nvPr>
            <p:ph type="body" idx="77" hasCustomPrompt="1"/>
          </p:nvPr>
        </p:nvSpPr>
        <p:spPr>
          <a:xfrm xmlns:a="http://schemas.openxmlformats.org/drawingml/2006/main">
            <a:off x="468239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74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B9BEAAE2-AD37-E17E-377E-7BA811ACE377}"/>
              </a:ext>
            </a:extLst>
          </p:cNvPr>
          <p:cNvSpPr>
            <a:spLocks xmlns:a="http://schemas.openxmlformats.org/drawingml/2006/main" noGrp="1"/>
          </p:cNvSpPr>
          <p:nvPr>
            <p:ph type="body" idx="78" hasCustomPrompt="1"/>
          </p:nvPr>
        </p:nvSpPr>
        <p:spPr>
          <a:xfrm xmlns:a="http://schemas.openxmlformats.org/drawingml/2006/main">
            <a:off x="468239" y="3338607"/>
            <a:ext cx="246221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75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1541C547-93D3-858D-BC61-538939400DDB}"/>
              </a:ext>
            </a:extLst>
          </p:cNvPr>
          <p:cNvSpPr>
            <a:spLocks xmlns:a="http://schemas.openxmlformats.org/drawingml/2006/main" noGrp="1"/>
          </p:cNvSpPr>
          <p:nvPr>
            <p:ph type="body" idx="79" hasCustomPrompt="1"/>
          </p:nvPr>
        </p:nvSpPr>
        <p:spPr>
          <a:xfrm xmlns:a="http://schemas.openxmlformats.org/drawingml/2006/main">
            <a:off x="468238" y="3672236"/>
            <a:ext cx="4924499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78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20D77299-9F37-393B-0E25-FF4E0DA5634F}"/>
              </a:ext>
            </a:extLst>
          </p:cNvPr>
          <p:cNvSpPr>
            <a:spLocks xmlns:a="http://schemas.openxmlformats.org/drawingml/2006/main" noGrp="1"/>
          </p:cNvSpPr>
          <p:nvPr>
            <p:ph type="body" idx="91" hasCustomPrompt="1"/>
          </p:nvPr>
        </p:nvSpPr>
        <p:spPr>
          <a:xfrm xmlns:a="http://schemas.openxmlformats.org/drawingml/2006/main">
            <a:off x="6333772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79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4796DE47-8C8F-F47D-F769-C8BB036265F1}"/>
              </a:ext>
            </a:extLst>
          </p:cNvPr>
          <p:cNvSpPr>
            <a:spLocks xmlns:a="http://schemas.openxmlformats.org/drawingml/2006/main" noGrp="1"/>
          </p:cNvSpPr>
          <p:nvPr>
            <p:ph type="body" idx="92" hasCustomPrompt="1"/>
          </p:nvPr>
        </p:nvSpPr>
        <p:spPr>
          <a:xfrm xmlns:a="http://schemas.openxmlformats.org/drawingml/2006/main">
            <a:off x="6333772" y="3338607"/>
            <a:ext cx="246221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80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9CE2676F-B739-440B-1A04-53A860B709E3}"/>
              </a:ext>
            </a:extLst>
          </p:cNvPr>
          <p:cNvSpPr>
            <a:spLocks xmlns:a="http://schemas.openxmlformats.org/drawingml/2006/main" noGrp="1"/>
          </p:cNvSpPr>
          <p:nvPr>
            <p:ph type="body" idx="93" hasCustomPrompt="1"/>
          </p:nvPr>
        </p:nvSpPr>
        <p:spPr>
          <a:xfrm xmlns:a="http://schemas.openxmlformats.org/drawingml/2006/main">
            <a:off x="6333771" y="3672236"/>
            <a:ext cx="4924499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8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C69A28D3-DD60-D554-AC12-917AEA74F27F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8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E0F88562-F96B-8609-4E1D-C001B3E7A371}"/>
              </a:ext>
            </a:extLst>
          </p:cNvPr>
          <p:cNvSpPr>
            <a:spLocks xmlns:a="http://schemas.openxmlformats.org/drawingml/2006/main" noGrp="1"/>
          </p:cNvSpPr>
          <p:nvPr>
            <p:ph type="body" idx="94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8EC9C4EB-3828-05C5-2EE8-D791600CFC7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FB7FCF10-2CF5-B0BB-A321-AF91D56BA26A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2256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2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6CF63297-CAFC-A0CF-12CC-8C078F34D4A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3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A06D9F4-9E5A-4CE3-5516-40CA7044D02F}"/>
              </a:ext>
            </a:extLst>
          </p:cNvPr>
          <p:cNvSpPr>
            <a:spLocks xmlns:a="http://schemas.openxmlformats.org/drawingml/2006/main" noGrp="1"/>
          </p:cNvSpPr>
          <p:nvPr>
            <p:ph type="pic" idx="104" hasCustomPrompt="1"/>
          </p:nvPr>
        </p:nvSpPr>
        <p:spPr>
          <a:xfrm xmlns:a="http://schemas.openxmlformats.org/drawingml/2006/main">
            <a:off x="474709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38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3413F62-B916-6013-4BE5-5A54E9929835}"/>
              </a:ext>
            </a:extLst>
          </p:cNvPr>
          <p:cNvSpPr>
            <a:spLocks xmlns:a="http://schemas.openxmlformats.org/drawingml/2006/main" noGrp="1"/>
          </p:cNvSpPr>
          <p:nvPr>
            <p:ph type="pic" idx="108" hasCustomPrompt="1"/>
          </p:nvPr>
        </p:nvSpPr>
        <p:spPr>
          <a:xfrm xmlns:a="http://schemas.openxmlformats.org/drawingml/2006/main">
            <a:off x="6335182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</p:spTree>
  </p:cSld>
</p:sldLayout>
</file>

<file path=ppt/slideLayouts/slideLayout145.xml><?xml version="1.0" encoding="utf-8"?>
<p:sldLayout xmlns:p="http://schemas.openxmlformats.org/presentationml/2006/main" preserve="1" userDrawn="1">
  <p:cSld name="60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Freeform 52">
            <a:extLst xmlns:a="http://schemas.openxmlformats.org/drawingml/2006/main">
              <a:ext uri="{FF2B5EF4-FFF2-40B4-BE49-F238E27FC236}">
                <a16:creationId xmlns:a16="http://schemas.microsoft.com/office/drawing/2014/main" id="{EDBE913B-C502-F40B-9169-EE6267C4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60479" cy="6857999"/>
          </a:xfrm>
          <a:custGeom xmlns:a="http://schemas.openxmlformats.org/drawingml/2006/main"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87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c48d67e26bb439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0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9CE2676F-B739-440B-1A04-53A860B709E3}"/>
              </a:ext>
            </a:extLst>
          </p:cNvPr>
          <p:cNvSpPr>
            <a:spLocks xmlns:a="http://schemas.openxmlformats.org/drawingml/2006/main" noGrp="1"/>
          </p:cNvSpPr>
          <p:nvPr>
            <p:ph type="body" idx="93" hasCustomPrompt="1"/>
          </p:nvPr>
        </p:nvSpPr>
        <p:spPr>
          <a:xfrm xmlns:a="http://schemas.openxmlformats.org/drawingml/2006/main">
            <a:off x="4571398" y="2543075"/>
            <a:ext cx="5864225" cy="2966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6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8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C69A28D3-DD60-D554-AC12-917AEA74F27F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8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E0F88562-F96B-8609-4E1D-C001B3E7A371}"/>
              </a:ext>
            </a:extLst>
          </p:cNvPr>
          <p:cNvSpPr>
            <a:spLocks xmlns:a="http://schemas.openxmlformats.org/drawingml/2006/main" noGrp="1"/>
          </p:cNvSpPr>
          <p:nvPr>
            <p:ph type="body" idx="94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8EC9C4EB-3828-05C5-2EE8-D791600CFC7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FB7FCF10-2CF5-B0BB-A321-AF91D56BA26A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2256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2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6CF63297-CAFC-A0CF-12CC-8C078F34D4A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cxnSp>
        <p:nvCxnSpPr>
          <p:cNvPr id="94" name="Google Shape;3493;p411"/>
          <p:cNvCxnSpPr/>
          <p:nvPr/>
        </p:nvCxnSpPr>
        <p:spPr>
          <a:xfrm xmlns:a="http://schemas.openxmlformats.org/drawingml/2006/main" flipV="1">
            <a:off x="10589634" y="3984689"/>
            <a:ext cx="1660973" cy="296677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bg2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49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0F784DCA-9360-1C78-DC88-51D07E5BA468}"/>
              </a:ext>
            </a:extLst>
          </p:cNvPr>
          <p:cNvSpPr>
            <a:spLocks xmlns:a="http://schemas.openxmlformats.org/drawingml/2006/main" noGrp="1"/>
          </p:cNvSpPr>
          <p:nvPr>
            <p:ph type="body" idx="77" hasCustomPrompt="1"/>
          </p:nvPr>
        </p:nvSpPr>
        <p:spPr>
          <a:xfrm xmlns:a="http://schemas.openxmlformats.org/drawingml/2006/main">
            <a:off x="4588152" y="1630843"/>
            <a:ext cx="4907745" cy="291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27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50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8B7C5652-0FC9-0AD4-5F6F-E2CA450601AE}"/>
              </a:ext>
            </a:extLst>
          </p:cNvPr>
          <p:cNvSpPr>
            <a:spLocks xmlns:a="http://schemas.openxmlformats.org/drawingml/2006/main" noGrp="1"/>
          </p:cNvSpPr>
          <p:nvPr>
            <p:ph type="body" idx="78" hasCustomPrompt="1"/>
          </p:nvPr>
        </p:nvSpPr>
        <p:spPr>
          <a:xfrm xmlns:a="http://schemas.openxmlformats.org/drawingml/2006/main">
            <a:off x="4588152" y="2066574"/>
            <a:ext cx="490774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6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52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24BDB89-018E-698E-CBD4-CFAD6FDB6EA3}"/>
              </a:ext>
            </a:extLst>
          </p:cNvPr>
          <p:cNvSpPr>
            <a:spLocks xmlns:a="http://schemas.openxmlformats.org/drawingml/2006/main" noGrp="1"/>
          </p:cNvSpPr>
          <p:nvPr>
            <p:ph type="pic" idx="104" hasCustomPrompt="1"/>
          </p:nvPr>
        </p:nvSpPr>
        <p:spPr>
          <a:xfrm xmlns:a="http://schemas.openxmlformats.org/drawingml/2006/main">
            <a:off x="466724" y="2311633"/>
            <a:ext cx="2930526" cy="293052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5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17219938-892C-015F-D864-74BEF4A6B268}"/>
              </a:ext>
            </a:extLst>
          </p:cNvPr>
          <p:cNvSpPr>
            <a:spLocks xmlns:a="http://schemas.openxmlformats.org/drawingml/2006/main" noGrp="1"/>
          </p:cNvSpPr>
          <p:nvPr>
            <p:ph type="pic" idx="86" hasCustomPrompt="1"/>
          </p:nvPr>
        </p:nvSpPr>
        <p:spPr>
          <a:xfrm xmlns:a="http://schemas.openxmlformats.org/drawingml/2006/main">
            <a:off x="4567782" y="566728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59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48773842-1770-4EA8-9525-C012110030B5}"/>
              </a:ext>
            </a:extLst>
          </p:cNvPr>
          <p:cNvSpPr>
            <a:spLocks xmlns:a="http://schemas.openxmlformats.org/drawingml/2006/main" noGrp="1"/>
          </p:cNvSpPr>
          <p:nvPr>
            <p:ph type="pic" idx="87" hasCustomPrompt="1"/>
          </p:nvPr>
        </p:nvSpPr>
        <p:spPr>
          <a:xfrm xmlns:a="http://schemas.openxmlformats.org/drawingml/2006/main">
            <a:off x="5414169" y="566728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0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8FB49647-C55A-2FE2-6AD7-DDE189395316}"/>
              </a:ext>
            </a:extLst>
          </p:cNvPr>
          <p:cNvSpPr>
            <a:spLocks xmlns:a="http://schemas.openxmlformats.org/drawingml/2006/main" noGrp="1"/>
          </p:cNvSpPr>
          <p:nvPr>
            <p:ph type="pic" idx="107" hasCustomPrompt="1"/>
          </p:nvPr>
        </p:nvSpPr>
        <p:spPr>
          <a:xfrm xmlns:a="http://schemas.openxmlformats.org/drawingml/2006/main">
            <a:off x="6260556" y="566728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1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50B99053-DE49-32A9-D3CB-5A194CD43C84}"/>
              </a:ext>
            </a:extLst>
          </p:cNvPr>
          <p:cNvSpPr>
            <a:spLocks xmlns:a="http://schemas.openxmlformats.org/drawingml/2006/main" noGrp="1"/>
          </p:cNvSpPr>
          <p:nvPr>
            <p:ph type="pic" idx="108" hasCustomPrompt="1"/>
          </p:nvPr>
        </p:nvSpPr>
        <p:spPr>
          <a:xfrm xmlns:a="http://schemas.openxmlformats.org/drawingml/2006/main">
            <a:off x="7106943" y="566728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</p:spTree>
  </p:cSld>
</p:sldLayout>
</file>

<file path=ppt/slideLayouts/slideLayout146.xml><?xml version="1.0" encoding="utf-8"?>
<p:sldLayout xmlns:p="http://schemas.openxmlformats.org/presentationml/2006/main" preserve="1" userDrawn="1">
  <p:cSld name="38_Custom Layout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0190CD48-43C1-3122-5EB1-AF7BF515572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330588" y="3453157"/>
            <a:ext cx="3746966" cy="1332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3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D17A222D-7D6C-D1FE-68BE-3CF57172C3EF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6329362" y="2510756"/>
            <a:ext cx="3746967" cy="678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700" b="0" i="0">
                <a:solidFill>
                  <a:schemeClr val="bg2"/>
                </a:solidFill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Mensagem de despedida com até duas linhas</a:t>
            </a:r>
          </a:p>
        </p:txBody>
      </p:sp>
      <p:pic>
        <p:nvPicPr>
          <p:cNvPr id="44" name="Google Shape;4895;p46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b917e47ac644a7b">
            <a:alphaModFix/>
          </a:blip>
          <a:srcRect xmlns:a="http://schemas.openxmlformats.org/drawingml/2006/main" l="0" t="0" r="4906" b="3809"/>
          <a:stretch xmlns:a="http://schemas.openxmlformats.org/drawingml/2006/main"/>
        </p:blipFill>
        <p:spPr>
          <a:xfrm xmlns:a="http://schemas.openxmlformats.org/drawingml/2006/main">
            <a:off x="-1328529" y="-965731"/>
            <a:ext cx="7037531" cy="78948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5" name="Google Shape;2192;p7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b5fedf30c9d42f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54240" y="1671305"/>
            <a:ext cx="2773825" cy="5023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6875BC9F-40E8-ECC5-D4AC-9C8CE7C69DE4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6330588" y="5830645"/>
            <a:ext cx="2464162" cy="5365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</p:spTree>
  </p:cSld>
</p:sldLayout>
</file>

<file path=ppt/slideLayouts/slideLayout147.xml><?xml version="1.0" encoding="utf-8"?>
<p:sldLayout xmlns:p="http://schemas.openxmlformats.org/presentationml/2006/main" matchingName="Blank 4 1">
  <p:cSld name="Blank 4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8" name="Google Shape;1328;p352">
            <a:extLst xmlns:a="http://schemas.openxmlformats.org/drawingml/2006/main">
              <a:ext uri="{FF2B5EF4-FFF2-40B4-BE49-F238E27FC236}">
                <a16:creationId xmlns:a16="http://schemas.microsoft.com/office/drawing/2014/main" id="{FE3C9993-FDD6-43B6-805B-0C083D970A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007056" y="6405254"/>
            <a:ext cx="172800" cy="328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b">
            <a:sp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5pPr>
            <a:lvl6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6pPr>
            <a:lvl7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8pPr>
            <a:lvl9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9pPr>
          </a:lstStyle>
          <a:p xmlns:a="http://schemas.openxmlformats.org/drawingml/2006/main">
            <a:fld id="{00000000-1234-1234-1234-123412341234}" type="slidenum">
              <a:t>‹nº›</a:t>
            </a:fld>
            <a:endParaRPr sz="1300">
              <a:solidFill>
                <a:schemeClr val="dk2"/>
              </a:solidFill>
            </a:endParaRPr>
          </a:p>
        </p:txBody>
      </p:sp>
    </p:spTree>
  </p:cSld>
</p:sldLayout>
</file>

<file path=ppt/slideLayouts/slideLayout148.xml><?xml version="1.0" encoding="utf-8"?>
<p:sldLayout xmlns:p="http://schemas.openxmlformats.org/presentationml/2006/main" userDrawn="1">
  <p:cSld name="17_Diagonal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8794750" cy="6857999"/>
          </a:xfrm>
          <a:custGeom xmlns:a="http://schemas.openxmlformats.org/drawingml/2006/main"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43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e6d40a7174146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05A2F3D-49CE-59CA-4C58-2FADDF1CF93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70848" y="1501200"/>
            <a:ext cx="3746966" cy="678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89E06BC-E95B-3DFB-697A-A20F60BE8489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2503813"/>
            <a:ext cx="3746966" cy="1332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9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38C5B79B-2514-1079-AB26-5F47208D6C4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40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05FA630A-4466-4C77-2218-F4FB71365BAC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4CADDA99-3244-BCC6-A70A-F9C2FB148A4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4" y="165544"/>
            <a:ext cx="10117976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184F7633-8106-02A1-DF08-4669C15AE428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1" y="824400"/>
            <a:ext cx="11255513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2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46FB589A-7554-89A4-B2FB-2D9E46481784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5652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Layouts/slideLayout149.xml><?xml version="1.0" encoding="utf-8"?>
<p:sldLayout xmlns:p="http://schemas.openxmlformats.org/presentationml/2006/main" userDrawn="1">
  <p:cSld name="11_Texto 1 Coluna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48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3acd0f019704d9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494951"/>
            <a:ext cx="11254426" cy="8166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7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7" y="2584875"/>
            <a:ext cx="11254427" cy="3199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0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43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44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</p:spTree>
  </p:cSld>
</p:sldLayout>
</file>

<file path=ppt/slideLayouts/slideLayout150.xml><?xml version="1.0" encoding="utf-8"?>
<p:sldLayout xmlns:p="http://schemas.openxmlformats.org/presentationml/2006/main" userDrawn="1">
  <p:cSld name="19_Equipe 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Freeform 31">
            <a:extLst xmlns:a="http://schemas.openxmlformats.org/drawingml/2006/main"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60479" cy="6857999"/>
          </a:xfrm>
          <a:custGeom xmlns:a="http://schemas.openxmlformats.org/drawingml/2006/main"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Arial Nova Cond"/>
              <a:ea typeface="Arial Nova Cond"/>
              <a:cs typeface="Arial Nova Cond"/>
            </a:endParaRPr>
          </a:p>
        </p:txBody>
      </p:sp>
      <p:pic>
        <p:nvPicPr>
          <p:cNvPr id="82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6896307e3d4434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2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DC65AB71-C922-A189-49ED-4BC9D2BBE859}"/>
              </a:ext>
            </a:extLst>
          </p:cNvPr>
          <p:cNvSpPr>
            <a:spLocks xmlns:a="http://schemas.openxmlformats.org/drawingml/2006/main" noGrp="1"/>
          </p:cNvSpPr>
          <p:nvPr>
            <p:ph type="pic" idx="45" hasCustomPrompt="1"/>
          </p:nvPr>
        </p:nvSpPr>
        <p:spPr>
          <a:xfrm xmlns:a="http://schemas.openxmlformats.org/drawingml/2006/main">
            <a:off x="3408045" y="5754583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3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F9251813-DD1D-2BFF-6D52-6830DDD47DAC}"/>
              </a:ext>
            </a:extLst>
          </p:cNvPr>
          <p:cNvSpPr>
            <a:spLocks xmlns:a="http://schemas.openxmlformats.org/drawingml/2006/main" noGrp="1"/>
          </p:cNvSpPr>
          <p:nvPr>
            <p:ph type="pic" idx="46" hasCustomPrompt="1"/>
          </p:nvPr>
        </p:nvSpPr>
        <p:spPr>
          <a:xfrm xmlns:a="http://schemas.openxmlformats.org/drawingml/2006/main">
            <a:off x="4254432" y="5754583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2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AF5B231E-3349-6127-B3CE-183B91821566}"/>
              </a:ext>
            </a:extLst>
          </p:cNvPr>
          <p:cNvSpPr>
            <a:spLocks xmlns:a="http://schemas.openxmlformats.org/drawingml/2006/main" noGrp="1"/>
          </p:cNvSpPr>
          <p:nvPr>
            <p:ph type="pic" idx="47" hasCustomPrompt="1"/>
          </p:nvPr>
        </p:nvSpPr>
        <p:spPr>
          <a:xfrm xmlns:a="http://schemas.openxmlformats.org/drawingml/2006/main">
            <a:off x="3408045" y="6071978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3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7030EC6E-69BD-46A3-BE79-C8117E139BAC}"/>
              </a:ext>
            </a:extLst>
          </p:cNvPr>
          <p:cNvSpPr>
            <a:spLocks xmlns:a="http://schemas.openxmlformats.org/drawingml/2006/main" noGrp="1"/>
          </p:cNvSpPr>
          <p:nvPr>
            <p:ph type="pic" idx="48" hasCustomPrompt="1"/>
          </p:nvPr>
        </p:nvSpPr>
        <p:spPr>
          <a:xfrm xmlns:a="http://schemas.openxmlformats.org/drawingml/2006/main">
            <a:off x="4254432" y="6071978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BC53E746-7367-459A-6188-8E855A260304}"/>
              </a:ext>
            </a:extLst>
          </p:cNvPr>
          <p:cNvSpPr>
            <a:spLocks xmlns:a="http://schemas.openxmlformats.org/drawingml/2006/main" noGrp="1"/>
          </p:cNvSpPr>
          <p:nvPr>
            <p:ph type="pic" idx="53" hasCustomPrompt="1"/>
          </p:nvPr>
        </p:nvSpPr>
        <p:spPr>
          <a:xfrm xmlns:a="http://schemas.openxmlformats.org/drawingml/2006/main">
            <a:off x="6334125" y="5754583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9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59914CBB-B775-F30B-9C2D-755D85E37108}"/>
              </a:ext>
            </a:extLst>
          </p:cNvPr>
          <p:cNvSpPr>
            <a:spLocks xmlns:a="http://schemas.openxmlformats.org/drawingml/2006/main" noGrp="1"/>
          </p:cNvSpPr>
          <p:nvPr>
            <p:ph type="pic" idx="54" hasCustomPrompt="1"/>
          </p:nvPr>
        </p:nvSpPr>
        <p:spPr>
          <a:xfrm xmlns:a="http://schemas.openxmlformats.org/drawingml/2006/main">
            <a:off x="7180512" y="5754583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0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2F2C4C2B-C205-0B8A-9CAC-4CE9C9488CD8}"/>
              </a:ext>
            </a:extLst>
          </p:cNvPr>
          <p:cNvSpPr>
            <a:spLocks xmlns:a="http://schemas.openxmlformats.org/drawingml/2006/main" noGrp="1"/>
          </p:cNvSpPr>
          <p:nvPr>
            <p:ph type="pic" idx="55" hasCustomPrompt="1"/>
          </p:nvPr>
        </p:nvSpPr>
        <p:spPr>
          <a:xfrm xmlns:a="http://schemas.openxmlformats.org/drawingml/2006/main">
            <a:off x="6334125" y="6071978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1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940B2693-2B7A-51E1-6A78-E370410795E1}"/>
              </a:ext>
            </a:extLst>
          </p:cNvPr>
          <p:cNvSpPr>
            <a:spLocks xmlns:a="http://schemas.openxmlformats.org/drawingml/2006/main" noGrp="1"/>
          </p:cNvSpPr>
          <p:nvPr>
            <p:ph type="pic" idx="56" hasCustomPrompt="1"/>
          </p:nvPr>
        </p:nvSpPr>
        <p:spPr>
          <a:xfrm xmlns:a="http://schemas.openxmlformats.org/drawingml/2006/main">
            <a:off x="7180512" y="6071978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6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FE53505D-F00A-91F9-EA4B-6EBAABB31912}"/>
              </a:ext>
            </a:extLst>
          </p:cNvPr>
          <p:cNvSpPr>
            <a:spLocks xmlns:a="http://schemas.openxmlformats.org/drawingml/2006/main" noGrp="1"/>
          </p:cNvSpPr>
          <p:nvPr>
            <p:ph type="pic" idx="61" hasCustomPrompt="1"/>
          </p:nvPr>
        </p:nvSpPr>
        <p:spPr>
          <a:xfrm xmlns:a="http://schemas.openxmlformats.org/drawingml/2006/main">
            <a:off x="9264652" y="5754583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7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6502E604-42FB-3F41-8347-55FF4DD22D10}"/>
              </a:ext>
            </a:extLst>
          </p:cNvPr>
          <p:cNvSpPr>
            <a:spLocks xmlns:a="http://schemas.openxmlformats.org/drawingml/2006/main" noGrp="1"/>
          </p:cNvSpPr>
          <p:nvPr>
            <p:ph type="pic" idx="62" hasCustomPrompt="1"/>
          </p:nvPr>
        </p:nvSpPr>
        <p:spPr>
          <a:xfrm xmlns:a="http://schemas.openxmlformats.org/drawingml/2006/main">
            <a:off x="10111039" y="5754583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7050719D-2D83-5090-F8F0-5940214BC72D}"/>
              </a:ext>
            </a:extLst>
          </p:cNvPr>
          <p:cNvSpPr>
            <a:spLocks xmlns:a="http://schemas.openxmlformats.org/drawingml/2006/main" noGrp="1"/>
          </p:cNvSpPr>
          <p:nvPr>
            <p:ph type="pic" idx="63" hasCustomPrompt="1"/>
          </p:nvPr>
        </p:nvSpPr>
        <p:spPr>
          <a:xfrm xmlns:a="http://schemas.openxmlformats.org/drawingml/2006/main">
            <a:off x="9264652" y="6071978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79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132EAAD5-5480-8B4F-FF0A-C5501D3B90ED}"/>
              </a:ext>
            </a:extLst>
          </p:cNvPr>
          <p:cNvSpPr>
            <a:spLocks xmlns:a="http://schemas.openxmlformats.org/drawingml/2006/main" noGrp="1"/>
          </p:cNvSpPr>
          <p:nvPr>
            <p:ph type="pic" idx="64" hasCustomPrompt="1"/>
          </p:nvPr>
        </p:nvSpPr>
        <p:spPr>
          <a:xfrm xmlns:a="http://schemas.openxmlformats.org/drawingml/2006/main">
            <a:off x="10111039" y="6071978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4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38FD6EB8-FA08-A0A4-D3E2-695547506E25}"/>
              </a:ext>
            </a:extLst>
          </p:cNvPr>
          <p:cNvSpPr>
            <a:spLocks xmlns:a="http://schemas.openxmlformats.org/drawingml/2006/main" noGrp="1"/>
          </p:cNvSpPr>
          <p:nvPr>
            <p:ph type="body" idx="65" hasCustomPrompt="1"/>
          </p:nvPr>
        </p:nvSpPr>
        <p:spPr>
          <a:xfrm xmlns:a="http://schemas.openxmlformats.org/drawingml/2006/main">
            <a:off x="465592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45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AD51EA36-41BD-B941-8FA7-859C36EB4CCC}"/>
              </a:ext>
            </a:extLst>
          </p:cNvPr>
          <p:cNvSpPr>
            <a:spLocks xmlns:a="http://schemas.openxmlformats.org/drawingml/2006/main" noGrp="1"/>
          </p:cNvSpPr>
          <p:nvPr>
            <p:ph type="body" idx="66" hasCustomPrompt="1"/>
          </p:nvPr>
        </p:nvSpPr>
        <p:spPr>
          <a:xfrm xmlns:a="http://schemas.openxmlformats.org/drawingml/2006/main">
            <a:off x="465592" y="3338607"/>
            <a:ext cx="246221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49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F86F3DB1-87B9-2F52-7DB3-B046A2E72BBC}"/>
              </a:ext>
            </a:extLst>
          </p:cNvPr>
          <p:cNvSpPr>
            <a:spLocks xmlns:a="http://schemas.openxmlformats.org/drawingml/2006/main" noGrp="1"/>
          </p:cNvSpPr>
          <p:nvPr>
            <p:ph type="body" idx="67" hasCustomPrompt="1"/>
          </p:nvPr>
        </p:nvSpPr>
        <p:spPr>
          <a:xfrm xmlns:a="http://schemas.openxmlformats.org/drawingml/2006/main">
            <a:off x="465592" y="3672236"/>
            <a:ext cx="2462214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0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5E65EA7F-2CEE-19E0-B3BC-A3C2F8FBA263}"/>
              </a:ext>
            </a:extLst>
          </p:cNvPr>
          <p:cNvSpPr>
            <a:spLocks xmlns:a="http://schemas.openxmlformats.org/drawingml/2006/main" noGrp="1"/>
          </p:cNvSpPr>
          <p:nvPr>
            <p:ph type="body" idx="68" hasCustomPrompt="1"/>
          </p:nvPr>
        </p:nvSpPr>
        <p:spPr>
          <a:xfrm xmlns:a="http://schemas.openxmlformats.org/drawingml/2006/main">
            <a:off x="3398835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51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8B335C8B-C11C-039E-CA1A-594F6336AEDB}"/>
              </a:ext>
            </a:extLst>
          </p:cNvPr>
          <p:cNvSpPr>
            <a:spLocks xmlns:a="http://schemas.openxmlformats.org/drawingml/2006/main" noGrp="1"/>
          </p:cNvSpPr>
          <p:nvPr>
            <p:ph type="body" idx="69" hasCustomPrompt="1"/>
          </p:nvPr>
        </p:nvSpPr>
        <p:spPr>
          <a:xfrm xmlns:a="http://schemas.openxmlformats.org/drawingml/2006/main">
            <a:off x="3398835" y="3338607"/>
            <a:ext cx="246221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52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7A60940E-1A8B-585D-7E19-A1BAA4E4DCE0}"/>
              </a:ext>
            </a:extLst>
          </p:cNvPr>
          <p:cNvSpPr>
            <a:spLocks xmlns:a="http://schemas.openxmlformats.org/drawingml/2006/main" noGrp="1"/>
          </p:cNvSpPr>
          <p:nvPr>
            <p:ph type="body" idx="70" hasCustomPrompt="1"/>
          </p:nvPr>
        </p:nvSpPr>
        <p:spPr>
          <a:xfrm xmlns:a="http://schemas.openxmlformats.org/drawingml/2006/main">
            <a:off x="3398835" y="3672236"/>
            <a:ext cx="2462214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3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82899622-523C-9AB1-337B-F8E074B574AB}"/>
              </a:ext>
            </a:extLst>
          </p:cNvPr>
          <p:cNvSpPr>
            <a:spLocks xmlns:a="http://schemas.openxmlformats.org/drawingml/2006/main" noGrp="1"/>
          </p:cNvSpPr>
          <p:nvPr>
            <p:ph type="body" idx="71" hasCustomPrompt="1"/>
          </p:nvPr>
        </p:nvSpPr>
        <p:spPr>
          <a:xfrm xmlns:a="http://schemas.openxmlformats.org/drawingml/2006/main">
            <a:off x="6332458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54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1F384043-12A3-0396-C1EC-A9142BEE14B9}"/>
              </a:ext>
            </a:extLst>
          </p:cNvPr>
          <p:cNvSpPr>
            <a:spLocks xmlns:a="http://schemas.openxmlformats.org/drawingml/2006/main" noGrp="1"/>
          </p:cNvSpPr>
          <p:nvPr>
            <p:ph type="body" idx="72" hasCustomPrompt="1"/>
          </p:nvPr>
        </p:nvSpPr>
        <p:spPr>
          <a:xfrm xmlns:a="http://schemas.openxmlformats.org/drawingml/2006/main">
            <a:off x="6332458" y="3338607"/>
            <a:ext cx="246221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55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15C72B9A-D508-4C61-FACC-2B9A80CE0807}"/>
              </a:ext>
            </a:extLst>
          </p:cNvPr>
          <p:cNvSpPr>
            <a:spLocks xmlns:a="http://schemas.openxmlformats.org/drawingml/2006/main" noGrp="1"/>
          </p:cNvSpPr>
          <p:nvPr>
            <p:ph type="body" idx="73" hasCustomPrompt="1"/>
          </p:nvPr>
        </p:nvSpPr>
        <p:spPr>
          <a:xfrm xmlns:a="http://schemas.openxmlformats.org/drawingml/2006/main">
            <a:off x="6332458" y="3672236"/>
            <a:ext cx="2462214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6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905FB018-5618-752D-8BFF-09903305D44B}"/>
              </a:ext>
            </a:extLst>
          </p:cNvPr>
          <p:cNvSpPr>
            <a:spLocks xmlns:a="http://schemas.openxmlformats.org/drawingml/2006/main" noGrp="1"/>
          </p:cNvSpPr>
          <p:nvPr>
            <p:ph type="body" idx="74" hasCustomPrompt="1"/>
          </p:nvPr>
        </p:nvSpPr>
        <p:spPr>
          <a:xfrm xmlns:a="http://schemas.openxmlformats.org/drawingml/2006/main">
            <a:off x="9268908" y="2724595"/>
            <a:ext cx="1529013" cy="538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/>
                <a:ea typeface="Arial Nova Light"/>
                <a:cs typeface="Arial Nova Light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Nome Sobrenome</a:t>
            </a:r>
          </a:p>
        </p:txBody>
      </p:sp>
      <p:sp>
        <p:nvSpPr>
          <p:cNvPr id="57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7F361DBF-C125-FCED-FA60-5878757504E2}"/>
              </a:ext>
            </a:extLst>
          </p:cNvPr>
          <p:cNvSpPr>
            <a:spLocks xmlns:a="http://schemas.openxmlformats.org/drawingml/2006/main" noGrp="1"/>
          </p:cNvSpPr>
          <p:nvPr>
            <p:ph type="body" idx="75" hasCustomPrompt="1"/>
          </p:nvPr>
        </p:nvSpPr>
        <p:spPr>
          <a:xfrm xmlns:a="http://schemas.openxmlformats.org/drawingml/2006/main">
            <a:off x="9268908" y="3338607"/>
            <a:ext cx="2462214" cy="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Cargo</a:t>
            </a:r>
          </a:p>
        </p:txBody>
      </p:sp>
      <p:sp>
        <p:nvSpPr>
          <p:cNvPr id="58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AEF9B4EF-C4C4-2D5A-764F-EFDA5A50F67D}"/>
              </a:ext>
            </a:extLst>
          </p:cNvPr>
          <p:cNvSpPr>
            <a:spLocks xmlns:a="http://schemas.openxmlformats.org/drawingml/2006/main" noGrp="1"/>
          </p:cNvSpPr>
          <p:nvPr>
            <p:ph type="body" idx="76" hasCustomPrompt="1"/>
          </p:nvPr>
        </p:nvSpPr>
        <p:spPr>
          <a:xfrm xmlns:a="http://schemas.openxmlformats.org/drawingml/2006/main">
            <a:off x="9268908" y="3672236"/>
            <a:ext cx="2462214" cy="10652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90000"/>
              </a:lnSpc>
              <a:buNone/>
              <a:defRPr sz="1000" b="0" i="0">
                <a:latin typeface="Arial Nova Cond"/>
                <a:ea typeface="Arial Nova Cond"/>
                <a:cs typeface="Arial Nova Cond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59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D5B949DC-8E4A-9477-F36F-55499BCF785F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sp>
        <p:nvSpPr>
          <p:cNvPr id="60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6022A746-CC42-07BB-D855-3C1831AE2CEF}"/>
              </a:ext>
            </a:extLst>
          </p:cNvPr>
          <p:cNvSpPr>
            <a:spLocks xmlns:a="http://schemas.openxmlformats.org/drawingml/2006/main" noGrp="1"/>
          </p:cNvSpPr>
          <p:nvPr>
            <p:ph type="body" idx="77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4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D98D070B-E010-4FEB-6F8B-E1AF05DFA6F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361E7177-5D27-5C74-2B13-71583190D779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69762" y="822256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6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0AF116EC-BEF6-0A08-2CAD-8E48415BF480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  <p:sp>
        <p:nvSpPr>
          <p:cNvPr id="46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8A5B360B-8334-6CCB-0A54-579E5AB43F5B}"/>
              </a:ext>
            </a:extLst>
          </p:cNvPr>
          <p:cNvSpPr>
            <a:spLocks xmlns:a="http://schemas.openxmlformats.org/drawingml/2006/main" noGrp="1"/>
          </p:cNvSpPr>
          <p:nvPr>
            <p:ph type="pic" idx="78" hasCustomPrompt="1"/>
          </p:nvPr>
        </p:nvSpPr>
        <p:spPr>
          <a:xfrm xmlns:a="http://schemas.openxmlformats.org/drawingml/2006/main">
            <a:off x="466725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7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A962791C-B85F-C7DA-9FB2-13C30147287A}"/>
              </a:ext>
            </a:extLst>
          </p:cNvPr>
          <p:cNvSpPr>
            <a:spLocks xmlns:a="http://schemas.openxmlformats.org/drawingml/2006/main" noGrp="1"/>
          </p:cNvSpPr>
          <p:nvPr>
            <p:ph type="pic" idx="79" hasCustomPrompt="1"/>
          </p:nvPr>
        </p:nvSpPr>
        <p:spPr>
          <a:xfrm xmlns:a="http://schemas.openxmlformats.org/drawingml/2006/main">
            <a:off x="1313112" y="5758126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48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4E0516D7-C80C-49F8-B236-D18D99CB20AB}"/>
              </a:ext>
            </a:extLst>
          </p:cNvPr>
          <p:cNvSpPr>
            <a:spLocks xmlns:a="http://schemas.openxmlformats.org/drawingml/2006/main" noGrp="1"/>
          </p:cNvSpPr>
          <p:nvPr>
            <p:ph type="pic" idx="80" hasCustomPrompt="1"/>
          </p:nvPr>
        </p:nvSpPr>
        <p:spPr>
          <a:xfrm xmlns:a="http://schemas.openxmlformats.org/drawingml/2006/main">
            <a:off x="466725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4" name="Picture Placeholder 112">
            <a:extLst xmlns:a="http://schemas.openxmlformats.org/drawingml/2006/main">
              <a:ext uri="{FF2B5EF4-FFF2-40B4-BE49-F238E27FC236}">
                <a16:creationId xmlns:a16="http://schemas.microsoft.com/office/drawing/2014/main" id="{D9650A1B-9E9D-E562-38D9-45BB0ECA5DD9}"/>
              </a:ext>
            </a:extLst>
          </p:cNvPr>
          <p:cNvSpPr>
            <a:spLocks xmlns:a="http://schemas.openxmlformats.org/drawingml/2006/main" noGrp="1"/>
          </p:cNvSpPr>
          <p:nvPr>
            <p:ph type="pic" idx="81" hasCustomPrompt="1"/>
          </p:nvPr>
        </p:nvSpPr>
        <p:spPr>
          <a:xfrm xmlns:a="http://schemas.openxmlformats.org/drawingml/2006/main">
            <a:off x="1313112" y="6075521"/>
            <a:ext cx="682625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0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65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FFB0EF2-31FC-E8E6-33AE-A978ACAFADE7}"/>
              </a:ext>
            </a:extLst>
          </p:cNvPr>
          <p:cNvSpPr>
            <a:spLocks xmlns:a="http://schemas.openxmlformats.org/drawingml/2006/main" noGrp="1"/>
          </p:cNvSpPr>
          <p:nvPr>
            <p:ph type="pic" idx="104" hasCustomPrompt="1"/>
          </p:nvPr>
        </p:nvSpPr>
        <p:spPr>
          <a:xfrm xmlns:a="http://schemas.openxmlformats.org/drawingml/2006/main">
            <a:off x="474709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66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EA1AB80-0D8A-7B25-3D69-FB7EED69F625}"/>
              </a:ext>
            </a:extLst>
          </p:cNvPr>
          <p:cNvSpPr>
            <a:spLocks xmlns:a="http://schemas.openxmlformats.org/drawingml/2006/main" noGrp="1"/>
          </p:cNvSpPr>
          <p:nvPr>
            <p:ph type="pic" idx="105" hasCustomPrompt="1"/>
          </p:nvPr>
        </p:nvSpPr>
        <p:spPr>
          <a:xfrm xmlns:a="http://schemas.openxmlformats.org/drawingml/2006/main">
            <a:off x="3398835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72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435D54C-D48F-8A80-6A94-A5D7B7ED0F2F}"/>
              </a:ext>
            </a:extLst>
          </p:cNvPr>
          <p:cNvSpPr>
            <a:spLocks xmlns:a="http://schemas.openxmlformats.org/drawingml/2006/main" noGrp="1"/>
          </p:cNvSpPr>
          <p:nvPr>
            <p:ph type="pic" idx="106" hasCustomPrompt="1"/>
          </p:nvPr>
        </p:nvSpPr>
        <p:spPr>
          <a:xfrm xmlns:a="http://schemas.openxmlformats.org/drawingml/2006/main">
            <a:off x="6332458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  <p:sp>
        <p:nvSpPr>
          <p:cNvPr id="7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4708B90-BFFC-AC2D-E8A6-239E07CB5C38}"/>
              </a:ext>
            </a:extLst>
          </p:cNvPr>
          <p:cNvSpPr>
            <a:spLocks xmlns:a="http://schemas.openxmlformats.org/drawingml/2006/main" noGrp="1"/>
          </p:cNvSpPr>
          <p:nvPr>
            <p:ph type="pic" idx="107" hasCustomPrompt="1"/>
          </p:nvPr>
        </p:nvSpPr>
        <p:spPr>
          <a:xfrm xmlns:a="http://schemas.openxmlformats.org/drawingml/2006/main">
            <a:off x="9268908" y="1494951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50800">
            <a:solidFill>
              <a:schemeClr val="accent4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000">
                <a:solidFill>
                  <a:schemeClr val="bg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r>
              <a:t>Click para editar a imagem</a:t>
            </a:r>
          </a:p>
        </p:txBody>
      </p:sp>
    </p:spTree>
  </p:cSld>
</p:sldLayout>
</file>

<file path=ppt/slideLayouts/slideLayout151.xml><?xml version="1.0" encoding="utf-8"?>
<p:sldLayout xmlns:p="http://schemas.openxmlformats.org/presentationml/2006/main" userDrawn="1">
  <p:cSld name="05_Capa Grafismo Branco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pic>
        <p:nvPicPr>
          <p:cNvPr id="57" name="Google Shape;2192;p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ce19d6241441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3085" y="379284"/>
            <a:ext cx="3397213" cy="6154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5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BB825E7-E693-CE59-F74B-7F92BD15878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69623" y="3673678"/>
            <a:ext cx="5859740" cy="1624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55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endParaRPr/>
          </a:p>
        </p:txBody>
      </p:sp>
      <p:sp>
        <p:nvSpPr>
          <p:cNvPr id="52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89470320-04B6-E012-821E-C5810C6A60E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9623" y="5836630"/>
            <a:ext cx="5873109" cy="2985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20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Nome do Cliente</a:t>
            </a:r>
          </a:p>
        </p:txBody>
      </p:sp>
      <p:sp>
        <p:nvSpPr>
          <p:cNvPr id="53" name="Text Placeholder 51">
            <a:extLst xmlns:a="http://schemas.openxmlformats.org/drawingml/2006/main">
              <a:ext uri="{FF2B5EF4-FFF2-40B4-BE49-F238E27FC236}">
                <a16:creationId xmlns:a16="http://schemas.microsoft.com/office/drawing/2014/main" id="{DB69DF21-0C32-BB89-2274-B336F285045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69623" y="6222044"/>
            <a:ext cx="2459315" cy="2022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buNone/>
              <a:defRPr sz="1400" b="0" i="0"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pPr lvl="0">
              <a:buNone/>
            </a:pPr>
            <a:r>
              <a:t>Mês . Ano</a:t>
            </a:r>
          </a:p>
        </p:txBody>
      </p:sp>
      <p:pic>
        <p:nvPicPr>
          <p:cNvPr id="61" name="Google Shape;2191;p7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3f8d0b95fe3418f">
            <a:alphaModFix/>
          </a:blip>
          <a:srcRect xmlns:a="http://schemas.openxmlformats.org/drawingml/2006/main" l="0" t="9998" r="12703" b="4392"/>
          <a:stretch xmlns:a="http://schemas.openxmlformats.org/drawingml/2006/main"/>
        </p:blipFill>
        <p:spPr>
          <a:xfrm xmlns:a="http://schemas.openxmlformats.org/drawingml/2006/main">
            <a:off x="5887945" y="1"/>
            <a:ext cx="6305644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52.xml><?xml version="1.0" encoding="utf-8"?>
<p:sldLayout xmlns:p="http://schemas.openxmlformats.org/presentationml/2006/main" userDrawn="1">
  <p:cSld name="13_Texto 3 Colunas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794" y="0"/>
            <a:ext cx="4627656" cy="6857999"/>
          </a:xfrm>
          <a:custGeom xmlns:a="http://schemas.openxmlformats.org/drawingml/2006/main"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275052D-D27A-7447-8473-BC7C732ED008}" type="slidenum">
              <a:t>‹nº›</a:t>
            </a:fld>
            <a:endParaRPr/>
          </a:p>
        </p:txBody>
      </p:sp>
      <p:pic>
        <p:nvPicPr>
          <p:cNvPr id="48" name="Google Shape;4546;p4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ba45c8cb45c4e4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7600" y="133200"/>
            <a:ext cx="1200110" cy="1937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" name="Text Placeholder 32">
            <a:extLst xmlns:a="http://schemas.openxmlformats.org/drawingml/2006/main"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66724" y="6381750"/>
            <a:ext cx="10120876" cy="3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/>
                <a:ea typeface="Arial Nova Cond"/>
                <a:cs typeface="Arial Nova Cond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/>
                <a:ea typeface="Arial Nova"/>
                <a:cs typeface="Arial Nova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6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0848" y="1494000"/>
            <a:ext cx="3398031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2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8328973" y="1494000"/>
            <a:ext cx="3398031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xmlns:a="http://schemas.openxmlformats.org/drawingml/2006/main" noGrp="1"/>
          </p:cNvSpPr>
          <p:nvPr>
            <p:ph type="body" idx="82" hasCustomPrompt="1"/>
          </p:nvPr>
        </p:nvSpPr>
        <p:spPr>
          <a:xfrm xmlns:a="http://schemas.openxmlformats.org/drawingml/2006/main">
            <a:off x="4404673" y="1494000"/>
            <a:ext cx="3398031" cy="740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/>
                <a:ea typeface="Arial Nova Light"/>
                <a:cs typeface="Arial Nova Light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0848" y="2595600"/>
            <a:ext cx="3398031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8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8328973" y="2595600"/>
            <a:ext cx="3398031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40" name="Text Placeholder 39">
            <a:extLst xmlns:a="http://schemas.openxmlformats.org/drawingml/2006/main"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4404673" y="2595600"/>
            <a:ext cx="3398031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  <a:lvl2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2pPr>
            <a:lvl3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3pPr>
            <a:lvl4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4pPr>
            <a:lvl5pPr>
              <a:buNone/>
              <a:defRPr sz="2700" b="0" i="0">
                <a:latin typeface="Arial Nova Light"/>
                <a:ea typeface="Arial Nova Light"/>
                <a:cs typeface="Arial Nova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</a:t>
            </a:r>
            <a:r>
              <a:t>edit</a:t>
            </a:r>
            <a:r>
              <a:t> Master </a:t>
            </a:r>
            <a:r>
              <a:t>text</a:t>
            </a:r>
            <a:r>
              <a:t> </a:t>
            </a:r>
            <a:r>
              <a:t>styles</a:t>
            </a:r>
            <a:endParaRPr/>
          </a:p>
        </p:txBody>
      </p:sp>
      <p:sp>
        <p:nvSpPr>
          <p:cNvPr id="33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9623" y="165544"/>
            <a:ext cx="10117977" cy="129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1 – Pode ou não ser aplicável</a:t>
            </a:r>
          </a:p>
        </p:txBody>
      </p:sp>
      <p:sp>
        <p:nvSpPr>
          <p:cNvPr id="35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69762" y="824400"/>
            <a:ext cx="11255652" cy="186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0" indent="0">
              <a:buNone/>
              <a:defRPr sz="1600" b="0" i="0">
                <a:solidFill>
                  <a:schemeClr val="tx2"/>
                </a:solidFill>
                <a:latin typeface="Arial Nova Cond"/>
                <a:ea typeface="Arial Nova Cond"/>
                <a:cs typeface="Arial Nova Cond"/>
              </a:defRPr>
            </a:lvl1pPr>
            <a:lvl2pPr marL="4572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2pPr>
            <a:lvl3pPr marL="9144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3pPr>
            <a:lvl4pPr marL="13716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4pPr>
            <a:lvl5pPr marL="1828800" indent="0">
              <a:buNone/>
              <a:defRPr sz="1800" b="0" i="0">
                <a:latin typeface="Arial Nova Cond"/>
                <a:ea typeface="Arial Nova Cond"/>
                <a:cs typeface="Arial Nova Cond"/>
              </a:defRPr>
            </a:lvl5pPr>
          </a:lstStyle>
          <a:p xmlns:a="http://schemas.openxmlformats.org/drawingml/2006/main">
            <a:pPr lvl="0">
              <a:buNone/>
            </a:pPr>
            <a:r>
              <a:t>Linha 3 – Subtítulo com 1 ou 2 linhas</a:t>
            </a:r>
          </a:p>
        </p:txBody>
      </p:sp>
      <p:sp>
        <p:nvSpPr>
          <p:cNvPr id="37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69623" y="469899"/>
            <a:ext cx="11252754" cy="242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200" b="0" i="0">
                <a:latin typeface="Arial Nova Light"/>
                <a:ea typeface="Arial Nova Light"/>
                <a:cs typeface="Arial Nova Light"/>
              </a:defRPr>
            </a:lvl1pPr>
          </a:lstStyle>
          <a:p xmlns:a="http://schemas.openxmlformats.org/drawingml/2006/main">
            <a:pPr lvl="0">
              <a:buNone/>
            </a:pPr>
            <a:r>
              <a:t>Linha 2 – Título de 1 ou 2 linhas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5acc88265c4573" /><Relationship Type="http://schemas.openxmlformats.org/officeDocument/2006/relationships/slideLayout" Target="/ppt/slideLayouts/slideLayout1.xml" Id="Rf3df664ab28b42e8" /><Relationship Type="http://schemas.openxmlformats.org/officeDocument/2006/relationships/slideLayout" Target="/ppt/slideLayouts/slideLayout2.xml" Id="Rb1e3de7657e34a85" /><Relationship Type="http://schemas.openxmlformats.org/officeDocument/2006/relationships/slideLayout" Target="/ppt/slideLayouts/slideLayout3.xml" Id="Ra3be0b8e893d4f54" /><Relationship Type="http://schemas.openxmlformats.org/officeDocument/2006/relationships/slideLayout" Target="/ppt/slideLayouts/slideLayout4.xml" Id="Ra02ea27d3ff147e4" /><Relationship Type="http://schemas.openxmlformats.org/officeDocument/2006/relationships/slideLayout" Target="/ppt/slideLayouts/slideLayout5.xml" Id="Re1ccde4449b04174" /><Relationship Type="http://schemas.openxmlformats.org/officeDocument/2006/relationships/slideLayout" Target="/ppt/slideLayouts/slideLayout6.xml" Id="R88eb42970e2e4eb2" /><Relationship Type="http://schemas.openxmlformats.org/officeDocument/2006/relationships/slideLayout" Target="/ppt/slideLayouts/slideLayout7.xml" Id="Rb5da41ca5168479b" /><Relationship Type="http://schemas.openxmlformats.org/officeDocument/2006/relationships/slideLayout" Target="/ppt/slideLayouts/slideLayout8.xml" Id="R4428807c4e58489a" /><Relationship Type="http://schemas.openxmlformats.org/officeDocument/2006/relationships/slideLayout" Target="/ppt/slideLayouts/slideLayout9.xml" Id="R85b41f78685f4ecf" /><Relationship Type="http://schemas.openxmlformats.org/officeDocument/2006/relationships/slideLayout" Target="/ppt/slideLayouts/slideLayout10.xml" Id="R9d9db07a168d4399" /><Relationship Type="http://schemas.openxmlformats.org/officeDocument/2006/relationships/slideLayout" Target="/ppt/slideLayouts/slideLayout11.xml" Id="Rf90451d4accd4c59" /><Relationship Type="http://schemas.openxmlformats.org/officeDocument/2006/relationships/slideLayout" Target="/ppt/slideLayouts/slideLayout12.xml" Id="R54c0186bdb904288" /><Relationship Type="http://schemas.openxmlformats.org/officeDocument/2006/relationships/slideLayout" Target="/ppt/slideLayouts/slideLayout13.xml" Id="R25c4094a80a5415e" /><Relationship Type="http://schemas.openxmlformats.org/officeDocument/2006/relationships/slideLayout" Target="/ppt/slideLayouts/slideLayout14.xml" Id="R926b174cb80d4d76" /><Relationship Type="http://schemas.openxmlformats.org/officeDocument/2006/relationships/slideLayout" Target="/ppt/slideLayouts/slideLayout15.xml" Id="R4875dc5ea5614364" /><Relationship Type="http://schemas.openxmlformats.org/officeDocument/2006/relationships/slideLayout" Target="/ppt/slideLayouts/slideLayout16.xml" Id="Ra9d3db8ded7e4296" /><Relationship Type="http://schemas.openxmlformats.org/officeDocument/2006/relationships/slideLayout" Target="/ppt/slideLayouts/slideLayout17.xml" Id="Ra0fcc377f05245cf" /><Relationship Type="http://schemas.openxmlformats.org/officeDocument/2006/relationships/slideLayout" Target="/ppt/slideLayouts/slideLayout18.xml" Id="Rc1f6c6f12d284f99" /><Relationship Type="http://schemas.openxmlformats.org/officeDocument/2006/relationships/slideLayout" Target="/ppt/slideLayouts/slideLayout19.xml" Id="Re760b64b647e46f8" /><Relationship Type="http://schemas.openxmlformats.org/officeDocument/2006/relationships/slideLayout" Target="/ppt/slideLayouts/slideLayout20.xml" Id="Rd59ae42c3f174ad4" /><Relationship Type="http://schemas.openxmlformats.org/officeDocument/2006/relationships/slideLayout" Target="/ppt/slideLayouts/slideLayout21.xml" Id="Rfc0751edf7124912" /><Relationship Type="http://schemas.openxmlformats.org/officeDocument/2006/relationships/slideLayout" Target="/ppt/slideLayouts/slideLayout22.xml" Id="Rff3c2d41d2524bb7" /><Relationship Type="http://schemas.openxmlformats.org/officeDocument/2006/relationships/slideLayout" Target="/ppt/slideLayouts/slideLayout23.xml" Id="Rdd9f6c9726fe430d" /><Relationship Type="http://schemas.openxmlformats.org/officeDocument/2006/relationships/slideLayout" Target="/ppt/slideLayouts/slideLayout24.xml" Id="R362b40918a24491f" /><Relationship Type="http://schemas.openxmlformats.org/officeDocument/2006/relationships/slideLayout" Target="/ppt/slideLayouts/slideLayout25.xml" Id="R65756d18ab114fb2" /><Relationship Type="http://schemas.openxmlformats.org/officeDocument/2006/relationships/slideLayout" Target="/ppt/slideLayouts/slideLayout26.xml" Id="R886fd0cf8caf4f22" /><Relationship Type="http://schemas.openxmlformats.org/officeDocument/2006/relationships/slideLayout" Target="/ppt/slideLayouts/slideLayout27.xml" Id="Rca87df82adb94827" /><Relationship Type="http://schemas.openxmlformats.org/officeDocument/2006/relationships/slideLayout" Target="/ppt/slideLayouts/slideLayout28.xml" Id="R96ea065029784774" /><Relationship Type="http://schemas.openxmlformats.org/officeDocument/2006/relationships/slideLayout" Target="/ppt/slideLayouts/slideLayout29.xml" Id="Rf4dad6837b554280" /><Relationship Type="http://schemas.openxmlformats.org/officeDocument/2006/relationships/slideLayout" Target="/ppt/slideLayouts/slideLayout30.xml" Id="R77f3e73e911a4df6" /><Relationship Type="http://schemas.openxmlformats.org/officeDocument/2006/relationships/slideLayout" Target="/ppt/slideLayouts/slideLayout31.xml" Id="R25253d044e4c4cab" /><Relationship Type="http://schemas.openxmlformats.org/officeDocument/2006/relationships/slideLayout" Target="/ppt/slideLayouts/slideLayout32.xml" Id="R246a167b36884d41" /><Relationship Type="http://schemas.openxmlformats.org/officeDocument/2006/relationships/slideLayout" Target="/ppt/slideLayouts/slideLayout33.xml" Id="R65d936be0f2b485a" /><Relationship Type="http://schemas.openxmlformats.org/officeDocument/2006/relationships/slideLayout" Target="/ppt/slideLayouts/slideLayout34.xml" Id="R7c77346528184496" /><Relationship Type="http://schemas.openxmlformats.org/officeDocument/2006/relationships/slideLayout" Target="/ppt/slideLayouts/slideLayout35.xml" Id="R4c0fb167efe94212" /><Relationship Type="http://schemas.openxmlformats.org/officeDocument/2006/relationships/slideLayout" Target="/ppt/slideLayouts/slideLayout36.xml" Id="Rffc9d57417dc4720" /><Relationship Type="http://schemas.openxmlformats.org/officeDocument/2006/relationships/slideLayout" Target="/ppt/slideLayouts/slideLayout37.xml" Id="R8a10577086784eae" /><Relationship Type="http://schemas.openxmlformats.org/officeDocument/2006/relationships/slideLayout" Target="/ppt/slideLayouts/slideLayout38.xml" Id="Re43c71dd3ff54d0b" /><Relationship Type="http://schemas.openxmlformats.org/officeDocument/2006/relationships/slideLayout" Target="/ppt/slideLayouts/slideLayout39.xml" Id="R218637902cc94847" /><Relationship Type="http://schemas.openxmlformats.org/officeDocument/2006/relationships/slideLayout" Target="/ppt/slideLayouts/slideLayout40.xml" Id="Rba2911e482e64b5a" /><Relationship Type="http://schemas.openxmlformats.org/officeDocument/2006/relationships/slideLayout" Target="/ppt/slideLayouts/slideLayout41.xml" Id="R2085b6dabd154ac9" /><Relationship Type="http://schemas.openxmlformats.org/officeDocument/2006/relationships/slideLayout" Target="/ppt/slideLayouts/slideLayout42.xml" Id="R2e233524c94545a6" /><Relationship Type="http://schemas.openxmlformats.org/officeDocument/2006/relationships/slideLayout" Target="/ppt/slideLayouts/slideLayout43.xml" Id="R69603584e31f4e0c" /><Relationship Type="http://schemas.openxmlformats.org/officeDocument/2006/relationships/slideLayout" Target="/ppt/slideLayouts/slideLayout44.xml" Id="Ra4d5be681c524f91" /><Relationship Type="http://schemas.openxmlformats.org/officeDocument/2006/relationships/slideLayout" Target="/ppt/slideLayouts/slideLayout45.xml" Id="Rc727bb8df37e4f32" /><Relationship Type="http://schemas.openxmlformats.org/officeDocument/2006/relationships/slideLayout" Target="/ppt/slideLayouts/slideLayout46.xml" Id="Rece8309684624327" /><Relationship Type="http://schemas.openxmlformats.org/officeDocument/2006/relationships/slideLayout" Target="/ppt/slideLayouts/slideLayout47.xml" Id="R3b322c1ca83d4821" /><Relationship Type="http://schemas.openxmlformats.org/officeDocument/2006/relationships/slideLayout" Target="/ppt/slideLayouts/slideLayout48.xml" Id="Re4cae3fcf9ec461a" /><Relationship Type="http://schemas.openxmlformats.org/officeDocument/2006/relationships/slideLayout" Target="/ppt/slideLayouts/slideLayout49.xml" Id="R58476edc59aa4a53" /><Relationship Type="http://schemas.openxmlformats.org/officeDocument/2006/relationships/slideLayout" Target="/ppt/slideLayouts/slideLayout50.xml" Id="R4fdd5cf25f0c4c45" /><Relationship Type="http://schemas.openxmlformats.org/officeDocument/2006/relationships/slideLayout" Target="/ppt/slideLayouts/slideLayout51.xml" Id="Rf5bf08f8db4f49a7" /><Relationship Type="http://schemas.openxmlformats.org/officeDocument/2006/relationships/slideLayout" Target="/ppt/slideLayouts/slideLayout52.xml" Id="Re3260760fb2b437f" /><Relationship Type="http://schemas.openxmlformats.org/officeDocument/2006/relationships/slideLayout" Target="/ppt/slideLayouts/slideLayout53.xml" Id="R8d79111208354f04" /><Relationship Type="http://schemas.openxmlformats.org/officeDocument/2006/relationships/slideLayout" Target="/ppt/slideLayouts/slideLayout54.xml" Id="Ra87ab6e8e3c94f11" /><Relationship Type="http://schemas.openxmlformats.org/officeDocument/2006/relationships/slideLayout" Target="/ppt/slideLayouts/slideLayout55.xml" Id="R328ae3a177194089" /><Relationship Type="http://schemas.openxmlformats.org/officeDocument/2006/relationships/slideLayout" Target="/ppt/slideLayouts/slideLayout56.xml" Id="Rac8cf6db66ce4dda" /><Relationship Type="http://schemas.openxmlformats.org/officeDocument/2006/relationships/slideLayout" Target="/ppt/slideLayouts/slideLayout57.xml" Id="R971f250bbda24a88" /><Relationship Type="http://schemas.openxmlformats.org/officeDocument/2006/relationships/slideLayout" Target="/ppt/slideLayouts/slideLayout58.xml" Id="R1aad5a85e5b349f5" /><Relationship Type="http://schemas.openxmlformats.org/officeDocument/2006/relationships/slideLayout" Target="/ppt/slideLayouts/slideLayout59.xml" Id="Rc06b0aa9d5cf4f20" /><Relationship Type="http://schemas.openxmlformats.org/officeDocument/2006/relationships/slideLayout" Target="/ppt/slideLayouts/slideLayout60.xml" Id="R35ee77ae36b949de" /><Relationship Type="http://schemas.openxmlformats.org/officeDocument/2006/relationships/slideLayout" Target="/ppt/slideLayouts/slideLayout61.xml" Id="R7be273fc2a394888" /><Relationship Type="http://schemas.openxmlformats.org/officeDocument/2006/relationships/slideLayout" Target="/ppt/slideLayouts/slideLayout62.xml" Id="Rc651ff290d3c4f01" /><Relationship Type="http://schemas.openxmlformats.org/officeDocument/2006/relationships/slideLayout" Target="/ppt/slideLayouts/slideLayout63.xml" Id="R04c8483a6da84e70" /><Relationship Type="http://schemas.openxmlformats.org/officeDocument/2006/relationships/slideLayout" Target="/ppt/slideLayouts/slideLayout64.xml" Id="Rcd012e69bff34113" /><Relationship Type="http://schemas.openxmlformats.org/officeDocument/2006/relationships/slideLayout" Target="/ppt/slideLayouts/slideLayout65.xml" Id="Rc3d313a9893d4b5e" /><Relationship Type="http://schemas.openxmlformats.org/officeDocument/2006/relationships/slideLayout" Target="/ppt/slideLayouts/slideLayout66.xml" Id="R5b0cb54837744aa9" /><Relationship Type="http://schemas.openxmlformats.org/officeDocument/2006/relationships/slideLayout" Target="/ppt/slideLayouts/slideLayout67.xml" Id="R3f1c971a68e544d9" /><Relationship Type="http://schemas.openxmlformats.org/officeDocument/2006/relationships/slideLayout" Target="/ppt/slideLayouts/slideLayout68.xml" Id="R1af8baae80044acc" /><Relationship Type="http://schemas.openxmlformats.org/officeDocument/2006/relationships/slideLayout" Target="/ppt/slideLayouts/slideLayout69.xml" Id="R11d2ab10c65c4ab9" /><Relationship Type="http://schemas.openxmlformats.org/officeDocument/2006/relationships/slideLayout" Target="/ppt/slideLayouts/slideLayout70.xml" Id="R10a26229436e4cc7" /><Relationship Type="http://schemas.openxmlformats.org/officeDocument/2006/relationships/slideLayout" Target="/ppt/slideLayouts/slideLayout71.xml" Id="Rf7988e34a9064b16" /><Relationship Type="http://schemas.openxmlformats.org/officeDocument/2006/relationships/slideLayout" Target="/ppt/slideLayouts/slideLayout72.xml" Id="Rf7f02a0a5cda44f3" /><Relationship Type="http://schemas.openxmlformats.org/officeDocument/2006/relationships/slideLayout" Target="/ppt/slideLayouts/slideLayout73.xml" Id="R4821b5aeb9414fb4" /><Relationship Type="http://schemas.openxmlformats.org/officeDocument/2006/relationships/slideLayout" Target="/ppt/slideLayouts/slideLayout74.xml" Id="R14c6b43b3d7749bf" /><Relationship Type="http://schemas.openxmlformats.org/officeDocument/2006/relationships/slideLayout" Target="/ppt/slideLayouts/slideLayout75.xml" Id="R0bb93ebc8d824625" /><Relationship Type="http://schemas.openxmlformats.org/officeDocument/2006/relationships/slideLayout" Target="/ppt/slideLayouts/slideLayout76.xml" Id="R116f3b44bf324606" /><Relationship Type="http://schemas.openxmlformats.org/officeDocument/2006/relationships/slideLayout" Target="/ppt/slideLayouts/slideLayout77.xml" Id="R4c2b6d9627e8417b" /><Relationship Type="http://schemas.openxmlformats.org/officeDocument/2006/relationships/slideLayout" Target="/ppt/slideLayouts/slideLayout78.xml" Id="R55ee843b1e6a4105" /><Relationship Type="http://schemas.openxmlformats.org/officeDocument/2006/relationships/slideLayout" Target="/ppt/slideLayouts/slideLayout79.xml" Id="R69c5d90f50024852" /><Relationship Type="http://schemas.openxmlformats.org/officeDocument/2006/relationships/slideLayout" Target="/ppt/slideLayouts/slideLayout80.xml" Id="R41453736ccd04983" /><Relationship Type="http://schemas.openxmlformats.org/officeDocument/2006/relationships/slideLayout" Target="/ppt/slideLayouts/slideLayout81.xml" Id="R18b90972f3a9468c" /><Relationship Type="http://schemas.openxmlformats.org/officeDocument/2006/relationships/slideLayout" Target="/ppt/slideLayouts/slideLayout82.xml" Id="R241931aee0e448d2" /><Relationship Type="http://schemas.openxmlformats.org/officeDocument/2006/relationships/slideLayout" Target="/ppt/slideLayouts/slideLayout83.xml" Id="R6ee3cde5c1024094" /><Relationship Type="http://schemas.openxmlformats.org/officeDocument/2006/relationships/slideLayout" Target="/ppt/slideLayouts/slideLayout84.xml" Id="R163d07db3d2346ce" /><Relationship Type="http://schemas.openxmlformats.org/officeDocument/2006/relationships/slideLayout" Target="/ppt/slideLayouts/slideLayout85.xml" Id="R7c2cadcc2dea4fa0" /><Relationship Type="http://schemas.openxmlformats.org/officeDocument/2006/relationships/slideLayout" Target="/ppt/slideLayouts/slideLayout86.xml" Id="Rd60f16ea72aa4fbe" /><Relationship Type="http://schemas.openxmlformats.org/officeDocument/2006/relationships/slideLayout" Target="/ppt/slideLayouts/slideLayout87.xml" Id="R15bf3f73a3534b17" /><Relationship Type="http://schemas.openxmlformats.org/officeDocument/2006/relationships/slideLayout" Target="/ppt/slideLayouts/slideLayout88.xml" Id="R6d5b24e22704487b" /><Relationship Type="http://schemas.openxmlformats.org/officeDocument/2006/relationships/slideLayout" Target="/ppt/slideLayouts/slideLayout89.xml" Id="R485de7a388424886" /><Relationship Type="http://schemas.openxmlformats.org/officeDocument/2006/relationships/slideLayout" Target="/ppt/slideLayouts/slideLayout90.xml" Id="R36fffa14212249a8" /><Relationship Type="http://schemas.openxmlformats.org/officeDocument/2006/relationships/slideLayout" Target="/ppt/slideLayouts/slideLayout91.xml" Id="R1fb04e2260214fba" /><Relationship Type="http://schemas.openxmlformats.org/officeDocument/2006/relationships/slideLayout" Target="/ppt/slideLayouts/slideLayout92.xml" Id="R43c836272dba4ee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2d95d8df2f44bf2" /><Relationship Type="http://schemas.openxmlformats.org/officeDocument/2006/relationships/slideLayout" Target="/ppt/slideLayouts/slideLayout93.xml" Id="R8c2ac93437a74176" /><Relationship Type="http://schemas.openxmlformats.org/officeDocument/2006/relationships/slideLayout" Target="/ppt/slideLayouts/slideLayout94.xml" Id="R7e5d59af1d8249d2" /><Relationship Type="http://schemas.openxmlformats.org/officeDocument/2006/relationships/slideLayout" Target="/ppt/slideLayouts/slideLayout95.xml" Id="R0b9ebb6bb6d24b9a" /><Relationship Type="http://schemas.openxmlformats.org/officeDocument/2006/relationships/slideLayout" Target="/ppt/slideLayouts/slideLayout96.xml" Id="Rba27ef10a2154266" /><Relationship Type="http://schemas.openxmlformats.org/officeDocument/2006/relationships/slideLayout" Target="/ppt/slideLayouts/slideLayout97.xml" Id="R36b24aaa9c3a40b3" /><Relationship Type="http://schemas.openxmlformats.org/officeDocument/2006/relationships/slideLayout" Target="/ppt/slideLayouts/slideLayout98.xml" Id="R6fd9a00d4cd742be" /><Relationship Type="http://schemas.openxmlformats.org/officeDocument/2006/relationships/slideLayout" Target="/ppt/slideLayouts/slideLayout99.xml" Id="R4866526198b7478c" /><Relationship Type="http://schemas.openxmlformats.org/officeDocument/2006/relationships/slideLayout" Target="/ppt/slideLayouts/slideLayout100.xml" Id="Rc4858bd803154a68" /><Relationship Type="http://schemas.openxmlformats.org/officeDocument/2006/relationships/slideLayout" Target="/ppt/slideLayouts/slideLayout101.xml" Id="Rf7f94ca2cf104926" /><Relationship Type="http://schemas.openxmlformats.org/officeDocument/2006/relationships/slideLayout" Target="/ppt/slideLayouts/slideLayout102.xml" Id="R8cad102acaeb4283" /><Relationship Type="http://schemas.openxmlformats.org/officeDocument/2006/relationships/slideLayout" Target="/ppt/slideLayouts/slideLayout103.xml" Id="R6f1a5abc5f414ae7" /><Relationship Type="http://schemas.openxmlformats.org/officeDocument/2006/relationships/slideLayout" Target="/ppt/slideLayouts/slideLayout104.xml" Id="Rd490f5fa0c8f42ea" /><Relationship Type="http://schemas.openxmlformats.org/officeDocument/2006/relationships/slideLayout" Target="/ppt/slideLayouts/slideLayout105.xml" Id="Raa7f43940dea4fd5" /><Relationship Type="http://schemas.openxmlformats.org/officeDocument/2006/relationships/slideLayout" Target="/ppt/slideLayouts/slideLayout106.xml" Id="R37007bafac1b4c27" /><Relationship Type="http://schemas.openxmlformats.org/officeDocument/2006/relationships/slideLayout" Target="/ppt/slideLayouts/slideLayout107.xml" Id="R033aef688cf24992" /><Relationship Type="http://schemas.openxmlformats.org/officeDocument/2006/relationships/slideLayout" Target="/ppt/slideLayouts/slideLayout108.xml" Id="R188e233907bc47f6" /><Relationship Type="http://schemas.openxmlformats.org/officeDocument/2006/relationships/slideLayout" Target="/ppt/slideLayouts/slideLayout109.xml" Id="R1a9b10bf5a074a91" /><Relationship Type="http://schemas.openxmlformats.org/officeDocument/2006/relationships/slideLayout" Target="/ppt/slideLayouts/slideLayout110.xml" Id="R9f747c747ae04734" /><Relationship Type="http://schemas.openxmlformats.org/officeDocument/2006/relationships/slideLayout" Target="/ppt/slideLayouts/slideLayout111.xml" Id="Rfe58e1a3e21e4913" /><Relationship Type="http://schemas.openxmlformats.org/officeDocument/2006/relationships/slideLayout" Target="/ppt/slideLayouts/slideLayout112.xml" Id="Rfac9101527644d18" /><Relationship Type="http://schemas.openxmlformats.org/officeDocument/2006/relationships/slideLayout" Target="/ppt/slideLayouts/slideLayout113.xml" Id="R78b7c33b0bb74de7" /><Relationship Type="http://schemas.openxmlformats.org/officeDocument/2006/relationships/slideLayout" Target="/ppt/slideLayouts/slideLayout114.xml" Id="R4b4980289fc84a99" /><Relationship Type="http://schemas.openxmlformats.org/officeDocument/2006/relationships/slideLayout" Target="/ppt/slideLayouts/slideLayout115.xml" Id="R76fcc57e5ec54e03" /><Relationship Type="http://schemas.openxmlformats.org/officeDocument/2006/relationships/slideLayout" Target="/ppt/slideLayouts/slideLayout116.xml" Id="R26195b56f0c34de6" /><Relationship Type="http://schemas.openxmlformats.org/officeDocument/2006/relationships/slideLayout" Target="/ppt/slideLayouts/slideLayout117.xml" Id="R6f1b1a27450745d6" /><Relationship Type="http://schemas.openxmlformats.org/officeDocument/2006/relationships/slideLayout" Target="/ppt/slideLayouts/slideLayout118.xml" Id="R363e4d7767dd4b4a" /><Relationship Type="http://schemas.openxmlformats.org/officeDocument/2006/relationships/slideLayout" Target="/ppt/slideLayouts/slideLayout119.xml" Id="R594fa537c8ca41f3" /><Relationship Type="http://schemas.openxmlformats.org/officeDocument/2006/relationships/slideLayout" Target="/ppt/slideLayouts/slideLayout120.xml" Id="R928b379aba1f4c6d" /><Relationship Type="http://schemas.openxmlformats.org/officeDocument/2006/relationships/slideLayout" Target="/ppt/slideLayouts/slideLayout121.xml" Id="R5a44c4f5f4014325" /><Relationship Type="http://schemas.openxmlformats.org/officeDocument/2006/relationships/slideLayout" Target="/ppt/slideLayouts/slideLayout122.xml" Id="R35d2f6ceb70f4dc1" /><Relationship Type="http://schemas.openxmlformats.org/officeDocument/2006/relationships/slideLayout" Target="/ppt/slideLayouts/slideLayout123.xml" Id="R73696e9a96084253" /><Relationship Type="http://schemas.openxmlformats.org/officeDocument/2006/relationships/slideLayout" Target="/ppt/slideLayouts/slideLayout124.xml" Id="Redd29f7d00714e04" /><Relationship Type="http://schemas.openxmlformats.org/officeDocument/2006/relationships/slideLayout" Target="/ppt/slideLayouts/slideLayout125.xml" Id="Rd909d437ecd44897" /><Relationship Type="http://schemas.openxmlformats.org/officeDocument/2006/relationships/slideLayout" Target="/ppt/slideLayouts/slideLayout126.xml" Id="R5008eeb16c644cdb" /><Relationship Type="http://schemas.openxmlformats.org/officeDocument/2006/relationships/slideLayout" Target="/ppt/slideLayouts/slideLayout127.xml" Id="R8fd9716572874620" /><Relationship Type="http://schemas.openxmlformats.org/officeDocument/2006/relationships/slideLayout" Target="/ppt/slideLayouts/slideLayout128.xml" Id="R05db5f680af04c1c" /><Relationship Type="http://schemas.openxmlformats.org/officeDocument/2006/relationships/slideLayout" Target="/ppt/slideLayouts/slideLayout129.xml" Id="R92016451542249c7" /><Relationship Type="http://schemas.openxmlformats.org/officeDocument/2006/relationships/slideLayout" Target="/ppt/slideLayouts/slideLayout130.xml" Id="R9a3ba80439b948d9" /><Relationship Type="http://schemas.openxmlformats.org/officeDocument/2006/relationships/slideLayout" Target="/ppt/slideLayouts/slideLayout131.xml" Id="R3edc490245aa4742" /><Relationship Type="http://schemas.openxmlformats.org/officeDocument/2006/relationships/slideLayout" Target="/ppt/slideLayouts/slideLayout132.xml" Id="R4db1d1ce300b4b64" /><Relationship Type="http://schemas.openxmlformats.org/officeDocument/2006/relationships/slideLayout" Target="/ppt/slideLayouts/slideLayout133.xml" Id="R34d70c5755b64ffe" /><Relationship Type="http://schemas.openxmlformats.org/officeDocument/2006/relationships/slideLayout" Target="/ppt/slideLayouts/slideLayout134.xml" Id="Rb48b580b7953415a" /><Relationship Type="http://schemas.openxmlformats.org/officeDocument/2006/relationships/slideLayout" Target="/ppt/slideLayouts/slideLayout135.xml" Id="Rda23023c2ed74582" /><Relationship Type="http://schemas.openxmlformats.org/officeDocument/2006/relationships/slideLayout" Target="/ppt/slideLayouts/slideLayout136.xml" Id="R56aeb79407f44d15" /><Relationship Type="http://schemas.openxmlformats.org/officeDocument/2006/relationships/slideLayout" Target="/ppt/slideLayouts/slideLayout137.xml" Id="R5c592f28a7964a44" /><Relationship Type="http://schemas.openxmlformats.org/officeDocument/2006/relationships/slideLayout" Target="/ppt/slideLayouts/slideLayout138.xml" Id="R926130d0038e4c71" /><Relationship Type="http://schemas.openxmlformats.org/officeDocument/2006/relationships/slideLayout" Target="/ppt/slideLayouts/slideLayout139.xml" Id="R1e194a413c544537" /><Relationship Type="http://schemas.openxmlformats.org/officeDocument/2006/relationships/slideLayout" Target="/ppt/slideLayouts/slideLayout140.xml" Id="Rd772b84c81c34ece" /><Relationship Type="http://schemas.openxmlformats.org/officeDocument/2006/relationships/slideLayout" Target="/ppt/slideLayouts/slideLayout141.xml" Id="Rd1a309f326454e9a" /><Relationship Type="http://schemas.openxmlformats.org/officeDocument/2006/relationships/slideLayout" Target="/ppt/slideLayouts/slideLayout142.xml" Id="Ra14b1e92897c4cb6" /><Relationship Type="http://schemas.openxmlformats.org/officeDocument/2006/relationships/slideLayout" Target="/ppt/slideLayouts/slideLayout143.xml" Id="R10e07116ea044be8" /><Relationship Type="http://schemas.openxmlformats.org/officeDocument/2006/relationships/slideLayout" Target="/ppt/slideLayouts/slideLayout144.xml" Id="R4621abc6a95b4c50" /><Relationship Type="http://schemas.openxmlformats.org/officeDocument/2006/relationships/slideLayout" Target="/ppt/slideLayouts/slideLayout145.xml" Id="Re062267ccd37425e" /><Relationship Type="http://schemas.openxmlformats.org/officeDocument/2006/relationships/slideLayout" Target="/ppt/slideLayouts/slideLayout146.xml" Id="R683e81c57c804f5c" /><Relationship Type="http://schemas.openxmlformats.org/officeDocument/2006/relationships/slideLayout" Target="/ppt/slideLayouts/slideLayout147.xml" Id="R11b7aa5b10c84db7" /><Relationship Type="http://schemas.openxmlformats.org/officeDocument/2006/relationships/slideLayout" Target="/ppt/slideLayouts/slideLayout148.xml" Id="R521882e1a5ae4135" /><Relationship Type="http://schemas.openxmlformats.org/officeDocument/2006/relationships/slideLayout" Target="/ppt/slideLayouts/slideLayout149.xml" Id="Rc5a5e0b7aeae4293" /><Relationship Type="http://schemas.openxmlformats.org/officeDocument/2006/relationships/slideLayout" Target="/ppt/slideLayouts/slideLayout150.xml" Id="R185edc8787bd4f5a" /><Relationship Type="http://schemas.openxmlformats.org/officeDocument/2006/relationships/slideLayout" Target="/ppt/slideLayouts/slideLayout151.xml" Id="R77e88892655a4f54" /><Relationship Type="http://schemas.openxmlformats.org/officeDocument/2006/relationships/slideLayout" Target="/ppt/slideLayouts/slideLayout152.xml" Id="Rc096c45ba7e0447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7F7AA66E-9575-1F2A-1A9F-648AD126AB8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8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sp>
        <p:nvSpPr>
          <p:cNvPr id="2" name="Google Shape;4367;p121">
            <a:extLst xmlns:a="http://schemas.openxmlformats.org/drawingml/2006/main">
              <a:ext uri="{FF2B5EF4-FFF2-40B4-BE49-F238E27FC236}">
                <a16:creationId xmlns:a16="http://schemas.microsoft.com/office/drawing/2014/main" id="{FE810585-07FC-BE92-3AF2-AD063110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34499" y="169682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33" name="Google Shape;4368;p121">
            <a:extLst xmlns:a="http://schemas.openxmlformats.org/drawingml/2006/main">
              <a:ext uri="{FF2B5EF4-FFF2-40B4-BE49-F238E27FC236}">
                <a16:creationId xmlns:a16="http://schemas.microsoft.com/office/drawing/2014/main" id="{854743A6-45A7-9448-8AC6-7BEA3AF2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34657" y="169682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34" name="Google Shape;4369;p121">
            <a:extLst xmlns:a="http://schemas.openxmlformats.org/drawingml/2006/main">
              <a:ext uri="{FF2B5EF4-FFF2-40B4-BE49-F238E27FC236}">
                <a16:creationId xmlns:a16="http://schemas.microsoft.com/office/drawing/2014/main" id="{EFB01E3E-752D-5652-902F-B73252BA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34818" y="169682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35" name="Google Shape;4370;p121">
            <a:extLst xmlns:a="http://schemas.openxmlformats.org/drawingml/2006/main">
              <a:ext uri="{FF2B5EF4-FFF2-40B4-BE49-F238E27FC236}">
                <a16:creationId xmlns:a16="http://schemas.microsoft.com/office/drawing/2014/main" id="{92FC9490-856F-D91C-4E68-08BCACA2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34983" y="169682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36" name="Google Shape;4371;p121">
            <a:extLst xmlns:a="http://schemas.openxmlformats.org/drawingml/2006/main">
              <a:ext uri="{FF2B5EF4-FFF2-40B4-BE49-F238E27FC236}">
                <a16:creationId xmlns:a16="http://schemas.microsoft.com/office/drawing/2014/main" id="{BA7396C0-A750-D353-4B07-0542D6F2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34499" y="0"/>
            <a:ext cx="489312" cy="147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800" b="1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rPr>
              <a:t>Principais</a:t>
            </a:r>
          </a:p>
        </p:txBody>
      </p:sp>
      <p:sp>
        <p:nvSpPr>
          <p:cNvPr id="44" name="Google Shape;4372;p121">
            <a:extLst xmlns:a="http://schemas.openxmlformats.org/drawingml/2006/main">
              <a:ext uri="{FF2B5EF4-FFF2-40B4-BE49-F238E27FC236}">
                <a16:creationId xmlns:a16="http://schemas.microsoft.com/office/drawing/2014/main" id="{9C76A9F2-B02C-3E56-C41D-29AC1A39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34499" y="446172"/>
            <a:ext cx="594122" cy="147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800" b="1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rPr>
              <a:t>Proporções</a:t>
            </a:r>
          </a:p>
        </p:txBody>
      </p:sp>
      <p:sp>
        <p:nvSpPr>
          <p:cNvPr id="45" name="Google Shape;4373;p121">
            <a:extLst xmlns:a="http://schemas.openxmlformats.org/drawingml/2006/main">
              <a:ext uri="{FF2B5EF4-FFF2-40B4-BE49-F238E27FC236}">
                <a16:creationId xmlns:a16="http://schemas.microsoft.com/office/drawing/2014/main" id="{7F452239-FE36-4A03-144C-936A6CCE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45187" y="620410"/>
            <a:ext cx="489434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58" name="Google Shape;4374;p121">
            <a:extLst xmlns:a="http://schemas.openxmlformats.org/drawingml/2006/main">
              <a:ext uri="{FF2B5EF4-FFF2-40B4-BE49-F238E27FC236}">
                <a16:creationId xmlns:a16="http://schemas.microsoft.com/office/drawing/2014/main" id="{1EF79436-5367-6CBF-107A-0EE0A06A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45512" y="620410"/>
            <a:ext cx="110356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59" name="Google Shape;4375;p121">
            <a:extLst xmlns:a="http://schemas.openxmlformats.org/drawingml/2006/main">
              <a:ext uri="{FF2B5EF4-FFF2-40B4-BE49-F238E27FC236}">
                <a16:creationId xmlns:a16="http://schemas.microsoft.com/office/drawing/2014/main" id="{168917C0-50B8-9811-E0DD-13995F38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34499" y="620410"/>
            <a:ext cx="489434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60" name="Google Shape;4376;p121">
            <a:extLst xmlns:a="http://schemas.openxmlformats.org/drawingml/2006/main">
              <a:ext uri="{FF2B5EF4-FFF2-40B4-BE49-F238E27FC236}">
                <a16:creationId xmlns:a16="http://schemas.microsoft.com/office/drawing/2014/main" id="{3AFFA7AA-471B-9C77-D9AA-9E48CFD5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5867" y="620410"/>
            <a:ext cx="110356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61" name="Google Shape;4377;p121">
            <a:extLst xmlns:a="http://schemas.openxmlformats.org/drawingml/2006/main">
              <a:ext uri="{FF2B5EF4-FFF2-40B4-BE49-F238E27FC236}">
                <a16:creationId xmlns:a16="http://schemas.microsoft.com/office/drawing/2014/main" id="{5841B82D-DBEE-DBF3-1F36-13CBD46F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40046" y="1088229"/>
            <a:ext cx="413964" cy="147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800" b="1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rPr>
              <a:t>Variações</a:t>
            </a:r>
          </a:p>
        </p:txBody>
      </p:sp>
      <p:sp>
        <p:nvSpPr>
          <p:cNvPr id="62" name="Google Shape;4378;p121">
            <a:extLst xmlns:a="http://schemas.openxmlformats.org/drawingml/2006/main">
              <a:ext uri="{FF2B5EF4-FFF2-40B4-BE49-F238E27FC236}">
                <a16:creationId xmlns:a16="http://schemas.microsoft.com/office/drawing/2014/main" id="{1A70D242-FFAF-8431-5312-EAFE0C42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40046" y="1264247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64" name="Google Shape;4379;p121">
            <a:extLst xmlns:a="http://schemas.openxmlformats.org/drawingml/2006/main">
              <a:ext uri="{FF2B5EF4-FFF2-40B4-BE49-F238E27FC236}">
                <a16:creationId xmlns:a16="http://schemas.microsoft.com/office/drawing/2014/main" id="{A75AA34B-5065-2830-268C-36813808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0204" y="1264247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65" name="Google Shape;4380;p121">
            <a:extLst xmlns:a="http://schemas.openxmlformats.org/drawingml/2006/main">
              <a:ext uri="{FF2B5EF4-FFF2-40B4-BE49-F238E27FC236}">
                <a16:creationId xmlns:a16="http://schemas.microsoft.com/office/drawing/2014/main" id="{CCCC5D51-7F0E-C90E-5F8F-61D1D0FF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40365" y="1264247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66" name="Google Shape;4381;p121">
            <a:extLst xmlns:a="http://schemas.openxmlformats.org/drawingml/2006/main">
              <a:ext uri="{FF2B5EF4-FFF2-40B4-BE49-F238E27FC236}">
                <a16:creationId xmlns:a16="http://schemas.microsoft.com/office/drawing/2014/main" id="{682B05DA-CFE2-CA72-15A8-9D23227C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40530" y="1264247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67" name="Google Shape;4382;p121">
            <a:extLst xmlns:a="http://schemas.openxmlformats.org/drawingml/2006/main">
              <a:ext uri="{FF2B5EF4-FFF2-40B4-BE49-F238E27FC236}">
                <a16:creationId xmlns:a16="http://schemas.microsoft.com/office/drawing/2014/main" id="{269E5A4B-4987-87D6-F3C7-09A4D13E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40046" y="1513870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68" name="Google Shape;4383;p121">
            <a:extLst xmlns:a="http://schemas.openxmlformats.org/drawingml/2006/main">
              <a:ext uri="{FF2B5EF4-FFF2-40B4-BE49-F238E27FC236}">
                <a16:creationId xmlns:a16="http://schemas.microsoft.com/office/drawing/2014/main" id="{C4A46A8F-6D46-293C-2668-96AC3622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0204" y="1513870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3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69" name="Google Shape;4384;p121">
            <a:extLst xmlns:a="http://schemas.openxmlformats.org/drawingml/2006/main">
              <a:ext uri="{FF2B5EF4-FFF2-40B4-BE49-F238E27FC236}">
                <a16:creationId xmlns:a16="http://schemas.microsoft.com/office/drawing/2014/main" id="{C7BA8B61-C87E-67B0-2BEF-3ADF9253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40365" y="1513870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70" name="Google Shape;4385;p121">
            <a:extLst xmlns:a="http://schemas.openxmlformats.org/drawingml/2006/main">
              <a:ext uri="{FF2B5EF4-FFF2-40B4-BE49-F238E27FC236}">
                <a16:creationId xmlns:a16="http://schemas.microsoft.com/office/drawing/2014/main" id="{7911BC70-8779-BD36-DBD4-DE20EF56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40530" y="1513870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1C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71" name="Google Shape;4386;p121">
            <a:extLst xmlns:a="http://schemas.openxmlformats.org/drawingml/2006/main">
              <a:ext uri="{FF2B5EF4-FFF2-40B4-BE49-F238E27FC236}">
                <a16:creationId xmlns:a16="http://schemas.microsoft.com/office/drawing/2014/main" id="{BAF59EAE-D911-E743-3794-80C4F000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40046" y="1763494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A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72" name="Google Shape;4387;p121">
            <a:extLst xmlns:a="http://schemas.openxmlformats.org/drawingml/2006/main">
              <a:ext uri="{FF2B5EF4-FFF2-40B4-BE49-F238E27FC236}">
                <a16:creationId xmlns:a16="http://schemas.microsoft.com/office/drawing/2014/main" id="{E8C00F2D-3D93-EE4A-4E2A-F4D1D89A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0204" y="1763494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D1A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73" name="Google Shape;4388;p121">
            <a:extLst xmlns:a="http://schemas.openxmlformats.org/drawingml/2006/main">
              <a:ext uri="{FF2B5EF4-FFF2-40B4-BE49-F238E27FC236}">
                <a16:creationId xmlns:a16="http://schemas.microsoft.com/office/drawing/2014/main" id="{347D4EF6-95A7-FEAD-0498-BC60C3F5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40365" y="1763494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E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75" name="Google Shape;4389;p121">
            <a:extLst xmlns:a="http://schemas.openxmlformats.org/drawingml/2006/main">
              <a:ext uri="{FF2B5EF4-FFF2-40B4-BE49-F238E27FC236}">
                <a16:creationId xmlns:a16="http://schemas.microsoft.com/office/drawing/2014/main" id="{20AF84BE-A3F3-CB35-7298-FE23F0B4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40530" y="1763494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10" name="Google Shape;4390;p121">
            <a:extLst xmlns:a="http://schemas.openxmlformats.org/drawingml/2006/main">
              <a:ext uri="{FF2B5EF4-FFF2-40B4-BE49-F238E27FC236}">
                <a16:creationId xmlns:a16="http://schemas.microsoft.com/office/drawing/2014/main" id="{B937DDB2-ACFF-ADDD-00E8-3F1AD9DD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40046" y="2013117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11" name="Google Shape;4391;p121">
            <a:extLst xmlns:a="http://schemas.openxmlformats.org/drawingml/2006/main">
              <a:ext uri="{FF2B5EF4-FFF2-40B4-BE49-F238E27FC236}">
                <a16:creationId xmlns:a16="http://schemas.microsoft.com/office/drawing/2014/main" id="{69950CF1-ABBA-A5A5-780D-DD1D145D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0204" y="2013117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12" name="Google Shape;4392;p121">
            <a:extLst xmlns:a="http://schemas.openxmlformats.org/drawingml/2006/main">
              <a:ext uri="{FF2B5EF4-FFF2-40B4-BE49-F238E27FC236}">
                <a16:creationId xmlns:a16="http://schemas.microsoft.com/office/drawing/2014/main" id="{61D5226B-30EC-1360-429D-5428ACD8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40365" y="2013117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14" name="Google Shape;4393;p121">
            <a:extLst xmlns:a="http://schemas.openxmlformats.org/drawingml/2006/main">
              <a:ext uri="{FF2B5EF4-FFF2-40B4-BE49-F238E27FC236}">
                <a16:creationId xmlns:a16="http://schemas.microsoft.com/office/drawing/2014/main" id="{F6C16A75-EB5D-1F55-43FE-DBB82E1C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40530" y="2013117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15" name="Google Shape;2062;p65">
            <a:extLst xmlns:a="http://schemas.openxmlformats.org/drawingml/2006/main">
              <a:ext uri="{FF2B5EF4-FFF2-40B4-BE49-F238E27FC236}">
                <a16:creationId xmlns:a16="http://schemas.microsoft.com/office/drawing/2014/main" id="{39D42F55-4466-D7C7-282A-CB51BC30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7" y="150422"/>
            <a:ext cx="5176316" cy="538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500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rPr>
              <a:t>Título Arial Nova Light </a:t>
            </a:r>
            <a:r>
              <a:rPr sz="3333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rPr>
              <a:t>35pt</a:t>
            </a:r>
          </a:p>
        </p:txBody>
      </p:sp>
      <p:sp>
        <p:nvSpPr>
          <p:cNvPr id="116" name="Google Shape;2068;p65">
            <a:extLst xmlns:a="http://schemas.openxmlformats.org/drawingml/2006/main">
              <a:ext uri="{FF2B5EF4-FFF2-40B4-BE49-F238E27FC236}">
                <a16:creationId xmlns:a16="http://schemas.microsoft.com/office/drawing/2014/main" id="{28A1DBAB-BA08-F098-A239-60F872A8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8" y="1064893"/>
            <a:ext cx="4356309" cy="307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Arial Nova Condensed Regular 20pt</a:t>
            </a:r>
          </a:p>
        </p:txBody>
      </p:sp>
      <p:sp>
        <p:nvSpPr>
          <p:cNvPr id="117" name="Google Shape;2068;p65">
            <a:extLst xmlns:a="http://schemas.openxmlformats.org/drawingml/2006/main">
              <a:ext uri="{FF2B5EF4-FFF2-40B4-BE49-F238E27FC236}">
                <a16:creationId xmlns:a16="http://schemas.microsoft.com/office/drawing/2014/main" id="{A6EFA59F-C44C-8BBC-BEA4-A1291463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8" y="715222"/>
            <a:ext cx="4416344" cy="307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Subtítulo Arial Nova Condensed Bold 20pt</a:t>
            </a:r>
          </a:p>
        </p:txBody>
      </p:sp>
      <p:sp>
        <p:nvSpPr>
          <p:cNvPr id="118" name="Google Shape;2062;p65">
            <a:extLst xmlns:a="http://schemas.openxmlformats.org/drawingml/2006/main">
              <a:ext uri="{FF2B5EF4-FFF2-40B4-BE49-F238E27FC236}">
                <a16:creationId xmlns:a16="http://schemas.microsoft.com/office/drawing/2014/main" id="{9B6C5713-5253-4045-6E11-A3143E96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7" y="1514819"/>
            <a:ext cx="5176316" cy="415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700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rPr>
              <a:t>Título Arial Nova Light 27pt</a:t>
            </a:r>
          </a:p>
        </p:txBody>
      </p:sp>
      <p:sp>
        <p:nvSpPr>
          <p:cNvPr id="119" name="Google Shape;2068;p65">
            <a:extLst xmlns:a="http://schemas.openxmlformats.org/drawingml/2006/main">
              <a:ext uri="{FF2B5EF4-FFF2-40B4-BE49-F238E27FC236}">
                <a16:creationId xmlns:a16="http://schemas.microsoft.com/office/drawing/2014/main" id="{2C6AA656-6276-D39D-4551-B4231F6A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8" y="2252207"/>
            <a:ext cx="435630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6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Arial Nova Condensed Regular 16pt</a:t>
            </a:r>
          </a:p>
        </p:txBody>
      </p:sp>
      <p:sp>
        <p:nvSpPr>
          <p:cNvPr id="120" name="Google Shape;2068;p65">
            <a:extLst xmlns:a="http://schemas.openxmlformats.org/drawingml/2006/main">
              <a:ext uri="{FF2B5EF4-FFF2-40B4-BE49-F238E27FC236}">
                <a16:creationId xmlns:a16="http://schemas.microsoft.com/office/drawing/2014/main" id="{B8730A42-B106-9932-4F2D-BBD55C9C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8" y="1961151"/>
            <a:ext cx="4416344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60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Subtítulo Arial Nova Condensed Bold 16pt</a:t>
            </a:r>
          </a:p>
        </p:txBody>
      </p:sp>
      <p:sp>
        <p:nvSpPr>
          <p:cNvPr id="121" name="Google Shape;2062;p65">
            <a:extLst xmlns:a="http://schemas.openxmlformats.org/drawingml/2006/main">
              <a:ext uri="{FF2B5EF4-FFF2-40B4-BE49-F238E27FC236}">
                <a16:creationId xmlns:a16="http://schemas.microsoft.com/office/drawing/2014/main" id="{E76C5E89-4A29-1376-0BD9-4C31CEDF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7" y="2646370"/>
            <a:ext cx="5176316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200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rPr>
              <a:t>Título Arial Nova Light 22pt</a:t>
            </a:r>
          </a:p>
        </p:txBody>
      </p:sp>
      <p:sp>
        <p:nvSpPr>
          <p:cNvPr id="122" name="Google Shape;2068;p65">
            <a:extLst xmlns:a="http://schemas.openxmlformats.org/drawingml/2006/main">
              <a:ext uri="{FF2B5EF4-FFF2-40B4-BE49-F238E27FC236}">
                <a16:creationId xmlns:a16="http://schemas.microsoft.com/office/drawing/2014/main" id="{DB27386A-1FEB-8A30-5E84-242AC373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8" y="3326800"/>
            <a:ext cx="4356309" cy="215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Arial Nova Condensed Regular 16pt</a:t>
            </a:r>
          </a:p>
        </p:txBody>
      </p:sp>
      <p:sp>
        <p:nvSpPr>
          <p:cNvPr id="123" name="Google Shape;2068;p65">
            <a:extLst xmlns:a="http://schemas.openxmlformats.org/drawingml/2006/main">
              <a:ext uri="{FF2B5EF4-FFF2-40B4-BE49-F238E27FC236}">
                <a16:creationId xmlns:a16="http://schemas.microsoft.com/office/drawing/2014/main" id="{957ED22D-1758-B780-D473-EF03930F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8" y="3035744"/>
            <a:ext cx="4416344" cy="215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Subtítulo Arial Nova Condensed Bold 16pt</a:t>
            </a:r>
          </a:p>
        </p:txBody>
      </p:sp>
      <p:sp>
        <p:nvSpPr>
          <p:cNvPr id="124" name="Google Shape;2062;p65">
            <a:extLst xmlns:a="http://schemas.openxmlformats.org/drawingml/2006/main">
              <a:ext uri="{FF2B5EF4-FFF2-40B4-BE49-F238E27FC236}">
                <a16:creationId xmlns:a16="http://schemas.microsoft.com/office/drawing/2014/main" id="{21A875F6-7246-6F95-7FFE-CB71EEE7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7" y="3736961"/>
            <a:ext cx="5176316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600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rPr>
              <a:t>Título Arial Nova Light 16pt</a:t>
            </a:r>
          </a:p>
        </p:txBody>
      </p:sp>
      <p:sp>
        <p:nvSpPr>
          <p:cNvPr id="125" name="Google Shape;2068;p65">
            <a:extLst xmlns:a="http://schemas.openxmlformats.org/drawingml/2006/main">
              <a:ext uri="{FF2B5EF4-FFF2-40B4-BE49-F238E27FC236}">
                <a16:creationId xmlns:a16="http://schemas.microsoft.com/office/drawing/2014/main" id="{ED140737-905D-E4B6-4288-2847AB66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8" y="4251503"/>
            <a:ext cx="4356309" cy="184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Arial Nova Condensed Regular 12pt</a:t>
            </a:r>
          </a:p>
        </p:txBody>
      </p:sp>
      <p:sp>
        <p:nvSpPr>
          <p:cNvPr id="126" name="Google Shape;2068;p65">
            <a:extLst xmlns:a="http://schemas.openxmlformats.org/drawingml/2006/main">
              <a:ext uri="{FF2B5EF4-FFF2-40B4-BE49-F238E27FC236}">
                <a16:creationId xmlns:a16="http://schemas.microsoft.com/office/drawing/2014/main" id="{DC621893-8680-358B-3673-1C909F0C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8" y="4020248"/>
            <a:ext cx="4416344" cy="184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Subtítulo Arial Nova Condensed Bold 12pt</a:t>
            </a:r>
          </a:p>
        </p:txBody>
      </p:sp>
      <p:sp>
        <p:nvSpPr>
          <p:cNvPr id="127" name="Google Shape;2062;p65">
            <a:extLst xmlns:a="http://schemas.openxmlformats.org/drawingml/2006/main">
              <a:ext uri="{FF2B5EF4-FFF2-40B4-BE49-F238E27FC236}">
                <a16:creationId xmlns:a16="http://schemas.microsoft.com/office/drawing/2014/main" id="{BC6670A3-07F4-2829-F07C-F6E301B3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7" y="4642886"/>
            <a:ext cx="5176316" cy="184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rPr>
              <a:t>Título Arial Nova Light 12pt</a:t>
            </a:r>
          </a:p>
        </p:txBody>
      </p:sp>
      <p:sp>
        <p:nvSpPr>
          <p:cNvPr id="128" name="Google Shape;2068;p65">
            <a:extLst xmlns:a="http://schemas.openxmlformats.org/drawingml/2006/main">
              <a:ext uri="{FF2B5EF4-FFF2-40B4-BE49-F238E27FC236}">
                <a16:creationId xmlns:a16="http://schemas.microsoft.com/office/drawing/2014/main" id="{6FE56504-C1BF-7D39-FA96-09749FD3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8" y="5085064"/>
            <a:ext cx="4356309" cy="13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9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Arial Nova Condensed Regular 9pt</a:t>
            </a:r>
          </a:p>
        </p:txBody>
      </p:sp>
      <p:sp>
        <p:nvSpPr>
          <p:cNvPr id="129" name="Google Shape;2068;p65">
            <a:extLst xmlns:a="http://schemas.openxmlformats.org/drawingml/2006/main">
              <a:ext uri="{FF2B5EF4-FFF2-40B4-BE49-F238E27FC236}">
                <a16:creationId xmlns:a16="http://schemas.microsoft.com/office/drawing/2014/main" id="{A6D90263-FBBE-EB49-475E-F0A25181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8" y="4901851"/>
            <a:ext cx="4416344" cy="13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90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Subtítulo Arial Nova Condensed Bold 9pt</a:t>
            </a:r>
          </a:p>
        </p:txBody>
      </p:sp>
      <p:sp>
        <p:nvSpPr>
          <p:cNvPr id="130" name="Google Shape;2079;p65">
            <a:extLst xmlns:a="http://schemas.openxmlformats.org/drawingml/2006/main">
              <a:ext uri="{FF2B5EF4-FFF2-40B4-BE49-F238E27FC236}">
                <a16:creationId xmlns:a16="http://schemas.microsoft.com/office/drawing/2014/main" id="{311FBA4B-64D9-949E-C84E-05357B4C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44789" y="2687498"/>
            <a:ext cx="399781" cy="184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6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Mensagem positiva</a:t>
            </a:r>
          </a:p>
        </p:txBody>
      </p:sp>
      <p:sp>
        <p:nvSpPr>
          <p:cNvPr id="131" name="Google Shape;2080;p65">
            <a:extLst xmlns:a="http://schemas.openxmlformats.org/drawingml/2006/main">
              <a:ext uri="{FF2B5EF4-FFF2-40B4-BE49-F238E27FC236}">
                <a16:creationId xmlns:a16="http://schemas.microsoft.com/office/drawing/2014/main" id="{13C8AD58-4788-D3BE-65D7-6F9E5395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31008" y="2687498"/>
            <a:ext cx="399781" cy="184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6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Mensagem</a:t>
            </a:r>
            <a:br>
              <a:rPr sz="6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</a:br>
            <a:r>
              <a:rPr sz="6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negativa</a:t>
            </a:r>
            <a:endParaRPr sz="600">
              <a:solidFill>
                <a:srgbClr val="002B49"/>
              </a:solidFill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33" name="Google Shape;2077;p65">
            <a:extLst xmlns:a="http://schemas.openxmlformats.org/drawingml/2006/main">
              <a:ext uri="{FF2B5EF4-FFF2-40B4-BE49-F238E27FC236}">
                <a16:creationId xmlns:a16="http://schemas.microsoft.com/office/drawing/2014/main" id="{58ADFA13-969F-48B7-5DDF-8EBD97A6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40047" y="2398327"/>
            <a:ext cx="399780" cy="245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CC3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34" name="Google Shape;2078;p65">
            <a:extLst xmlns:a="http://schemas.openxmlformats.org/drawingml/2006/main">
              <a:ext uri="{FF2B5EF4-FFF2-40B4-BE49-F238E27FC236}">
                <a16:creationId xmlns:a16="http://schemas.microsoft.com/office/drawing/2014/main" id="{0D7EC73A-274B-02A6-74D5-ED794C56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40485" y="2398327"/>
            <a:ext cx="399780" cy="245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3D3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solidFill>
                <a:srgbClr val="CF3D3D"/>
              </a:solidFill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35" name="Google Shape;2078;p65">
            <a:extLst xmlns:a="http://schemas.openxmlformats.org/drawingml/2006/main">
              <a:ext uri="{FF2B5EF4-FFF2-40B4-BE49-F238E27FC236}">
                <a16:creationId xmlns:a16="http://schemas.microsoft.com/office/drawing/2014/main" id="{2E346C85-EB7E-0E05-BD64-2CF60AA7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040266" y="2398327"/>
            <a:ext cx="399780" cy="245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20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solidFill>
                <a:srgbClr val="CF3D3D"/>
              </a:solidFill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36" name="Google Shape;2080;p65">
            <a:extLst xmlns:a="http://schemas.openxmlformats.org/drawingml/2006/main">
              <a:ext uri="{FF2B5EF4-FFF2-40B4-BE49-F238E27FC236}">
                <a16:creationId xmlns:a16="http://schemas.microsoft.com/office/drawing/2014/main" id="{4294608B-1C43-6119-3039-9903D580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0268" y="2687498"/>
            <a:ext cx="399781" cy="184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6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Mensagem</a:t>
            </a:r>
            <a:br>
              <a:rPr sz="6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</a:br>
            <a:r>
              <a:rPr sz="6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de atenção</a:t>
            </a:r>
            <a:endParaRPr sz="600">
              <a:solidFill>
                <a:srgbClr val="002B49"/>
              </a:solidFill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37" name="Google Shape;2079;p65">
            <a:extLst xmlns:a="http://schemas.openxmlformats.org/drawingml/2006/main">
              <a:ext uri="{FF2B5EF4-FFF2-40B4-BE49-F238E27FC236}">
                <a16:creationId xmlns:a16="http://schemas.microsoft.com/office/drawing/2014/main" id="{52093951-F01B-6C82-AE31-35A91C51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40046" y="921489"/>
            <a:ext cx="1281917" cy="95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6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Laranja é usado apenas para os detalhes.</a:t>
            </a:r>
            <a:endParaRPr sz="600">
              <a:solidFill>
                <a:srgbClr val="002B49"/>
              </a:solidFill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39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61BA2172-E0BC-E8F7-D981-96D6486F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44784" y="3384313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40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2851AD25-31B9-8510-0E47-4B7FB99C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68523" y="3384313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41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C7B2946F-1D70-A896-0AFF-FB293D5A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44784" y="3206791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42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F9621CF3-0D94-5A57-97C3-1C9E5B7B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68523" y="3206791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43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B2E0E65B-21FC-6DFA-676B-13050608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91286" y="3384313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44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43B42479-24C1-FF3E-D6DD-24C97FEC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15025" y="3384313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D1A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45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F91FF434-C34F-A97B-71D6-7DB206C7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91286" y="3206791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46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CEFB54E8-01BA-475E-6616-ADC8422D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15025" y="3206791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47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9E8947A3-CD33-08E6-551F-DBABC6EC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35076" y="4315461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48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031CE37B-8FC4-FCA1-E4E6-4969AE26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58814" y="4315461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49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3E5993F7-47F6-8956-74EE-31397D32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35076" y="4137939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50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E2B38AE2-89B5-585C-05E6-8B36F97C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58814" y="4137939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A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51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5E3BA80B-1F79-A0E5-99B3-CD3483B5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82233" y="4315461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52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27E3083C-8BAD-A9E4-ABC8-B172A4D1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05972" y="4315461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53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6EE9E18F-C701-B314-854D-3C3E43F0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82233" y="4137939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D1A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54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4597C2A6-F09A-1CC4-21BC-9BEA35CF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05972" y="4137939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55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0F6DFE9B-DBB4-E3E7-CCDF-935A9FF2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44784" y="3849407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56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DA0D66D5-1E52-D2DE-C3D7-04133A58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68523" y="3849407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57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43396D54-FA55-2839-2C5B-75C41892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44784" y="3671885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58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FA627806-B77D-326A-E1B7-1C2BE499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68523" y="3671885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59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D5B279CD-8810-F776-840C-06A366CB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88001" y="3849407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60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BDBA4FCA-0466-1A8E-8F04-F3044180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11740" y="3849407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D1A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61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DEAAF9F3-AF0F-73E6-B3C4-AF4B33D9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88001" y="3671885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62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83FA1228-403F-038F-31EF-4EBB214C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11740" y="3671885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63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B6C961CD-0B0B-0251-2502-95693D13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33376" y="4780555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64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477B1E57-8694-E576-0DC9-698A1559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57114" y="4780555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1C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65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FA1957F1-8B6C-F3C5-728F-722B33DA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33376" y="4603033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66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DB7A707D-2BA5-1F9D-9B5A-9351EBBE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57114" y="4603033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67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3253B3C4-D520-A0A3-18C1-81AC802A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81031" y="4780555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68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F0CF77E9-D22B-DE68-B07B-BD01079E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04769" y="4780555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69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A95FD43C-A7FF-6F21-6AAA-F801C202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81031" y="4603033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70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9B5E832F-E96B-9209-82E4-97327B4B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04769" y="4603033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71" name="Google Shape;4377;p121">
            <a:extLst xmlns:a="http://schemas.openxmlformats.org/drawingml/2006/main">
              <a:ext uri="{FF2B5EF4-FFF2-40B4-BE49-F238E27FC236}">
                <a16:creationId xmlns:a16="http://schemas.microsoft.com/office/drawing/2014/main" id="{279768DA-882A-D823-C1B8-21856075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40046" y="3006239"/>
            <a:ext cx="1094534" cy="147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800" b="1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rPr>
              <a:t>Combinações de cores</a:t>
            </a:r>
          </a:p>
        </p:txBody>
      </p:sp>
      <p:sp>
        <p:nvSpPr>
          <p:cNvPr id="172" name="Google Shape;4371;p121">
            <a:extLst xmlns:a="http://schemas.openxmlformats.org/drawingml/2006/main">
              <a:ext uri="{FF2B5EF4-FFF2-40B4-BE49-F238E27FC236}">
                <a16:creationId xmlns:a16="http://schemas.microsoft.com/office/drawing/2014/main" id="{E1C751E9-E367-B7A2-DA93-24D620B2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35" y="0"/>
            <a:ext cx="489312" cy="147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800" b="1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rPr>
              <a:t>Tipografia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df664ab28b42e8"/>
    <p:sldLayoutId xmlns:r="http://schemas.openxmlformats.org/officeDocument/2006/relationships" id="2147483650" r:id="Rb1e3de7657e34a85"/>
    <p:sldLayoutId xmlns:r="http://schemas.openxmlformats.org/officeDocument/2006/relationships" id="2147483651" r:id="Ra3be0b8e893d4f54"/>
    <p:sldLayoutId xmlns:r="http://schemas.openxmlformats.org/officeDocument/2006/relationships" id="2147483652" r:id="Ra02ea27d3ff147e4"/>
    <p:sldLayoutId xmlns:r="http://schemas.openxmlformats.org/officeDocument/2006/relationships" id="2147483653" r:id="Re1ccde4449b04174"/>
    <p:sldLayoutId xmlns:r="http://schemas.openxmlformats.org/officeDocument/2006/relationships" id="2147483654" r:id="R88eb42970e2e4eb2"/>
    <p:sldLayoutId xmlns:r="http://schemas.openxmlformats.org/officeDocument/2006/relationships" id="2147483655" r:id="Rb5da41ca5168479b"/>
    <p:sldLayoutId xmlns:r="http://schemas.openxmlformats.org/officeDocument/2006/relationships" id="2147483656" r:id="R4428807c4e58489a"/>
    <p:sldLayoutId xmlns:r="http://schemas.openxmlformats.org/officeDocument/2006/relationships" id="2147483657" r:id="R85b41f78685f4ecf"/>
    <p:sldLayoutId xmlns:r="http://schemas.openxmlformats.org/officeDocument/2006/relationships" id="2147483658" r:id="R9d9db07a168d4399"/>
    <p:sldLayoutId xmlns:r="http://schemas.openxmlformats.org/officeDocument/2006/relationships" id="2147483659" r:id="Rf90451d4accd4c59"/>
    <p:sldLayoutId xmlns:r="http://schemas.openxmlformats.org/officeDocument/2006/relationships" id="2147483660" r:id="R54c0186bdb904288"/>
    <p:sldLayoutId xmlns:r="http://schemas.openxmlformats.org/officeDocument/2006/relationships" id="2147483661" r:id="R25c4094a80a5415e"/>
    <p:sldLayoutId xmlns:r="http://schemas.openxmlformats.org/officeDocument/2006/relationships" id="2147483662" r:id="R926b174cb80d4d76"/>
    <p:sldLayoutId xmlns:r="http://schemas.openxmlformats.org/officeDocument/2006/relationships" id="2147483663" r:id="R4875dc5ea5614364"/>
    <p:sldLayoutId xmlns:r="http://schemas.openxmlformats.org/officeDocument/2006/relationships" id="2147483664" r:id="Ra9d3db8ded7e4296"/>
    <p:sldLayoutId xmlns:r="http://schemas.openxmlformats.org/officeDocument/2006/relationships" id="2147483665" r:id="Ra0fcc377f05245cf"/>
    <p:sldLayoutId xmlns:r="http://schemas.openxmlformats.org/officeDocument/2006/relationships" id="2147483666" r:id="Rc1f6c6f12d284f99"/>
    <p:sldLayoutId xmlns:r="http://schemas.openxmlformats.org/officeDocument/2006/relationships" id="2147483667" r:id="Re760b64b647e46f8"/>
    <p:sldLayoutId xmlns:r="http://schemas.openxmlformats.org/officeDocument/2006/relationships" id="2147483668" r:id="Rd59ae42c3f174ad4"/>
    <p:sldLayoutId xmlns:r="http://schemas.openxmlformats.org/officeDocument/2006/relationships" id="2147483669" r:id="Rfc0751edf7124912"/>
    <p:sldLayoutId xmlns:r="http://schemas.openxmlformats.org/officeDocument/2006/relationships" id="2147483670" r:id="Rff3c2d41d2524bb7"/>
    <p:sldLayoutId xmlns:r="http://schemas.openxmlformats.org/officeDocument/2006/relationships" id="2147483671" r:id="Rdd9f6c9726fe430d"/>
    <p:sldLayoutId xmlns:r="http://schemas.openxmlformats.org/officeDocument/2006/relationships" id="2147483672" r:id="R362b40918a24491f"/>
    <p:sldLayoutId xmlns:r="http://schemas.openxmlformats.org/officeDocument/2006/relationships" id="2147483673" r:id="R65756d18ab114fb2"/>
    <p:sldLayoutId xmlns:r="http://schemas.openxmlformats.org/officeDocument/2006/relationships" id="2147483674" r:id="R886fd0cf8caf4f22"/>
    <p:sldLayoutId xmlns:r="http://schemas.openxmlformats.org/officeDocument/2006/relationships" id="2147483675" r:id="Rca87df82adb94827"/>
    <p:sldLayoutId xmlns:r="http://schemas.openxmlformats.org/officeDocument/2006/relationships" id="2147483676" r:id="R96ea065029784774"/>
    <p:sldLayoutId xmlns:r="http://schemas.openxmlformats.org/officeDocument/2006/relationships" id="2147483677" r:id="Rf4dad6837b554280"/>
    <p:sldLayoutId xmlns:r="http://schemas.openxmlformats.org/officeDocument/2006/relationships" id="2147483678" r:id="R77f3e73e911a4df6"/>
    <p:sldLayoutId xmlns:r="http://schemas.openxmlformats.org/officeDocument/2006/relationships" id="2147483679" r:id="R25253d044e4c4cab"/>
    <p:sldLayoutId xmlns:r="http://schemas.openxmlformats.org/officeDocument/2006/relationships" id="2147483680" r:id="R246a167b36884d41"/>
    <p:sldLayoutId xmlns:r="http://schemas.openxmlformats.org/officeDocument/2006/relationships" id="2147483681" r:id="R65d936be0f2b485a"/>
    <p:sldLayoutId xmlns:r="http://schemas.openxmlformats.org/officeDocument/2006/relationships" id="2147483682" r:id="R7c77346528184496"/>
    <p:sldLayoutId xmlns:r="http://schemas.openxmlformats.org/officeDocument/2006/relationships" id="2147483683" r:id="R4c0fb167efe94212"/>
    <p:sldLayoutId xmlns:r="http://schemas.openxmlformats.org/officeDocument/2006/relationships" id="2147483684" r:id="Rffc9d57417dc4720"/>
    <p:sldLayoutId xmlns:r="http://schemas.openxmlformats.org/officeDocument/2006/relationships" id="2147483685" r:id="R8a10577086784eae"/>
    <p:sldLayoutId xmlns:r="http://schemas.openxmlformats.org/officeDocument/2006/relationships" id="2147483686" r:id="Re43c71dd3ff54d0b"/>
    <p:sldLayoutId xmlns:r="http://schemas.openxmlformats.org/officeDocument/2006/relationships" id="2147483687" r:id="R218637902cc94847"/>
    <p:sldLayoutId xmlns:r="http://schemas.openxmlformats.org/officeDocument/2006/relationships" id="2147483688" r:id="Rba2911e482e64b5a"/>
    <p:sldLayoutId xmlns:r="http://schemas.openxmlformats.org/officeDocument/2006/relationships" id="2147483689" r:id="R2085b6dabd154ac9"/>
    <p:sldLayoutId xmlns:r="http://schemas.openxmlformats.org/officeDocument/2006/relationships" id="2147483690" r:id="R2e233524c94545a6"/>
    <p:sldLayoutId xmlns:r="http://schemas.openxmlformats.org/officeDocument/2006/relationships" id="2147483691" r:id="R69603584e31f4e0c"/>
    <p:sldLayoutId xmlns:r="http://schemas.openxmlformats.org/officeDocument/2006/relationships" id="2147483692" r:id="Ra4d5be681c524f91"/>
    <p:sldLayoutId xmlns:r="http://schemas.openxmlformats.org/officeDocument/2006/relationships" id="2147483693" r:id="Rc727bb8df37e4f32"/>
    <p:sldLayoutId xmlns:r="http://schemas.openxmlformats.org/officeDocument/2006/relationships" id="2147483694" r:id="Rece8309684624327"/>
    <p:sldLayoutId xmlns:r="http://schemas.openxmlformats.org/officeDocument/2006/relationships" id="2147483695" r:id="R3b322c1ca83d4821"/>
    <p:sldLayoutId xmlns:r="http://schemas.openxmlformats.org/officeDocument/2006/relationships" id="2147483696" r:id="Re4cae3fcf9ec461a"/>
    <p:sldLayoutId xmlns:r="http://schemas.openxmlformats.org/officeDocument/2006/relationships" id="2147483697" r:id="R58476edc59aa4a53"/>
    <p:sldLayoutId xmlns:r="http://schemas.openxmlformats.org/officeDocument/2006/relationships" id="2147483698" r:id="R4fdd5cf25f0c4c45"/>
    <p:sldLayoutId xmlns:r="http://schemas.openxmlformats.org/officeDocument/2006/relationships" id="2147483699" r:id="Rf5bf08f8db4f49a7"/>
    <p:sldLayoutId xmlns:r="http://schemas.openxmlformats.org/officeDocument/2006/relationships" id="2147483700" r:id="Re3260760fb2b437f"/>
    <p:sldLayoutId xmlns:r="http://schemas.openxmlformats.org/officeDocument/2006/relationships" id="2147483701" r:id="R8d79111208354f04"/>
    <p:sldLayoutId xmlns:r="http://schemas.openxmlformats.org/officeDocument/2006/relationships" id="2147483702" r:id="Ra87ab6e8e3c94f11"/>
    <p:sldLayoutId xmlns:r="http://schemas.openxmlformats.org/officeDocument/2006/relationships" id="2147483703" r:id="R328ae3a177194089"/>
    <p:sldLayoutId xmlns:r="http://schemas.openxmlformats.org/officeDocument/2006/relationships" id="2147483704" r:id="Rac8cf6db66ce4dda"/>
    <p:sldLayoutId xmlns:r="http://schemas.openxmlformats.org/officeDocument/2006/relationships" id="2147483705" r:id="R971f250bbda24a88"/>
    <p:sldLayoutId xmlns:r="http://schemas.openxmlformats.org/officeDocument/2006/relationships" id="2147483706" r:id="R1aad5a85e5b349f5"/>
    <p:sldLayoutId xmlns:r="http://schemas.openxmlformats.org/officeDocument/2006/relationships" id="2147483707" r:id="Rc06b0aa9d5cf4f20"/>
    <p:sldLayoutId xmlns:r="http://schemas.openxmlformats.org/officeDocument/2006/relationships" id="2147483708" r:id="R35ee77ae36b949de"/>
    <p:sldLayoutId xmlns:r="http://schemas.openxmlformats.org/officeDocument/2006/relationships" id="2147483709" r:id="R7be273fc2a394888"/>
    <p:sldLayoutId xmlns:r="http://schemas.openxmlformats.org/officeDocument/2006/relationships" id="2147483710" r:id="Rc651ff290d3c4f01"/>
    <p:sldLayoutId xmlns:r="http://schemas.openxmlformats.org/officeDocument/2006/relationships" id="2147483711" r:id="R04c8483a6da84e70"/>
    <p:sldLayoutId xmlns:r="http://schemas.openxmlformats.org/officeDocument/2006/relationships" id="2147483712" r:id="Rcd012e69bff34113"/>
    <p:sldLayoutId xmlns:r="http://schemas.openxmlformats.org/officeDocument/2006/relationships" id="2147483713" r:id="Rc3d313a9893d4b5e"/>
    <p:sldLayoutId xmlns:r="http://schemas.openxmlformats.org/officeDocument/2006/relationships" id="2147483714" r:id="R5b0cb54837744aa9"/>
    <p:sldLayoutId xmlns:r="http://schemas.openxmlformats.org/officeDocument/2006/relationships" id="2147483715" r:id="R3f1c971a68e544d9"/>
    <p:sldLayoutId xmlns:r="http://schemas.openxmlformats.org/officeDocument/2006/relationships" id="2147483716" r:id="R1af8baae80044acc"/>
    <p:sldLayoutId xmlns:r="http://schemas.openxmlformats.org/officeDocument/2006/relationships" id="2147483717" r:id="R11d2ab10c65c4ab9"/>
    <p:sldLayoutId xmlns:r="http://schemas.openxmlformats.org/officeDocument/2006/relationships" id="2147483718" r:id="R10a26229436e4cc7"/>
    <p:sldLayoutId xmlns:r="http://schemas.openxmlformats.org/officeDocument/2006/relationships" id="2147483719" r:id="Rf7988e34a9064b16"/>
    <p:sldLayoutId xmlns:r="http://schemas.openxmlformats.org/officeDocument/2006/relationships" id="2147483720" r:id="Rf7f02a0a5cda44f3"/>
    <p:sldLayoutId xmlns:r="http://schemas.openxmlformats.org/officeDocument/2006/relationships" id="2147483721" r:id="R4821b5aeb9414fb4"/>
    <p:sldLayoutId xmlns:r="http://schemas.openxmlformats.org/officeDocument/2006/relationships" id="2147483722" r:id="R14c6b43b3d7749bf"/>
    <p:sldLayoutId xmlns:r="http://schemas.openxmlformats.org/officeDocument/2006/relationships" id="2147483723" r:id="R0bb93ebc8d824625"/>
    <p:sldLayoutId xmlns:r="http://schemas.openxmlformats.org/officeDocument/2006/relationships" id="2147483724" r:id="R116f3b44bf324606"/>
    <p:sldLayoutId xmlns:r="http://schemas.openxmlformats.org/officeDocument/2006/relationships" id="2147483725" r:id="R4c2b6d9627e8417b"/>
    <p:sldLayoutId xmlns:r="http://schemas.openxmlformats.org/officeDocument/2006/relationships" id="2147483726" r:id="R55ee843b1e6a4105"/>
    <p:sldLayoutId xmlns:r="http://schemas.openxmlformats.org/officeDocument/2006/relationships" id="2147483727" r:id="R69c5d90f50024852"/>
    <p:sldLayoutId xmlns:r="http://schemas.openxmlformats.org/officeDocument/2006/relationships" id="2147483728" r:id="R41453736ccd04983"/>
    <p:sldLayoutId xmlns:r="http://schemas.openxmlformats.org/officeDocument/2006/relationships" id="2147483729" r:id="R18b90972f3a9468c"/>
    <p:sldLayoutId xmlns:r="http://schemas.openxmlformats.org/officeDocument/2006/relationships" id="2147483730" r:id="R241931aee0e448d2"/>
    <p:sldLayoutId xmlns:r="http://schemas.openxmlformats.org/officeDocument/2006/relationships" id="2147483731" r:id="R6ee3cde5c1024094"/>
    <p:sldLayoutId xmlns:r="http://schemas.openxmlformats.org/officeDocument/2006/relationships" id="2147483732" r:id="R163d07db3d2346ce"/>
    <p:sldLayoutId xmlns:r="http://schemas.openxmlformats.org/officeDocument/2006/relationships" id="2147483733" r:id="R7c2cadcc2dea4fa0"/>
    <p:sldLayoutId xmlns:r="http://schemas.openxmlformats.org/officeDocument/2006/relationships" id="2147483734" r:id="Rd60f16ea72aa4fbe"/>
    <p:sldLayoutId xmlns:r="http://schemas.openxmlformats.org/officeDocument/2006/relationships" id="2147483735" r:id="R15bf3f73a3534b17"/>
    <p:sldLayoutId xmlns:r="http://schemas.openxmlformats.org/officeDocument/2006/relationships" id="2147483736" r:id="R6d5b24e22704487b"/>
    <p:sldLayoutId xmlns:r="http://schemas.openxmlformats.org/officeDocument/2006/relationships" id="2147483737" r:id="R485de7a388424886"/>
    <p:sldLayoutId xmlns:r="http://schemas.openxmlformats.org/officeDocument/2006/relationships" id="2147483738" r:id="R36fffa14212249a8"/>
    <p:sldLayoutId xmlns:r="http://schemas.openxmlformats.org/officeDocument/2006/relationships" id="2147483739" r:id="R1fb04e2260214fba"/>
    <p:sldLayoutId xmlns:r="http://schemas.openxmlformats.org/officeDocument/2006/relationships" id="2147483740" r:id="R43c836272dba4eec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5836" userDrawn="1">
          <p15:clr>
            <a:srgbClr xmlns:a="http://schemas.openxmlformats.org/drawingml/2006/main" val="F26B43"/>
          </p15:clr>
        </p15:guide>
        <p15:guide id="2" pos="294" userDrawn="1">
          <p15:clr>
            <a:srgbClr xmlns:a="http://schemas.openxmlformats.org/drawingml/2006/main" val="F26B43"/>
          </p15:clr>
        </p15:guide>
        <p15:guide id="3" userDrawn="1">
          <p15:clr>
            <a:srgbClr xmlns:a="http://schemas.openxmlformats.org/drawingml/2006/main" val="F26B43"/>
          </p15:clr>
        </p15:guide>
        <p15:guide id="4" orient="horz" pos="4020" userDrawn="1">
          <p15:clr>
            <a:srgbClr xmlns:a="http://schemas.openxmlformats.org/drawingml/2006/main" val="F26B43"/>
          </p15:clr>
        </p15:guide>
        <p15:guide id="6" orient="horz" pos="4320" userDrawn="1">
          <p15:clr>
            <a:srgbClr xmlns:a="http://schemas.openxmlformats.org/drawingml/2006/main" val="F26B43"/>
          </p15:clr>
        </p15:guide>
        <p15:guide id="7" orient="horz" pos="2160" userDrawn="1">
          <p15:clr>
            <a:srgbClr xmlns:a="http://schemas.openxmlformats.org/drawingml/2006/main" val="F26B43"/>
          </p15:clr>
        </p15:guide>
        <p15:guide id="8" orient="horz" pos="2024" userDrawn="1">
          <p15:clr>
            <a:srgbClr xmlns:a="http://schemas.openxmlformats.org/drawingml/2006/main" val="F26B43"/>
          </p15:clr>
        </p15:guide>
        <p15:guide id="9" pos="7386" userDrawn="1">
          <p15:clr>
            <a:srgbClr xmlns:a="http://schemas.openxmlformats.org/drawingml/2006/main" val="F26B43"/>
          </p15:clr>
        </p15:guide>
        <p15:guide id="11" pos="3987" userDrawn="1">
          <p15:clr>
            <a:srgbClr xmlns:a="http://schemas.openxmlformats.org/drawingml/2006/main" val="F26B43"/>
          </p15:clr>
        </p15:guide>
        <p15:guide id="12" pos="5540" userDrawn="1">
          <p15:clr>
            <a:srgbClr xmlns:a="http://schemas.openxmlformats.org/drawingml/2006/main" val="F26B43"/>
          </p15:clr>
        </p15:guide>
        <p15:guide id="13" orient="horz" userDrawn="1">
          <p15:clr>
            <a:srgbClr xmlns:a="http://schemas.openxmlformats.org/drawingml/2006/main" val="F26B43"/>
          </p15:clr>
        </p15:guide>
        <p15:guide id="14" pos="3692" userDrawn="1">
          <p15:clr>
            <a:srgbClr xmlns:a="http://schemas.openxmlformats.org/drawingml/2006/main" val="F26B43"/>
          </p15:clr>
        </p15:guide>
        <p15:guide id="15" pos="5688" userDrawn="1">
          <p15:clr>
            <a:srgbClr xmlns:a="http://schemas.openxmlformats.org/drawingml/2006/main" val="F26B43"/>
          </p15:clr>
        </p15:guide>
        <p15:guide id="17" pos="2140" userDrawn="1">
          <p15:clr>
            <a:srgbClr xmlns:a="http://schemas.openxmlformats.org/drawingml/2006/main" val="F26B43"/>
          </p15:clr>
        </p15:guide>
        <p15:guide id="19" pos="1845" userDrawn="1">
          <p15:clr>
            <a:srgbClr xmlns:a="http://schemas.openxmlformats.org/drawingml/2006/main" val="F26B43"/>
          </p15:clr>
        </p15:guide>
        <p15:guide id="20" pos="1992" userDrawn="1">
          <p15:clr>
            <a:srgbClr xmlns:a="http://schemas.openxmlformats.org/drawingml/2006/main" val="F26B43"/>
          </p15:clr>
        </p15:guide>
        <p15:guide id="21" pos="3840" userDrawn="1">
          <p15:clr>
            <a:srgbClr xmlns:a="http://schemas.openxmlformats.org/drawingml/2006/main" val="F26B43"/>
          </p15:clr>
        </p15:guide>
        <p15:guide id="22" orient="horz" pos="2296" userDrawn="1">
          <p15:clr>
            <a:srgbClr xmlns:a="http://schemas.openxmlformats.org/drawingml/2006/main" val="F26B43"/>
          </p15:clr>
        </p15:guide>
        <p15:guide id="23" orient="horz" pos="1071" userDrawn="1">
          <p15:clr>
            <a:srgbClr xmlns:a="http://schemas.openxmlformats.org/drawingml/2006/main" val="F26B43"/>
          </p15:clr>
        </p15:guide>
        <p15:guide id="24" orient="horz" pos="292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7F7AA66E-9575-1F2A-1A9F-648AD126AB8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588488" y="6383062"/>
            <a:ext cx="1136787" cy="346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800" b="0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defRPr>
            </a:lvl1pPr>
          </a:lstStyle>
          <a:p xmlns:a="http://schemas.openxmlformats.org/drawingml/2006/main">
            <a:fld id="{A033FBAF-CC45-994F-83CC-A12951D2A66F}" type="slidenum">
              <a:t>‹nº›</a:t>
            </a:fld>
            <a:endParaRPr/>
          </a:p>
        </p:txBody>
      </p:sp>
      <p:sp>
        <p:nvSpPr>
          <p:cNvPr id="131" name="Google Shape;4367;p121">
            <a:extLst xmlns:a="http://schemas.openxmlformats.org/drawingml/2006/main">
              <a:ext uri="{FF2B5EF4-FFF2-40B4-BE49-F238E27FC236}">
                <a16:creationId xmlns:a16="http://schemas.microsoft.com/office/drawing/2014/main" id="{FBEE4B16-6E38-0E1C-CB7B-EA319186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34499" y="169682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32" name="Google Shape;4368;p121">
            <a:extLst xmlns:a="http://schemas.openxmlformats.org/drawingml/2006/main">
              <a:ext uri="{FF2B5EF4-FFF2-40B4-BE49-F238E27FC236}">
                <a16:creationId xmlns:a16="http://schemas.microsoft.com/office/drawing/2014/main" id="{035D3C02-4465-E95C-F72E-C130065E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34657" y="169682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33" name="Google Shape;4369;p121">
            <a:extLst xmlns:a="http://schemas.openxmlformats.org/drawingml/2006/main">
              <a:ext uri="{FF2B5EF4-FFF2-40B4-BE49-F238E27FC236}">
                <a16:creationId xmlns:a16="http://schemas.microsoft.com/office/drawing/2014/main" id="{0093816B-D82D-EBDF-FE2E-69B7AD4A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34818" y="169682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34" name="Google Shape;4370;p121">
            <a:extLst xmlns:a="http://schemas.openxmlformats.org/drawingml/2006/main">
              <a:ext uri="{FF2B5EF4-FFF2-40B4-BE49-F238E27FC236}">
                <a16:creationId xmlns:a16="http://schemas.microsoft.com/office/drawing/2014/main" id="{154C1933-3857-0F93-FE6B-5A51B250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34983" y="169682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35" name="Google Shape;4371;p121">
            <a:extLst xmlns:a="http://schemas.openxmlformats.org/drawingml/2006/main">
              <a:ext uri="{FF2B5EF4-FFF2-40B4-BE49-F238E27FC236}">
                <a16:creationId xmlns:a16="http://schemas.microsoft.com/office/drawing/2014/main" id="{05462A90-40EE-F041-C7B5-A7087D53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34499" y="0"/>
            <a:ext cx="489312" cy="147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800" b="1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rPr>
              <a:t>Principais</a:t>
            </a:r>
          </a:p>
        </p:txBody>
      </p:sp>
      <p:sp>
        <p:nvSpPr>
          <p:cNvPr id="136" name="Google Shape;4372;p121">
            <a:extLst xmlns:a="http://schemas.openxmlformats.org/drawingml/2006/main">
              <a:ext uri="{FF2B5EF4-FFF2-40B4-BE49-F238E27FC236}">
                <a16:creationId xmlns:a16="http://schemas.microsoft.com/office/drawing/2014/main" id="{DC95121B-37C9-B7F7-7B86-FBD054A1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34499" y="446172"/>
            <a:ext cx="594122" cy="147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800" b="1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rPr>
              <a:t>Proporções</a:t>
            </a:r>
          </a:p>
        </p:txBody>
      </p:sp>
      <p:sp>
        <p:nvSpPr>
          <p:cNvPr id="137" name="Google Shape;4373;p121">
            <a:extLst xmlns:a="http://schemas.openxmlformats.org/drawingml/2006/main">
              <a:ext uri="{FF2B5EF4-FFF2-40B4-BE49-F238E27FC236}">
                <a16:creationId xmlns:a16="http://schemas.microsoft.com/office/drawing/2014/main" id="{BF44784C-7C90-99B3-6CC8-717EBB94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45187" y="620410"/>
            <a:ext cx="489434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38" name="Google Shape;4374;p121">
            <a:extLst xmlns:a="http://schemas.openxmlformats.org/drawingml/2006/main">
              <a:ext uri="{FF2B5EF4-FFF2-40B4-BE49-F238E27FC236}">
                <a16:creationId xmlns:a16="http://schemas.microsoft.com/office/drawing/2014/main" id="{DB2B1A32-A143-37A6-923D-FE98CCA8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45512" y="620410"/>
            <a:ext cx="110356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39" name="Google Shape;4375;p121">
            <a:extLst xmlns:a="http://schemas.openxmlformats.org/drawingml/2006/main">
              <a:ext uri="{FF2B5EF4-FFF2-40B4-BE49-F238E27FC236}">
                <a16:creationId xmlns:a16="http://schemas.microsoft.com/office/drawing/2014/main" id="{3FAD9FFD-5340-A0FE-B9B0-3DE14475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34499" y="620410"/>
            <a:ext cx="489434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40" name="Google Shape;4376;p121">
            <a:extLst xmlns:a="http://schemas.openxmlformats.org/drawingml/2006/main">
              <a:ext uri="{FF2B5EF4-FFF2-40B4-BE49-F238E27FC236}">
                <a16:creationId xmlns:a16="http://schemas.microsoft.com/office/drawing/2014/main" id="{8A8C7B32-F70E-F987-9188-1B2A7049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5867" y="620410"/>
            <a:ext cx="110356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41" name="Google Shape;4377;p121">
            <a:extLst xmlns:a="http://schemas.openxmlformats.org/drawingml/2006/main">
              <a:ext uri="{FF2B5EF4-FFF2-40B4-BE49-F238E27FC236}">
                <a16:creationId xmlns:a16="http://schemas.microsoft.com/office/drawing/2014/main" id="{1F8A0813-C064-6174-545E-9D60B7D3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40046" y="1088229"/>
            <a:ext cx="413964" cy="147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800" b="1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rPr>
              <a:t>Variações</a:t>
            </a:r>
          </a:p>
        </p:txBody>
      </p:sp>
      <p:sp>
        <p:nvSpPr>
          <p:cNvPr id="142" name="Google Shape;4378;p121">
            <a:extLst xmlns:a="http://schemas.openxmlformats.org/drawingml/2006/main">
              <a:ext uri="{FF2B5EF4-FFF2-40B4-BE49-F238E27FC236}">
                <a16:creationId xmlns:a16="http://schemas.microsoft.com/office/drawing/2014/main" id="{578E90A3-D00B-1B56-FB0A-03D359F2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40046" y="1264247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43" name="Google Shape;4379;p121">
            <a:extLst xmlns:a="http://schemas.openxmlformats.org/drawingml/2006/main">
              <a:ext uri="{FF2B5EF4-FFF2-40B4-BE49-F238E27FC236}">
                <a16:creationId xmlns:a16="http://schemas.microsoft.com/office/drawing/2014/main" id="{074F072F-EFD4-0D17-6990-29B048AF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0204" y="1264247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44" name="Google Shape;4380;p121">
            <a:extLst xmlns:a="http://schemas.openxmlformats.org/drawingml/2006/main">
              <a:ext uri="{FF2B5EF4-FFF2-40B4-BE49-F238E27FC236}">
                <a16:creationId xmlns:a16="http://schemas.microsoft.com/office/drawing/2014/main" id="{80C3D767-11DD-34D1-E6C7-3FF6AB9B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40365" y="1264247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45" name="Google Shape;4381;p121">
            <a:extLst xmlns:a="http://schemas.openxmlformats.org/drawingml/2006/main">
              <a:ext uri="{FF2B5EF4-FFF2-40B4-BE49-F238E27FC236}">
                <a16:creationId xmlns:a16="http://schemas.microsoft.com/office/drawing/2014/main" id="{0F076841-BACB-7566-43DD-8D0B623E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40530" y="1264247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46" name="Google Shape;4382;p121">
            <a:extLst xmlns:a="http://schemas.openxmlformats.org/drawingml/2006/main">
              <a:ext uri="{FF2B5EF4-FFF2-40B4-BE49-F238E27FC236}">
                <a16:creationId xmlns:a16="http://schemas.microsoft.com/office/drawing/2014/main" id="{FCEE22BA-2AFD-5A71-59E3-3134FF12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40046" y="1513870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47" name="Google Shape;4383;p121">
            <a:extLst xmlns:a="http://schemas.openxmlformats.org/drawingml/2006/main">
              <a:ext uri="{FF2B5EF4-FFF2-40B4-BE49-F238E27FC236}">
                <a16:creationId xmlns:a16="http://schemas.microsoft.com/office/drawing/2014/main" id="{F39079FA-6A8B-CFBF-A739-29158965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0204" y="1513870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3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48" name="Google Shape;4384;p121">
            <a:extLst xmlns:a="http://schemas.openxmlformats.org/drawingml/2006/main">
              <a:ext uri="{FF2B5EF4-FFF2-40B4-BE49-F238E27FC236}">
                <a16:creationId xmlns:a16="http://schemas.microsoft.com/office/drawing/2014/main" id="{F9EEAB6D-4045-BDE7-25D6-A754B01E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40365" y="1513870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49" name="Google Shape;4385;p121">
            <a:extLst xmlns:a="http://schemas.openxmlformats.org/drawingml/2006/main">
              <a:ext uri="{FF2B5EF4-FFF2-40B4-BE49-F238E27FC236}">
                <a16:creationId xmlns:a16="http://schemas.microsoft.com/office/drawing/2014/main" id="{9EF802D6-7FE2-FA10-B8CC-365F0980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40530" y="1513870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1C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50" name="Google Shape;4386;p121">
            <a:extLst xmlns:a="http://schemas.openxmlformats.org/drawingml/2006/main">
              <a:ext uri="{FF2B5EF4-FFF2-40B4-BE49-F238E27FC236}">
                <a16:creationId xmlns:a16="http://schemas.microsoft.com/office/drawing/2014/main" id="{3982156F-C51C-A4EA-07CA-3B39F2C8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40046" y="1763494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A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51" name="Google Shape;4387;p121">
            <a:extLst xmlns:a="http://schemas.openxmlformats.org/drawingml/2006/main">
              <a:ext uri="{FF2B5EF4-FFF2-40B4-BE49-F238E27FC236}">
                <a16:creationId xmlns:a16="http://schemas.microsoft.com/office/drawing/2014/main" id="{4154F778-73BA-75DE-9BE9-99480862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0204" y="1763494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D1A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52" name="Google Shape;4388;p121">
            <a:extLst xmlns:a="http://schemas.openxmlformats.org/drawingml/2006/main">
              <a:ext uri="{FF2B5EF4-FFF2-40B4-BE49-F238E27FC236}">
                <a16:creationId xmlns:a16="http://schemas.microsoft.com/office/drawing/2014/main" id="{A33C529B-D272-E7A9-9375-C28A78BE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40365" y="1763494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E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53" name="Google Shape;4389;p121">
            <a:extLst xmlns:a="http://schemas.openxmlformats.org/drawingml/2006/main">
              <a:ext uri="{FF2B5EF4-FFF2-40B4-BE49-F238E27FC236}">
                <a16:creationId xmlns:a16="http://schemas.microsoft.com/office/drawing/2014/main" id="{DFD068A6-F1F8-94EB-7828-DAD7799C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40530" y="1763494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54" name="Google Shape;4390;p121">
            <a:extLst xmlns:a="http://schemas.openxmlformats.org/drawingml/2006/main">
              <a:ext uri="{FF2B5EF4-FFF2-40B4-BE49-F238E27FC236}">
                <a16:creationId xmlns:a16="http://schemas.microsoft.com/office/drawing/2014/main" id="{3B6F2D0D-1BEC-4493-8ECF-B111B20C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40046" y="2013117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55" name="Google Shape;4391;p121">
            <a:extLst xmlns:a="http://schemas.openxmlformats.org/drawingml/2006/main">
              <a:ext uri="{FF2B5EF4-FFF2-40B4-BE49-F238E27FC236}">
                <a16:creationId xmlns:a16="http://schemas.microsoft.com/office/drawing/2014/main" id="{D291BEC1-6EE5-620A-B6C8-8B842897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0204" y="2013117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56" name="Google Shape;4392;p121">
            <a:extLst xmlns:a="http://schemas.openxmlformats.org/drawingml/2006/main">
              <a:ext uri="{FF2B5EF4-FFF2-40B4-BE49-F238E27FC236}">
                <a16:creationId xmlns:a16="http://schemas.microsoft.com/office/drawing/2014/main" id="{EE935045-E8DF-E28C-5CC3-01458298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40365" y="2013117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57" name="Google Shape;4393;p121">
            <a:extLst xmlns:a="http://schemas.openxmlformats.org/drawingml/2006/main">
              <a:ext uri="{FF2B5EF4-FFF2-40B4-BE49-F238E27FC236}">
                <a16:creationId xmlns:a16="http://schemas.microsoft.com/office/drawing/2014/main" id="{8E31BB69-9869-6AAC-6CFA-433B0BC1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40530" y="2013117"/>
            <a:ext cx="299827" cy="249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00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58" name="Google Shape;2062;p65">
            <a:extLst xmlns:a="http://schemas.openxmlformats.org/drawingml/2006/main">
              <a:ext uri="{FF2B5EF4-FFF2-40B4-BE49-F238E27FC236}">
                <a16:creationId xmlns:a16="http://schemas.microsoft.com/office/drawing/2014/main" id="{4E703894-088B-7E19-F8DF-CF46E4BD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7" y="150422"/>
            <a:ext cx="5176316" cy="538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500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rPr>
              <a:t>Título Arial Nova Light </a:t>
            </a:r>
            <a:r>
              <a:rPr sz="3333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rPr>
              <a:t>35pt</a:t>
            </a:r>
          </a:p>
        </p:txBody>
      </p:sp>
      <p:sp>
        <p:nvSpPr>
          <p:cNvPr id="159" name="Google Shape;2068;p65">
            <a:extLst xmlns:a="http://schemas.openxmlformats.org/drawingml/2006/main">
              <a:ext uri="{FF2B5EF4-FFF2-40B4-BE49-F238E27FC236}">
                <a16:creationId xmlns:a16="http://schemas.microsoft.com/office/drawing/2014/main" id="{0BBD316E-EA6E-6533-2855-B72FB255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8" y="1064893"/>
            <a:ext cx="4356309" cy="307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Arial Nova Condensed Regular 20pt</a:t>
            </a:r>
          </a:p>
        </p:txBody>
      </p:sp>
      <p:sp>
        <p:nvSpPr>
          <p:cNvPr id="160" name="Google Shape;2068;p65">
            <a:extLst xmlns:a="http://schemas.openxmlformats.org/drawingml/2006/main">
              <a:ext uri="{FF2B5EF4-FFF2-40B4-BE49-F238E27FC236}">
                <a16:creationId xmlns:a16="http://schemas.microsoft.com/office/drawing/2014/main" id="{038CF146-7839-8D59-8648-0B8CDF29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8" y="715222"/>
            <a:ext cx="4416344" cy="307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Subtítulo Arial Nova Condensed Bold 20pt</a:t>
            </a:r>
          </a:p>
        </p:txBody>
      </p:sp>
      <p:sp>
        <p:nvSpPr>
          <p:cNvPr id="161" name="Google Shape;2062;p65">
            <a:extLst xmlns:a="http://schemas.openxmlformats.org/drawingml/2006/main">
              <a:ext uri="{FF2B5EF4-FFF2-40B4-BE49-F238E27FC236}">
                <a16:creationId xmlns:a16="http://schemas.microsoft.com/office/drawing/2014/main" id="{ED62D566-10BF-BCAB-C9EF-07DC90A1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7" y="1514819"/>
            <a:ext cx="5176316" cy="415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700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rPr>
              <a:t>Título Arial Nova Light 27pt</a:t>
            </a:r>
          </a:p>
        </p:txBody>
      </p:sp>
      <p:sp>
        <p:nvSpPr>
          <p:cNvPr id="162" name="Google Shape;2068;p65">
            <a:extLst xmlns:a="http://schemas.openxmlformats.org/drawingml/2006/main">
              <a:ext uri="{FF2B5EF4-FFF2-40B4-BE49-F238E27FC236}">
                <a16:creationId xmlns:a16="http://schemas.microsoft.com/office/drawing/2014/main" id="{B5F14EA2-3811-DB7B-FE59-7B550CB8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8" y="2252207"/>
            <a:ext cx="435630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6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Arial Nova Condensed Regular 16pt</a:t>
            </a:r>
          </a:p>
        </p:txBody>
      </p:sp>
      <p:sp>
        <p:nvSpPr>
          <p:cNvPr id="163" name="Google Shape;2068;p65">
            <a:extLst xmlns:a="http://schemas.openxmlformats.org/drawingml/2006/main">
              <a:ext uri="{FF2B5EF4-FFF2-40B4-BE49-F238E27FC236}">
                <a16:creationId xmlns:a16="http://schemas.microsoft.com/office/drawing/2014/main" id="{49061A48-7984-EC5B-CC56-51377888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8" y="1961151"/>
            <a:ext cx="4416344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60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Subtítulo Arial Nova Condensed Bold 16pt</a:t>
            </a:r>
          </a:p>
        </p:txBody>
      </p:sp>
      <p:sp>
        <p:nvSpPr>
          <p:cNvPr id="164" name="Google Shape;2062;p65">
            <a:extLst xmlns:a="http://schemas.openxmlformats.org/drawingml/2006/main">
              <a:ext uri="{FF2B5EF4-FFF2-40B4-BE49-F238E27FC236}">
                <a16:creationId xmlns:a16="http://schemas.microsoft.com/office/drawing/2014/main" id="{920F7153-7A80-C823-41DB-26B21A4E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7" y="2646370"/>
            <a:ext cx="5176316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200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rPr>
              <a:t>Título Arial Nova Light 22pt</a:t>
            </a:r>
          </a:p>
        </p:txBody>
      </p:sp>
      <p:sp>
        <p:nvSpPr>
          <p:cNvPr id="165" name="Google Shape;2068;p65">
            <a:extLst xmlns:a="http://schemas.openxmlformats.org/drawingml/2006/main">
              <a:ext uri="{FF2B5EF4-FFF2-40B4-BE49-F238E27FC236}">
                <a16:creationId xmlns:a16="http://schemas.microsoft.com/office/drawing/2014/main" id="{FAECCA7D-86CE-E329-E376-AD38F2BB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8" y="3326800"/>
            <a:ext cx="4356309" cy="215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Arial Nova Condensed Regular 16pt</a:t>
            </a:r>
          </a:p>
        </p:txBody>
      </p:sp>
      <p:sp>
        <p:nvSpPr>
          <p:cNvPr id="166" name="Google Shape;2068;p65">
            <a:extLst xmlns:a="http://schemas.openxmlformats.org/drawingml/2006/main">
              <a:ext uri="{FF2B5EF4-FFF2-40B4-BE49-F238E27FC236}">
                <a16:creationId xmlns:a16="http://schemas.microsoft.com/office/drawing/2014/main" id="{ADE11058-FBB1-ADE9-B53F-F0601414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8" y="3035744"/>
            <a:ext cx="4416344" cy="215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Subtítulo Arial Nova Condensed Bold 16pt</a:t>
            </a:r>
          </a:p>
        </p:txBody>
      </p:sp>
      <p:sp>
        <p:nvSpPr>
          <p:cNvPr id="167" name="Google Shape;2062;p65">
            <a:extLst xmlns:a="http://schemas.openxmlformats.org/drawingml/2006/main">
              <a:ext uri="{FF2B5EF4-FFF2-40B4-BE49-F238E27FC236}">
                <a16:creationId xmlns:a16="http://schemas.microsoft.com/office/drawing/2014/main" id="{85A02C5E-44F8-7586-1632-C41105D6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7" y="3736961"/>
            <a:ext cx="5176316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600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rPr>
              <a:t>Título Arial Nova Light 16pt</a:t>
            </a:r>
          </a:p>
        </p:txBody>
      </p:sp>
      <p:sp>
        <p:nvSpPr>
          <p:cNvPr id="168" name="Google Shape;2068;p65">
            <a:extLst xmlns:a="http://schemas.openxmlformats.org/drawingml/2006/main">
              <a:ext uri="{FF2B5EF4-FFF2-40B4-BE49-F238E27FC236}">
                <a16:creationId xmlns:a16="http://schemas.microsoft.com/office/drawing/2014/main" id="{68C05078-A71D-DF0C-EAE8-4A7CDAC5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8" y="4251503"/>
            <a:ext cx="4356309" cy="184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Arial Nova Condensed Regular 12pt</a:t>
            </a:r>
          </a:p>
        </p:txBody>
      </p:sp>
      <p:sp>
        <p:nvSpPr>
          <p:cNvPr id="169" name="Google Shape;2068;p65">
            <a:extLst xmlns:a="http://schemas.openxmlformats.org/drawingml/2006/main">
              <a:ext uri="{FF2B5EF4-FFF2-40B4-BE49-F238E27FC236}">
                <a16:creationId xmlns:a16="http://schemas.microsoft.com/office/drawing/2014/main" id="{56BE847A-68DA-D8BC-6417-E961AD3F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8" y="4020248"/>
            <a:ext cx="4416344" cy="184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Subtítulo Arial Nova Condensed Bold 12pt</a:t>
            </a:r>
          </a:p>
        </p:txBody>
      </p:sp>
      <p:sp>
        <p:nvSpPr>
          <p:cNvPr id="170" name="Google Shape;2062;p65">
            <a:extLst xmlns:a="http://schemas.openxmlformats.org/drawingml/2006/main">
              <a:ext uri="{FF2B5EF4-FFF2-40B4-BE49-F238E27FC236}">
                <a16:creationId xmlns:a16="http://schemas.microsoft.com/office/drawing/2014/main" id="{B8D680A6-3BEF-8B5A-EFCD-93E34BBD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7" y="4642886"/>
            <a:ext cx="5176316" cy="184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rPr>
              <a:t>Título Arial Nova Light 12pt</a:t>
            </a:r>
          </a:p>
        </p:txBody>
      </p:sp>
      <p:sp>
        <p:nvSpPr>
          <p:cNvPr id="171" name="Google Shape;2068;p65">
            <a:extLst xmlns:a="http://schemas.openxmlformats.org/drawingml/2006/main">
              <a:ext uri="{FF2B5EF4-FFF2-40B4-BE49-F238E27FC236}">
                <a16:creationId xmlns:a16="http://schemas.microsoft.com/office/drawing/2014/main" id="{2CA0E3FB-8F8A-9066-853C-B75775F1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8" y="5085064"/>
            <a:ext cx="4356309" cy="13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9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Arial Nova Condensed Regular 9pt</a:t>
            </a:r>
          </a:p>
        </p:txBody>
      </p:sp>
      <p:sp>
        <p:nvSpPr>
          <p:cNvPr id="172" name="Google Shape;2068;p65">
            <a:extLst xmlns:a="http://schemas.openxmlformats.org/drawingml/2006/main">
              <a:ext uri="{FF2B5EF4-FFF2-40B4-BE49-F238E27FC236}">
                <a16:creationId xmlns:a16="http://schemas.microsoft.com/office/drawing/2014/main" id="{2CEA1EB8-7962-4C77-1A66-12A21869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28" y="4901851"/>
            <a:ext cx="4416344" cy="13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90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Subtítulo Arial Nova Condensed Bold 9pt</a:t>
            </a:r>
          </a:p>
        </p:txBody>
      </p:sp>
      <p:sp>
        <p:nvSpPr>
          <p:cNvPr id="173" name="Google Shape;2079;p65">
            <a:extLst xmlns:a="http://schemas.openxmlformats.org/drawingml/2006/main">
              <a:ext uri="{FF2B5EF4-FFF2-40B4-BE49-F238E27FC236}">
                <a16:creationId xmlns:a16="http://schemas.microsoft.com/office/drawing/2014/main" id="{C8F3F3AF-B4A5-56E1-E0A7-1DEE24D8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44789" y="2687498"/>
            <a:ext cx="399781" cy="184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6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Mensagem positiva</a:t>
            </a:r>
          </a:p>
        </p:txBody>
      </p:sp>
      <p:sp>
        <p:nvSpPr>
          <p:cNvPr id="174" name="Google Shape;2080;p65">
            <a:extLst xmlns:a="http://schemas.openxmlformats.org/drawingml/2006/main">
              <a:ext uri="{FF2B5EF4-FFF2-40B4-BE49-F238E27FC236}">
                <a16:creationId xmlns:a16="http://schemas.microsoft.com/office/drawing/2014/main" id="{B8625E32-B368-B3E7-8A22-87FAE20D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31008" y="2687498"/>
            <a:ext cx="399781" cy="184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6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Mensagem</a:t>
            </a:r>
            <a:br>
              <a:rPr sz="6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</a:br>
            <a:r>
              <a:rPr sz="6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negativa</a:t>
            </a:r>
            <a:endParaRPr sz="600">
              <a:solidFill>
                <a:srgbClr val="002B49"/>
              </a:solidFill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76" name="Google Shape;2077;p65">
            <a:extLst xmlns:a="http://schemas.openxmlformats.org/drawingml/2006/main">
              <a:ext uri="{FF2B5EF4-FFF2-40B4-BE49-F238E27FC236}">
                <a16:creationId xmlns:a16="http://schemas.microsoft.com/office/drawing/2014/main" id="{CE1E0FC0-5623-0806-F163-3FC6E4E0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40047" y="2398327"/>
            <a:ext cx="399780" cy="245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CC3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77" name="Google Shape;2078;p65">
            <a:extLst xmlns:a="http://schemas.openxmlformats.org/drawingml/2006/main">
              <a:ext uri="{FF2B5EF4-FFF2-40B4-BE49-F238E27FC236}">
                <a16:creationId xmlns:a16="http://schemas.microsoft.com/office/drawing/2014/main" id="{B3530A5F-03B8-AED1-AAEA-4E1157E3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40485" y="2398327"/>
            <a:ext cx="399780" cy="245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3D3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solidFill>
                <a:srgbClr val="CF3D3D"/>
              </a:solidFill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78" name="Google Shape;2078;p65">
            <a:extLst xmlns:a="http://schemas.openxmlformats.org/drawingml/2006/main">
              <a:ext uri="{FF2B5EF4-FFF2-40B4-BE49-F238E27FC236}">
                <a16:creationId xmlns:a16="http://schemas.microsoft.com/office/drawing/2014/main" id="{A40BF5C2-05BA-6630-AD7D-5F59BC12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040266" y="2398327"/>
            <a:ext cx="399780" cy="245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20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solidFill>
                <a:srgbClr val="CF3D3D"/>
              </a:solidFill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79" name="Google Shape;2080;p65">
            <a:extLst xmlns:a="http://schemas.openxmlformats.org/drawingml/2006/main">
              <a:ext uri="{FF2B5EF4-FFF2-40B4-BE49-F238E27FC236}">
                <a16:creationId xmlns:a16="http://schemas.microsoft.com/office/drawing/2014/main" id="{C851E7B6-9736-5B45-889A-9C7921F4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0268" y="2687498"/>
            <a:ext cx="399781" cy="184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6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Mensagem</a:t>
            </a:r>
            <a:br>
              <a:rPr sz="6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</a:br>
            <a:r>
              <a:rPr sz="6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de atenção</a:t>
            </a:r>
            <a:endParaRPr sz="600">
              <a:solidFill>
                <a:srgbClr val="002B49"/>
              </a:solidFill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80" name="Google Shape;2079;p65">
            <a:extLst xmlns:a="http://schemas.openxmlformats.org/drawingml/2006/main">
              <a:ext uri="{FF2B5EF4-FFF2-40B4-BE49-F238E27FC236}">
                <a16:creationId xmlns:a16="http://schemas.microsoft.com/office/drawing/2014/main" id="{98F1A997-ABEA-04EE-216E-76936CCF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40046" y="921489"/>
            <a:ext cx="1281917" cy="95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6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Laranja é usado apenas para os detalhes.</a:t>
            </a:r>
            <a:endParaRPr sz="600">
              <a:solidFill>
                <a:srgbClr val="002B49"/>
              </a:solidFill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82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C1423D59-D6F2-42D9-3048-1D6A4C64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44784" y="3384313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83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54CF2C90-BA15-653F-CBD6-D20AB62A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68523" y="3384313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84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2549E464-93E0-75FB-419D-75744386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44784" y="3206791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85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6398199E-B68C-4226-B98D-FECD1387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68523" y="3206791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86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C56EAB83-0EFA-EF32-E619-2743CA20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91286" y="3384313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87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D4A1CD4F-43E2-5DD9-1549-50C21A76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15025" y="3384313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D1A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88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43CEFB10-F8A0-70B6-4723-7D999148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91286" y="3206791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89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A86E54A8-F2B0-7630-3476-9BEA9C82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15025" y="3206791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90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B32CD912-ACA2-4FC5-F673-BCF84ACF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35076" y="4315461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91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F845CA83-6165-A2A8-2F60-B04BA74C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58814" y="4315461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92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04AE18FF-FF37-374F-0C5A-6B017B90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35076" y="4137939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93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20696C8C-970B-9C25-3B20-1EF6D7DF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58814" y="4137939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AB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94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C88FF8EA-5BED-4B34-295E-A60FC95B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82233" y="4315461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95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E4FD17E5-8061-6ECF-7C7A-979810B4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05972" y="4315461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56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96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25E3440E-6525-DEDA-ACE7-8CC38C04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82233" y="4137939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D1A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97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A859B22B-DF0F-AF90-6478-CA5453E5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05972" y="4137939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98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C09DC30A-FA09-C08E-741E-E179DD22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44784" y="3849407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199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C297A522-F1DC-0DD0-74D6-0BFF20E9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68523" y="3849407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00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2A41E048-51EA-097D-C092-9068221C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44784" y="3671885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01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F4F8ACEE-E5C1-2657-BF09-2DBAB949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68523" y="3671885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02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A0172F36-71D8-33DF-76DB-CEFBA4DE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88001" y="3849407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03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AE9EDE59-83FF-4E90-BE44-A11E0C7E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11740" y="3849407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D1A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04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A152A5F4-BAFD-76C0-40F4-53C64084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88001" y="3671885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05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CF109ED9-212F-3BB3-913E-327B6F26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11740" y="3671885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06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302411DA-9E1C-F74C-E3ED-23C82D95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33376" y="4780555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07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7E03C002-8B93-A2C1-6C79-99026F55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57114" y="4780555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1C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08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D0E0C55A-5C6D-AEAB-8821-ADB2742C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433376" y="4603033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09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AB98B7E5-7804-C10F-3EB9-F2B68587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57114" y="4603033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10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F40BB09D-59BD-0A9D-9EB3-E1E0F7F4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81031" y="4780555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11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65011066-C2A7-A13A-9AD3-5DF93EE4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04769" y="4780555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12" name="Google Shape;2044;p65">
            <a:extLst xmlns:a="http://schemas.openxmlformats.org/drawingml/2006/main">
              <a:ext uri="{FF2B5EF4-FFF2-40B4-BE49-F238E27FC236}">
                <a16:creationId xmlns:a16="http://schemas.microsoft.com/office/drawing/2014/main" id="{9EE770A1-EB90-0F14-4C4E-A8A0E1C6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81031" y="4603033"/>
            <a:ext cx="277714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13" name="Google Shape;2046;p65">
            <a:extLst xmlns:a="http://schemas.openxmlformats.org/drawingml/2006/main">
              <a:ext uri="{FF2B5EF4-FFF2-40B4-BE49-F238E27FC236}">
                <a16:creationId xmlns:a16="http://schemas.microsoft.com/office/drawing/2014/main" id="{FE9FF170-6804-B73C-EA18-FF388C72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04769" y="4603033"/>
            <a:ext cx="273542" cy="1780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89">
              <a:latin typeface="Arial Nova Cond"/>
              <a:ea typeface="Arial Nova Cond"/>
              <a:cs typeface="Arial Nova Cond"/>
            </a:endParaRPr>
          </a:p>
        </p:txBody>
      </p:sp>
      <p:sp>
        <p:nvSpPr>
          <p:cNvPr id="214" name="Google Shape;4377;p121">
            <a:extLst xmlns:a="http://schemas.openxmlformats.org/drawingml/2006/main">
              <a:ext uri="{FF2B5EF4-FFF2-40B4-BE49-F238E27FC236}">
                <a16:creationId xmlns:a16="http://schemas.microsoft.com/office/drawing/2014/main" id="{813F4CA4-6097-75C3-76A5-3BAF5D4B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40046" y="3006239"/>
            <a:ext cx="1094534" cy="147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800" b="1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rPr>
              <a:t>Combinações de cores</a:t>
            </a:r>
          </a:p>
        </p:txBody>
      </p:sp>
      <p:sp>
        <p:nvSpPr>
          <p:cNvPr id="215" name="Google Shape;4371;p121">
            <a:extLst xmlns:a="http://schemas.openxmlformats.org/drawingml/2006/main">
              <a:ext uri="{FF2B5EF4-FFF2-40B4-BE49-F238E27FC236}">
                <a16:creationId xmlns:a16="http://schemas.microsoft.com/office/drawing/2014/main" id="{686EAA63-2314-BF34-52FD-DAD3BDBC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135" y="0"/>
            <a:ext cx="489312" cy="147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800" b="1" i="0">
                <a:solidFill>
                  <a:schemeClr val="tx1"/>
                </a:solidFill>
                <a:latin typeface="Arial Nova Cond"/>
                <a:ea typeface="Arial Nova Cond"/>
                <a:cs typeface="Arial Nova Cond"/>
              </a:rPr>
              <a:t>Tipografia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42" r:id="R8c2ac93437a74176"/>
    <p:sldLayoutId xmlns:r="http://schemas.openxmlformats.org/officeDocument/2006/relationships" id="2147483743" r:id="R7e5d59af1d8249d2"/>
    <p:sldLayoutId xmlns:r="http://schemas.openxmlformats.org/officeDocument/2006/relationships" id="2147483744" r:id="R0b9ebb6bb6d24b9a"/>
    <p:sldLayoutId xmlns:r="http://schemas.openxmlformats.org/officeDocument/2006/relationships" id="2147483745" r:id="Rba27ef10a2154266"/>
    <p:sldLayoutId xmlns:r="http://schemas.openxmlformats.org/officeDocument/2006/relationships" id="2147483746" r:id="R36b24aaa9c3a40b3"/>
    <p:sldLayoutId xmlns:r="http://schemas.openxmlformats.org/officeDocument/2006/relationships" id="2147483747" r:id="R6fd9a00d4cd742be"/>
    <p:sldLayoutId xmlns:r="http://schemas.openxmlformats.org/officeDocument/2006/relationships" id="2147483748" r:id="R4866526198b7478c"/>
    <p:sldLayoutId xmlns:r="http://schemas.openxmlformats.org/officeDocument/2006/relationships" id="2147483749" r:id="Rc4858bd803154a68"/>
    <p:sldLayoutId xmlns:r="http://schemas.openxmlformats.org/officeDocument/2006/relationships" id="2147483750" r:id="Rf7f94ca2cf104926"/>
    <p:sldLayoutId xmlns:r="http://schemas.openxmlformats.org/officeDocument/2006/relationships" id="2147483751" r:id="R8cad102acaeb4283"/>
    <p:sldLayoutId xmlns:r="http://schemas.openxmlformats.org/officeDocument/2006/relationships" id="2147483752" r:id="R6f1a5abc5f414ae7"/>
    <p:sldLayoutId xmlns:r="http://schemas.openxmlformats.org/officeDocument/2006/relationships" id="2147483753" r:id="Rd490f5fa0c8f42ea"/>
    <p:sldLayoutId xmlns:r="http://schemas.openxmlformats.org/officeDocument/2006/relationships" id="2147483754" r:id="Raa7f43940dea4fd5"/>
    <p:sldLayoutId xmlns:r="http://schemas.openxmlformats.org/officeDocument/2006/relationships" id="2147483755" r:id="R37007bafac1b4c27"/>
    <p:sldLayoutId xmlns:r="http://schemas.openxmlformats.org/officeDocument/2006/relationships" id="2147483756" r:id="R033aef688cf24992"/>
    <p:sldLayoutId xmlns:r="http://schemas.openxmlformats.org/officeDocument/2006/relationships" id="2147483757" r:id="R188e233907bc47f6"/>
    <p:sldLayoutId xmlns:r="http://schemas.openxmlformats.org/officeDocument/2006/relationships" id="2147483758" r:id="R1a9b10bf5a074a91"/>
    <p:sldLayoutId xmlns:r="http://schemas.openxmlformats.org/officeDocument/2006/relationships" id="2147483759" r:id="R9f747c747ae04734"/>
    <p:sldLayoutId xmlns:r="http://schemas.openxmlformats.org/officeDocument/2006/relationships" id="2147483760" r:id="Rfe58e1a3e21e4913"/>
    <p:sldLayoutId xmlns:r="http://schemas.openxmlformats.org/officeDocument/2006/relationships" id="2147483761" r:id="Rfac9101527644d18"/>
    <p:sldLayoutId xmlns:r="http://schemas.openxmlformats.org/officeDocument/2006/relationships" id="2147483762" r:id="R78b7c33b0bb74de7"/>
    <p:sldLayoutId xmlns:r="http://schemas.openxmlformats.org/officeDocument/2006/relationships" id="2147483763" r:id="R4b4980289fc84a99"/>
    <p:sldLayoutId xmlns:r="http://schemas.openxmlformats.org/officeDocument/2006/relationships" id="2147483764" r:id="R76fcc57e5ec54e03"/>
    <p:sldLayoutId xmlns:r="http://schemas.openxmlformats.org/officeDocument/2006/relationships" id="2147483765" r:id="R26195b56f0c34de6"/>
    <p:sldLayoutId xmlns:r="http://schemas.openxmlformats.org/officeDocument/2006/relationships" id="2147483766" r:id="R6f1b1a27450745d6"/>
    <p:sldLayoutId xmlns:r="http://schemas.openxmlformats.org/officeDocument/2006/relationships" id="2147483767" r:id="R363e4d7767dd4b4a"/>
    <p:sldLayoutId xmlns:r="http://schemas.openxmlformats.org/officeDocument/2006/relationships" id="2147483768" r:id="R594fa537c8ca41f3"/>
    <p:sldLayoutId xmlns:r="http://schemas.openxmlformats.org/officeDocument/2006/relationships" id="2147483769" r:id="R928b379aba1f4c6d"/>
    <p:sldLayoutId xmlns:r="http://schemas.openxmlformats.org/officeDocument/2006/relationships" id="2147483770" r:id="R5a44c4f5f4014325"/>
    <p:sldLayoutId xmlns:r="http://schemas.openxmlformats.org/officeDocument/2006/relationships" id="2147483771" r:id="R35d2f6ceb70f4dc1"/>
    <p:sldLayoutId xmlns:r="http://schemas.openxmlformats.org/officeDocument/2006/relationships" id="2147483772" r:id="R73696e9a96084253"/>
    <p:sldLayoutId xmlns:r="http://schemas.openxmlformats.org/officeDocument/2006/relationships" id="2147483773" r:id="Redd29f7d00714e04"/>
    <p:sldLayoutId xmlns:r="http://schemas.openxmlformats.org/officeDocument/2006/relationships" id="2147483774" r:id="Rd909d437ecd44897"/>
    <p:sldLayoutId xmlns:r="http://schemas.openxmlformats.org/officeDocument/2006/relationships" id="2147483775" r:id="R5008eeb16c644cdb"/>
    <p:sldLayoutId xmlns:r="http://schemas.openxmlformats.org/officeDocument/2006/relationships" id="2147483776" r:id="R8fd9716572874620"/>
    <p:sldLayoutId xmlns:r="http://schemas.openxmlformats.org/officeDocument/2006/relationships" id="2147483777" r:id="R05db5f680af04c1c"/>
    <p:sldLayoutId xmlns:r="http://schemas.openxmlformats.org/officeDocument/2006/relationships" id="2147483778" r:id="R92016451542249c7"/>
    <p:sldLayoutId xmlns:r="http://schemas.openxmlformats.org/officeDocument/2006/relationships" id="2147483779" r:id="R9a3ba80439b948d9"/>
    <p:sldLayoutId xmlns:r="http://schemas.openxmlformats.org/officeDocument/2006/relationships" id="2147483780" r:id="R3edc490245aa4742"/>
    <p:sldLayoutId xmlns:r="http://schemas.openxmlformats.org/officeDocument/2006/relationships" id="2147483781" r:id="R4db1d1ce300b4b64"/>
    <p:sldLayoutId xmlns:r="http://schemas.openxmlformats.org/officeDocument/2006/relationships" id="2147483782" r:id="R34d70c5755b64ffe"/>
    <p:sldLayoutId xmlns:r="http://schemas.openxmlformats.org/officeDocument/2006/relationships" id="2147483783" r:id="Rb48b580b7953415a"/>
    <p:sldLayoutId xmlns:r="http://schemas.openxmlformats.org/officeDocument/2006/relationships" id="2147483784" r:id="Rda23023c2ed74582"/>
    <p:sldLayoutId xmlns:r="http://schemas.openxmlformats.org/officeDocument/2006/relationships" id="2147483785" r:id="R56aeb79407f44d15"/>
    <p:sldLayoutId xmlns:r="http://schemas.openxmlformats.org/officeDocument/2006/relationships" id="2147483786" r:id="R5c592f28a7964a44"/>
    <p:sldLayoutId xmlns:r="http://schemas.openxmlformats.org/officeDocument/2006/relationships" id="2147483787" r:id="R926130d0038e4c71"/>
    <p:sldLayoutId xmlns:r="http://schemas.openxmlformats.org/officeDocument/2006/relationships" id="2147483788" r:id="R1e194a413c544537"/>
    <p:sldLayoutId xmlns:r="http://schemas.openxmlformats.org/officeDocument/2006/relationships" id="2147483789" r:id="Rd772b84c81c34ece"/>
    <p:sldLayoutId xmlns:r="http://schemas.openxmlformats.org/officeDocument/2006/relationships" id="2147483790" r:id="Rd1a309f326454e9a"/>
    <p:sldLayoutId xmlns:r="http://schemas.openxmlformats.org/officeDocument/2006/relationships" id="2147483791" r:id="Ra14b1e92897c4cb6"/>
    <p:sldLayoutId xmlns:r="http://schemas.openxmlformats.org/officeDocument/2006/relationships" id="2147483792" r:id="R10e07116ea044be8"/>
    <p:sldLayoutId xmlns:r="http://schemas.openxmlformats.org/officeDocument/2006/relationships" id="2147483793" r:id="R4621abc6a95b4c50"/>
    <p:sldLayoutId xmlns:r="http://schemas.openxmlformats.org/officeDocument/2006/relationships" id="2147483794" r:id="Re062267ccd37425e"/>
    <p:sldLayoutId xmlns:r="http://schemas.openxmlformats.org/officeDocument/2006/relationships" id="2147483795" r:id="R683e81c57c804f5c"/>
    <p:sldLayoutId xmlns:r="http://schemas.openxmlformats.org/officeDocument/2006/relationships" id="2147483796" r:id="R11b7aa5b10c84db7"/>
    <p:sldLayoutId xmlns:r="http://schemas.openxmlformats.org/officeDocument/2006/relationships" id="2147483797" r:id="R521882e1a5ae4135"/>
    <p:sldLayoutId xmlns:r="http://schemas.openxmlformats.org/officeDocument/2006/relationships" id="2147483798" r:id="Rc5a5e0b7aeae4293"/>
    <p:sldLayoutId xmlns:r="http://schemas.openxmlformats.org/officeDocument/2006/relationships" id="2147483799" r:id="R185edc8787bd4f5a"/>
    <p:sldLayoutId xmlns:r="http://schemas.openxmlformats.org/officeDocument/2006/relationships" id="2147483800" r:id="R77e88892655a4f54"/>
    <p:sldLayoutId xmlns:r="http://schemas.openxmlformats.org/officeDocument/2006/relationships" id="2147483801" r:id="Rc096c45ba7e04479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5836">
          <p15:clr>
            <a:srgbClr xmlns:a="http://schemas.openxmlformats.org/drawingml/2006/main" val="F26B43"/>
          </p15:clr>
        </p15:guide>
        <p15:guide id="2" pos="294">
          <p15:clr>
            <a:srgbClr xmlns:a="http://schemas.openxmlformats.org/drawingml/2006/main" val="F26B43"/>
          </p15:clr>
        </p15:guide>
        <p15:guide id="3">
          <p15:clr>
            <a:srgbClr xmlns:a="http://schemas.openxmlformats.org/drawingml/2006/main" val="F26B43"/>
          </p15:clr>
        </p15:guide>
        <p15:guide id="4" orient="horz" pos="4020">
          <p15:clr>
            <a:srgbClr xmlns:a="http://schemas.openxmlformats.org/drawingml/2006/main" val="F26B43"/>
          </p15:clr>
        </p15:guide>
        <p15:guide id="5" orient="horz" pos="292">
          <p15:clr>
            <a:srgbClr xmlns:a="http://schemas.openxmlformats.org/drawingml/2006/main" val="F26B43"/>
          </p15:clr>
        </p15:guide>
        <p15:guide id="6" orient="horz" pos="4320">
          <p15:clr>
            <a:srgbClr xmlns:a="http://schemas.openxmlformats.org/drawingml/2006/main" val="F26B43"/>
          </p15:clr>
        </p15:guide>
        <p15:guide id="7" orient="horz" pos="2160">
          <p15:clr>
            <a:srgbClr xmlns:a="http://schemas.openxmlformats.org/drawingml/2006/main" val="F26B43"/>
          </p15:clr>
        </p15:guide>
        <p15:guide id="8" orient="horz" pos="2012">
          <p15:clr>
            <a:srgbClr xmlns:a="http://schemas.openxmlformats.org/drawingml/2006/main" val="F26B43"/>
          </p15:clr>
        </p15:guide>
        <p15:guide id="9" pos="7386">
          <p15:clr>
            <a:srgbClr xmlns:a="http://schemas.openxmlformats.org/drawingml/2006/main" val="F26B43"/>
          </p15:clr>
        </p15:guide>
        <p15:guide id="11" pos="3987">
          <p15:clr>
            <a:srgbClr xmlns:a="http://schemas.openxmlformats.org/drawingml/2006/main" val="F26B43"/>
          </p15:clr>
        </p15:guide>
        <p15:guide id="12" pos="5540">
          <p15:clr>
            <a:srgbClr xmlns:a="http://schemas.openxmlformats.org/drawingml/2006/main" val="F26B43"/>
          </p15:clr>
        </p15:guide>
        <p15:guide id="13" orient="horz">
          <p15:clr>
            <a:srgbClr xmlns:a="http://schemas.openxmlformats.org/drawingml/2006/main" val="F26B43"/>
          </p15:clr>
        </p15:guide>
        <p15:guide id="14" pos="3692">
          <p15:clr>
            <a:srgbClr xmlns:a="http://schemas.openxmlformats.org/drawingml/2006/main" val="F26B43"/>
          </p15:clr>
        </p15:guide>
        <p15:guide id="15" pos="5688">
          <p15:clr>
            <a:srgbClr xmlns:a="http://schemas.openxmlformats.org/drawingml/2006/main" val="F26B43"/>
          </p15:clr>
        </p15:guide>
        <p15:guide id="17" pos="2140">
          <p15:clr>
            <a:srgbClr xmlns:a="http://schemas.openxmlformats.org/drawingml/2006/main" val="F26B43"/>
          </p15:clr>
        </p15:guide>
        <p15:guide id="19" pos="1845">
          <p15:clr>
            <a:srgbClr xmlns:a="http://schemas.openxmlformats.org/drawingml/2006/main" val="F26B43"/>
          </p15:clr>
        </p15:guide>
        <p15:guide id="20" pos="1992">
          <p15:clr>
            <a:srgbClr xmlns:a="http://schemas.openxmlformats.org/drawingml/2006/main" val="F26B43"/>
          </p15:clr>
        </p15:guide>
        <p15:guide id="21" pos="3840">
          <p15:clr>
            <a:srgbClr xmlns:a="http://schemas.openxmlformats.org/drawingml/2006/main" val="F26B43"/>
          </p15:clr>
        </p15:guide>
        <p15:guide id="22" orient="horz" pos="2309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Personalizar design">
  <a:themeElements>
    <a:clrScheme name="A&amp;M">
      <a:dk1>
        <a:srgbClr val="002A46"/>
      </a:dk1>
      <a:lt1>
        <a:srgbClr val="FFFFFF"/>
      </a:lt1>
      <a:dk2>
        <a:srgbClr val="5E8AB3"/>
      </a:dk2>
      <a:lt2>
        <a:srgbClr val="CCD4DA"/>
      </a:lt2>
      <a:accent1>
        <a:srgbClr val="002A46"/>
      </a:accent1>
      <a:accent2>
        <a:srgbClr val="5E8AB3"/>
      </a:accent2>
      <a:accent3>
        <a:srgbClr val="CCD4DA"/>
      </a:accent3>
      <a:accent4>
        <a:srgbClr val="F78B15"/>
      </a:accent4>
      <a:accent5>
        <a:srgbClr val="33546D"/>
      </a:accent5>
      <a:accent6>
        <a:srgbClr val="99AAB6"/>
      </a:accent6>
      <a:hlink>
        <a:srgbClr val="F8A345"/>
      </a:hlink>
      <a:folHlink>
        <a:srgbClr val="33546D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&amp;M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Personalizar design">
  <a:themeElements>
    <a:clrScheme name="A&amp;M">
      <a:dk1>
        <a:srgbClr val="002A46"/>
      </a:dk1>
      <a:lt1>
        <a:srgbClr val="FFFFFF"/>
      </a:lt1>
      <a:dk2>
        <a:srgbClr val="5E8AB3"/>
      </a:dk2>
      <a:lt2>
        <a:srgbClr val="CCD4DA"/>
      </a:lt2>
      <a:accent1>
        <a:srgbClr val="002A46"/>
      </a:accent1>
      <a:accent2>
        <a:srgbClr val="5E8AB3"/>
      </a:accent2>
      <a:accent3>
        <a:srgbClr val="CCD4DA"/>
      </a:accent3>
      <a:accent4>
        <a:srgbClr val="F78B15"/>
      </a:accent4>
      <a:accent5>
        <a:srgbClr val="33546D"/>
      </a:accent5>
      <a:accent6>
        <a:srgbClr val="99AAB6"/>
      </a:accent6>
      <a:hlink>
        <a:srgbClr val="F8A345"/>
      </a:hlink>
      <a:folHlink>
        <a:srgbClr val="33546D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&amp;M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bb20c7a86b49d6" /><Relationship Type="http://schemas.openxmlformats.org/officeDocument/2006/relationships/notesSlide" Target="/ppt/notesSlides/notesSlide1.xml" Id="R56599a15f53f4b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eb44838b304300" /><Relationship Type="http://schemas.openxmlformats.org/officeDocument/2006/relationships/notesSlide" Target="/ppt/notesSlides/notesSlide2.xml" Id="Re0e857344e9b4c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b9717125004570" /><Relationship Type="http://schemas.openxmlformats.org/officeDocument/2006/relationships/notesSlide" Target="/ppt/notesSlides/notesSlide3.xml" Id="R57c60cab238545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2e90c3da3646bd" /><Relationship Type="http://schemas.openxmlformats.org/officeDocument/2006/relationships/chart" Target="/ppt/slides/charts/chart1.xml" Id="R9b6cde05949145ce" /><Relationship Type="http://schemas.openxmlformats.org/officeDocument/2006/relationships/notesSlide" Target="/ppt/notesSlides/notesSlide4.xml" Id="Redfc9631851940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20249c09ce4b91" /><Relationship Type="http://schemas.openxmlformats.org/officeDocument/2006/relationships/notesSlide" Target="/ppt/notesSlides/notesSlide5.xml" Id="R7a947b00bf154e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c621e5f28446f0" /><Relationship Type="http://schemas.openxmlformats.org/officeDocument/2006/relationships/notesSlide" Target="/ppt/notesSlides/notesSlide6.xml" Id="R107f55b23af4402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Frentes e meses de atuação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002B49"/>
              </a:solidFill>
              <a:latin typeface="Arial Nova Cond"/>
              <a:ea typeface="Arial Nova Cond"/>
              <a:cs typeface="Arial Nova Cond"/>
            </a:defRPr>
          </a:pPr>
        </a:p>
      </c:txPr>
    </c:title>
    <c:plotArea>
      <c:barChart>
        <c:barDir val="bar"/>
        <c:grouping val="stacked"/>
        <c:varyColors val="0"/>
        <c:ser>
          <c:idx val="0"/>
          <c:order val="0"/>
          <c:tx>
            <c:v>Meses antes do início da frente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cat>
            <c:strRef>
              <c:f>'Chart Data'!$A$2:$A$8</c:f>
              <c:strCache>
                <c:ptCount val="7"/>
                <c:pt idx="0">
                  <c:v>Sustentação / transferência</c:v>
                </c:pt>
                <c:pt idx="1">
                  <c:v>Expansão e suporte</c:v>
                </c:pt>
                <c:pt idx="2">
                  <c:v>Piloto / preparação das ondas</c:v>
                </c:pt>
                <c:pt idx="3">
                  <c:v>Capacitação / multiplicadores</c:v>
                </c:pt>
                <c:pt idx="4">
                  <c:v>Comunicação e engajamento</c:v>
                </c:pt>
                <c:pt idx="5">
                  <c:v>Impactos e transição</c:v>
                </c:pt>
                <c:pt idx="6">
                  <c:v>Diagnóstico e prontidão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v>Meses de atuação propostos</c:v>
          </c:tx>
          <c:spPr>
            <a:solidFill xmlns:a="http://schemas.openxmlformats.org/drawingml/2006/main">
              <a:srgbClr val="5E8AB3"/>
            </a:solidFill>
            <a:ln xmlns:a="http://schemas.openxmlformats.org/drawingml/2006/main" w="0">
              <a:noFill/>
              <a:prstDash val="solid"/>
            </a:ln>
          </c:spPr>
          <c:dPt>
            <c:idx val="6"/>
            <c:invertIfNegative val="0"/>
            <c:spPr>
              <a:solidFill xmlns:a="http://schemas.openxmlformats.org/drawingml/2006/main">
                <a:srgbClr val="002B49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rgbClr val="002B49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5E8AB3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5E8AB3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F78C16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F78C16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0"/>
            <c:invertIfNegative val="0"/>
            <c:spPr>
              <a:solidFill xmlns:a="http://schemas.openxmlformats.org/drawingml/2006/main">
                <a:srgbClr val="5E8AB3"/>
              </a:solidFill>
              <a:ln xmlns:a="http://schemas.openxmlformats.org/drawingml/2006/main" w="0">
                <a:noFill/>
                <a:prstDash val="solid"/>
              </a:ln>
            </c:spPr>
          </c:dPt>
          <c:cat>
            <c:strRef>
              <c:f>'Chart Data'!$C$2:$C$8</c:f>
              <c:strCache>
                <c:ptCount val="7"/>
                <c:pt idx="0">
                  <c:v>Sustentação / transferência</c:v>
                </c:pt>
                <c:pt idx="1">
                  <c:v>Expansão e suporte</c:v>
                </c:pt>
                <c:pt idx="2">
                  <c:v>Piloto / preparação das ondas</c:v>
                </c:pt>
                <c:pt idx="3">
                  <c:v>Capacitação / multiplicadores</c:v>
                </c:pt>
                <c:pt idx="4">
                  <c:v>Comunicação e engajamento</c:v>
                </c:pt>
                <c:pt idx="5">
                  <c:v>Impactos e transição</c:v>
                </c:pt>
                <c:pt idx="6">
                  <c:v>Diagnóstico e prontidão</c:v>
                </c:pt>
              </c:strCache>
            </c:strRef>
          </c:cat>
          <c:val>
            <c:numRef>
              <c:f>'Chart Data'!$D$2:$D$8</c:f>
              <c:numCache>
                <c:formatCode>0</c:formatCode>
                <c:ptCount val="7"/>
                <c:pt idx="0">
                  <c:v>2</c:v>
                </c:pt>
                <c:pt idx="1">
                  <c:v>3</c:v>
                </c:pt>
                <c:pt idx="2">
                  <c:v>2</c:v>
                </c:pt>
                <c:pt idx="3">
                  <c:v>5</c:v>
                </c:pt>
                <c:pt idx="4">
                  <c:v>6</c:v>
                </c:pt>
                <c:pt idx="5">
                  <c:v>3</c:v>
                </c:pt>
                <c:pt idx="6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FFFFFF"/>
                  </a:solidFill>
                  <a:latin typeface="Arial Nova Cond"/>
                  <a:ea typeface="Arial Nova Cond"/>
                  <a:cs typeface="Arial Nova Cond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CCD4D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646464"/>
                    </a:solidFill>
                    <a:latin typeface="Arial Nova Cond"/>
                    <a:ea typeface="Arial Nova Cond"/>
                    <a:cs typeface="Arial Nova Cond"/>
                  </a:rPr>
                  <a:t>Meses após o início da atuação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646464"/>
                  </a:solidFill>
                  <a:latin typeface="Arial Nova Cond"/>
                  <a:ea typeface="Arial Nova Cond"/>
                  <a:cs typeface="Arial Nova Cond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CCD4D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2FBAA0-7220-4525-9C43-2D8FB040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469583"/>
            <a:ext cx="1125283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defRPr>
            </a:pPr>
            <a:r>
              <a:rPr sz="2550" b="0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rPr>
              <a:t>Axol | Proposta de Gestão de Mudanças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5A8E478-A83A-4D02-86F4-A6A62E5D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962025"/>
            <a:ext cx="1125283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8AB3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650" b="0">
                <a:solidFill>
                  <a:srgbClr val="5E8AB3"/>
                </a:solidFill>
                <a:latin typeface="Arial Nova Cond"/>
                <a:ea typeface="Arial Nova Cond"/>
                <a:cs typeface="Arial Nova Cond"/>
              </a:rPr>
              <a:t>Adoção da plataforma e transição do trabalho, com continuidade operacional e atenção aos impactos sobre as pessoas.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A6E6502-B6E4-43BD-B84E-0220ADD2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466" y="6383084"/>
            <a:ext cx="1136809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8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1</a:t>
            </a:r>
          </a:p>
        </p:txBody>
      </p:sp>
      <p:sp>
        <p:nvSpPr>
          <p:cNvPr id="4" name="scope-strip">
            <a:extLst xmlns:a="http://schemas.openxmlformats.org/drawingml/2006/main">
              <a:ext uri="{FF2B5EF4-FFF2-40B4-BE49-F238E27FC236}">
                <a16:creationId xmlns:a16="http://schemas.microsoft.com/office/drawing/2014/main" id="{4D0978D9-C4CD-4918-8DA2-03FF41DD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1590675"/>
            <a:ext cx="1125283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 w="0">
            <a:noFill/>
          </a:ln>
        </p:spPr>
      </p:sp>
      <p:sp>
        <p:nvSpPr>
          <p:cNvPr id="5" name="scope-five">
            <a:extLst xmlns:a="http://schemas.openxmlformats.org/drawingml/2006/main">
              <a:ext uri="{FF2B5EF4-FFF2-40B4-BE49-F238E27FC236}">
                <a16:creationId xmlns:a16="http://schemas.microsoft.com/office/drawing/2014/main" id="{F211A8CF-6C00-48FE-9F6B-068B4CC7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21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5 gerências</a:t>
            </a:r>
          </a:p>
        </p:txBody>
      </p:sp>
      <p:sp>
        <p:nvSpPr>
          <p:cNvPr id="6" name="scope-management">
            <a:extLst xmlns:a="http://schemas.openxmlformats.org/drawingml/2006/main">
              <a:ext uri="{FF2B5EF4-FFF2-40B4-BE49-F238E27FC236}">
                <a16:creationId xmlns:a16="http://schemas.microsoft.com/office/drawing/2014/main" id="{35D72845-32B5-49BD-9CFD-FF6EBA2C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752600"/>
            <a:ext cx="342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725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PE  •  PR  •  PL  •  OS  •  PD</a:t>
            </a:r>
          </a:p>
        </p:txBody>
      </p:sp>
      <p:sp>
        <p:nvSpPr>
          <p:cNvPr id="7" name="scope-duration">
            <a:extLst xmlns:a="http://schemas.openxmlformats.org/drawingml/2006/main">
              <a:ext uri="{FF2B5EF4-FFF2-40B4-BE49-F238E27FC236}">
                <a16:creationId xmlns:a16="http://schemas.microsoft.com/office/drawing/2014/main" id="{406905E2-B05B-43FE-ADCB-73C24B01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695450"/>
            <a:ext cx="1552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21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≥ 6 meses</a:t>
            </a:r>
          </a:p>
        </p:txBody>
      </p:sp>
      <p:sp>
        <p:nvSpPr>
          <p:cNvPr id="8" name="scope-horizon">
            <a:extLst xmlns:a="http://schemas.openxmlformats.org/drawingml/2006/main">
              <a:ext uri="{FF2B5EF4-FFF2-40B4-BE49-F238E27FC236}">
                <a16:creationId xmlns:a16="http://schemas.microsoft.com/office/drawing/2014/main" id="{F7C9A64A-99E4-433E-A6F7-245543FE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752600"/>
            <a:ext cx="342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725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Horizonte mínimo de atuação</a:t>
            </a:r>
          </a:p>
        </p:txBody>
      </p:sp>
      <p:sp>
        <p:nvSpPr>
          <p:cNvPr id="9" name="context-row">
            <a:extLst xmlns:a="http://schemas.openxmlformats.org/drawingml/2006/main">
              <a:ext uri="{FF2B5EF4-FFF2-40B4-BE49-F238E27FC236}">
                <a16:creationId xmlns:a16="http://schemas.microsoft.com/office/drawing/2014/main" id="{2D29F8E4-C362-40A4-8522-4D2536F0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2428875"/>
            <a:ext cx="74199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1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E5DD9E9-903E-4E38-B427-CE7F3E69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90800"/>
            <a:ext cx="1733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O cenário atual</a:t>
            </a:r>
          </a:p>
        </p:txBody>
      </p:sp>
      <p:sp>
        <p:nvSpPr>
          <p:cNvPr id="11" name="context-body">
            <a:extLst xmlns:a="http://schemas.openxmlformats.org/drawingml/2006/main">
              <a:ext uri="{FF2B5EF4-FFF2-40B4-BE49-F238E27FC236}">
                <a16:creationId xmlns:a16="http://schemas.microsoft.com/office/drawing/2014/main" id="{ACA536D1-B8BE-4FC8-ADBC-625728E8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90800"/>
            <a:ext cx="5286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Diversos sistemas legados sustentam rotinas de atualização e operação. A substituição poderá reduzir ou eliminar atividades operacionais.</a:t>
            </a:r>
          </a:p>
        </p:txBody>
      </p:sp>
      <p:sp>
        <p:nvSpPr>
          <p:cNvPr id="12" name="context-row">
            <a:extLst xmlns:a="http://schemas.openxmlformats.org/drawingml/2006/main">
              <a:ext uri="{FF2B5EF4-FFF2-40B4-BE49-F238E27FC236}">
                <a16:creationId xmlns:a16="http://schemas.microsoft.com/office/drawing/2014/main" id="{544017DB-1212-4C3B-911F-FAB01280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3409950"/>
            <a:ext cx="741997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628B13C-3458-407A-815D-C4635A3A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71875"/>
            <a:ext cx="1733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A plataforma Axol</a:t>
            </a:r>
          </a:p>
        </p:txBody>
      </p:sp>
      <p:sp>
        <p:nvSpPr>
          <p:cNvPr id="14" name="context-body">
            <a:extLst xmlns:a="http://schemas.openxmlformats.org/drawingml/2006/main">
              <a:ext uri="{FF2B5EF4-FFF2-40B4-BE49-F238E27FC236}">
                <a16:creationId xmlns:a16="http://schemas.microsoft.com/office/drawing/2014/main" id="{D072D86D-BDDD-4EDF-9061-244360EA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571875"/>
            <a:ext cx="5286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Fluxos low code por clique e arraste. Cada job é uma rodada de modelo eletroenergético; os jobs são executados em sequência.</a:t>
            </a:r>
          </a:p>
        </p:txBody>
      </p:sp>
      <p:sp>
        <p:nvSpPr>
          <p:cNvPr id="15" name="context-row">
            <a:extLst xmlns:a="http://schemas.openxmlformats.org/drawingml/2006/main">
              <a:ext uri="{FF2B5EF4-FFF2-40B4-BE49-F238E27FC236}">
                <a16:creationId xmlns:a16="http://schemas.microsoft.com/office/drawing/2014/main" id="{DA5AE360-BB0A-4C31-9234-39984D43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5029200"/>
            <a:ext cx="74199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1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35DC267-7296-475F-94DD-D3D66A65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91125"/>
            <a:ext cx="1733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A mudança no trabalho</a:t>
            </a:r>
          </a:p>
        </p:txBody>
      </p:sp>
      <p:sp>
        <p:nvSpPr>
          <p:cNvPr id="17" name="context-body">
            <a:extLst xmlns:a="http://schemas.openxmlformats.org/drawingml/2006/main">
              <a:ext uri="{FF2B5EF4-FFF2-40B4-BE49-F238E27FC236}">
                <a16:creationId xmlns:a16="http://schemas.microsoft.com/office/drawing/2014/main" id="{1636BABA-9143-4614-A3FA-953FB767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191125"/>
            <a:ext cx="5286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Atividades, papéis, competências e interfaces serão revistos. O diagnóstico orientará a transição das pessoas e o aproveitamento da capacidade.</a:t>
            </a:r>
          </a:p>
        </p:txBody>
      </p:sp>
      <p:sp>
        <p:nvSpPr>
          <p:cNvPr id="18" name="illustrative-job">
            <a:extLst xmlns:a="http://schemas.openxmlformats.org/drawingml/2006/main">
              <a:ext uri="{FF2B5EF4-FFF2-40B4-BE49-F238E27FC236}">
                <a16:creationId xmlns:a16="http://schemas.microsoft.com/office/drawing/2014/main" id="{F6492726-D374-4F81-9FEA-6B72D61C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295775"/>
            <a:ext cx="9620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3"/>
          </a:solidFill>
          <a:ln xmlns:a="http://schemas.openxmlformats.org/drawingml/2006/main" w="0">
            <a:noFill/>
          </a:ln>
        </p:spPr>
      </p:sp>
      <p:sp>
        <p:nvSpPr>
          <p:cNvPr id="19" name="job-label">
            <a:extLst xmlns:a="http://schemas.openxmlformats.org/drawingml/2006/main">
              <a:ext uri="{FF2B5EF4-FFF2-40B4-BE49-F238E27FC236}">
                <a16:creationId xmlns:a16="http://schemas.microsoft.com/office/drawing/2014/main" id="{21DA1F44-33A1-48DA-82AA-E41FFB16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14825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42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Job 1</a:t>
            </a:r>
          </a:p>
        </p:txBody>
      </p:sp>
      <p:sp>
        <p:nvSpPr>
          <p:cNvPr id="20" name="illustrative-job">
            <a:extLst xmlns:a="http://schemas.openxmlformats.org/drawingml/2006/main">
              <a:ext uri="{FF2B5EF4-FFF2-40B4-BE49-F238E27FC236}">
                <a16:creationId xmlns:a16="http://schemas.microsoft.com/office/drawing/2014/main" id="{B057EB71-4B1A-40FF-B29A-90FC0C69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295775"/>
            <a:ext cx="9620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3"/>
          </a:solidFill>
          <a:ln xmlns:a="http://schemas.openxmlformats.org/drawingml/2006/main" w="0">
            <a:noFill/>
          </a:ln>
        </p:spPr>
      </p:sp>
      <p:sp>
        <p:nvSpPr>
          <p:cNvPr id="21" name="job-label">
            <a:extLst xmlns:a="http://schemas.openxmlformats.org/drawingml/2006/main">
              <a:ext uri="{FF2B5EF4-FFF2-40B4-BE49-F238E27FC236}">
                <a16:creationId xmlns:a16="http://schemas.microsoft.com/office/drawing/2014/main" id="{A598A3C2-5C86-49E9-8C4A-F4F2AB70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314825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42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Job 2</a:t>
            </a:r>
          </a:p>
        </p:txBody>
      </p:sp>
      <p:sp>
        <p:nvSpPr>
          <p:cNvPr id="22" name="illustrative-job">
            <a:extLst xmlns:a="http://schemas.openxmlformats.org/drawingml/2006/main">
              <a:ext uri="{FF2B5EF4-FFF2-40B4-BE49-F238E27FC236}">
                <a16:creationId xmlns:a16="http://schemas.microsoft.com/office/drawing/2014/main" id="{4E7AF753-5BBC-4889-B1BB-316BF309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95775"/>
            <a:ext cx="9620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3"/>
          </a:solidFill>
          <a:ln xmlns:a="http://schemas.openxmlformats.org/drawingml/2006/main" w="0">
            <a:noFill/>
          </a:ln>
        </p:spPr>
      </p:sp>
      <p:sp>
        <p:nvSpPr>
          <p:cNvPr id="23" name="job-label">
            <a:extLst xmlns:a="http://schemas.openxmlformats.org/drawingml/2006/main">
              <a:ext uri="{FF2B5EF4-FFF2-40B4-BE49-F238E27FC236}">
                <a16:creationId xmlns:a16="http://schemas.microsoft.com/office/drawing/2014/main" id="{8E08F7A0-3C44-4579-884B-E51335ED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14825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42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Job 3</a:t>
            </a:r>
          </a:p>
        </p:txBody>
      </p:sp>
      <p:sp>
        <p:nvSpPr>
          <p:cNvPr id="24" name="job-sequence-arrow">
            <a:extLst xmlns:a="http://schemas.openxmlformats.org/drawingml/2006/main">
              <a:ext uri="{FF2B5EF4-FFF2-40B4-BE49-F238E27FC236}">
                <a16:creationId xmlns:a16="http://schemas.microsoft.com/office/drawing/2014/main" id="{E10A4ECB-F965-4770-ABFB-27B5260E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71975"/>
            <a:ext cx="952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 w="0">
            <a:noFill/>
          </a:ln>
        </p:spPr>
      </p:sp>
      <p:sp>
        <p:nvSpPr>
          <p:cNvPr id="25" name="job-sequence-arrow">
            <a:extLst xmlns:a="http://schemas.openxmlformats.org/drawingml/2006/main">
              <a:ext uri="{FF2B5EF4-FFF2-40B4-BE49-F238E27FC236}">
                <a16:creationId xmlns:a16="http://schemas.microsoft.com/office/drawing/2014/main" id="{D47CC78E-AF5F-46AC-A86A-4DC7AF04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371975"/>
            <a:ext cx="952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 w="0">
            <a:noFill/>
          </a:ln>
        </p:spPr>
      </p:sp>
      <p:sp>
        <p:nvSpPr>
          <p:cNvPr id="26" name="cloud-resources">
            <a:extLst xmlns:a="http://schemas.openxmlformats.org/drawingml/2006/main">
              <a:ext uri="{FF2B5EF4-FFF2-40B4-BE49-F238E27FC236}">
                <a16:creationId xmlns:a16="http://schemas.microsoft.com/office/drawing/2014/main" id="{FD980E79-C3C6-45C3-A4C3-166F9E84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57725"/>
            <a:ext cx="5286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8AB3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275" b="0">
                <a:solidFill>
                  <a:srgbClr val="5E8AB3"/>
                </a:solidFill>
                <a:latin typeface="Arial Nova Cond"/>
                <a:ea typeface="Arial Nova Cond"/>
                <a:cs typeface="Arial Nova Cond"/>
              </a:rPr>
              <a:t>Capacidade de servidores e custo cloud previsto por rodada.</a:t>
            </a:r>
          </a:p>
        </p:txBody>
      </p:sp>
      <p:sp>
        <p:nvSpPr>
          <p:cNvPr id="27" name="change-objective">
            <a:extLst xmlns:a="http://schemas.openxmlformats.org/drawingml/2006/main">
              <a:ext uri="{FF2B5EF4-FFF2-40B4-BE49-F238E27FC236}">
                <a16:creationId xmlns:a16="http://schemas.microsoft.com/office/drawing/2014/main" id="{14B10A66-A39F-4C30-9ED6-F1100C81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28875"/>
            <a:ext cx="3597593" cy="3590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 w="0">
            <a:noFill/>
          </a:ln>
        </p:spPr>
      </p:sp>
      <p:sp>
        <p:nvSpPr>
          <p:cNvPr id="2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2EBF3C2-27E6-4098-976C-27208EF6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628900"/>
            <a:ext cx="3219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65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RESULTADO A PERSEGUIR</a:t>
            </a:r>
          </a:p>
        </p:txBody>
      </p:sp>
      <p:sp>
        <p:nvSpPr>
          <p:cNvPr id="29" name="objective-main">
            <a:extLst xmlns:a="http://schemas.openxmlformats.org/drawingml/2006/main">
              <a:ext uri="{FF2B5EF4-FFF2-40B4-BE49-F238E27FC236}">
                <a16:creationId xmlns:a16="http://schemas.microsoft.com/office/drawing/2014/main" id="{8547CBAB-9F2B-4047-9A26-EFA42BE0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057525"/>
            <a:ext cx="3219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87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Equipes preparadas para executar as novas rotinas com autonomia.</a:t>
            </a:r>
          </a:p>
        </p:txBody>
      </p:sp>
      <p:sp>
        <p:nvSpPr>
          <p:cNvPr id="30" name="objectives">
            <a:extLst xmlns:a="http://schemas.openxmlformats.org/drawingml/2006/main">
              <a:ext uri="{FF2B5EF4-FFF2-40B4-BE49-F238E27FC236}">
                <a16:creationId xmlns:a16="http://schemas.microsoft.com/office/drawing/2014/main" id="{F683FC59-9AF2-4B1D-B4B5-F7CEFE9E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990975"/>
            <a:ext cx="32099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01  Adoção efetiva do Axol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02  Conhecimento dos legados preservado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03  Requalificação e aproveitamento da capacidade liberada</a:t>
            </a:r>
          </a:p>
        </p:txBody>
      </p:sp>
      <p:sp>
        <p:nvSpPr>
          <p:cNvPr id="31" name="scope-note">
            <a:extLst xmlns:a="http://schemas.openxmlformats.org/drawingml/2006/main">
              <a:ext uri="{FF2B5EF4-FFF2-40B4-BE49-F238E27FC236}">
                <a16:creationId xmlns:a16="http://schemas.microsoft.com/office/drawing/2014/main" id="{8CF3FDF3-838D-435B-AF93-729B9C1B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6219825"/>
            <a:ext cx="10067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rPr>
              <a:t>A extensão dos impactos, os legados e o calendário de substituição serão confirmados no diagnóstico.</a:t>
            </a:r>
          </a:p>
        </p:txBody>
      </p:sp>
    </p:spTree>
    <p:extLst>
      <p:ext uri="{BB962C8B-B14F-4D97-AF65-F5344CB8AC3E}">
        <p14:creationId xmlns:p14="http://schemas.microsoft.com/office/powerpoint/2010/main" val="884009083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801934-1A88-4541-8B17-4605ED4A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469583"/>
            <a:ext cx="1125283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defRPr>
            </a:pPr>
            <a:r>
              <a:rPr sz="2550" b="0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rPr>
              <a:t>Diagnóstico e plano integrado por gerência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96C0564-A28D-41FB-BBC8-B2788A51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962025"/>
            <a:ext cx="1125283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8AB3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650" b="0">
                <a:solidFill>
                  <a:srgbClr val="5E8AB3"/>
                </a:solidFill>
                <a:latin typeface="Arial Nova Cond"/>
                <a:ea typeface="Arial Nova Cond"/>
                <a:cs typeface="Arial Nova Cond"/>
              </a:rPr>
              <a:t>Analisar PE, PR, PL, OS e PD para priorizar impactos, públicos e ondas a partir de evidências.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37A73BB-45E9-4EEB-9117-D85431BF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466" y="6383084"/>
            <a:ext cx="1136809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8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2</a:t>
            </a:r>
          </a:p>
        </p:txBody>
      </p:sp>
      <p:sp>
        <p:nvSpPr>
          <p:cNvPr id="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0FCD677-AE4B-4FF7-8F15-CD692F91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1600200"/>
            <a:ext cx="7067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0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MAPA DE IMPACTOS | ESTRUTURA DE ANÁLISE</a:t>
            </a:r>
          </a:p>
        </p:txBody>
      </p:sp>
      <p:sp>
        <p:nvSpPr>
          <p:cNvPr id="5" name="management-scope">
            <a:extLst xmlns:a="http://schemas.openxmlformats.org/drawingml/2006/main">
              <a:ext uri="{FF2B5EF4-FFF2-40B4-BE49-F238E27FC236}">
                <a16:creationId xmlns:a16="http://schemas.microsoft.com/office/drawing/2014/main" id="{DB85F88A-AC2D-4257-B374-57270A86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1971675"/>
            <a:ext cx="129349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3"/>
          </a:solidFill>
          <a:ln xmlns:a="http://schemas.openxmlformats.org/drawingml/2006/main" w="0">
            <a:noFill/>
          </a:ln>
        </p:spPr>
      </p:sp>
      <p:sp>
        <p:nvSpPr>
          <p:cNvPr id="6" name="management-label">
            <a:extLst xmlns:a="http://schemas.openxmlformats.org/drawingml/2006/main">
              <a:ext uri="{FF2B5EF4-FFF2-40B4-BE49-F238E27FC236}">
                <a16:creationId xmlns:a16="http://schemas.microsoft.com/office/drawing/2014/main" id="{20D0D63D-8F7C-4EDE-913E-2BB6307A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3" y="19812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PE</a:t>
            </a:r>
          </a:p>
        </p:txBody>
      </p:sp>
      <p:sp>
        <p:nvSpPr>
          <p:cNvPr id="7" name="management-scope">
            <a:extLst xmlns:a="http://schemas.openxmlformats.org/drawingml/2006/main">
              <a:ext uri="{FF2B5EF4-FFF2-40B4-BE49-F238E27FC236}">
                <a16:creationId xmlns:a16="http://schemas.microsoft.com/office/drawing/2014/main" id="{D00F1287-C08A-45F4-A71A-892F8E45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620" y="1971675"/>
            <a:ext cx="129349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3"/>
          </a:solidFill>
          <a:ln xmlns:a="http://schemas.openxmlformats.org/drawingml/2006/main" w="0">
            <a:noFill/>
          </a:ln>
        </p:spPr>
      </p:sp>
      <p:sp>
        <p:nvSpPr>
          <p:cNvPr id="8" name="management-label">
            <a:extLst xmlns:a="http://schemas.openxmlformats.org/drawingml/2006/main">
              <a:ext uri="{FF2B5EF4-FFF2-40B4-BE49-F238E27FC236}">
                <a16:creationId xmlns:a16="http://schemas.microsoft.com/office/drawing/2014/main" id="{3F0A7144-B195-4FAE-808F-236E54B1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9812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PR</a:t>
            </a:r>
          </a:p>
        </p:txBody>
      </p:sp>
      <p:sp>
        <p:nvSpPr>
          <p:cNvPr id="9" name="management-scope">
            <a:extLst xmlns:a="http://schemas.openxmlformats.org/drawingml/2006/main">
              <a:ext uri="{FF2B5EF4-FFF2-40B4-BE49-F238E27FC236}">
                <a16:creationId xmlns:a16="http://schemas.microsoft.com/office/drawing/2014/main" id="{03BC9139-1FD4-46AF-88D4-E44F99F1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658" y="1971675"/>
            <a:ext cx="129349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3"/>
          </a:solidFill>
          <a:ln xmlns:a="http://schemas.openxmlformats.org/drawingml/2006/main" w="0">
            <a:noFill/>
          </a:ln>
        </p:spPr>
      </p:sp>
      <p:sp>
        <p:nvSpPr>
          <p:cNvPr id="10" name="management-label">
            <a:extLst xmlns:a="http://schemas.openxmlformats.org/drawingml/2006/main">
              <a:ext uri="{FF2B5EF4-FFF2-40B4-BE49-F238E27FC236}">
                <a16:creationId xmlns:a16="http://schemas.microsoft.com/office/drawing/2014/main" id="{EA0ED804-3D1B-4090-8635-2FD73FED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808" y="19812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PL</a:t>
            </a:r>
          </a:p>
        </p:txBody>
      </p:sp>
      <p:sp>
        <p:nvSpPr>
          <p:cNvPr id="11" name="management-scope">
            <a:extLst xmlns:a="http://schemas.openxmlformats.org/drawingml/2006/main">
              <a:ext uri="{FF2B5EF4-FFF2-40B4-BE49-F238E27FC236}">
                <a16:creationId xmlns:a16="http://schemas.microsoft.com/office/drawing/2014/main" id="{6338D118-D216-42CC-8F42-830C60E0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695" y="1971675"/>
            <a:ext cx="129349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3"/>
          </a:solidFill>
          <a:ln xmlns:a="http://schemas.openxmlformats.org/drawingml/2006/main" w="0">
            <a:noFill/>
          </a:ln>
        </p:spPr>
      </p:sp>
      <p:sp>
        <p:nvSpPr>
          <p:cNvPr id="12" name="management-label">
            <a:extLst xmlns:a="http://schemas.openxmlformats.org/drawingml/2006/main">
              <a:ext uri="{FF2B5EF4-FFF2-40B4-BE49-F238E27FC236}">
                <a16:creationId xmlns:a16="http://schemas.microsoft.com/office/drawing/2014/main" id="{20EFAD35-5874-47BB-8BC1-77821909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845" y="19812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OS</a:t>
            </a:r>
          </a:p>
        </p:txBody>
      </p:sp>
      <p:sp>
        <p:nvSpPr>
          <p:cNvPr id="13" name="management-scope">
            <a:extLst xmlns:a="http://schemas.openxmlformats.org/drawingml/2006/main">
              <a:ext uri="{FF2B5EF4-FFF2-40B4-BE49-F238E27FC236}">
                <a16:creationId xmlns:a16="http://schemas.microsoft.com/office/drawing/2014/main" id="{E55E804A-B25B-40CF-812D-D4B2D142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733" y="1971675"/>
            <a:ext cx="129349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3"/>
          </a:solidFill>
          <a:ln xmlns:a="http://schemas.openxmlformats.org/drawingml/2006/main" w="0">
            <a:noFill/>
          </a:ln>
        </p:spPr>
      </p:sp>
      <p:sp>
        <p:nvSpPr>
          <p:cNvPr id="14" name="management-label">
            <a:extLst xmlns:a="http://schemas.openxmlformats.org/drawingml/2006/main">
              <a:ext uri="{FF2B5EF4-FFF2-40B4-BE49-F238E27FC236}">
                <a16:creationId xmlns:a16="http://schemas.microsoft.com/office/drawing/2014/main" id="{67BB7A93-3AE2-4272-9A02-4E10A4D4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8883" y="19812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PD</a:t>
            </a:r>
          </a:p>
        </p:txBody>
      </p:sp>
      <p:graphicFrame>
        <p:nvGraphicFramePr>
          <p:cNvPr id="57" name=""/>
          <p:cNvGraphicFramePr/>
          <p:nvPr/>
        </p:nvGraphicFramePr>
        <p:xfrm>
          <a:off xmlns:a="http://schemas.openxmlformats.org/drawingml/2006/main" x="469583" y="2419350"/>
          <a:ext xmlns:a="http://schemas.openxmlformats.org/drawingml/2006/main" cx="7067550" cy="2952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14475"/>
                <a:gridCol w="2905125"/>
                <a:gridCol w="2647950"/>
              </a:tblGrid>
              <a:tr h="3810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1">
                          <a:solidFill>
                            <a:srgbClr val="FFFFFF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Dimensão</a:t>
                      </a:r>
                    </a:p>
                  </a:txBody>
                  <a:tcPr marL="91440" marR="91440" marT="45720" marB="45720" anchor="ctr">
                    <a:solidFill>
                      <a:srgbClr val="002B49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1">
                          <a:solidFill>
                            <a:srgbClr val="FFFFFF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Evidência a levantar</a:t>
                      </a:r>
                    </a:p>
                  </a:txBody>
                  <a:tcPr marL="91440" marR="91440" marT="45720" marB="45720" anchor="ctr">
                    <a:solidFill>
                      <a:srgbClr val="002B49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1">
                          <a:solidFill>
                            <a:srgbClr val="FFFFFF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Saída para o plano</a:t>
                      </a:r>
                    </a:p>
                  </a:txBody>
                  <a:tcPr marL="91440" marR="91440" marT="45720" marB="45720" anchor="ctr">
                    <a:solidFill>
                      <a:srgbClr val="002B49"/>
                    </a:solidFill>
                  </a:tcPr>
                </a:tc>
              </a:tr>
              <a:tr h="5143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1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Atividades</a:t>
                      </a:r>
                    </a:p>
                  </a:txBody>
                  <a:tcPr marL="91440" marR="91440" marT="45720" marB="4572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Volumes, frequência, esforço e exceções.</a:t>
                      </a:r>
                    </a:p>
                  </a:txBody>
                  <a:tcPr marL="91440" marR="91440" marT="45720" marB="4572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Trabalho atual × futuro.</a:t>
                      </a:r>
                    </a:p>
                  </a:txBody>
                  <a:tcPr marL="91440" marR="91440" marT="45720" marB="45720" anchor="ctr">
                    <a:solidFill>
                      <a:srgbClr val="EDF2F7"/>
                    </a:solidFill>
                  </a:tcPr>
                </a:tc>
              </a:tr>
              <a:tr h="5143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1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Sistemas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Legados, interfaces e dependências.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Convivência e transição.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1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Pessoas e papéis</a:t>
                      </a:r>
                    </a:p>
                  </a:txBody>
                  <a:tcPr marL="91440" marR="91440" marT="45720" marB="4572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Públicos, responsáveis e preocupações.</a:t>
                      </a:r>
                    </a:p>
                  </a:txBody>
                  <a:tcPr marL="91440" marR="91440" marT="45720" marB="4572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Stakeholders e papéis futuros.</a:t>
                      </a:r>
                    </a:p>
                  </a:txBody>
                  <a:tcPr marL="91440" marR="91440" marT="45720" marB="45720" anchor="ctr">
                    <a:solidFill>
                      <a:srgbClr val="EDF2F7"/>
                    </a:solidFill>
                  </a:tcPr>
                </a:tc>
              </a:tr>
              <a:tr h="5143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1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Competências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Conhecimentos e prática necessários.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Lacunas e trilhas por perfil.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1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Capacidade</a:t>
                      </a:r>
                    </a:p>
                  </a:txBody>
                  <a:tcPr marL="91440" marR="91440" marT="45720" marB="4572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Esforço reduzido e novas demandas.</a:t>
                      </a:r>
                    </a:p>
                  </a:txBody>
                  <a:tcPr marL="91440" marR="91440" marT="45720" marB="4572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Cenários de requalificação e realocação.</a:t>
                      </a:r>
                    </a:p>
                  </a:txBody>
                  <a:tcPr marL="91440" marR="91440" marT="45720" marB="45720"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16" name="diagnostic-method">
            <a:extLst xmlns:a="http://schemas.openxmlformats.org/drawingml/2006/main">
              <a:ext uri="{FF2B5EF4-FFF2-40B4-BE49-F238E27FC236}">
                <a16:creationId xmlns:a16="http://schemas.microsoft.com/office/drawing/2014/main" id="{394FD7A5-DE85-46D3-922B-068F3A4B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5810250"/>
            <a:ext cx="706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8AB3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425" b="0">
                <a:solidFill>
                  <a:srgbClr val="5E8AB3"/>
                </a:solidFill>
                <a:latin typeface="Arial Nova Cond"/>
                <a:ea typeface="Arial Nova Cond"/>
                <a:cs typeface="Arial Nova Cond"/>
              </a:rPr>
              <a:t>Método: entrevistas, oficinas e análise de rotinas, com validação dos responsáveis.</a:t>
            </a:r>
          </a:p>
        </p:txBody>
      </p:sp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7CB1EF9-6731-40BE-858B-679098D7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00200"/>
            <a:ext cx="3838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0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SEIS FRENTES DE ATUAÇÃO</a:t>
            </a:r>
          </a:p>
        </p:txBody>
      </p:sp>
      <p:sp>
        <p:nvSpPr>
          <p:cNvPr id="18" name="intervention-front">
            <a:extLst xmlns:a="http://schemas.openxmlformats.org/drawingml/2006/main">
              <a:ext uri="{FF2B5EF4-FFF2-40B4-BE49-F238E27FC236}">
                <a16:creationId xmlns:a16="http://schemas.microsoft.com/office/drawing/2014/main" id="{F30C5C82-309D-48EE-AFC6-C7B946F2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3835718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19" name="front-number">
            <a:extLst xmlns:a="http://schemas.openxmlformats.org/drawingml/2006/main">
              <a:ext uri="{FF2B5EF4-FFF2-40B4-BE49-F238E27FC236}">
                <a16:creationId xmlns:a16="http://schemas.microsoft.com/office/drawing/2014/main" id="{DFC4DF13-ACF5-4844-B2F0-2DBFC964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038350"/>
            <a:ext cx="352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8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01</a:t>
            </a:r>
          </a:p>
        </p:txBody>
      </p:sp>
      <p:sp>
        <p:nvSpPr>
          <p:cNvPr id="20" name="front-title">
            <a:extLst xmlns:a="http://schemas.openxmlformats.org/drawingml/2006/main">
              <a:ext uri="{FF2B5EF4-FFF2-40B4-BE49-F238E27FC236}">
                <a16:creationId xmlns:a16="http://schemas.microsoft.com/office/drawing/2014/main" id="{13E39201-4AD0-481A-9C99-F696F789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38350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Diagnóstico e prontidão</a:t>
            </a:r>
          </a:p>
        </p:txBody>
      </p:sp>
      <p:sp>
        <p:nvSpPr>
          <p:cNvPr id="21" name="front-description">
            <a:extLst xmlns:a="http://schemas.openxmlformats.org/drawingml/2006/main">
              <a:ext uri="{FF2B5EF4-FFF2-40B4-BE49-F238E27FC236}">
                <a16:creationId xmlns:a16="http://schemas.microsoft.com/office/drawing/2014/main" id="{E69EB404-D6FA-4F73-A334-1D6C8EB3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86000"/>
            <a:ext cx="3095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35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Públicos, barreiras e linha de base.</a:t>
            </a:r>
          </a:p>
        </p:txBody>
      </p:sp>
      <p:sp>
        <p:nvSpPr>
          <p:cNvPr id="22" name="intervention-front">
            <a:extLst xmlns:a="http://schemas.openxmlformats.org/drawingml/2006/main">
              <a:ext uri="{FF2B5EF4-FFF2-40B4-BE49-F238E27FC236}">
                <a16:creationId xmlns:a16="http://schemas.microsoft.com/office/drawing/2014/main" id="{2C1450FA-A0D7-4A32-9B6F-4C904143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3835718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23" name="front-number">
            <a:extLst xmlns:a="http://schemas.openxmlformats.org/drawingml/2006/main">
              <a:ext uri="{FF2B5EF4-FFF2-40B4-BE49-F238E27FC236}">
                <a16:creationId xmlns:a16="http://schemas.microsoft.com/office/drawing/2014/main" id="{96890BC0-9BF1-4B95-9C95-1A0B5ABF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86050"/>
            <a:ext cx="352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8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02</a:t>
            </a:r>
          </a:p>
        </p:txBody>
      </p:sp>
      <p:sp>
        <p:nvSpPr>
          <p:cNvPr id="24" name="front-title">
            <a:extLst xmlns:a="http://schemas.openxmlformats.org/drawingml/2006/main">
              <a:ext uri="{FF2B5EF4-FFF2-40B4-BE49-F238E27FC236}">
                <a16:creationId xmlns:a16="http://schemas.microsoft.com/office/drawing/2014/main" id="{099838D4-2FF4-4873-830E-7ED1C6EF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86050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Impactos e riscos</a:t>
            </a:r>
          </a:p>
        </p:txBody>
      </p:sp>
      <p:sp>
        <p:nvSpPr>
          <p:cNvPr id="25" name="front-description">
            <a:extLst xmlns:a="http://schemas.openxmlformats.org/drawingml/2006/main">
              <a:ext uri="{FF2B5EF4-FFF2-40B4-BE49-F238E27FC236}">
                <a16:creationId xmlns:a16="http://schemas.microsoft.com/office/drawing/2014/main" id="{AF6C6AAF-3BC4-4835-8DD9-09DEBFDD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33700"/>
            <a:ext cx="3095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35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Criticidade, dependências e ações.</a:t>
            </a:r>
          </a:p>
        </p:txBody>
      </p:sp>
      <p:sp>
        <p:nvSpPr>
          <p:cNvPr id="26" name="intervention-front">
            <a:extLst xmlns:a="http://schemas.openxmlformats.org/drawingml/2006/main">
              <a:ext uri="{FF2B5EF4-FFF2-40B4-BE49-F238E27FC236}">
                <a16:creationId xmlns:a16="http://schemas.microsoft.com/office/drawing/2014/main" id="{1E3D3ADB-BDE0-4340-BEA8-330723BE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3835718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27" name="front-number">
            <a:extLst xmlns:a="http://schemas.openxmlformats.org/drawingml/2006/main">
              <a:ext uri="{FF2B5EF4-FFF2-40B4-BE49-F238E27FC236}">
                <a16:creationId xmlns:a16="http://schemas.microsoft.com/office/drawing/2014/main" id="{5D6E76C9-430E-48EE-94B9-DF2D439A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33750"/>
            <a:ext cx="352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8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03</a:t>
            </a:r>
          </a:p>
        </p:txBody>
      </p:sp>
      <p:sp>
        <p:nvSpPr>
          <p:cNvPr id="28" name="front-title">
            <a:extLst xmlns:a="http://schemas.openxmlformats.org/drawingml/2006/main">
              <a:ext uri="{FF2B5EF4-FFF2-40B4-BE49-F238E27FC236}">
                <a16:creationId xmlns:a16="http://schemas.microsoft.com/office/drawing/2014/main" id="{CBA19C37-36A8-48D1-9529-185CF09A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33750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Comunicação e sensibilização</a:t>
            </a:r>
          </a:p>
        </p:txBody>
      </p:sp>
      <p:sp>
        <p:nvSpPr>
          <p:cNvPr id="29" name="front-description">
            <a:extLst xmlns:a="http://schemas.openxmlformats.org/drawingml/2006/main">
              <a:ext uri="{FF2B5EF4-FFF2-40B4-BE49-F238E27FC236}">
                <a16:creationId xmlns:a16="http://schemas.microsoft.com/office/drawing/2014/main" id="{78B2F798-1522-46B3-B5E9-429E5E60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81400"/>
            <a:ext cx="3095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35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Patrocínio, mensagens e escuta.</a:t>
            </a:r>
          </a:p>
        </p:txBody>
      </p:sp>
      <p:sp>
        <p:nvSpPr>
          <p:cNvPr id="30" name="intervention-front">
            <a:extLst xmlns:a="http://schemas.openxmlformats.org/drawingml/2006/main">
              <a:ext uri="{FF2B5EF4-FFF2-40B4-BE49-F238E27FC236}">
                <a16:creationId xmlns:a16="http://schemas.microsoft.com/office/drawing/2014/main" id="{1EA8F484-B7EB-4D34-B045-C1CF7920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05250"/>
            <a:ext cx="3835718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31" name="front-number">
            <a:extLst xmlns:a="http://schemas.openxmlformats.org/drawingml/2006/main">
              <a:ext uri="{FF2B5EF4-FFF2-40B4-BE49-F238E27FC236}">
                <a16:creationId xmlns:a16="http://schemas.microsoft.com/office/drawing/2014/main" id="{39179800-99CB-4F25-B67F-F3A73BEE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981450"/>
            <a:ext cx="352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8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04</a:t>
            </a:r>
          </a:p>
        </p:txBody>
      </p:sp>
      <p:sp>
        <p:nvSpPr>
          <p:cNvPr id="32" name="front-title">
            <a:extLst xmlns:a="http://schemas.openxmlformats.org/drawingml/2006/main">
              <a:ext uri="{FF2B5EF4-FFF2-40B4-BE49-F238E27FC236}">
                <a16:creationId xmlns:a16="http://schemas.microsoft.com/office/drawing/2014/main" id="{97001999-9387-4C51-B65C-E823F151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81450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Transição do trabalho</a:t>
            </a:r>
          </a:p>
        </p:txBody>
      </p:sp>
      <p:sp>
        <p:nvSpPr>
          <p:cNvPr id="33" name="front-description">
            <a:extLst xmlns:a="http://schemas.openxmlformats.org/drawingml/2006/main">
              <a:ext uri="{FF2B5EF4-FFF2-40B4-BE49-F238E27FC236}">
                <a16:creationId xmlns:a16="http://schemas.microsoft.com/office/drawing/2014/main" id="{D3D725F3-6B65-4B5C-9873-A9A371A0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29100"/>
            <a:ext cx="3095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35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Papéis e capacidade de trabalho.</a:t>
            </a:r>
          </a:p>
        </p:txBody>
      </p:sp>
      <p:sp>
        <p:nvSpPr>
          <p:cNvPr id="34" name="intervention-front">
            <a:extLst xmlns:a="http://schemas.openxmlformats.org/drawingml/2006/main">
              <a:ext uri="{FF2B5EF4-FFF2-40B4-BE49-F238E27FC236}">
                <a16:creationId xmlns:a16="http://schemas.microsoft.com/office/drawing/2014/main" id="{538215D7-1AF0-459B-9752-D29643B3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52950"/>
            <a:ext cx="3835718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35" name="front-number">
            <a:extLst xmlns:a="http://schemas.openxmlformats.org/drawingml/2006/main">
              <a:ext uri="{FF2B5EF4-FFF2-40B4-BE49-F238E27FC236}">
                <a16:creationId xmlns:a16="http://schemas.microsoft.com/office/drawing/2014/main" id="{EBEE2E47-FC7C-44A8-8EA4-D87F7C24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629150"/>
            <a:ext cx="352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8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05</a:t>
            </a:r>
          </a:p>
        </p:txBody>
      </p:sp>
      <p:sp>
        <p:nvSpPr>
          <p:cNvPr id="36" name="front-title">
            <a:extLst xmlns:a="http://schemas.openxmlformats.org/drawingml/2006/main">
              <a:ext uri="{FF2B5EF4-FFF2-40B4-BE49-F238E27FC236}">
                <a16:creationId xmlns:a16="http://schemas.microsoft.com/office/drawing/2014/main" id="{8417B43F-3D57-4F35-A29A-65345B2E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29150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Capacitação</a:t>
            </a:r>
          </a:p>
        </p:txBody>
      </p:sp>
      <p:sp>
        <p:nvSpPr>
          <p:cNvPr id="37" name="front-description">
            <a:extLst xmlns:a="http://schemas.openxmlformats.org/drawingml/2006/main">
              <a:ext uri="{FF2B5EF4-FFF2-40B4-BE49-F238E27FC236}">
                <a16:creationId xmlns:a16="http://schemas.microsoft.com/office/drawing/2014/main" id="{C7ED9B30-32B7-4AA6-9167-A8ABE8A0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76800"/>
            <a:ext cx="3095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35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Trilhas, prática e multiplicadores.</a:t>
            </a:r>
          </a:p>
        </p:txBody>
      </p:sp>
      <p:sp>
        <p:nvSpPr>
          <p:cNvPr id="38" name="intervention-front">
            <a:extLst xmlns:a="http://schemas.openxmlformats.org/drawingml/2006/main">
              <a:ext uri="{FF2B5EF4-FFF2-40B4-BE49-F238E27FC236}">
                <a16:creationId xmlns:a16="http://schemas.microsoft.com/office/drawing/2014/main" id="{A1492F6D-4C5F-478D-A97F-84736C0F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00650"/>
            <a:ext cx="3835718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39" name="front-number">
            <a:extLst xmlns:a="http://schemas.openxmlformats.org/drawingml/2006/main">
              <a:ext uri="{FF2B5EF4-FFF2-40B4-BE49-F238E27FC236}">
                <a16:creationId xmlns:a16="http://schemas.microsoft.com/office/drawing/2014/main" id="{CFE43EC5-D3B4-4F0E-8C08-F9A723AC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276850"/>
            <a:ext cx="352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8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06</a:t>
            </a:r>
          </a:p>
        </p:txBody>
      </p:sp>
      <p:sp>
        <p:nvSpPr>
          <p:cNvPr id="40" name="front-title">
            <a:extLst xmlns:a="http://schemas.openxmlformats.org/drawingml/2006/main">
              <a:ext uri="{FF2B5EF4-FFF2-40B4-BE49-F238E27FC236}">
                <a16:creationId xmlns:a16="http://schemas.microsoft.com/office/drawing/2014/main" id="{303A368C-A0BC-437B-AEB6-0DE8C5FD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76850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Adoção e sustentação</a:t>
            </a:r>
          </a:p>
        </p:txBody>
      </p:sp>
      <p:sp>
        <p:nvSpPr>
          <p:cNvPr id="41" name="front-description">
            <a:extLst xmlns:a="http://schemas.openxmlformats.org/drawingml/2006/main">
              <a:ext uri="{FF2B5EF4-FFF2-40B4-BE49-F238E27FC236}">
                <a16:creationId xmlns:a16="http://schemas.microsoft.com/office/drawing/2014/main" id="{CC6BB679-7995-446D-91AB-DAF4A040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524500"/>
            <a:ext cx="3095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35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Piloto, ondas e sustentação.</a:t>
            </a:r>
          </a:p>
        </p:txBody>
      </p:sp>
      <p:sp>
        <p:nvSpPr>
          <p:cNvPr id="42" name="scope-note">
            <a:extLst xmlns:a="http://schemas.openxmlformats.org/drawingml/2006/main">
              <a:ext uri="{FF2B5EF4-FFF2-40B4-BE49-F238E27FC236}">
                <a16:creationId xmlns:a16="http://schemas.microsoft.com/office/drawing/2014/main" id="{315D85D8-FD41-46F6-953F-C5AAA4F9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6219825"/>
            <a:ext cx="10067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rPr>
              <a:t>Cada impacto registrará público, gerência, rotina/legado, criticidade, ação, responsável, prazo e evidência de tratamento.</a:t>
            </a:r>
          </a:p>
        </p:txBody>
      </p:sp>
    </p:spTree>
    <p:extLst>
      <p:ext uri="{BB962C8B-B14F-4D97-AF65-F5344CB8AC3E}">
        <p14:creationId xmlns:p14="http://schemas.microsoft.com/office/powerpoint/2010/main" val="884009083"/>
      </p:ext>
    </p:extLst>
  </p:cSld>
</p:sld>
</file>

<file path=ppt/slides/slide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8140EF-57C2-47B5-B5DD-0C2542DB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469583"/>
            <a:ext cx="1125283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defRPr>
            </a:pPr>
            <a:r>
              <a:rPr sz="2550" b="0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rPr>
              <a:t>Transição de pessoas, trabalho e legados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57748B0-7194-4A31-BB8E-289097D6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962025"/>
            <a:ext cx="1125283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8AB3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650" b="0">
                <a:solidFill>
                  <a:srgbClr val="5E8AB3"/>
                </a:solidFill>
                <a:latin typeface="Arial Nova Cond"/>
                <a:ea typeface="Arial Nova Cond"/>
                <a:cs typeface="Arial Nova Cond"/>
              </a:rPr>
              <a:t>Relacionar as atividades que mudam ao conhecimento crítico, às competências e ao destino da capacidade liberada.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C1ED50F-593A-4BE8-B9E6-3729C834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466" y="6383084"/>
            <a:ext cx="1136809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8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3</a:t>
            </a:r>
          </a:p>
        </p:txBody>
      </p:sp>
      <p:sp>
        <p:nvSpPr>
          <p:cNvPr id="4" name="people-transition-step">
            <a:extLst xmlns:a="http://schemas.openxmlformats.org/drawingml/2006/main">
              <a:ext uri="{FF2B5EF4-FFF2-40B4-BE49-F238E27FC236}">
                <a16:creationId xmlns:a16="http://schemas.microsoft.com/office/drawing/2014/main" id="{A0AC5045-0344-4F90-B2A3-03BD7506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1619250"/>
            <a:ext cx="2566035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5" name="people-step-heading">
            <a:extLst xmlns:a="http://schemas.openxmlformats.org/drawingml/2006/main">
              <a:ext uri="{FF2B5EF4-FFF2-40B4-BE49-F238E27FC236}">
                <a16:creationId xmlns:a16="http://schemas.microsoft.com/office/drawing/2014/main" id="{A8AF5B69-9F8B-47A3-A1E3-2BA07AA7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1619250"/>
            <a:ext cx="256603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 w="0">
            <a:noFill/>
          </a:ln>
        </p:spPr>
      </p:sp>
      <p:sp>
        <p:nvSpPr>
          <p:cNvPr id="6" name="people-step-number">
            <a:extLst xmlns:a="http://schemas.openxmlformats.org/drawingml/2006/main">
              <a:ext uri="{FF2B5EF4-FFF2-40B4-BE49-F238E27FC236}">
                <a16:creationId xmlns:a16="http://schemas.microsoft.com/office/drawing/2014/main" id="{903326FB-5FC3-48AE-B082-36CFC25C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8" y="1704975"/>
            <a:ext cx="314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8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01</a:t>
            </a:r>
          </a:p>
        </p:txBody>
      </p:sp>
      <p:sp>
        <p:nvSpPr>
          <p:cNvPr id="7" name="people-step-title">
            <a:extLst xmlns:a="http://schemas.openxmlformats.org/drawingml/2006/main">
              <a:ext uri="{FF2B5EF4-FFF2-40B4-BE49-F238E27FC236}">
                <a16:creationId xmlns:a16="http://schemas.microsoft.com/office/drawing/2014/main" id="{F97319B2-A156-4C02-87FF-68940147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3" y="1724025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Mapear o trabalho</a:t>
            </a:r>
          </a:p>
        </p:txBody>
      </p:sp>
      <p:sp>
        <p:nvSpPr>
          <p:cNvPr id="8" name="people-step-body">
            <a:extLst xmlns:a="http://schemas.openxmlformats.org/drawingml/2006/main">
              <a:ext uri="{FF2B5EF4-FFF2-40B4-BE49-F238E27FC236}">
                <a16:creationId xmlns:a16="http://schemas.microsoft.com/office/drawing/2014/main" id="{83374A33-FC0E-406C-84C0-2C7CFEC9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8" y="2200275"/>
            <a:ext cx="22764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463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Medir volumes e esforço; distinguir atividades reduzidas, mantidas e novas.</a:t>
            </a:r>
          </a:p>
        </p:txBody>
      </p:sp>
      <p:sp>
        <p:nvSpPr>
          <p:cNvPr id="9" name="transition-arrow">
            <a:extLst xmlns:a="http://schemas.openxmlformats.org/drawingml/2006/main">
              <a:ext uri="{FF2B5EF4-FFF2-40B4-BE49-F238E27FC236}">
                <a16:creationId xmlns:a16="http://schemas.microsoft.com/office/drawing/2014/main" id="{D39A6579-31DF-482C-A8B7-8481CB24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633" y="1752600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 w="0">
            <a:noFill/>
          </a:ln>
        </p:spPr>
      </p:sp>
      <p:sp>
        <p:nvSpPr>
          <p:cNvPr id="10" name="people-transition-step">
            <a:extLst xmlns:a="http://schemas.openxmlformats.org/drawingml/2006/main">
              <a:ext uri="{FF2B5EF4-FFF2-40B4-BE49-F238E27FC236}">
                <a16:creationId xmlns:a16="http://schemas.microsoft.com/office/drawing/2014/main" id="{9A81F087-7AA4-4848-A749-8BA76DD4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183" y="1619250"/>
            <a:ext cx="2566035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11" name="people-step-heading">
            <a:extLst xmlns:a="http://schemas.openxmlformats.org/drawingml/2006/main">
              <a:ext uri="{FF2B5EF4-FFF2-40B4-BE49-F238E27FC236}">
                <a16:creationId xmlns:a16="http://schemas.microsoft.com/office/drawing/2014/main" id="{DE159D6F-2BB6-4388-AB3E-3088964D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183" y="1619250"/>
            <a:ext cx="256603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 w="0">
            <a:noFill/>
          </a:ln>
        </p:spPr>
      </p:sp>
      <p:sp>
        <p:nvSpPr>
          <p:cNvPr id="12" name="people-step-number">
            <a:extLst xmlns:a="http://schemas.openxmlformats.org/drawingml/2006/main">
              <a:ext uri="{FF2B5EF4-FFF2-40B4-BE49-F238E27FC236}">
                <a16:creationId xmlns:a16="http://schemas.microsoft.com/office/drawing/2014/main" id="{F3A1BF58-3715-4BD4-8C97-3238D2BB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08" y="1704975"/>
            <a:ext cx="314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8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02</a:t>
            </a:r>
          </a:p>
        </p:txBody>
      </p:sp>
      <p:sp>
        <p:nvSpPr>
          <p:cNvPr id="13" name="people-step-title">
            <a:extLst xmlns:a="http://schemas.openxmlformats.org/drawingml/2006/main">
              <a:ext uri="{FF2B5EF4-FFF2-40B4-BE49-F238E27FC236}">
                <a16:creationId xmlns:a16="http://schemas.microsoft.com/office/drawing/2014/main" id="{36300500-62FE-4886-8B00-D140B3D9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583" y="1724025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Desenhar o futuro</a:t>
            </a:r>
          </a:p>
        </p:txBody>
      </p:sp>
      <p:sp>
        <p:nvSpPr>
          <p:cNvPr id="14" name="people-step-body">
            <a:extLst xmlns:a="http://schemas.openxmlformats.org/drawingml/2006/main">
              <a:ext uri="{FF2B5EF4-FFF2-40B4-BE49-F238E27FC236}">
                <a16:creationId xmlns:a16="http://schemas.microsoft.com/office/drawing/2014/main" id="{0A8F6C62-E62A-4883-881D-2A6841B7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058" y="2200275"/>
            <a:ext cx="22764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463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Definir papéis, interfaces e competências; avaliar capacidade e novas demandas.</a:t>
            </a:r>
          </a:p>
        </p:txBody>
      </p:sp>
      <p:sp>
        <p:nvSpPr>
          <p:cNvPr id="15" name="transition-arrow">
            <a:extLst xmlns:a="http://schemas.openxmlformats.org/drawingml/2006/main">
              <a:ext uri="{FF2B5EF4-FFF2-40B4-BE49-F238E27FC236}">
                <a16:creationId xmlns:a16="http://schemas.microsoft.com/office/drawing/2014/main" id="{17BB814E-6A8F-4489-BE1A-EB93F276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233" y="1752600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 w="0">
            <a:noFill/>
          </a:ln>
        </p:spPr>
      </p:sp>
      <p:sp>
        <p:nvSpPr>
          <p:cNvPr id="16" name="people-transition-step">
            <a:extLst xmlns:a="http://schemas.openxmlformats.org/drawingml/2006/main">
              <a:ext uri="{FF2B5EF4-FFF2-40B4-BE49-F238E27FC236}">
                <a16:creationId xmlns:a16="http://schemas.microsoft.com/office/drawing/2014/main" id="{7F9D6C7C-5E98-4006-8D71-E2E27C0A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1619250"/>
            <a:ext cx="2566035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17" name="people-step-heading">
            <a:extLst xmlns:a="http://schemas.openxmlformats.org/drawingml/2006/main">
              <a:ext uri="{FF2B5EF4-FFF2-40B4-BE49-F238E27FC236}">
                <a16:creationId xmlns:a16="http://schemas.microsoft.com/office/drawing/2014/main" id="{71962D52-55B3-4D90-ADE8-1984C948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1619250"/>
            <a:ext cx="256603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 w="0">
            <a:noFill/>
          </a:ln>
        </p:spPr>
      </p:sp>
      <p:sp>
        <p:nvSpPr>
          <p:cNvPr id="18" name="people-step-number">
            <a:extLst xmlns:a="http://schemas.openxmlformats.org/drawingml/2006/main">
              <a:ext uri="{FF2B5EF4-FFF2-40B4-BE49-F238E27FC236}">
                <a16:creationId xmlns:a16="http://schemas.microsoft.com/office/drawing/2014/main" id="{99958081-3B11-4A0A-919D-C0D414E3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608" y="1704975"/>
            <a:ext cx="314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8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03</a:t>
            </a:r>
          </a:p>
        </p:txBody>
      </p:sp>
      <p:sp>
        <p:nvSpPr>
          <p:cNvPr id="19" name="people-step-title">
            <a:extLst xmlns:a="http://schemas.openxmlformats.org/drawingml/2006/main">
              <a:ext uri="{FF2B5EF4-FFF2-40B4-BE49-F238E27FC236}">
                <a16:creationId xmlns:a16="http://schemas.microsoft.com/office/drawing/2014/main" id="{5FF24039-8884-4485-863E-5A8D6D37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183" y="1724025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Preparar pessoas</a:t>
            </a:r>
          </a:p>
        </p:txBody>
      </p:sp>
      <p:sp>
        <p:nvSpPr>
          <p:cNvPr id="20" name="people-step-body">
            <a:extLst xmlns:a="http://schemas.openxmlformats.org/drawingml/2006/main">
              <a:ext uri="{FF2B5EF4-FFF2-40B4-BE49-F238E27FC236}">
                <a16:creationId xmlns:a16="http://schemas.microsoft.com/office/drawing/2014/main" id="{0B881F5C-6262-4BC4-921C-34DD983C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658" y="2200275"/>
            <a:ext cx="22764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463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Transferir conhecimento; planejar requalificação, realocação e novas atividades.</a:t>
            </a:r>
          </a:p>
        </p:txBody>
      </p:sp>
      <p:sp>
        <p:nvSpPr>
          <p:cNvPr id="21" name="transition-arrow">
            <a:extLst xmlns:a="http://schemas.openxmlformats.org/drawingml/2006/main">
              <a:ext uri="{FF2B5EF4-FFF2-40B4-BE49-F238E27FC236}">
                <a16:creationId xmlns:a16="http://schemas.microsoft.com/office/drawing/2014/main" id="{116BBDBB-C94C-41C7-933E-70ACC24F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6833" y="1752600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 w="0">
            <a:noFill/>
          </a:ln>
        </p:spPr>
      </p:sp>
      <p:sp>
        <p:nvSpPr>
          <p:cNvPr id="22" name="people-transition-step">
            <a:extLst xmlns:a="http://schemas.openxmlformats.org/drawingml/2006/main">
              <a:ext uri="{FF2B5EF4-FFF2-40B4-BE49-F238E27FC236}">
                <a16:creationId xmlns:a16="http://schemas.microsoft.com/office/drawing/2014/main" id="{88443BC4-FF50-4D7B-BB45-DFD1D761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383" y="1619250"/>
            <a:ext cx="2566035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23" name="people-step-heading">
            <a:extLst xmlns:a="http://schemas.openxmlformats.org/drawingml/2006/main">
              <a:ext uri="{FF2B5EF4-FFF2-40B4-BE49-F238E27FC236}">
                <a16:creationId xmlns:a16="http://schemas.microsoft.com/office/drawing/2014/main" id="{793BFF68-624E-448E-8B6A-F8FCFE8F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383" y="1619250"/>
            <a:ext cx="256603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 w="0">
            <a:noFill/>
          </a:ln>
        </p:spPr>
      </p:sp>
      <p:sp>
        <p:nvSpPr>
          <p:cNvPr id="24" name="people-step-number">
            <a:extLst xmlns:a="http://schemas.openxmlformats.org/drawingml/2006/main">
              <a:ext uri="{FF2B5EF4-FFF2-40B4-BE49-F238E27FC236}">
                <a16:creationId xmlns:a16="http://schemas.microsoft.com/office/drawing/2014/main" id="{F3863468-8959-4AA9-95C5-1559F6D1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0208" y="1704975"/>
            <a:ext cx="314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8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04</a:t>
            </a:r>
          </a:p>
        </p:txBody>
      </p:sp>
      <p:sp>
        <p:nvSpPr>
          <p:cNvPr id="25" name="people-step-title">
            <a:extLst xmlns:a="http://schemas.openxmlformats.org/drawingml/2006/main">
              <a:ext uri="{FF2B5EF4-FFF2-40B4-BE49-F238E27FC236}">
                <a16:creationId xmlns:a16="http://schemas.microsoft.com/office/drawing/2014/main" id="{56A13F9E-CEEA-49BE-8493-7C868998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783" y="1724025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Validar na prática</a:t>
            </a:r>
          </a:p>
        </p:txBody>
      </p:sp>
      <p:sp>
        <p:nvSpPr>
          <p:cNvPr id="26" name="people-step-body">
            <a:extLst xmlns:a="http://schemas.openxmlformats.org/drawingml/2006/main">
              <a:ext uri="{FF2B5EF4-FFF2-40B4-BE49-F238E27FC236}">
                <a16:creationId xmlns:a16="http://schemas.microsoft.com/office/drawing/2014/main" id="{19686E07-C946-4C1A-9D58-F71D1C01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258" y="2200275"/>
            <a:ext cx="22764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463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Observar o trabalho real e ajustar os planos com lideranças e Pessoas/RH.</a:t>
            </a:r>
          </a:p>
        </p:txBody>
      </p:sp>
      <p:sp>
        <p:nvSpPr>
          <p:cNvPr id="2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1AF91B0-7DD4-4FB4-83D5-D099CDAD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3371850"/>
            <a:ext cx="1125283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0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RISCOS INICIAIS A INVESTIGAR E RESPOSTAS PROPOSTAS</a:t>
            </a:r>
          </a:p>
        </p:txBody>
      </p:sp>
      <p:graphicFrame>
        <p:nvGraphicFramePr>
          <p:cNvPr id="57" name=""/>
          <p:cNvGraphicFramePr/>
          <p:nvPr/>
        </p:nvGraphicFramePr>
        <p:xfrm>
          <a:off xmlns:a="http://schemas.openxmlformats.org/drawingml/2006/main" x="469583" y="3724275"/>
          <a:ext xmlns:a="http://schemas.openxmlformats.org/drawingml/2006/main" cx="11252835" cy="2343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81300"/>
                <a:gridCol w="5181600"/>
                <a:gridCol w="3289935"/>
              </a:tblGrid>
              <a:tr h="333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1">
                          <a:solidFill>
                            <a:srgbClr val="FFFFFF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Hipótese de risco</a:t>
                      </a:r>
                    </a:p>
                  </a:txBody>
                  <a:tcPr marL="91440" marR="91440" marT="45720" marB="45720" anchor="ctr">
                    <a:solidFill>
                      <a:srgbClr val="002B49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1">
                          <a:solidFill>
                            <a:srgbClr val="FFFFFF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Resposta proposta</a:t>
                      </a:r>
                    </a:p>
                  </a:txBody>
                  <a:tcPr marL="91440" marR="91440" marT="45720" marB="45720" anchor="ctr">
                    <a:solidFill>
                      <a:srgbClr val="002B49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1">
                          <a:solidFill>
                            <a:srgbClr val="FFFFFF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Evidência de tratamento</a:t>
                      </a:r>
                    </a:p>
                  </a:txBody>
                  <a:tcPr marL="91440" marR="91440" marT="45720" marB="45720" anchor="ctr">
                    <a:solidFill>
                      <a:srgbClr val="002B49"/>
                    </a:solidFill>
                  </a:tcPr>
                </a:tc>
              </a:tr>
              <a:tr h="40195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1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Receio de perda de trabalho</a:t>
                      </a:r>
                    </a:p>
                  </a:txBody>
                  <a:tcPr marL="91440" marR="91440" marT="45720" marB="4572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Escuta e plano de transição por público.</a:t>
                      </a:r>
                    </a:p>
                  </a:txBody>
                  <a:tcPr marL="91440" marR="91440" marT="45720" marB="4572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Plano e responsáveis pactuados.</a:t>
                      </a:r>
                    </a:p>
                  </a:txBody>
                  <a:tcPr marL="91440" marR="91440" marT="45720" marB="45720" anchor="ctr">
                    <a:solidFill>
                      <a:srgbClr val="EDF2F7"/>
                    </a:solidFill>
                  </a:tcPr>
                </a:tc>
              </a:tr>
              <a:tr h="40195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1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Perda de conhecimento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Registrar exceções e transferir rotinas críticas.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Rotinas praticadas e aceitas.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195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1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Sobrecarga na convivência</a:t>
                      </a:r>
                    </a:p>
                  </a:txBody>
                  <a:tcPr marL="91440" marR="91440" marT="45720" marB="4572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Planejar capacidade e convivência por onda.</a:t>
                      </a:r>
                    </a:p>
                  </a:txBody>
                  <a:tcPr marL="91440" marR="91440" marT="45720" marB="4572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Capacidade e ondas validadas.</a:t>
                      </a:r>
                    </a:p>
                  </a:txBody>
                  <a:tcPr marL="91440" marR="91440" marT="45720" marB="45720" anchor="ctr">
                    <a:solidFill>
                      <a:srgbClr val="EDF2F7"/>
                    </a:solidFill>
                  </a:tcPr>
                </a:tc>
              </a:tr>
              <a:tr h="40195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1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Baixa adoção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Medir uso e eliminar controles paralelos.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Uso e barreiras monitorados.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195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1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Baixa autonomia no Axol</a:t>
                      </a:r>
                    </a:p>
                  </a:txBody>
                  <a:tcPr marL="91440" marR="91440" marT="45720" marB="4572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Prática assistida, guias e multiplicadores.</a:t>
                      </a:r>
                    </a:p>
                  </a:txBody>
                  <a:tcPr marL="91440" marR="91440" marT="45720" marB="4572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388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Cenários validados por perfil.</a:t>
                      </a:r>
                    </a:p>
                  </a:txBody>
                  <a:tcPr marL="91440" marR="91440" marT="45720" marB="45720"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29" name="scope-note">
            <a:extLst xmlns:a="http://schemas.openxmlformats.org/drawingml/2006/main">
              <a:ext uri="{FF2B5EF4-FFF2-40B4-BE49-F238E27FC236}">
                <a16:creationId xmlns:a16="http://schemas.microsoft.com/office/drawing/2014/main" id="{5613C931-12FB-4C97-8B69-E46C641C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6219825"/>
            <a:ext cx="10067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rPr>
              <a:t>Prioridade: requalificação e realocação. Cenários de headcount exigem evidências sobre o trabalho futuro e decisão da liderança/Pessoas.</a:t>
            </a:r>
          </a:p>
        </p:txBody>
      </p:sp>
    </p:spTree>
    <p:extLst>
      <p:ext uri="{BB962C8B-B14F-4D97-AF65-F5344CB8AC3E}">
        <p14:creationId xmlns:p14="http://schemas.microsoft.com/office/powerpoint/2010/main" val="884009083"/>
      </p:ext>
    </p:extLst>
  </p:cSld>
</p:sld>
</file>

<file path=ppt/slides/slide4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3878C8-698C-46AF-8F5B-F659F6F4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469583"/>
            <a:ext cx="1125283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defRPr>
            </a:pPr>
            <a:r>
              <a:rPr sz="2550" b="0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rPr>
              <a:t>Jornada mínima de seis meses | adoção por ondas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EC5BACE-4B92-49E6-A40C-081970A1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962025"/>
            <a:ext cx="1125283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8AB3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650" b="0">
                <a:solidFill>
                  <a:srgbClr val="5E8AB3"/>
                </a:solidFill>
                <a:latin typeface="Arial Nova Cond"/>
                <a:ea typeface="Arial Nova Cond"/>
                <a:cs typeface="Arial Nova Cond"/>
              </a:rPr>
              <a:t>Frentes sobrepostas, alinhadas ao calendário técnico e à prontidão das pessoas para executar as novas rotinas.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47CBF48-EC85-4B93-9C34-BF42D9F9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466" y="6383084"/>
            <a:ext cx="1136809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8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4</a:t>
            </a:r>
          </a:p>
        </p:txBody>
      </p:sp>
      <p:sp>
        <p:nvSpPr>
          <p:cNvPr id="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BC3C438-4280-43BD-8C80-D444FC3D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1600200"/>
            <a:ext cx="7477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0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CRONOGRAMA INDICATIVO DA ATUAÇÃO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469583" y="1943100"/>
          <a:ext xmlns:a="http://schemas.openxmlformats.org/drawingml/2006/main" cx="7477125" cy="3276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6cde05949145ce"/>
          </a:graphicData>
        </a:graphic>
      </p:graphicFrame>
      <p:sp>
        <p:nvSpPr>
          <p:cNvPr id="6" name="planning-legend">
            <a:extLst xmlns:a="http://schemas.openxmlformats.org/drawingml/2006/main">
              <a:ext uri="{FF2B5EF4-FFF2-40B4-BE49-F238E27FC236}">
                <a16:creationId xmlns:a16="http://schemas.microsoft.com/office/drawing/2014/main" id="{6B2F2599-0B60-4D7F-B7E5-048BB082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5248275"/>
            <a:ext cx="747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350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rPr>
              <a:t>Azul: preparação e sustentação     Laranja: piloto e expansão</a:t>
            </a:r>
          </a:p>
        </p:txBody>
      </p:sp>
      <p:sp>
        <p:nvSpPr>
          <p:cNvPr id="7" name="training-panel">
            <a:extLst xmlns:a="http://schemas.openxmlformats.org/drawingml/2006/main">
              <a:ext uri="{FF2B5EF4-FFF2-40B4-BE49-F238E27FC236}">
                <a16:creationId xmlns:a16="http://schemas.microsoft.com/office/drawing/2014/main" id="{360E820F-A3E1-43B8-A3FF-D7B93C28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00200"/>
            <a:ext cx="3540443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 w="0">
            <a:noFill/>
          </a:ln>
        </p:spPr>
      </p:sp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085055B-BC98-4631-A130-0305FC36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790700"/>
            <a:ext cx="3162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65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CAPACITAÇÃO NO AXOL</a:t>
            </a:r>
          </a:p>
        </p:txBody>
      </p:sp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699BC92-611E-417C-8229-4307958A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257425"/>
            <a:ext cx="3162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650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Fundamentos e navegação</a:t>
            </a:r>
          </a:p>
        </p:txBody>
      </p:sp>
      <p:sp>
        <p:nvSpPr>
          <p:cNvPr id="10" name="training-module-body">
            <a:extLst xmlns:a="http://schemas.openxmlformats.org/drawingml/2006/main">
              <a:ext uri="{FF2B5EF4-FFF2-40B4-BE49-F238E27FC236}">
                <a16:creationId xmlns:a16="http://schemas.microsoft.com/office/drawing/2014/main" id="{EBC0D1DA-9F1C-483C-B8B9-4980AA8F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533650"/>
            <a:ext cx="3152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00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Jobs, sequências e interface low code.</a:t>
            </a:r>
          </a:p>
        </p:txBody>
      </p:sp>
      <p:sp>
        <p:nvSpPr>
          <p:cNvPr id="1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59CAEAA-6BC8-4378-89D5-CB40473A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038475"/>
            <a:ext cx="3162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650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Operação por perfil</a:t>
            </a:r>
          </a:p>
        </p:txBody>
      </p:sp>
      <p:sp>
        <p:nvSpPr>
          <p:cNvPr id="12" name="training-module-body">
            <a:extLst xmlns:a="http://schemas.openxmlformats.org/drawingml/2006/main">
              <a:ext uri="{FF2B5EF4-FFF2-40B4-BE49-F238E27FC236}">
                <a16:creationId xmlns:a16="http://schemas.microsoft.com/office/drawing/2014/main" id="{1100CC27-7DA4-4412-9C98-889F92C5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314700"/>
            <a:ext cx="3152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00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Montagem de fluxos, rodadas e acompanhamento.</a:t>
            </a:r>
          </a:p>
        </p:txBody>
      </p:sp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F57109D-0BD4-4254-B31E-2F003CEE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819525"/>
            <a:ext cx="3162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650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Recursos e exceções</a:t>
            </a:r>
          </a:p>
        </p:txBody>
      </p:sp>
      <p:sp>
        <p:nvSpPr>
          <p:cNvPr id="14" name="training-module-body">
            <a:extLst xmlns:a="http://schemas.openxmlformats.org/drawingml/2006/main">
              <a:ext uri="{FF2B5EF4-FFF2-40B4-BE49-F238E27FC236}">
                <a16:creationId xmlns:a16="http://schemas.microsoft.com/office/drawing/2014/main" id="{9666D64D-83C0-4DAA-B6B7-217DFC5A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095750"/>
            <a:ext cx="3152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00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Capacidade, custo por rodada e acionamento do suporte.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EAE2D9A-2C71-45CF-A153-FC7E1281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600575"/>
            <a:ext cx="3162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650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Multiplicadores e autonomia</a:t>
            </a:r>
          </a:p>
        </p:txBody>
      </p:sp>
      <p:sp>
        <p:nvSpPr>
          <p:cNvPr id="16" name="training-module-body">
            <a:extLst xmlns:a="http://schemas.openxmlformats.org/drawingml/2006/main">
              <a:ext uri="{FF2B5EF4-FFF2-40B4-BE49-F238E27FC236}">
                <a16:creationId xmlns:a16="http://schemas.microsoft.com/office/drawing/2014/main" id="{E9C01FBD-31F5-48D1-AF07-D23AFDB6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876800"/>
            <a:ext cx="3152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00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Prática assistida, guias e avaliação em cenários reais.</a:t>
            </a:r>
          </a:p>
        </p:txBody>
      </p:sp>
      <p:sp>
        <p:nvSpPr>
          <p:cNvPr id="17" name="adoption-gate">
            <a:extLst xmlns:a="http://schemas.openxmlformats.org/drawingml/2006/main">
              <a:ext uri="{FF2B5EF4-FFF2-40B4-BE49-F238E27FC236}">
                <a16:creationId xmlns:a16="http://schemas.microsoft.com/office/drawing/2014/main" id="{CA78D02D-616B-4D0E-B83B-E5256DCB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5562600"/>
            <a:ext cx="35975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18" name="gate-title">
            <a:extLst xmlns:a="http://schemas.openxmlformats.org/drawingml/2006/main">
              <a:ext uri="{FF2B5EF4-FFF2-40B4-BE49-F238E27FC236}">
                <a16:creationId xmlns:a16="http://schemas.microsoft.com/office/drawing/2014/main" id="{BB632C1D-1D73-434F-BAC1-8BBFFAE0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3" y="5619750"/>
            <a:ext cx="3343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42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Antes do piloto</a:t>
            </a:r>
          </a:p>
        </p:txBody>
      </p:sp>
      <p:sp>
        <p:nvSpPr>
          <p:cNvPr id="19" name="gate-description">
            <a:extLst xmlns:a="http://schemas.openxmlformats.org/drawingml/2006/main">
              <a:ext uri="{FF2B5EF4-FFF2-40B4-BE49-F238E27FC236}">
                <a16:creationId xmlns:a16="http://schemas.microsoft.com/office/drawing/2014/main" id="{4CBFE6C4-C1DE-4659-A1FA-1D93168F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3" y="5867400"/>
            <a:ext cx="3343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275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Ambiente, acessos e cenários prontos.</a:t>
            </a:r>
          </a:p>
        </p:txBody>
      </p:sp>
      <p:sp>
        <p:nvSpPr>
          <p:cNvPr id="20" name="gate-arrow">
            <a:extLst xmlns:a="http://schemas.openxmlformats.org/drawingml/2006/main">
              <a:ext uri="{FF2B5EF4-FFF2-40B4-BE49-F238E27FC236}">
                <a16:creationId xmlns:a16="http://schemas.microsoft.com/office/drawing/2014/main" id="{B3C43D5B-55D5-443D-864E-12323A48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183" y="5762625"/>
            <a:ext cx="1333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 w="0">
            <a:noFill/>
          </a:ln>
        </p:spPr>
      </p:sp>
      <p:sp>
        <p:nvSpPr>
          <p:cNvPr id="21" name="adoption-gate">
            <a:extLst xmlns:a="http://schemas.openxmlformats.org/drawingml/2006/main">
              <a:ext uri="{FF2B5EF4-FFF2-40B4-BE49-F238E27FC236}">
                <a16:creationId xmlns:a16="http://schemas.microsoft.com/office/drawing/2014/main" id="{8CAC9FB4-1F28-4A0C-BBE8-4507240C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633" y="5562600"/>
            <a:ext cx="35975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22" name="gate-title">
            <a:extLst xmlns:a="http://schemas.openxmlformats.org/drawingml/2006/main">
              <a:ext uri="{FF2B5EF4-FFF2-40B4-BE49-F238E27FC236}">
                <a16:creationId xmlns:a16="http://schemas.microsoft.com/office/drawing/2014/main" id="{5F8A5B02-800B-4B56-B542-EEB1DAF1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3883" y="5619750"/>
            <a:ext cx="3343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42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Antes das ondas</a:t>
            </a:r>
          </a:p>
        </p:txBody>
      </p:sp>
      <p:sp>
        <p:nvSpPr>
          <p:cNvPr id="23" name="gate-description">
            <a:extLst xmlns:a="http://schemas.openxmlformats.org/drawingml/2006/main">
              <a:ext uri="{FF2B5EF4-FFF2-40B4-BE49-F238E27FC236}">
                <a16:creationId xmlns:a16="http://schemas.microsoft.com/office/drawing/2014/main" id="{A3F8E5BA-8FA4-4E89-8F4F-245B27F5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3883" y="5867400"/>
            <a:ext cx="3343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275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Autonomia e riscos críticos validados.</a:t>
            </a:r>
          </a:p>
        </p:txBody>
      </p:sp>
      <p:sp>
        <p:nvSpPr>
          <p:cNvPr id="24" name="gate-arrow">
            <a:extLst xmlns:a="http://schemas.openxmlformats.org/drawingml/2006/main">
              <a:ext uri="{FF2B5EF4-FFF2-40B4-BE49-F238E27FC236}">
                <a16:creationId xmlns:a16="http://schemas.microsoft.com/office/drawing/2014/main" id="{E9AE78D0-5F19-4511-9848-5660BA6E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233" y="5762625"/>
            <a:ext cx="1333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 w="0">
            <a:noFill/>
          </a:ln>
        </p:spPr>
      </p:sp>
      <p:sp>
        <p:nvSpPr>
          <p:cNvPr id="25" name="adoption-gate">
            <a:extLst xmlns:a="http://schemas.openxmlformats.org/drawingml/2006/main">
              <a:ext uri="{FF2B5EF4-FFF2-40B4-BE49-F238E27FC236}">
                <a16:creationId xmlns:a16="http://schemas.microsoft.com/office/drawing/2014/main" id="{37EC0243-62BF-4669-B7FB-214E8E77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3" y="5562600"/>
            <a:ext cx="359473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26" name="gate-title">
            <a:extLst xmlns:a="http://schemas.openxmlformats.org/drawingml/2006/main">
              <a:ext uri="{FF2B5EF4-FFF2-40B4-BE49-F238E27FC236}">
                <a16:creationId xmlns:a16="http://schemas.microsoft.com/office/drawing/2014/main" id="{E7477C45-74D0-4A26-9699-AEFCF00C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933" y="5619750"/>
            <a:ext cx="3343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42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Na sustentação</a:t>
            </a:r>
          </a:p>
        </p:txBody>
      </p:sp>
      <p:sp>
        <p:nvSpPr>
          <p:cNvPr id="27" name="gate-description">
            <a:extLst xmlns:a="http://schemas.openxmlformats.org/drawingml/2006/main">
              <a:ext uri="{FF2B5EF4-FFF2-40B4-BE49-F238E27FC236}">
                <a16:creationId xmlns:a16="http://schemas.microsoft.com/office/drawing/2014/main" id="{2C16CBAF-0FC5-4DE8-90BC-E1F04F0C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933" y="5867400"/>
            <a:ext cx="3343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275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Responsáveis e conhecimento transferidos.</a:t>
            </a:r>
          </a:p>
        </p:txBody>
      </p:sp>
      <p:sp>
        <p:nvSpPr>
          <p:cNvPr id="28" name="scope-note">
            <a:extLst xmlns:a="http://schemas.openxmlformats.org/drawingml/2006/main">
              <a:ext uri="{FF2B5EF4-FFF2-40B4-BE49-F238E27FC236}">
                <a16:creationId xmlns:a16="http://schemas.microsoft.com/office/drawing/2014/main" id="{2EC5AF55-D7B0-4339-BC30-573DE59A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6219825"/>
            <a:ext cx="10067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rPr>
              <a:t>Migração e desligamento dos legados dependem da validação técnica. A duração poderá superar seis meses conforme as ondas.</a:t>
            </a:r>
          </a:p>
        </p:txBody>
      </p:sp>
    </p:spTree>
    <p:extLst>
      <p:ext uri="{BB962C8B-B14F-4D97-AF65-F5344CB8AC3E}">
        <p14:creationId xmlns:p14="http://schemas.microsoft.com/office/powerpoint/2010/main" val="884009083"/>
      </p:ext>
    </p:extLst>
  </p:cSld>
</p:sld>
</file>

<file path=ppt/slides/slide5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A5FE1B-BC75-4B92-AB7D-D024FBB9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469583"/>
            <a:ext cx="1125283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defRPr>
            </a:pPr>
            <a:r>
              <a:rPr sz="2550" b="0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rPr>
              <a:t>Indicadores para decidir, corrigir e sustentar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5EC526E-6915-4D00-A4E0-494CC033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962025"/>
            <a:ext cx="1125283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8AB3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650" b="0">
                <a:solidFill>
                  <a:srgbClr val="5E8AB3"/>
                </a:solidFill>
                <a:latin typeface="Arial Nova Cond"/>
                <a:ea typeface="Arial Nova Cond"/>
                <a:cs typeface="Arial Nova Cond"/>
              </a:rPr>
              <a:t>Painel proposto por gerência e perfil. Linha de base, metas e fontes serão pactuadas no diagnóstico.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4C10DE5-E6E6-4AD9-B14B-8B940B42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466" y="6383084"/>
            <a:ext cx="1136809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8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5</a:t>
            </a:r>
          </a:p>
        </p:txBody>
      </p:sp>
      <p:sp>
        <p:nvSpPr>
          <p:cNvPr id="4" name="indicator-panel">
            <a:extLst xmlns:a="http://schemas.openxmlformats.org/drawingml/2006/main">
              <a:ext uri="{FF2B5EF4-FFF2-40B4-BE49-F238E27FC236}">
                <a16:creationId xmlns:a16="http://schemas.microsoft.com/office/drawing/2014/main" id="{CFE021C6-2D93-4475-B282-AFC47E74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1619250"/>
            <a:ext cx="359473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5" name="indicator-stripe">
            <a:extLst xmlns:a="http://schemas.openxmlformats.org/drawingml/2006/main">
              <a:ext uri="{FF2B5EF4-FFF2-40B4-BE49-F238E27FC236}">
                <a16:creationId xmlns:a16="http://schemas.microsoft.com/office/drawing/2014/main" id="{0A7428A7-0F07-489F-8CC2-73EE6CD1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1619250"/>
            <a:ext cx="57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3"/>
          </a:solidFill>
          <a:ln xmlns:a="http://schemas.openxmlformats.org/drawingml/2006/main" w="0">
            <a:noFill/>
          </a:ln>
        </p:spPr>
      </p:sp>
      <p:sp>
        <p:nvSpPr>
          <p:cNvPr id="6" name="indicator-number">
            <a:extLst xmlns:a="http://schemas.openxmlformats.org/drawingml/2006/main">
              <a:ext uri="{FF2B5EF4-FFF2-40B4-BE49-F238E27FC236}">
                <a16:creationId xmlns:a16="http://schemas.microsoft.com/office/drawing/2014/main" id="{8C00754D-E6FA-4F67-8B56-214EA419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8" y="1743075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72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01</a:t>
            </a:r>
          </a:p>
        </p:txBody>
      </p:sp>
      <p:sp>
        <p:nvSpPr>
          <p:cNvPr id="7" name="indicator-title">
            <a:extLst xmlns:a="http://schemas.openxmlformats.org/drawingml/2006/main">
              <a:ext uri="{FF2B5EF4-FFF2-40B4-BE49-F238E27FC236}">
                <a16:creationId xmlns:a16="http://schemas.microsoft.com/office/drawing/2014/main" id="{F6009C4C-9FD4-4BBC-868E-624D8C69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8" y="1762125"/>
            <a:ext cx="285178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65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Prontidão</a:t>
            </a:r>
          </a:p>
        </p:txBody>
      </p:sp>
      <p:sp>
        <p:nvSpPr>
          <p:cNvPr id="8" name="indicator-definition">
            <a:extLst xmlns:a="http://schemas.openxmlformats.org/drawingml/2006/main">
              <a:ext uri="{FF2B5EF4-FFF2-40B4-BE49-F238E27FC236}">
                <a16:creationId xmlns:a16="http://schemas.microsoft.com/office/drawing/2014/main" id="{1ECD48FF-BB47-42DB-8B1F-68F6D952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8" y="2162175"/>
            <a:ext cx="32423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Critérios de prontidão atendidos ÷ critérios aplicáveis × 100.</a:t>
            </a:r>
          </a:p>
        </p:txBody>
      </p:sp>
      <p:sp>
        <p:nvSpPr>
          <p:cNvPr id="9" name="indicator-source">
            <a:extLst xmlns:a="http://schemas.openxmlformats.org/drawingml/2006/main">
              <a:ext uri="{FF2B5EF4-FFF2-40B4-BE49-F238E27FC236}">
                <a16:creationId xmlns:a16="http://schemas.microsoft.com/office/drawing/2014/main" id="{DFC35E03-E878-4B95-81E2-96BB7BB6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8" y="2867025"/>
            <a:ext cx="32423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rPr>
              <a:t>Fonte: checklist por gerência/onda.</a:t>
            </a:r>
          </a:p>
        </p:txBody>
      </p:sp>
      <p:sp>
        <p:nvSpPr>
          <p:cNvPr id="10" name="indicator-panel">
            <a:extLst xmlns:a="http://schemas.openxmlformats.org/drawingml/2006/main">
              <a:ext uri="{FF2B5EF4-FFF2-40B4-BE49-F238E27FC236}">
                <a16:creationId xmlns:a16="http://schemas.microsoft.com/office/drawing/2014/main" id="{C4DB0E9A-E3DA-4C2E-8841-54743864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633" y="1619250"/>
            <a:ext cx="359473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11" name="indicator-stripe">
            <a:extLst xmlns:a="http://schemas.openxmlformats.org/drawingml/2006/main">
              <a:ext uri="{FF2B5EF4-FFF2-40B4-BE49-F238E27FC236}">
                <a16:creationId xmlns:a16="http://schemas.microsoft.com/office/drawing/2014/main" id="{6EB1C8DD-22FB-411C-AF7A-DDE832C8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633" y="1619250"/>
            <a:ext cx="57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3"/>
          </a:solidFill>
          <a:ln xmlns:a="http://schemas.openxmlformats.org/drawingml/2006/main" w="0">
            <a:noFill/>
          </a:ln>
        </p:spPr>
      </p:sp>
      <p:sp>
        <p:nvSpPr>
          <p:cNvPr id="12" name="indicator-number">
            <a:extLst xmlns:a="http://schemas.openxmlformats.org/drawingml/2006/main">
              <a:ext uri="{FF2B5EF4-FFF2-40B4-BE49-F238E27FC236}">
                <a16:creationId xmlns:a16="http://schemas.microsoft.com/office/drawing/2014/main" id="{A32BAC4B-EBAA-43F9-8366-676CF8A8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608" y="1743075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72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02</a:t>
            </a:r>
          </a:p>
        </p:txBody>
      </p:sp>
      <p:sp>
        <p:nvSpPr>
          <p:cNvPr id="13" name="indicator-title">
            <a:extLst xmlns:a="http://schemas.openxmlformats.org/drawingml/2006/main">
              <a:ext uri="{FF2B5EF4-FFF2-40B4-BE49-F238E27FC236}">
                <a16:creationId xmlns:a16="http://schemas.microsoft.com/office/drawing/2014/main" id="{B8C9EDB0-6E32-4C24-A9D6-F81460D5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9658" y="1762125"/>
            <a:ext cx="285178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65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Adoção efetiva</a:t>
            </a:r>
          </a:p>
        </p:txBody>
      </p:sp>
      <p:sp>
        <p:nvSpPr>
          <p:cNvPr id="14" name="indicator-definition">
            <a:extLst xmlns:a="http://schemas.openxmlformats.org/drawingml/2006/main">
              <a:ext uri="{FF2B5EF4-FFF2-40B4-BE49-F238E27FC236}">
                <a16:creationId xmlns:a16="http://schemas.microsoft.com/office/drawing/2014/main" id="{04FF941F-297D-4E55-8E75-CE82B185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608" y="2162175"/>
            <a:ext cx="32423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Rodadas elegíveis no Axol ÷ total de rodadas elegíveis × 100.</a:t>
            </a:r>
          </a:p>
        </p:txBody>
      </p:sp>
      <p:sp>
        <p:nvSpPr>
          <p:cNvPr id="15" name="indicator-source">
            <a:extLst xmlns:a="http://schemas.openxmlformats.org/drawingml/2006/main">
              <a:ext uri="{FF2B5EF4-FFF2-40B4-BE49-F238E27FC236}">
                <a16:creationId xmlns:a16="http://schemas.microsoft.com/office/drawing/2014/main" id="{55A813C2-97FD-4854-90D1-7E3C8705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608" y="2867025"/>
            <a:ext cx="32423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rPr>
              <a:t>Fonte: registros de execução.</a:t>
            </a:r>
          </a:p>
        </p:txBody>
      </p:sp>
      <p:sp>
        <p:nvSpPr>
          <p:cNvPr id="16" name="indicator-panel">
            <a:extLst xmlns:a="http://schemas.openxmlformats.org/drawingml/2006/main">
              <a:ext uri="{FF2B5EF4-FFF2-40B4-BE49-F238E27FC236}">
                <a16:creationId xmlns:a16="http://schemas.microsoft.com/office/drawing/2014/main" id="{A067AA57-48F5-438D-9FDB-8A91D706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3" y="1619250"/>
            <a:ext cx="359473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17" name="indicator-stripe">
            <a:extLst xmlns:a="http://schemas.openxmlformats.org/drawingml/2006/main">
              <a:ext uri="{FF2B5EF4-FFF2-40B4-BE49-F238E27FC236}">
                <a16:creationId xmlns:a16="http://schemas.microsoft.com/office/drawing/2014/main" id="{BD5A4282-7077-4808-BF9D-1B365575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3" y="1619250"/>
            <a:ext cx="57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3"/>
          </a:solidFill>
          <a:ln xmlns:a="http://schemas.openxmlformats.org/drawingml/2006/main" w="0">
            <a:noFill/>
          </a:ln>
        </p:spPr>
      </p:sp>
      <p:sp>
        <p:nvSpPr>
          <p:cNvPr id="18" name="indicator-number">
            <a:extLst xmlns:a="http://schemas.openxmlformats.org/drawingml/2006/main">
              <a:ext uri="{FF2B5EF4-FFF2-40B4-BE49-F238E27FC236}">
                <a16:creationId xmlns:a16="http://schemas.microsoft.com/office/drawing/2014/main" id="{B5595A3A-A9A0-425F-8BDA-7FB39671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658" y="1743075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72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03</a:t>
            </a:r>
          </a:p>
        </p:txBody>
      </p:sp>
      <p:sp>
        <p:nvSpPr>
          <p:cNvPr id="19" name="indicator-title">
            <a:extLst xmlns:a="http://schemas.openxmlformats.org/drawingml/2006/main">
              <a:ext uri="{FF2B5EF4-FFF2-40B4-BE49-F238E27FC236}">
                <a16:creationId xmlns:a16="http://schemas.microsoft.com/office/drawing/2014/main" id="{D46BAA55-CB47-401C-A34A-714CB4D2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708" y="1762125"/>
            <a:ext cx="285178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65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Autonomia</a:t>
            </a:r>
          </a:p>
        </p:txBody>
      </p:sp>
      <p:sp>
        <p:nvSpPr>
          <p:cNvPr id="20" name="indicator-definition">
            <a:extLst xmlns:a="http://schemas.openxmlformats.org/drawingml/2006/main">
              <a:ext uri="{FF2B5EF4-FFF2-40B4-BE49-F238E27FC236}">
                <a16:creationId xmlns:a16="http://schemas.microsoft.com/office/drawing/2014/main" id="{E4A6EE79-8274-4109-9FD6-A8D2E073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658" y="2162175"/>
            <a:ext cx="32423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Pessoas aprovadas em cenários críticos ÷ pessoas avaliadas × 100.</a:t>
            </a:r>
          </a:p>
        </p:txBody>
      </p:sp>
      <p:sp>
        <p:nvSpPr>
          <p:cNvPr id="21" name="indicator-source">
            <a:extLst xmlns:a="http://schemas.openxmlformats.org/drawingml/2006/main">
              <a:ext uri="{FF2B5EF4-FFF2-40B4-BE49-F238E27FC236}">
                <a16:creationId xmlns:a16="http://schemas.microsoft.com/office/drawing/2014/main" id="{7B389B3A-87DE-4F19-99AB-767E996B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658" y="2867025"/>
            <a:ext cx="32423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rPr>
              <a:t>Fonte: avaliação prática por perfil.</a:t>
            </a:r>
          </a:p>
        </p:txBody>
      </p:sp>
      <p:sp>
        <p:nvSpPr>
          <p:cNvPr id="22" name="indicator-panel">
            <a:extLst xmlns:a="http://schemas.openxmlformats.org/drawingml/2006/main">
              <a:ext uri="{FF2B5EF4-FFF2-40B4-BE49-F238E27FC236}">
                <a16:creationId xmlns:a16="http://schemas.microsoft.com/office/drawing/2014/main" id="{65FFDF57-78AF-4A28-8B5F-4814C381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3305175"/>
            <a:ext cx="359473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23" name="indicator-stripe">
            <a:extLst xmlns:a="http://schemas.openxmlformats.org/drawingml/2006/main">
              <a:ext uri="{FF2B5EF4-FFF2-40B4-BE49-F238E27FC236}">
                <a16:creationId xmlns:a16="http://schemas.microsoft.com/office/drawing/2014/main" id="{BCC91888-E5E9-4DE8-B0B6-C66A2C65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3305175"/>
            <a:ext cx="57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8C16"/>
          </a:solidFill>
          <a:ln xmlns:a="http://schemas.openxmlformats.org/drawingml/2006/main" w="0">
            <a:noFill/>
          </a:ln>
        </p:spPr>
      </p:sp>
      <p:sp>
        <p:nvSpPr>
          <p:cNvPr id="24" name="indicator-number">
            <a:extLst xmlns:a="http://schemas.openxmlformats.org/drawingml/2006/main">
              <a:ext uri="{FF2B5EF4-FFF2-40B4-BE49-F238E27FC236}">
                <a16:creationId xmlns:a16="http://schemas.microsoft.com/office/drawing/2014/main" id="{AF7067DE-4B99-492B-9189-4D746A20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8" y="3429000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72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04</a:t>
            </a:r>
          </a:p>
        </p:txBody>
      </p:sp>
      <p:sp>
        <p:nvSpPr>
          <p:cNvPr id="25" name="indicator-title">
            <a:extLst xmlns:a="http://schemas.openxmlformats.org/drawingml/2006/main">
              <a:ext uri="{FF2B5EF4-FFF2-40B4-BE49-F238E27FC236}">
                <a16:creationId xmlns:a16="http://schemas.microsoft.com/office/drawing/2014/main" id="{50ED103E-1FDD-4B6C-9978-EE42AB7F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8" y="3448050"/>
            <a:ext cx="285178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65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Transição das pessoas</a:t>
            </a:r>
          </a:p>
        </p:txBody>
      </p:sp>
      <p:sp>
        <p:nvSpPr>
          <p:cNvPr id="26" name="indicator-definition">
            <a:extLst xmlns:a="http://schemas.openxmlformats.org/drawingml/2006/main">
              <a:ext uri="{FF2B5EF4-FFF2-40B4-BE49-F238E27FC236}">
                <a16:creationId xmlns:a16="http://schemas.microsoft.com/office/drawing/2014/main" id="{29DBE500-6D7D-42C2-B2F3-3CBAB3D4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8" y="3848100"/>
            <a:ext cx="32423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Ações de requalificação/realocação concluídas ÷ ações previstas × 100.</a:t>
            </a:r>
          </a:p>
        </p:txBody>
      </p:sp>
      <p:sp>
        <p:nvSpPr>
          <p:cNvPr id="27" name="indicator-source">
            <a:extLst xmlns:a="http://schemas.openxmlformats.org/drawingml/2006/main">
              <a:ext uri="{FF2B5EF4-FFF2-40B4-BE49-F238E27FC236}">
                <a16:creationId xmlns:a16="http://schemas.microsoft.com/office/drawing/2014/main" id="{9D551C15-E6FF-4787-89EE-66E390D3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8" y="4552950"/>
            <a:ext cx="32423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rPr>
              <a:t>Fonte: plano de transição aprovado.</a:t>
            </a:r>
          </a:p>
        </p:txBody>
      </p:sp>
      <p:sp>
        <p:nvSpPr>
          <p:cNvPr id="28" name="indicator-panel">
            <a:extLst xmlns:a="http://schemas.openxmlformats.org/drawingml/2006/main">
              <a:ext uri="{FF2B5EF4-FFF2-40B4-BE49-F238E27FC236}">
                <a16:creationId xmlns:a16="http://schemas.microsoft.com/office/drawing/2014/main" id="{26D8B853-ECB5-4928-99A4-29898216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633" y="3305175"/>
            <a:ext cx="359473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29" name="indicator-stripe">
            <a:extLst xmlns:a="http://schemas.openxmlformats.org/drawingml/2006/main">
              <a:ext uri="{FF2B5EF4-FFF2-40B4-BE49-F238E27FC236}">
                <a16:creationId xmlns:a16="http://schemas.microsoft.com/office/drawing/2014/main" id="{8949EABC-D8E8-489C-9849-C58BAAF2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633" y="3305175"/>
            <a:ext cx="57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3"/>
          </a:solidFill>
          <a:ln xmlns:a="http://schemas.openxmlformats.org/drawingml/2006/main" w="0">
            <a:noFill/>
          </a:ln>
        </p:spPr>
      </p:sp>
      <p:sp>
        <p:nvSpPr>
          <p:cNvPr id="30" name="indicator-number">
            <a:extLst xmlns:a="http://schemas.openxmlformats.org/drawingml/2006/main">
              <a:ext uri="{FF2B5EF4-FFF2-40B4-BE49-F238E27FC236}">
                <a16:creationId xmlns:a16="http://schemas.microsoft.com/office/drawing/2014/main" id="{008901C3-097A-47AF-A7D6-30DF8EDB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608" y="3429000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72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05</a:t>
            </a:r>
          </a:p>
        </p:txBody>
      </p:sp>
      <p:sp>
        <p:nvSpPr>
          <p:cNvPr id="31" name="indicator-title">
            <a:extLst xmlns:a="http://schemas.openxmlformats.org/drawingml/2006/main">
              <a:ext uri="{FF2B5EF4-FFF2-40B4-BE49-F238E27FC236}">
                <a16:creationId xmlns:a16="http://schemas.microsoft.com/office/drawing/2014/main" id="{3A794C52-3707-492D-8312-C9721A0B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9658" y="3448050"/>
            <a:ext cx="285178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65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Conhecimento preservado</a:t>
            </a:r>
          </a:p>
        </p:txBody>
      </p:sp>
      <p:sp>
        <p:nvSpPr>
          <p:cNvPr id="32" name="indicator-definition">
            <a:extLst xmlns:a="http://schemas.openxmlformats.org/drawingml/2006/main">
              <a:ext uri="{FF2B5EF4-FFF2-40B4-BE49-F238E27FC236}">
                <a16:creationId xmlns:a16="http://schemas.microsoft.com/office/drawing/2014/main" id="{A17E1511-147B-4F0E-8CF1-72B1C5F1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608" y="3848100"/>
            <a:ext cx="32423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Rotinas críticas documentadas e transferidas ÷ total de rotinas críticas × 100.</a:t>
            </a:r>
          </a:p>
        </p:txBody>
      </p:sp>
      <p:sp>
        <p:nvSpPr>
          <p:cNvPr id="33" name="indicator-source">
            <a:extLst xmlns:a="http://schemas.openxmlformats.org/drawingml/2006/main">
              <a:ext uri="{FF2B5EF4-FFF2-40B4-BE49-F238E27FC236}">
                <a16:creationId xmlns:a16="http://schemas.microsoft.com/office/drawing/2014/main" id="{8209D4B9-0F27-4FCE-913D-27F26B33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608" y="4552950"/>
            <a:ext cx="32423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rPr>
              <a:t>Fonte: documentação e aceite.</a:t>
            </a:r>
          </a:p>
        </p:txBody>
      </p:sp>
      <p:sp>
        <p:nvSpPr>
          <p:cNvPr id="34" name="indicator-panel">
            <a:extLst xmlns:a="http://schemas.openxmlformats.org/drawingml/2006/main">
              <a:ext uri="{FF2B5EF4-FFF2-40B4-BE49-F238E27FC236}">
                <a16:creationId xmlns:a16="http://schemas.microsoft.com/office/drawing/2014/main" id="{77F533AD-CBE1-4FD5-831D-335A9B2E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3" y="3305175"/>
            <a:ext cx="359473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35" name="indicator-stripe">
            <a:extLst xmlns:a="http://schemas.openxmlformats.org/drawingml/2006/main">
              <a:ext uri="{FF2B5EF4-FFF2-40B4-BE49-F238E27FC236}">
                <a16:creationId xmlns:a16="http://schemas.microsoft.com/office/drawing/2014/main" id="{54D05A65-2058-44C7-93D5-0CEE5FD7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3" y="3305175"/>
            <a:ext cx="57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AB3"/>
          </a:solidFill>
          <a:ln xmlns:a="http://schemas.openxmlformats.org/drawingml/2006/main" w="0">
            <a:noFill/>
          </a:ln>
        </p:spPr>
      </p:sp>
      <p:sp>
        <p:nvSpPr>
          <p:cNvPr id="36" name="indicator-number">
            <a:extLst xmlns:a="http://schemas.openxmlformats.org/drawingml/2006/main">
              <a:ext uri="{FF2B5EF4-FFF2-40B4-BE49-F238E27FC236}">
                <a16:creationId xmlns:a16="http://schemas.microsoft.com/office/drawing/2014/main" id="{045A6708-468D-44BC-932E-C83E5FB0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658" y="3429000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72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06</a:t>
            </a:r>
          </a:p>
        </p:txBody>
      </p:sp>
      <p:sp>
        <p:nvSpPr>
          <p:cNvPr id="37" name="indicator-title">
            <a:extLst xmlns:a="http://schemas.openxmlformats.org/drawingml/2006/main">
              <a:ext uri="{FF2B5EF4-FFF2-40B4-BE49-F238E27FC236}">
                <a16:creationId xmlns:a16="http://schemas.microsoft.com/office/drawing/2014/main" id="{1620D51D-25DE-4CF5-B6FF-22292391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708" y="3448050"/>
            <a:ext cx="285178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65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Continuidade operacional</a:t>
            </a:r>
          </a:p>
        </p:txBody>
      </p:sp>
      <p:sp>
        <p:nvSpPr>
          <p:cNvPr id="38" name="indicator-definition">
            <a:extLst xmlns:a="http://schemas.openxmlformats.org/drawingml/2006/main">
              <a:ext uri="{FF2B5EF4-FFF2-40B4-BE49-F238E27FC236}">
                <a16:creationId xmlns:a16="http://schemas.microsoft.com/office/drawing/2014/main" id="{9E53E756-DF2F-4A9D-934A-614ED6D0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658" y="3848100"/>
            <a:ext cx="32423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Incidentes e horas de retrabalho associados à transição.</a:t>
            </a:r>
          </a:p>
        </p:txBody>
      </p:sp>
      <p:sp>
        <p:nvSpPr>
          <p:cNvPr id="39" name="indicator-source">
            <a:extLst xmlns:a="http://schemas.openxmlformats.org/drawingml/2006/main">
              <a:ext uri="{FF2B5EF4-FFF2-40B4-BE49-F238E27FC236}">
                <a16:creationId xmlns:a16="http://schemas.microsoft.com/office/drawing/2014/main" id="{0D5CCF04-EB1F-475E-8726-52D767E7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658" y="4552950"/>
            <a:ext cx="32423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rPr>
              <a:t>Fonte: chamados e registro de ocorrências.</a:t>
            </a:r>
          </a:p>
        </p:txBody>
      </p:sp>
      <p:sp>
        <p:nvSpPr>
          <p:cNvPr id="4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988E4B3-68BF-4863-AC51-AE58B025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5029200"/>
            <a:ext cx="1125283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0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GOVERNANÇA E ROTINA DE DECISÃO</a:t>
            </a:r>
          </a:p>
        </p:txBody>
      </p:sp>
      <p:sp>
        <p:nvSpPr>
          <p:cNvPr id="41" name="governance-forum">
            <a:extLst xmlns:a="http://schemas.openxmlformats.org/drawingml/2006/main">
              <a:ext uri="{FF2B5EF4-FFF2-40B4-BE49-F238E27FC236}">
                <a16:creationId xmlns:a16="http://schemas.microsoft.com/office/drawing/2014/main" id="{46A00AD2-1457-41B2-9A0B-E5F2F2C1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5334000"/>
            <a:ext cx="3594735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 w="0">
            <a:noFill/>
          </a:ln>
        </p:spPr>
      </p:sp>
      <p:sp>
        <p:nvSpPr>
          <p:cNvPr id="42" name="governance-cadence">
            <a:extLst xmlns:a="http://schemas.openxmlformats.org/drawingml/2006/main">
              <a:ext uri="{FF2B5EF4-FFF2-40B4-BE49-F238E27FC236}">
                <a16:creationId xmlns:a16="http://schemas.microsoft.com/office/drawing/2014/main" id="{F8213D14-6FA4-4FC0-A379-018D8DE6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8" y="5419725"/>
            <a:ext cx="3343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Semanal | Execução</a:t>
            </a:r>
          </a:p>
        </p:txBody>
      </p:sp>
      <p:sp>
        <p:nvSpPr>
          <p:cNvPr id="43" name="governance-purpose">
            <a:extLst xmlns:a="http://schemas.openxmlformats.org/drawingml/2006/main">
              <a:ext uri="{FF2B5EF4-FFF2-40B4-BE49-F238E27FC236}">
                <a16:creationId xmlns:a16="http://schemas.microsoft.com/office/drawing/2014/main" id="{CA7909EE-DB51-463D-B57D-A7C3D7A0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8" y="5715000"/>
            <a:ext cx="3343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275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GMO e multiplicadores: uso, incidentes e ações.</a:t>
            </a:r>
          </a:p>
        </p:txBody>
      </p:sp>
      <p:sp>
        <p:nvSpPr>
          <p:cNvPr id="44" name="governance-forum">
            <a:extLst xmlns:a="http://schemas.openxmlformats.org/drawingml/2006/main">
              <a:ext uri="{FF2B5EF4-FFF2-40B4-BE49-F238E27FC236}">
                <a16:creationId xmlns:a16="http://schemas.microsoft.com/office/drawing/2014/main" id="{117FB20B-C1AC-49E1-BC35-D46D959D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633" y="5334000"/>
            <a:ext cx="3594735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 w="0">
            <a:noFill/>
          </a:ln>
        </p:spPr>
      </p:sp>
      <p:sp>
        <p:nvSpPr>
          <p:cNvPr id="45" name="governance-cadence">
            <a:extLst xmlns:a="http://schemas.openxmlformats.org/drawingml/2006/main">
              <a:ext uri="{FF2B5EF4-FFF2-40B4-BE49-F238E27FC236}">
                <a16:creationId xmlns:a16="http://schemas.microsoft.com/office/drawing/2014/main" id="{0CB8D2A8-5A1F-4BEE-AF17-B5C8FCE1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458" y="5419725"/>
            <a:ext cx="3343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Quinzenal | Adoção</a:t>
            </a:r>
          </a:p>
        </p:txBody>
      </p:sp>
      <p:sp>
        <p:nvSpPr>
          <p:cNvPr id="46" name="governance-purpose">
            <a:extLst xmlns:a="http://schemas.openxmlformats.org/drawingml/2006/main">
              <a:ext uri="{FF2B5EF4-FFF2-40B4-BE49-F238E27FC236}">
                <a16:creationId xmlns:a16="http://schemas.microsoft.com/office/drawing/2014/main" id="{7083B6F8-8A23-46B3-B9E6-179A7601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458" y="5715000"/>
            <a:ext cx="3343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275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Gerências, Axol e RH: prontidão, impactos e transição.</a:t>
            </a:r>
          </a:p>
        </p:txBody>
      </p:sp>
      <p:sp>
        <p:nvSpPr>
          <p:cNvPr id="47" name="governance-forum">
            <a:extLst xmlns:a="http://schemas.openxmlformats.org/drawingml/2006/main">
              <a:ext uri="{FF2B5EF4-FFF2-40B4-BE49-F238E27FC236}">
                <a16:creationId xmlns:a16="http://schemas.microsoft.com/office/drawing/2014/main" id="{D8DEB788-6630-4366-A1C6-B567810E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3" y="5334000"/>
            <a:ext cx="3594735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 w="0">
            <a:noFill/>
          </a:ln>
        </p:spPr>
      </p:sp>
      <p:sp>
        <p:nvSpPr>
          <p:cNvPr id="48" name="governance-cadence">
            <a:extLst xmlns:a="http://schemas.openxmlformats.org/drawingml/2006/main">
              <a:ext uri="{FF2B5EF4-FFF2-40B4-BE49-F238E27FC236}">
                <a16:creationId xmlns:a16="http://schemas.microsoft.com/office/drawing/2014/main" id="{0C6D23DA-5043-4C58-BC5A-DE680383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508" y="5419725"/>
            <a:ext cx="3343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Mensal | Patrocínio</a:t>
            </a:r>
          </a:p>
        </p:txBody>
      </p:sp>
      <p:sp>
        <p:nvSpPr>
          <p:cNvPr id="49" name="governance-purpose">
            <a:extLst xmlns:a="http://schemas.openxmlformats.org/drawingml/2006/main">
              <a:ext uri="{FF2B5EF4-FFF2-40B4-BE49-F238E27FC236}">
                <a16:creationId xmlns:a16="http://schemas.microsoft.com/office/drawing/2014/main" id="{D66044F7-14F7-449A-AB3B-8D380274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508" y="5715000"/>
            <a:ext cx="3343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275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Patrocinador e líderes: prioridades, riscos e ondas.</a:t>
            </a:r>
          </a:p>
        </p:txBody>
      </p:sp>
      <p:sp>
        <p:nvSpPr>
          <p:cNvPr id="50" name="scope-note">
            <a:extLst xmlns:a="http://schemas.openxmlformats.org/drawingml/2006/main">
              <a:ext uri="{FF2B5EF4-FFF2-40B4-BE49-F238E27FC236}">
                <a16:creationId xmlns:a16="http://schemas.microsoft.com/office/drawing/2014/main" id="{D9677B8C-FAF1-464E-A79C-56B31D0B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6219825"/>
            <a:ext cx="10067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rPr>
              <a:t>Custo cloud, se houver dados comparáveis: |realizado − previsto| ÷ previsto × 100 por rodada. Metas após a linha de base.</a:t>
            </a:r>
          </a:p>
        </p:txBody>
      </p:sp>
    </p:spTree>
    <p:extLst>
      <p:ext uri="{BB962C8B-B14F-4D97-AF65-F5344CB8AC3E}">
        <p14:creationId xmlns:p14="http://schemas.microsoft.com/office/powerpoint/2010/main" val="884009083"/>
      </p:ext>
    </p:extLst>
  </p:cSld>
</p:sld>
</file>

<file path=ppt/slides/slide6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61A53F-E134-4251-B626-E94CAFE3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469583"/>
            <a:ext cx="1125283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defRPr>
            </a:pPr>
            <a:r>
              <a:rPr sz="2550" b="0">
                <a:solidFill>
                  <a:srgbClr val="002B49"/>
                </a:solidFill>
                <a:latin typeface="Arial Nova Light"/>
                <a:ea typeface="Arial Nova Light"/>
                <a:cs typeface="Arial Nova Light"/>
              </a:rPr>
              <a:t>Escopo, entregáveis e estrutura comercial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556788F-AE87-4686-9D32-E209D52A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962025"/>
            <a:ext cx="1125283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8AB3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650" b="0">
                <a:solidFill>
                  <a:srgbClr val="5E8AB3"/>
                </a:solidFill>
                <a:latin typeface="Arial Nova Cond"/>
                <a:ea typeface="Arial Nova Cond"/>
                <a:cs typeface="Arial Nova Cond"/>
              </a:rPr>
              <a:t>Atuação para as cinco gerências, com prazo mínimo de seis meses e dimensionamento conforme os volumes de trabalho.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9CDD035-B9ED-44A2-AC85-427584DD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466" y="6383084"/>
            <a:ext cx="1136809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80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6</a:t>
            </a:r>
          </a:p>
        </p:txBody>
      </p:sp>
      <p:sp>
        <p:nvSpPr>
          <p:cNvPr id="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D753460-A444-4A08-B8F2-5CF857BE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1600200"/>
            <a:ext cx="72104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00" b="1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PACOTES DE ENTREGA E VALIDAÇÃO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469583" y="1962150"/>
          <a:ext xmlns:a="http://schemas.openxmlformats.org/drawingml/2006/main" cx="7210425" cy="2819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33550"/>
                <a:gridCol w="5476875"/>
              </a:tblGrid>
              <a:tr h="3810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Etapa</a:t>
                      </a:r>
                    </a:p>
                  </a:txBody>
                  <a:tcPr marL="91440" marR="91440" marT="45720" marB="45720" anchor="ctr">
                    <a:solidFill>
                      <a:srgbClr val="002B49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Entregáveis previstos</a:t>
                      </a:r>
                    </a:p>
                  </a:txBody>
                  <a:tcPr marL="91440" marR="91440" marT="45720" marB="45720" anchor="ctr">
                    <a:solidFill>
                      <a:srgbClr val="002B49"/>
                    </a:solidFill>
                  </a:tcPr>
                </a:tc>
              </a:tr>
              <a:tr h="6096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M1–M2</a:t>
                      </a:r>
                    </a:p>
                    <a:p>
                      <a:pPr algn="l"/>
                      <a:r>
                        <a:rPr sz="1425" b="1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Diagnóstico</a:t>
                      </a:r>
                    </a:p>
                  </a:txBody>
                  <a:tcPr marL="91440" marR="91440" marT="45720" marB="4572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Mapas de stakeholders/impactos, prontidão e riscos; linha de base e plano de mudança.</a:t>
                      </a:r>
                    </a:p>
                  </a:txBody>
                  <a:tcPr marL="91440" marR="91440" marT="45720" marB="45720" anchor="ctr">
                    <a:solidFill>
                      <a:srgbClr val="EDF2F7"/>
                    </a:solidFill>
                  </a:tcPr>
                </a:tc>
              </a:tr>
              <a:tr h="6096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M2–M3</a:t>
                      </a:r>
                    </a:p>
                    <a:p>
                      <a:pPr algn="l"/>
                      <a:r>
                        <a:rPr sz="1425" b="1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Preparação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Papéis futuros; plano de requalificação/realocação; comunicação e trilhas por perfil.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M3–M5</a:t>
                      </a:r>
                    </a:p>
                    <a:p>
                      <a:pPr algn="l"/>
                      <a:r>
                        <a:rPr sz="1425" b="1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Piloto e ondas</a:t>
                      </a:r>
                    </a:p>
                  </a:txBody>
                  <a:tcPr marL="91440" marR="91440" marT="45720" marB="4572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Materiais e kit dos multiplicadores, capacitação, plano de ondas e painel de adoção.</a:t>
                      </a:r>
                    </a:p>
                  </a:txBody>
                  <a:tcPr marL="91440" marR="91440" marT="45720" marB="45720" anchor="ctr">
                    <a:solidFill>
                      <a:srgbClr val="EDF2F7"/>
                    </a:solidFill>
                  </a:tcPr>
                </a:tc>
              </a:tr>
              <a:tr h="6096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M5–M6</a:t>
                      </a:r>
                    </a:p>
                    <a:p>
                      <a:pPr algn="l"/>
                      <a:r>
                        <a:rPr sz="1425" b="1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Sustentação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002B49"/>
                          </a:solidFill>
                          <a:latin typeface="Arial Nova Cond"/>
                          <a:ea typeface="Arial Nova Cond"/>
                          <a:cs typeface="Arial Nova Cond"/>
                        </a:rPr>
                        <a:t>Autonomia validada; conhecimento transferido; lições aprendidas e plano de sustentação.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ommercial-panel">
            <a:extLst xmlns:a="http://schemas.openxmlformats.org/drawingml/2006/main">
              <a:ext uri="{FF2B5EF4-FFF2-40B4-BE49-F238E27FC236}">
                <a16:creationId xmlns:a16="http://schemas.microsoft.com/office/drawing/2014/main" id="{6AFA9D56-FF03-4B90-96ED-1A29EC9B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600200"/>
            <a:ext cx="3749993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49"/>
          </a:solidFill>
          <a:ln xmlns:a="http://schemas.openxmlformats.org/drawingml/2006/main" w="0">
            <a:noFill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E54244A-4DAA-4A7B-A1CC-7E19C80B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790700"/>
            <a:ext cx="3371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65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MODELO DE CONTRATAÇÃO</a:t>
            </a:r>
          </a:p>
        </p:txBody>
      </p:sp>
      <p:sp>
        <p:nvSpPr>
          <p:cNvPr id="8" name="commercial-term">
            <a:extLst xmlns:a="http://schemas.openxmlformats.org/drawingml/2006/main">
              <a:ext uri="{FF2B5EF4-FFF2-40B4-BE49-F238E27FC236}">
                <a16:creationId xmlns:a16="http://schemas.microsoft.com/office/drawing/2014/main" id="{5E15110B-423C-484C-9C68-A5157BBE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09800"/>
            <a:ext cx="3371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2400" b="1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≥ 6 meses de atuação</a:t>
            </a:r>
          </a:p>
        </p:txBody>
      </p:sp>
      <p:sp>
        <p:nvSpPr>
          <p:cNvPr id="9" name="commercial-team-title">
            <a:extLst xmlns:a="http://schemas.openxmlformats.org/drawingml/2006/main">
              <a:ext uri="{FF2B5EF4-FFF2-40B4-BE49-F238E27FC236}">
                <a16:creationId xmlns:a16="http://schemas.microsoft.com/office/drawing/2014/main" id="{7BBD7326-9802-45BA-97B9-6147CD36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781300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Equipe proposta</a:t>
            </a:r>
          </a:p>
        </p:txBody>
      </p:sp>
      <p:sp>
        <p:nvSpPr>
          <p:cNvPr id="10" name="commercial-team">
            <a:extLst xmlns:a="http://schemas.openxmlformats.org/drawingml/2006/main">
              <a:ext uri="{FF2B5EF4-FFF2-40B4-BE49-F238E27FC236}">
                <a16:creationId xmlns:a16="http://schemas.microsoft.com/office/drawing/2014/main" id="{EE345099-F25A-43B5-AB8A-492E028C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067050"/>
            <a:ext cx="3371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650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Liderança executiva, coordenação de GMO e execução das frentes.</a:t>
            </a:r>
          </a:p>
        </p:txBody>
      </p:sp>
      <p:sp>
        <p:nvSpPr>
          <p:cNvPr id="11" name="commercial-fee-title">
            <a:extLst xmlns:a="http://schemas.openxmlformats.org/drawingml/2006/main">
              <a:ext uri="{FF2B5EF4-FFF2-40B4-BE49-F238E27FC236}">
                <a16:creationId xmlns:a16="http://schemas.microsoft.com/office/drawing/2014/main" id="{046E8CFF-5E55-453B-AC60-936CDB94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33800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75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Investimento e dedicação</a:t>
            </a:r>
          </a:p>
        </p:txBody>
      </p:sp>
      <p:sp>
        <p:nvSpPr>
          <p:cNvPr id="12" name="commercial-fee">
            <a:extLst xmlns:a="http://schemas.openxmlformats.org/drawingml/2006/main">
              <a:ext uri="{FF2B5EF4-FFF2-40B4-BE49-F238E27FC236}">
                <a16:creationId xmlns:a16="http://schemas.microsoft.com/office/drawing/2014/main" id="{A033DD29-4A3C-4830-BB9D-DF81670D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019550"/>
            <a:ext cx="3371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650" b="0">
                <a:solidFill>
                  <a:srgbClr val="FFFFFF"/>
                </a:solidFill>
                <a:latin typeface="Arial Nova Cond"/>
                <a:ea typeface="Arial Nova Cond"/>
                <a:cs typeface="Arial Nova Cond"/>
              </a:rPr>
              <a:t>A dimensionar por públicos, legados, turmas, ondas e modalidade de atuação.</a:t>
            </a:r>
          </a:p>
        </p:txBody>
      </p:sp>
      <p:sp>
        <p:nvSpPr>
          <p:cNvPr id="13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3B65DC94-38E6-450F-96B9-7330AECD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5019675"/>
            <a:ext cx="72104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1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CC97AC4-F98C-4FFD-A8CA-6E738294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3" y="5153025"/>
            <a:ext cx="6943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RESPONSABILIDADES E CONDIÇÕES</a:t>
            </a:r>
          </a:p>
        </p:txBody>
      </p:sp>
      <p:sp>
        <p:nvSpPr>
          <p:cNvPr id="15" name="panel-body">
            <a:extLst xmlns:a="http://schemas.openxmlformats.org/drawingml/2006/main">
              <a:ext uri="{FF2B5EF4-FFF2-40B4-BE49-F238E27FC236}">
                <a16:creationId xmlns:a16="http://schemas.microsoft.com/office/drawing/2014/main" id="{CBB2297F-F04B-49E4-8189-7E4D4AEA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3" y="5505450"/>
            <a:ext cx="69437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425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Cliente: patrocinador, gerências, especialistas Axol/legados, RH e multiplicadores. Disponibilidade para validações, dados e ambiente de prática.</a:t>
            </a:r>
          </a:p>
        </p:txBody>
      </p:sp>
      <p:sp>
        <p:nvSpPr>
          <p:cNvPr id="16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7D35F1B4-8A28-48C7-8F6A-2389095E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019675"/>
            <a:ext cx="374999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FB22E1B-2073-4DEF-8833-D9140CAD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153025"/>
            <a:ext cx="348329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500" b="1">
                <a:solidFill>
                  <a:srgbClr val="F78C16"/>
                </a:solidFill>
                <a:latin typeface="Arial Nova Cond"/>
                <a:ea typeface="Arial Nova Cond"/>
                <a:cs typeface="Arial Nova Cond"/>
              </a:rPr>
              <a:t>LIMITES E AJUSTES</a:t>
            </a:r>
          </a:p>
        </p:txBody>
      </p:sp>
      <p:sp>
        <p:nvSpPr>
          <p:cNvPr id="18" name="panel-body">
            <a:extLst xmlns:a="http://schemas.openxmlformats.org/drawingml/2006/main">
              <a:ext uri="{FF2B5EF4-FFF2-40B4-BE49-F238E27FC236}">
                <a16:creationId xmlns:a16="http://schemas.microsoft.com/office/drawing/2014/main" id="{70363053-87E4-4377-839D-1AC88CFA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505450"/>
            <a:ext cx="3483293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350" b="0">
                <a:solidFill>
                  <a:srgbClr val="002B49"/>
                </a:solidFill>
                <a:latin typeface="Arial Nova Cond"/>
                <a:ea typeface="Arial Nova Cond"/>
                <a:cs typeface="Arial Nova Cond"/>
              </a:rPr>
              <a:t>Desenvolvimento, migração e infraestrutura: equipe técnica. Ajustes de escopo/prazo serão redimensionados.</a:t>
            </a:r>
          </a:p>
        </p:txBody>
      </p:sp>
      <p:sp>
        <p:nvSpPr>
          <p:cNvPr id="19" name="scope-note">
            <a:extLst xmlns:a="http://schemas.openxmlformats.org/drawingml/2006/main">
              <a:ext uri="{FF2B5EF4-FFF2-40B4-BE49-F238E27FC236}">
                <a16:creationId xmlns:a16="http://schemas.microsoft.com/office/drawing/2014/main" id="{696E68B8-77A2-4345-87CA-CD38AEE6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3" y="6219825"/>
            <a:ext cx="10067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defRPr>
            </a:pPr>
            <a:r>
              <a:rPr sz="1275" b="0">
                <a:solidFill>
                  <a:srgbClr val="646464"/>
                </a:solidFill>
                <a:latin typeface="Arial Nova Cond"/>
                <a:ea typeface="Arial Nova Cond"/>
                <a:cs typeface="Arial Nova Cond"/>
              </a:rPr>
              <a:t>Honorários, tributos, despesas, condições de pagamento, quantidades e dedicação serão definidos na composição comercial final.</a:t>
            </a:r>
          </a:p>
        </p:txBody>
      </p:sp>
    </p:spTree>
    <p:extLst>
      <p:ext uri="{BB962C8B-B14F-4D97-AF65-F5344CB8AC3E}">
        <p14:creationId xmlns:p14="http://schemas.microsoft.com/office/powerpoint/2010/main" val="884009083"/>
      </p:ext>
    </p:extLst>
  </p:cSld>
</p:sld>
</file>

<file path=ppt/theme/theme1.xml><?xml version="1.0" encoding="utf-8"?>
<a:theme xmlns:a="http://schemas.openxmlformats.org/drawingml/2006/main" name="Personalizar design">
  <a:themeElements>
    <a:clrScheme name="A&amp;M">
      <a:dk1>
        <a:srgbClr val="002A46"/>
      </a:dk1>
      <a:lt1>
        <a:srgbClr val="FFFFFF"/>
      </a:lt1>
      <a:dk2>
        <a:srgbClr val="5E8AB3"/>
      </a:dk2>
      <a:lt2>
        <a:srgbClr val="CCD4DA"/>
      </a:lt2>
      <a:accent1>
        <a:srgbClr val="002A46"/>
      </a:accent1>
      <a:accent2>
        <a:srgbClr val="5E8AB3"/>
      </a:accent2>
      <a:accent3>
        <a:srgbClr val="CCD4DA"/>
      </a:accent3>
      <a:accent4>
        <a:srgbClr val="F78B15"/>
      </a:accent4>
      <a:accent5>
        <a:srgbClr val="33546D"/>
      </a:accent5>
      <a:accent6>
        <a:srgbClr val="99AAB6"/>
      </a:accent6>
      <a:hlink>
        <a:srgbClr val="F8A345"/>
      </a:hlink>
      <a:folHlink>
        <a:srgbClr val="33546D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&amp;M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2026-10-02T02:12:10.6090000Z</dcterms:created>
  <dcterms:modified xsi:type="dcterms:W3CDTF">2026-10-02T02:12:10.6090000Z</dcterms:modified>
</coreProperties>
</file>